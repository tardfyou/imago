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b165b7c5154ff5" /><Relationship Type="http://schemas.openxmlformats.org/officeDocument/2006/relationships/extended-properties" Target="/docProps/app.xml" Id="Rd64e319369c54407" /><Relationship Type="http://schemas.openxmlformats.org/officeDocument/2006/relationships/officeDocument" Target="/ppt/presentation.xml" Id="R7ec9b5e03caf4d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9f659b4efb4612"/>
  </p:sldMasterIdLst>
  <p:notesMasterIdLst>
    <p:notesMasterId xmlns:r="http://schemas.openxmlformats.org/officeDocument/2006/relationships" r:id="R04a926b4314347e1"/>
  </p:notesMasterIdLst>
  <p:sldIdLst>
    <p:sldId xmlns:r="http://schemas.openxmlformats.org/officeDocument/2006/relationships" id="256" r:id="Rb8b909db21ec4870"/>
  </p:sldIdLst>
  <p:sldSz cx="12544425" cy="7143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88c870eae94394" /><Relationship Type="http://schemas.openxmlformats.org/officeDocument/2006/relationships/slideMaster" Target="/ppt/slideMasters/slideMaster1.xml" Id="R6b9f659b4efb4612" /><Relationship Type="http://schemas.openxmlformats.org/officeDocument/2006/relationships/notesMaster" Target="/ppt/notesMasters/notesMaster1.xml" Id="R04a926b4314347e1" /><Relationship Type="http://schemas.openxmlformats.org/officeDocument/2006/relationships/presProps" Target="/ppt/presProps.xml" Id="R1e4212aa88144c1c" /><Relationship Type="http://schemas.openxmlformats.org/officeDocument/2006/relationships/tableStyles" Target="/ppt/tableStyles.xml" Id="R48d86920e1fa440f" /><Relationship Type="http://schemas.openxmlformats.org/officeDocument/2006/relationships/slide" Target="/ppt/slides/slide1.xml" Id="Rb8b909db21ec48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02bf70fded4c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5cbdeb47cb41ba" /><Relationship Type="http://schemas.openxmlformats.org/officeDocument/2006/relationships/notesMaster" Target="/ppt/notesMasters/notesMaster1.xml" Id="Ra09ac37967eb4560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素材ID：AI-057</ns1:t>
            </ns1:r>
          </ns1:p>
          <ns1:p>
            <ns1:r>
              <ns1:t>论文：ViLL-E: Video LLM Embeddings for Retrieval</ns1:t>
            </ns1:r>
          </ns1:p>
          <ns1:p>
            <ns1:r>
              <ns1:t>会议：ACL 2026</ns1:t>
            </ns1:r>
          </ns1:p>
          <ns1:p>
            <ns1:r>
              <ns1:t>奖项：Outstanding Paper</ns1:t>
            </ns1:r>
          </ns1:p>
          <ns1:p>
            <ns1:r>
              <ns1:t>图号：Figure 1，PDF第2页</ns1:t>
            </ns1:r>
          </ns1:p>
          <ns1:p>
            <ns1:r>
              <ns1:t>类型：实验图表</ns1:t>
            </ns1:r>
          </ns1:p>
          <ns1:p>
            <ns1:r>
              <ns1:t>借鉴点：左侧多任务雷达暴露专家模型和通用模型的能力缺口，右侧将结构差异与能力覆盖对应。</ns1:t>
            </ns1:r>
          </ns1:p>
          <ns1:p>
            <ns1:r>
              <ns1:t>论文URL：https://aclanthology.org/2026.acl-long.2003/</ns1:t>
            </ns1:r>
          </ns1:p>
          <ns1:p>
            <ns1:r>
              <ns1:t>官方获奖URL：https://2026.aclweb.org/program/best_papers/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726c9609884b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788f55d7e44189" /><Relationship Type="http://schemas.openxmlformats.org/officeDocument/2006/relationships/slideLayout" Target="/ppt/slideLayouts/slideLayout1.xml" Id="R3fcc09877d794b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cc09877d794b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6c1ef50a5452b" /><Relationship Type="http://schemas.openxmlformats.org/officeDocument/2006/relationships/notesSlide" Target="/ppt/notesSlides/notesSlide1.xml" Id="Rbb08e647bb484c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DCB36F-C032-4247-926A-A4AF68FD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6" y="0"/>
            <a:ext cx="8165180" cy="7143750"/>
          </a:xfrm>
          <a:custGeom xmlns:a="http://schemas.openxmlformats.org/drawingml/2006/main">
            <a:pathLst>
              <a:path w="8165180" h="7143750">
                <a:moveTo>
                  <a:pt x="0" y="0"/>
                </a:moveTo>
                <a:lnTo>
                  <a:pt x="0" y="7143750"/>
                </a:lnTo>
                <a:lnTo>
                  <a:pt x="8165180" y="7143750"/>
                </a:lnTo>
                <a:lnTo>
                  <a:pt x="816518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62D5FE-9F6D-4691-82D5-0FF6C64E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920" y="1361486"/>
            <a:ext cx="5514704" cy="5514704"/>
          </a:xfrm>
          <a:custGeom xmlns:a="http://schemas.openxmlformats.org/drawingml/2006/main">
            <a:pathLst>
              <a:path w="5514704" h="5514704">
                <a:moveTo>
                  <a:pt x="5514704" y="2757352"/>
                </a:moveTo>
                <a:cubicBezTo>
                  <a:pt x="5514704" y="2395265"/>
                  <a:pt x="5443373" y="2036682"/>
                  <a:pt x="5304811" y="1702154"/>
                </a:cubicBezTo>
                <a:cubicBezTo>
                  <a:pt x="5166248" y="1367627"/>
                  <a:pt x="4963134" y="1063651"/>
                  <a:pt x="4707101" y="807603"/>
                </a:cubicBezTo>
                <a:cubicBezTo>
                  <a:pt x="4451053" y="551570"/>
                  <a:pt x="4147077" y="348456"/>
                  <a:pt x="3812550" y="209893"/>
                </a:cubicBezTo>
                <a:cubicBezTo>
                  <a:pt x="3478022" y="71331"/>
                  <a:pt x="3119439" y="0"/>
                  <a:pt x="2757352" y="0"/>
                </a:cubicBezTo>
                <a:cubicBezTo>
                  <a:pt x="2395265" y="0"/>
                  <a:pt x="2036682" y="71331"/>
                  <a:pt x="1702154" y="209893"/>
                </a:cubicBezTo>
                <a:cubicBezTo>
                  <a:pt x="1367627" y="348456"/>
                  <a:pt x="1063651" y="551570"/>
                  <a:pt x="807603" y="807603"/>
                </a:cubicBezTo>
                <a:cubicBezTo>
                  <a:pt x="551570" y="1063651"/>
                  <a:pt x="348456" y="1367627"/>
                  <a:pt x="209893" y="1702154"/>
                </a:cubicBezTo>
                <a:cubicBezTo>
                  <a:pt x="71331" y="2036682"/>
                  <a:pt x="0" y="2395265"/>
                  <a:pt x="0" y="2757352"/>
                </a:cubicBezTo>
                <a:cubicBezTo>
                  <a:pt x="0" y="3119439"/>
                  <a:pt x="71331" y="3478022"/>
                  <a:pt x="209893" y="3812550"/>
                </a:cubicBezTo>
                <a:cubicBezTo>
                  <a:pt x="348456" y="4147077"/>
                  <a:pt x="551570" y="4451053"/>
                  <a:pt x="807603" y="4707101"/>
                </a:cubicBezTo>
                <a:cubicBezTo>
                  <a:pt x="1063651" y="4963134"/>
                  <a:pt x="1367627" y="5166248"/>
                  <a:pt x="1702154" y="5304811"/>
                </a:cubicBezTo>
                <a:cubicBezTo>
                  <a:pt x="2036682" y="5443373"/>
                  <a:pt x="2395265" y="5514704"/>
                  <a:pt x="2757352" y="5514704"/>
                </a:cubicBezTo>
                <a:cubicBezTo>
                  <a:pt x="3119439" y="5514704"/>
                  <a:pt x="3478022" y="5443373"/>
                  <a:pt x="3812550" y="5304811"/>
                </a:cubicBezTo>
                <a:cubicBezTo>
                  <a:pt x="4147077" y="5166248"/>
                  <a:pt x="4451053" y="4963134"/>
                  <a:pt x="4707101" y="4707101"/>
                </a:cubicBezTo>
                <a:cubicBezTo>
                  <a:pt x="4963134" y="4451053"/>
                  <a:pt x="5166248" y="4147077"/>
                  <a:pt x="5304811" y="3812550"/>
                </a:cubicBezTo>
                <a:cubicBezTo>
                  <a:pt x="5443373" y="3478022"/>
                  <a:pt x="5514704" y="3119439"/>
                  <a:pt x="5514704" y="2757352"/>
                </a:cubicBezTo>
                <a:moveTo>
                  <a:pt x="2757352" y="2757352"/>
                </a:moveTo>
                <a:lnTo>
                  <a:pt x="2757352" y="2757352"/>
                </a:lnTo>
                <a:close/>
              </a:path>
            </a:pathLst>
          </a:custGeom>
          <a:solidFill xmlns:a="http://schemas.openxmlformats.org/drawingml/2006/main">
            <a:srgbClr val="EAEA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ABBCCDA7-9EAD-4791-8B58-D829B7EF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180" y="4111747"/>
            <a:ext cx="2764450" cy="14184"/>
          </a:xfrm>
          <a:custGeom xmlns:a="http://schemas.openxmlformats.org/drawingml/2006/main">
            <a:pathLst>
              <a:path w="2764450" h="14184">
                <a:moveTo>
                  <a:pt x="7092" y="0"/>
                </a:moveTo>
                <a:lnTo>
                  <a:pt x="2764391" y="0"/>
                </a:lnTo>
                <a:lnTo>
                  <a:pt x="2764450" y="7091"/>
                </a:lnTo>
                <a:lnTo>
                  <a:pt x="2764391" y="14184"/>
                </a:lnTo>
                <a:lnTo>
                  <a:pt x="7092" y="14184"/>
                </a:lnTo>
                <a:lnTo>
                  <a:pt x="6628" y="14169"/>
                </a:lnTo>
                <a:lnTo>
                  <a:pt x="6166" y="14123"/>
                </a:lnTo>
                <a:lnTo>
                  <a:pt x="5708" y="14048"/>
                </a:lnTo>
                <a:lnTo>
                  <a:pt x="5256" y="13942"/>
                </a:lnTo>
                <a:lnTo>
                  <a:pt x="4812" y="13808"/>
                </a:lnTo>
                <a:lnTo>
                  <a:pt x="4378" y="13644"/>
                </a:lnTo>
                <a:lnTo>
                  <a:pt x="3955" y="13453"/>
                </a:lnTo>
                <a:lnTo>
                  <a:pt x="3546" y="13234"/>
                </a:lnTo>
                <a:lnTo>
                  <a:pt x="3152" y="12989"/>
                </a:lnTo>
                <a:lnTo>
                  <a:pt x="2775" y="12718"/>
                </a:lnTo>
                <a:lnTo>
                  <a:pt x="2416" y="12424"/>
                </a:lnTo>
                <a:lnTo>
                  <a:pt x="2077" y="12107"/>
                </a:lnTo>
                <a:lnTo>
                  <a:pt x="1760" y="11768"/>
                </a:lnTo>
                <a:lnTo>
                  <a:pt x="1466" y="11409"/>
                </a:lnTo>
                <a:lnTo>
                  <a:pt x="1195" y="11032"/>
                </a:lnTo>
                <a:lnTo>
                  <a:pt x="950" y="10638"/>
                </a:lnTo>
                <a:lnTo>
                  <a:pt x="731" y="10229"/>
                </a:lnTo>
                <a:lnTo>
                  <a:pt x="540" y="9806"/>
                </a:lnTo>
                <a:lnTo>
                  <a:pt x="376" y="9372"/>
                </a:lnTo>
                <a:lnTo>
                  <a:pt x="242" y="8927"/>
                </a:lnTo>
                <a:lnTo>
                  <a:pt x="136" y="8476"/>
                </a:lnTo>
                <a:lnTo>
                  <a:pt x="61" y="8018"/>
                </a:lnTo>
                <a:lnTo>
                  <a:pt x="15" y="7556"/>
                </a:lnTo>
                <a:lnTo>
                  <a:pt x="0" y="7092"/>
                </a:lnTo>
                <a:lnTo>
                  <a:pt x="15" y="6628"/>
                </a:lnTo>
                <a:lnTo>
                  <a:pt x="61" y="6166"/>
                </a:lnTo>
                <a:lnTo>
                  <a:pt x="136" y="5708"/>
                </a:lnTo>
                <a:lnTo>
                  <a:pt x="242" y="5256"/>
                </a:lnTo>
                <a:lnTo>
                  <a:pt x="376" y="4812"/>
                </a:lnTo>
                <a:lnTo>
                  <a:pt x="540" y="4378"/>
                </a:lnTo>
                <a:lnTo>
                  <a:pt x="731" y="3955"/>
                </a:lnTo>
                <a:lnTo>
                  <a:pt x="950" y="3546"/>
                </a:lnTo>
                <a:lnTo>
                  <a:pt x="1195" y="3152"/>
                </a:lnTo>
                <a:lnTo>
                  <a:pt x="1466" y="2775"/>
                </a:lnTo>
                <a:lnTo>
                  <a:pt x="1760" y="2416"/>
                </a:lnTo>
                <a:lnTo>
                  <a:pt x="2077" y="2077"/>
                </a:lnTo>
                <a:lnTo>
                  <a:pt x="2416" y="1760"/>
                </a:lnTo>
                <a:lnTo>
                  <a:pt x="2775" y="1466"/>
                </a:lnTo>
                <a:lnTo>
                  <a:pt x="3152" y="1195"/>
                </a:lnTo>
                <a:lnTo>
                  <a:pt x="3546" y="950"/>
                </a:lnTo>
                <a:lnTo>
                  <a:pt x="3955" y="731"/>
                </a:lnTo>
                <a:lnTo>
                  <a:pt x="4378" y="540"/>
                </a:lnTo>
                <a:lnTo>
                  <a:pt x="4812" y="376"/>
                </a:lnTo>
                <a:lnTo>
                  <a:pt x="5256" y="242"/>
                </a:lnTo>
                <a:lnTo>
                  <a:pt x="5708" y="136"/>
                </a:lnTo>
                <a:lnTo>
                  <a:pt x="6166" y="61"/>
                </a:lnTo>
                <a:lnTo>
                  <a:pt x="6628" y="15"/>
                </a:lnTo>
                <a:lnTo>
                  <a:pt x="7092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DC2CDFAA-9CD6-4CB6-8A3F-385441F5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182" y="2341053"/>
            <a:ext cx="2123824" cy="1784876"/>
          </a:xfrm>
          <a:custGeom xmlns:a="http://schemas.openxmlformats.org/drawingml/2006/main">
            <a:pathLst>
              <a:path w="2123824" h="1784876">
                <a:moveTo>
                  <a:pt x="2532" y="1772353"/>
                </a:moveTo>
                <a:lnTo>
                  <a:pt x="2114738" y="0"/>
                </a:lnTo>
                <a:lnTo>
                  <a:pt x="2123824" y="10891"/>
                </a:lnTo>
                <a:lnTo>
                  <a:pt x="11649" y="1783218"/>
                </a:lnTo>
                <a:lnTo>
                  <a:pt x="11284" y="1783505"/>
                </a:lnTo>
                <a:lnTo>
                  <a:pt x="10901" y="1783767"/>
                </a:lnTo>
                <a:lnTo>
                  <a:pt x="10501" y="1784003"/>
                </a:lnTo>
                <a:lnTo>
                  <a:pt x="10087" y="1784213"/>
                </a:lnTo>
                <a:lnTo>
                  <a:pt x="9661" y="1784395"/>
                </a:lnTo>
                <a:lnTo>
                  <a:pt x="9223" y="1784549"/>
                </a:lnTo>
                <a:lnTo>
                  <a:pt x="8776" y="1784674"/>
                </a:lnTo>
                <a:lnTo>
                  <a:pt x="8322" y="1784770"/>
                </a:lnTo>
                <a:lnTo>
                  <a:pt x="7862" y="1784836"/>
                </a:lnTo>
                <a:lnTo>
                  <a:pt x="7400" y="1784871"/>
                </a:lnTo>
                <a:lnTo>
                  <a:pt x="6936" y="1784876"/>
                </a:lnTo>
                <a:lnTo>
                  <a:pt x="6472" y="1784851"/>
                </a:lnTo>
                <a:lnTo>
                  <a:pt x="6011" y="1784795"/>
                </a:lnTo>
                <a:lnTo>
                  <a:pt x="5555" y="1784710"/>
                </a:lnTo>
                <a:lnTo>
                  <a:pt x="5106" y="1784594"/>
                </a:lnTo>
                <a:lnTo>
                  <a:pt x="4665" y="1784450"/>
                </a:lnTo>
                <a:lnTo>
                  <a:pt x="4234" y="1784277"/>
                </a:lnTo>
                <a:lnTo>
                  <a:pt x="3816" y="1784076"/>
                </a:lnTo>
                <a:lnTo>
                  <a:pt x="3411" y="1783849"/>
                </a:lnTo>
                <a:lnTo>
                  <a:pt x="3022" y="1783595"/>
                </a:lnTo>
                <a:lnTo>
                  <a:pt x="2651" y="1783317"/>
                </a:lnTo>
                <a:lnTo>
                  <a:pt x="2299" y="1783014"/>
                </a:lnTo>
                <a:lnTo>
                  <a:pt x="1967" y="1782690"/>
                </a:lnTo>
                <a:lnTo>
                  <a:pt x="1658" y="1782344"/>
                </a:lnTo>
                <a:lnTo>
                  <a:pt x="1371" y="1781979"/>
                </a:lnTo>
                <a:lnTo>
                  <a:pt x="1109" y="1781596"/>
                </a:lnTo>
                <a:lnTo>
                  <a:pt x="873" y="1781197"/>
                </a:lnTo>
                <a:lnTo>
                  <a:pt x="663" y="1780783"/>
                </a:lnTo>
                <a:lnTo>
                  <a:pt x="481" y="1780356"/>
                </a:lnTo>
                <a:lnTo>
                  <a:pt x="327" y="1779918"/>
                </a:lnTo>
                <a:lnTo>
                  <a:pt x="202" y="1779471"/>
                </a:lnTo>
                <a:lnTo>
                  <a:pt x="106" y="1779017"/>
                </a:lnTo>
                <a:lnTo>
                  <a:pt x="40" y="1778558"/>
                </a:lnTo>
                <a:lnTo>
                  <a:pt x="5" y="1778095"/>
                </a:lnTo>
                <a:lnTo>
                  <a:pt x="0" y="1777631"/>
                </a:lnTo>
                <a:lnTo>
                  <a:pt x="25" y="1777168"/>
                </a:lnTo>
                <a:lnTo>
                  <a:pt x="81" y="1776707"/>
                </a:lnTo>
                <a:lnTo>
                  <a:pt x="166" y="1776251"/>
                </a:lnTo>
                <a:lnTo>
                  <a:pt x="282" y="1775801"/>
                </a:lnTo>
                <a:lnTo>
                  <a:pt x="426" y="1775360"/>
                </a:lnTo>
                <a:lnTo>
                  <a:pt x="599" y="1774929"/>
                </a:lnTo>
                <a:lnTo>
                  <a:pt x="800" y="1774511"/>
                </a:lnTo>
                <a:lnTo>
                  <a:pt x="1027" y="1774107"/>
                </a:lnTo>
                <a:lnTo>
                  <a:pt x="1281" y="1773718"/>
                </a:lnTo>
                <a:lnTo>
                  <a:pt x="1559" y="1773347"/>
                </a:lnTo>
                <a:lnTo>
                  <a:pt x="1862" y="1772994"/>
                </a:lnTo>
                <a:lnTo>
                  <a:pt x="2186" y="1772663"/>
                </a:lnTo>
                <a:lnTo>
                  <a:pt x="2532" y="177235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14D4B084-06BD-4B39-9DCE-F004193E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182" y="1402247"/>
            <a:ext cx="492868" cy="2723682"/>
          </a:xfrm>
          <a:custGeom xmlns:a="http://schemas.openxmlformats.org/drawingml/2006/main">
            <a:pathLst>
              <a:path w="492868" h="2723682">
                <a:moveTo>
                  <a:pt x="106" y="2715360"/>
                </a:moveTo>
                <a:lnTo>
                  <a:pt x="478893" y="0"/>
                </a:lnTo>
                <a:lnTo>
                  <a:pt x="492868" y="2426"/>
                </a:lnTo>
                <a:lnTo>
                  <a:pt x="14074" y="2717823"/>
                </a:lnTo>
                <a:lnTo>
                  <a:pt x="13979" y="2718277"/>
                </a:lnTo>
                <a:lnTo>
                  <a:pt x="13854" y="2718724"/>
                </a:lnTo>
                <a:lnTo>
                  <a:pt x="13700" y="2719162"/>
                </a:lnTo>
                <a:lnTo>
                  <a:pt x="13518" y="2719589"/>
                </a:lnTo>
                <a:lnTo>
                  <a:pt x="13308" y="2720003"/>
                </a:lnTo>
                <a:lnTo>
                  <a:pt x="13072" y="2720402"/>
                </a:lnTo>
                <a:lnTo>
                  <a:pt x="12810" y="2720785"/>
                </a:lnTo>
                <a:lnTo>
                  <a:pt x="12523" y="2721150"/>
                </a:lnTo>
                <a:lnTo>
                  <a:pt x="12213" y="2721496"/>
                </a:lnTo>
                <a:lnTo>
                  <a:pt x="11882" y="2721820"/>
                </a:lnTo>
                <a:lnTo>
                  <a:pt x="11529" y="2722122"/>
                </a:lnTo>
                <a:lnTo>
                  <a:pt x="11158" y="2722401"/>
                </a:lnTo>
                <a:lnTo>
                  <a:pt x="10769" y="2722654"/>
                </a:lnTo>
                <a:lnTo>
                  <a:pt x="10365" y="2722882"/>
                </a:lnTo>
                <a:lnTo>
                  <a:pt x="9947" y="2723083"/>
                </a:lnTo>
                <a:lnTo>
                  <a:pt x="9516" y="2723256"/>
                </a:lnTo>
                <a:lnTo>
                  <a:pt x="9075" y="2723400"/>
                </a:lnTo>
                <a:lnTo>
                  <a:pt x="8625" y="2723515"/>
                </a:lnTo>
                <a:lnTo>
                  <a:pt x="8169" y="2723601"/>
                </a:lnTo>
                <a:lnTo>
                  <a:pt x="7708" y="2723656"/>
                </a:lnTo>
                <a:lnTo>
                  <a:pt x="7245" y="2723682"/>
                </a:lnTo>
                <a:lnTo>
                  <a:pt x="6781" y="2723677"/>
                </a:lnTo>
                <a:lnTo>
                  <a:pt x="6318" y="2723641"/>
                </a:lnTo>
                <a:lnTo>
                  <a:pt x="5859" y="2723576"/>
                </a:lnTo>
                <a:lnTo>
                  <a:pt x="5405" y="2723480"/>
                </a:lnTo>
                <a:lnTo>
                  <a:pt x="4958" y="2723355"/>
                </a:lnTo>
                <a:lnTo>
                  <a:pt x="4520" y="2723201"/>
                </a:lnTo>
                <a:lnTo>
                  <a:pt x="4093" y="2723019"/>
                </a:lnTo>
                <a:lnTo>
                  <a:pt x="3679" y="2722809"/>
                </a:lnTo>
                <a:lnTo>
                  <a:pt x="3280" y="2722573"/>
                </a:lnTo>
                <a:lnTo>
                  <a:pt x="2897" y="2722311"/>
                </a:lnTo>
                <a:lnTo>
                  <a:pt x="2532" y="2722024"/>
                </a:lnTo>
                <a:lnTo>
                  <a:pt x="2186" y="2721714"/>
                </a:lnTo>
                <a:lnTo>
                  <a:pt x="1862" y="2721383"/>
                </a:lnTo>
                <a:lnTo>
                  <a:pt x="1559" y="2721030"/>
                </a:lnTo>
                <a:lnTo>
                  <a:pt x="1281" y="2720659"/>
                </a:lnTo>
                <a:lnTo>
                  <a:pt x="1027" y="2720271"/>
                </a:lnTo>
                <a:lnTo>
                  <a:pt x="800" y="2719866"/>
                </a:lnTo>
                <a:lnTo>
                  <a:pt x="599" y="2719448"/>
                </a:lnTo>
                <a:lnTo>
                  <a:pt x="426" y="2719017"/>
                </a:lnTo>
                <a:lnTo>
                  <a:pt x="282" y="2718576"/>
                </a:lnTo>
                <a:lnTo>
                  <a:pt x="166" y="2718126"/>
                </a:lnTo>
                <a:lnTo>
                  <a:pt x="81" y="2717670"/>
                </a:lnTo>
                <a:lnTo>
                  <a:pt x="25" y="2717210"/>
                </a:lnTo>
                <a:lnTo>
                  <a:pt x="0" y="2716746"/>
                </a:lnTo>
                <a:lnTo>
                  <a:pt x="5" y="2716282"/>
                </a:lnTo>
                <a:lnTo>
                  <a:pt x="40" y="2715819"/>
                </a:lnTo>
                <a:lnTo>
                  <a:pt x="106" y="271536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F7697505-34B3-4135-929D-B04C70A1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481" y="1727408"/>
            <a:ext cx="1391884" cy="2398522"/>
          </a:xfrm>
          <a:custGeom xmlns:a="http://schemas.openxmlformats.org/drawingml/2006/main">
            <a:pathLst>
              <a:path w="1391884" h="2398522">
                <a:moveTo>
                  <a:pt x="1378650" y="2394976"/>
                </a:moveTo>
                <a:lnTo>
                  <a:pt x="0" y="7089"/>
                </a:lnTo>
                <a:lnTo>
                  <a:pt x="5896" y="3620"/>
                </a:lnTo>
                <a:lnTo>
                  <a:pt x="12285" y="0"/>
                </a:lnTo>
                <a:lnTo>
                  <a:pt x="1390933" y="2387884"/>
                </a:lnTo>
                <a:lnTo>
                  <a:pt x="1391152" y="2388294"/>
                </a:lnTo>
                <a:lnTo>
                  <a:pt x="1391344" y="2388716"/>
                </a:lnTo>
                <a:lnTo>
                  <a:pt x="1391507" y="2389151"/>
                </a:lnTo>
                <a:lnTo>
                  <a:pt x="1391642" y="2389595"/>
                </a:lnTo>
                <a:lnTo>
                  <a:pt x="1391747" y="2390047"/>
                </a:lnTo>
                <a:lnTo>
                  <a:pt x="1391823" y="2390505"/>
                </a:lnTo>
                <a:lnTo>
                  <a:pt x="1391868" y="2390966"/>
                </a:lnTo>
                <a:lnTo>
                  <a:pt x="1391884" y="2391430"/>
                </a:lnTo>
                <a:lnTo>
                  <a:pt x="1391868" y="2391894"/>
                </a:lnTo>
                <a:lnTo>
                  <a:pt x="1391823" y="2392356"/>
                </a:lnTo>
                <a:lnTo>
                  <a:pt x="1391747" y="2392814"/>
                </a:lnTo>
                <a:lnTo>
                  <a:pt x="1391642" y="2393266"/>
                </a:lnTo>
                <a:lnTo>
                  <a:pt x="1391507" y="2393710"/>
                </a:lnTo>
                <a:lnTo>
                  <a:pt x="1391344" y="2394144"/>
                </a:lnTo>
                <a:lnTo>
                  <a:pt x="1391152" y="2394567"/>
                </a:lnTo>
                <a:lnTo>
                  <a:pt x="1390933" y="2394976"/>
                </a:lnTo>
                <a:lnTo>
                  <a:pt x="1390688" y="2395370"/>
                </a:lnTo>
                <a:lnTo>
                  <a:pt x="1390418" y="2395748"/>
                </a:lnTo>
                <a:lnTo>
                  <a:pt x="1390124" y="2396106"/>
                </a:lnTo>
                <a:lnTo>
                  <a:pt x="1389806" y="2396445"/>
                </a:lnTo>
                <a:lnTo>
                  <a:pt x="1389468" y="2396762"/>
                </a:lnTo>
                <a:lnTo>
                  <a:pt x="1389109" y="2397057"/>
                </a:lnTo>
                <a:lnTo>
                  <a:pt x="1388732" y="2397327"/>
                </a:lnTo>
                <a:lnTo>
                  <a:pt x="1388338" y="2397572"/>
                </a:lnTo>
                <a:lnTo>
                  <a:pt x="1387928" y="2397791"/>
                </a:lnTo>
                <a:lnTo>
                  <a:pt x="1387506" y="2397982"/>
                </a:lnTo>
                <a:lnTo>
                  <a:pt x="1387071" y="2398146"/>
                </a:lnTo>
                <a:lnTo>
                  <a:pt x="1386627" y="2398281"/>
                </a:lnTo>
                <a:lnTo>
                  <a:pt x="1386175" y="2398386"/>
                </a:lnTo>
                <a:lnTo>
                  <a:pt x="1385717" y="2398462"/>
                </a:lnTo>
                <a:lnTo>
                  <a:pt x="1385255" y="2398507"/>
                </a:lnTo>
                <a:lnTo>
                  <a:pt x="1384792" y="2398522"/>
                </a:lnTo>
                <a:lnTo>
                  <a:pt x="1384328" y="2398507"/>
                </a:lnTo>
                <a:lnTo>
                  <a:pt x="1383866" y="2398462"/>
                </a:lnTo>
                <a:lnTo>
                  <a:pt x="1383408" y="2398386"/>
                </a:lnTo>
                <a:lnTo>
                  <a:pt x="1382956" y="2398281"/>
                </a:lnTo>
                <a:lnTo>
                  <a:pt x="1382512" y="2398146"/>
                </a:lnTo>
                <a:lnTo>
                  <a:pt x="1382078" y="2397982"/>
                </a:lnTo>
                <a:lnTo>
                  <a:pt x="1381655" y="2397791"/>
                </a:lnTo>
                <a:lnTo>
                  <a:pt x="1381246" y="2397572"/>
                </a:lnTo>
                <a:lnTo>
                  <a:pt x="1380852" y="2397327"/>
                </a:lnTo>
                <a:lnTo>
                  <a:pt x="1380474" y="2397057"/>
                </a:lnTo>
                <a:lnTo>
                  <a:pt x="1380116" y="2396762"/>
                </a:lnTo>
                <a:lnTo>
                  <a:pt x="1379777" y="2396445"/>
                </a:lnTo>
                <a:lnTo>
                  <a:pt x="1379460" y="2396106"/>
                </a:lnTo>
                <a:lnTo>
                  <a:pt x="1379165" y="2395748"/>
                </a:lnTo>
                <a:lnTo>
                  <a:pt x="1378895" y="2395370"/>
                </a:lnTo>
                <a:lnTo>
                  <a:pt x="1378650" y="239497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6F7D8FCF-A04B-4D95-8338-509E547E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841" y="3169133"/>
            <a:ext cx="2600522" cy="956796"/>
          </a:xfrm>
          <a:custGeom xmlns:a="http://schemas.openxmlformats.org/drawingml/2006/main">
            <a:pathLst>
              <a:path w="2600522" h="956796">
                <a:moveTo>
                  <a:pt x="2591006" y="956370"/>
                </a:moveTo>
                <a:lnTo>
                  <a:pt x="0" y="13316"/>
                </a:lnTo>
                <a:lnTo>
                  <a:pt x="4886" y="0"/>
                </a:lnTo>
                <a:lnTo>
                  <a:pt x="2595857" y="943042"/>
                </a:lnTo>
                <a:lnTo>
                  <a:pt x="2596288" y="943214"/>
                </a:lnTo>
                <a:lnTo>
                  <a:pt x="2596706" y="943415"/>
                </a:lnTo>
                <a:lnTo>
                  <a:pt x="2597110" y="943643"/>
                </a:lnTo>
                <a:lnTo>
                  <a:pt x="2597499" y="943896"/>
                </a:lnTo>
                <a:lnTo>
                  <a:pt x="2597870" y="944175"/>
                </a:lnTo>
                <a:lnTo>
                  <a:pt x="2598223" y="944477"/>
                </a:lnTo>
                <a:lnTo>
                  <a:pt x="2598554" y="944802"/>
                </a:lnTo>
                <a:lnTo>
                  <a:pt x="2598864" y="945147"/>
                </a:lnTo>
                <a:lnTo>
                  <a:pt x="2599151" y="945512"/>
                </a:lnTo>
                <a:lnTo>
                  <a:pt x="2599413" y="945895"/>
                </a:lnTo>
                <a:lnTo>
                  <a:pt x="2599649" y="946295"/>
                </a:lnTo>
                <a:lnTo>
                  <a:pt x="2599859" y="946709"/>
                </a:lnTo>
                <a:lnTo>
                  <a:pt x="2600041" y="947135"/>
                </a:lnTo>
                <a:lnTo>
                  <a:pt x="2600195" y="947573"/>
                </a:lnTo>
                <a:lnTo>
                  <a:pt x="2600320" y="948020"/>
                </a:lnTo>
                <a:lnTo>
                  <a:pt x="2600415" y="948474"/>
                </a:lnTo>
                <a:lnTo>
                  <a:pt x="2600481" y="948934"/>
                </a:lnTo>
                <a:lnTo>
                  <a:pt x="2600516" y="949396"/>
                </a:lnTo>
                <a:lnTo>
                  <a:pt x="2600522" y="949861"/>
                </a:lnTo>
                <a:lnTo>
                  <a:pt x="2600496" y="950324"/>
                </a:lnTo>
                <a:lnTo>
                  <a:pt x="2600441" y="950785"/>
                </a:lnTo>
                <a:lnTo>
                  <a:pt x="2600355" y="951241"/>
                </a:lnTo>
                <a:lnTo>
                  <a:pt x="2600240" y="951690"/>
                </a:lnTo>
                <a:lnTo>
                  <a:pt x="2600096" y="952131"/>
                </a:lnTo>
                <a:lnTo>
                  <a:pt x="2599923" y="952562"/>
                </a:lnTo>
                <a:lnTo>
                  <a:pt x="2599722" y="952981"/>
                </a:lnTo>
                <a:lnTo>
                  <a:pt x="2599494" y="953385"/>
                </a:lnTo>
                <a:lnTo>
                  <a:pt x="2599241" y="953774"/>
                </a:lnTo>
                <a:lnTo>
                  <a:pt x="2598962" y="954145"/>
                </a:lnTo>
                <a:lnTo>
                  <a:pt x="2598660" y="954497"/>
                </a:lnTo>
                <a:lnTo>
                  <a:pt x="2598335" y="954829"/>
                </a:lnTo>
                <a:lnTo>
                  <a:pt x="2597990" y="955139"/>
                </a:lnTo>
                <a:lnTo>
                  <a:pt x="2597625" y="955425"/>
                </a:lnTo>
                <a:lnTo>
                  <a:pt x="2597242" y="955687"/>
                </a:lnTo>
                <a:lnTo>
                  <a:pt x="2596842" y="955924"/>
                </a:lnTo>
                <a:lnTo>
                  <a:pt x="2596428" y="956133"/>
                </a:lnTo>
                <a:lnTo>
                  <a:pt x="2596002" y="956316"/>
                </a:lnTo>
                <a:lnTo>
                  <a:pt x="2595564" y="956470"/>
                </a:lnTo>
                <a:lnTo>
                  <a:pt x="2595117" y="956595"/>
                </a:lnTo>
                <a:lnTo>
                  <a:pt x="2594663" y="956690"/>
                </a:lnTo>
                <a:lnTo>
                  <a:pt x="2594203" y="956756"/>
                </a:lnTo>
                <a:lnTo>
                  <a:pt x="2593741" y="956791"/>
                </a:lnTo>
                <a:lnTo>
                  <a:pt x="2593277" y="956796"/>
                </a:lnTo>
                <a:lnTo>
                  <a:pt x="2592813" y="956771"/>
                </a:lnTo>
                <a:lnTo>
                  <a:pt x="2592352" y="956715"/>
                </a:lnTo>
                <a:lnTo>
                  <a:pt x="2591896" y="956630"/>
                </a:lnTo>
                <a:lnTo>
                  <a:pt x="2591447" y="956514"/>
                </a:lnTo>
                <a:lnTo>
                  <a:pt x="2591006" y="95637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ACD37B3D-D6C7-470C-9E95-92914DB6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840" y="4111748"/>
            <a:ext cx="2600522" cy="956796"/>
          </a:xfrm>
          <a:custGeom xmlns:a="http://schemas.openxmlformats.org/drawingml/2006/main">
            <a:pathLst>
              <a:path w="2600522" h="956796">
                <a:moveTo>
                  <a:pt x="2595858" y="13755"/>
                </a:moveTo>
                <a:lnTo>
                  <a:pt x="4886" y="956796"/>
                </a:lnTo>
                <a:lnTo>
                  <a:pt x="0" y="943481"/>
                </a:lnTo>
                <a:lnTo>
                  <a:pt x="2591007" y="426"/>
                </a:lnTo>
                <a:lnTo>
                  <a:pt x="2591448" y="282"/>
                </a:lnTo>
                <a:lnTo>
                  <a:pt x="2591897" y="166"/>
                </a:lnTo>
                <a:lnTo>
                  <a:pt x="2592353" y="81"/>
                </a:lnTo>
                <a:lnTo>
                  <a:pt x="2592814" y="25"/>
                </a:lnTo>
                <a:lnTo>
                  <a:pt x="2593277" y="0"/>
                </a:lnTo>
                <a:lnTo>
                  <a:pt x="2593742" y="5"/>
                </a:lnTo>
                <a:lnTo>
                  <a:pt x="2594204" y="40"/>
                </a:lnTo>
                <a:lnTo>
                  <a:pt x="2594664" y="106"/>
                </a:lnTo>
                <a:lnTo>
                  <a:pt x="2595118" y="202"/>
                </a:lnTo>
                <a:lnTo>
                  <a:pt x="2595565" y="327"/>
                </a:lnTo>
                <a:lnTo>
                  <a:pt x="2596003" y="481"/>
                </a:lnTo>
                <a:lnTo>
                  <a:pt x="2596429" y="663"/>
                </a:lnTo>
                <a:lnTo>
                  <a:pt x="2596843" y="873"/>
                </a:lnTo>
                <a:lnTo>
                  <a:pt x="2597243" y="1109"/>
                </a:lnTo>
                <a:lnTo>
                  <a:pt x="2597626" y="1371"/>
                </a:lnTo>
                <a:lnTo>
                  <a:pt x="2597991" y="1658"/>
                </a:lnTo>
                <a:lnTo>
                  <a:pt x="2598336" y="1967"/>
                </a:lnTo>
                <a:lnTo>
                  <a:pt x="2598661" y="2299"/>
                </a:lnTo>
                <a:lnTo>
                  <a:pt x="2598963" y="2651"/>
                </a:lnTo>
                <a:lnTo>
                  <a:pt x="2599242" y="3022"/>
                </a:lnTo>
                <a:lnTo>
                  <a:pt x="2599495" y="3411"/>
                </a:lnTo>
                <a:lnTo>
                  <a:pt x="2599723" y="3816"/>
                </a:lnTo>
                <a:lnTo>
                  <a:pt x="2599924" y="4234"/>
                </a:lnTo>
                <a:lnTo>
                  <a:pt x="2600096" y="4665"/>
                </a:lnTo>
                <a:lnTo>
                  <a:pt x="2600241" y="5106"/>
                </a:lnTo>
                <a:lnTo>
                  <a:pt x="2600356" y="5555"/>
                </a:lnTo>
                <a:lnTo>
                  <a:pt x="2600442" y="6011"/>
                </a:lnTo>
                <a:lnTo>
                  <a:pt x="2600497" y="6472"/>
                </a:lnTo>
                <a:lnTo>
                  <a:pt x="2600522" y="6936"/>
                </a:lnTo>
                <a:lnTo>
                  <a:pt x="2600517" y="7400"/>
                </a:lnTo>
                <a:lnTo>
                  <a:pt x="2600482" y="7862"/>
                </a:lnTo>
                <a:lnTo>
                  <a:pt x="2600416" y="8322"/>
                </a:lnTo>
                <a:lnTo>
                  <a:pt x="2600321" y="8776"/>
                </a:lnTo>
                <a:lnTo>
                  <a:pt x="2600196" y="9223"/>
                </a:lnTo>
                <a:lnTo>
                  <a:pt x="2600042" y="9661"/>
                </a:lnTo>
                <a:lnTo>
                  <a:pt x="2599860" y="10087"/>
                </a:lnTo>
                <a:lnTo>
                  <a:pt x="2599650" y="10501"/>
                </a:lnTo>
                <a:lnTo>
                  <a:pt x="2599413" y="10901"/>
                </a:lnTo>
                <a:lnTo>
                  <a:pt x="2599151" y="11284"/>
                </a:lnTo>
                <a:lnTo>
                  <a:pt x="2598865" y="11649"/>
                </a:lnTo>
                <a:lnTo>
                  <a:pt x="2598555" y="11994"/>
                </a:lnTo>
                <a:lnTo>
                  <a:pt x="2598223" y="12319"/>
                </a:lnTo>
                <a:lnTo>
                  <a:pt x="2597871" y="12621"/>
                </a:lnTo>
                <a:lnTo>
                  <a:pt x="2597500" y="12900"/>
                </a:lnTo>
                <a:lnTo>
                  <a:pt x="2597111" y="13153"/>
                </a:lnTo>
                <a:lnTo>
                  <a:pt x="2596707" y="13381"/>
                </a:lnTo>
                <a:lnTo>
                  <a:pt x="2596288" y="13582"/>
                </a:lnTo>
                <a:lnTo>
                  <a:pt x="2595858" y="1375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26267504-55F0-47CE-8DB5-791EB046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481" y="4111747"/>
            <a:ext cx="1391883" cy="2398521"/>
          </a:xfrm>
          <a:custGeom xmlns:a="http://schemas.openxmlformats.org/drawingml/2006/main">
            <a:pathLst>
              <a:path w="1391883" h="2398521">
                <a:moveTo>
                  <a:pt x="1390933" y="10638"/>
                </a:moveTo>
                <a:lnTo>
                  <a:pt x="12285" y="2398521"/>
                </a:lnTo>
                <a:lnTo>
                  <a:pt x="5896" y="2394901"/>
                </a:lnTo>
                <a:lnTo>
                  <a:pt x="0" y="2391432"/>
                </a:lnTo>
                <a:lnTo>
                  <a:pt x="1378649" y="3546"/>
                </a:lnTo>
                <a:lnTo>
                  <a:pt x="1378894" y="3152"/>
                </a:lnTo>
                <a:lnTo>
                  <a:pt x="1379165" y="2775"/>
                </a:lnTo>
                <a:lnTo>
                  <a:pt x="1379459" y="2416"/>
                </a:lnTo>
                <a:lnTo>
                  <a:pt x="1379776" y="2077"/>
                </a:lnTo>
                <a:lnTo>
                  <a:pt x="1380115" y="1760"/>
                </a:lnTo>
                <a:lnTo>
                  <a:pt x="1380474" y="1466"/>
                </a:lnTo>
                <a:lnTo>
                  <a:pt x="1380851" y="1195"/>
                </a:lnTo>
                <a:lnTo>
                  <a:pt x="1381245" y="950"/>
                </a:lnTo>
                <a:lnTo>
                  <a:pt x="1381654" y="731"/>
                </a:lnTo>
                <a:lnTo>
                  <a:pt x="1382077" y="540"/>
                </a:lnTo>
                <a:lnTo>
                  <a:pt x="1382512" y="376"/>
                </a:lnTo>
                <a:lnTo>
                  <a:pt x="1382956" y="242"/>
                </a:lnTo>
                <a:lnTo>
                  <a:pt x="1383408" y="136"/>
                </a:lnTo>
                <a:lnTo>
                  <a:pt x="1383866" y="61"/>
                </a:lnTo>
                <a:lnTo>
                  <a:pt x="1384327" y="15"/>
                </a:lnTo>
                <a:lnTo>
                  <a:pt x="1384791" y="0"/>
                </a:lnTo>
                <a:lnTo>
                  <a:pt x="1385255" y="15"/>
                </a:lnTo>
                <a:lnTo>
                  <a:pt x="1385717" y="61"/>
                </a:lnTo>
                <a:lnTo>
                  <a:pt x="1386175" y="136"/>
                </a:lnTo>
                <a:lnTo>
                  <a:pt x="1386627" y="242"/>
                </a:lnTo>
                <a:lnTo>
                  <a:pt x="1387071" y="376"/>
                </a:lnTo>
                <a:lnTo>
                  <a:pt x="1387505" y="540"/>
                </a:lnTo>
                <a:lnTo>
                  <a:pt x="1387928" y="731"/>
                </a:lnTo>
                <a:lnTo>
                  <a:pt x="1388337" y="950"/>
                </a:lnTo>
                <a:lnTo>
                  <a:pt x="1388731" y="1195"/>
                </a:lnTo>
                <a:lnTo>
                  <a:pt x="1389108" y="1466"/>
                </a:lnTo>
                <a:lnTo>
                  <a:pt x="1389467" y="1760"/>
                </a:lnTo>
                <a:lnTo>
                  <a:pt x="1389806" y="2077"/>
                </a:lnTo>
                <a:lnTo>
                  <a:pt x="1390123" y="2416"/>
                </a:lnTo>
                <a:lnTo>
                  <a:pt x="1390418" y="2775"/>
                </a:lnTo>
                <a:lnTo>
                  <a:pt x="1390688" y="3152"/>
                </a:lnTo>
                <a:lnTo>
                  <a:pt x="1390933" y="3546"/>
                </a:lnTo>
                <a:lnTo>
                  <a:pt x="1391152" y="3955"/>
                </a:lnTo>
                <a:lnTo>
                  <a:pt x="1391343" y="4378"/>
                </a:lnTo>
                <a:lnTo>
                  <a:pt x="1391507" y="4812"/>
                </a:lnTo>
                <a:lnTo>
                  <a:pt x="1391641" y="5256"/>
                </a:lnTo>
                <a:lnTo>
                  <a:pt x="1391747" y="5708"/>
                </a:lnTo>
                <a:lnTo>
                  <a:pt x="1391822" y="6166"/>
                </a:lnTo>
                <a:lnTo>
                  <a:pt x="1391868" y="6628"/>
                </a:lnTo>
                <a:lnTo>
                  <a:pt x="1391883" y="7092"/>
                </a:lnTo>
                <a:lnTo>
                  <a:pt x="1391868" y="7556"/>
                </a:lnTo>
                <a:lnTo>
                  <a:pt x="1391822" y="8018"/>
                </a:lnTo>
                <a:lnTo>
                  <a:pt x="1391747" y="8476"/>
                </a:lnTo>
                <a:lnTo>
                  <a:pt x="1391641" y="8927"/>
                </a:lnTo>
                <a:lnTo>
                  <a:pt x="1391507" y="9372"/>
                </a:lnTo>
                <a:lnTo>
                  <a:pt x="1391343" y="9806"/>
                </a:lnTo>
                <a:lnTo>
                  <a:pt x="1391152" y="10229"/>
                </a:lnTo>
                <a:lnTo>
                  <a:pt x="1390933" y="1063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6CE1061F-7B59-4D0A-9141-E7E0B016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182" y="4111748"/>
            <a:ext cx="492869" cy="2723685"/>
          </a:xfrm>
          <a:custGeom xmlns:a="http://schemas.openxmlformats.org/drawingml/2006/main">
            <a:pathLst>
              <a:path w="492869" h="2723685">
                <a:moveTo>
                  <a:pt x="14074" y="5859"/>
                </a:moveTo>
                <a:lnTo>
                  <a:pt x="492869" y="2721260"/>
                </a:lnTo>
                <a:lnTo>
                  <a:pt x="478894" y="2723685"/>
                </a:lnTo>
                <a:lnTo>
                  <a:pt x="106" y="8322"/>
                </a:lnTo>
                <a:lnTo>
                  <a:pt x="40" y="7862"/>
                </a:lnTo>
                <a:lnTo>
                  <a:pt x="5" y="7400"/>
                </a:lnTo>
                <a:lnTo>
                  <a:pt x="0" y="6936"/>
                </a:lnTo>
                <a:lnTo>
                  <a:pt x="25" y="6472"/>
                </a:lnTo>
                <a:lnTo>
                  <a:pt x="81" y="6011"/>
                </a:lnTo>
                <a:lnTo>
                  <a:pt x="166" y="5555"/>
                </a:lnTo>
                <a:lnTo>
                  <a:pt x="282" y="5106"/>
                </a:lnTo>
                <a:lnTo>
                  <a:pt x="426" y="4665"/>
                </a:lnTo>
                <a:lnTo>
                  <a:pt x="599" y="4234"/>
                </a:lnTo>
                <a:lnTo>
                  <a:pt x="800" y="3816"/>
                </a:lnTo>
                <a:lnTo>
                  <a:pt x="1027" y="3411"/>
                </a:lnTo>
                <a:lnTo>
                  <a:pt x="1281" y="3022"/>
                </a:lnTo>
                <a:lnTo>
                  <a:pt x="1559" y="2651"/>
                </a:lnTo>
                <a:lnTo>
                  <a:pt x="1862" y="2299"/>
                </a:lnTo>
                <a:lnTo>
                  <a:pt x="2186" y="1967"/>
                </a:lnTo>
                <a:lnTo>
                  <a:pt x="2532" y="1658"/>
                </a:lnTo>
                <a:lnTo>
                  <a:pt x="2897" y="1371"/>
                </a:lnTo>
                <a:lnTo>
                  <a:pt x="3280" y="1109"/>
                </a:lnTo>
                <a:lnTo>
                  <a:pt x="3679" y="873"/>
                </a:lnTo>
                <a:lnTo>
                  <a:pt x="4093" y="663"/>
                </a:lnTo>
                <a:lnTo>
                  <a:pt x="4520" y="481"/>
                </a:lnTo>
                <a:lnTo>
                  <a:pt x="4958" y="327"/>
                </a:lnTo>
                <a:lnTo>
                  <a:pt x="5405" y="202"/>
                </a:lnTo>
                <a:lnTo>
                  <a:pt x="5859" y="106"/>
                </a:lnTo>
                <a:lnTo>
                  <a:pt x="6318" y="40"/>
                </a:lnTo>
                <a:lnTo>
                  <a:pt x="6781" y="5"/>
                </a:lnTo>
                <a:lnTo>
                  <a:pt x="7245" y="0"/>
                </a:lnTo>
                <a:lnTo>
                  <a:pt x="7708" y="25"/>
                </a:lnTo>
                <a:lnTo>
                  <a:pt x="8169" y="81"/>
                </a:lnTo>
                <a:lnTo>
                  <a:pt x="8625" y="166"/>
                </a:lnTo>
                <a:lnTo>
                  <a:pt x="9075" y="282"/>
                </a:lnTo>
                <a:lnTo>
                  <a:pt x="9516" y="426"/>
                </a:lnTo>
                <a:lnTo>
                  <a:pt x="9947" y="599"/>
                </a:lnTo>
                <a:lnTo>
                  <a:pt x="10365" y="800"/>
                </a:lnTo>
                <a:lnTo>
                  <a:pt x="10769" y="1027"/>
                </a:lnTo>
                <a:lnTo>
                  <a:pt x="11158" y="1281"/>
                </a:lnTo>
                <a:lnTo>
                  <a:pt x="11529" y="1559"/>
                </a:lnTo>
                <a:lnTo>
                  <a:pt x="11882" y="1862"/>
                </a:lnTo>
                <a:lnTo>
                  <a:pt x="12213" y="2186"/>
                </a:lnTo>
                <a:lnTo>
                  <a:pt x="12523" y="2532"/>
                </a:lnTo>
                <a:lnTo>
                  <a:pt x="12810" y="2897"/>
                </a:lnTo>
                <a:lnTo>
                  <a:pt x="13072" y="3280"/>
                </a:lnTo>
                <a:lnTo>
                  <a:pt x="13308" y="3679"/>
                </a:lnTo>
                <a:lnTo>
                  <a:pt x="13518" y="4093"/>
                </a:lnTo>
                <a:lnTo>
                  <a:pt x="13700" y="4520"/>
                </a:lnTo>
                <a:lnTo>
                  <a:pt x="13854" y="4958"/>
                </a:lnTo>
                <a:lnTo>
                  <a:pt x="13979" y="5405"/>
                </a:lnTo>
                <a:lnTo>
                  <a:pt x="14074" y="585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6F9A5B6E-3878-482A-91E1-A5D5D828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182" y="4111748"/>
            <a:ext cx="2123823" cy="1784876"/>
          </a:xfrm>
          <a:custGeom xmlns:a="http://schemas.openxmlformats.org/drawingml/2006/main">
            <a:pathLst>
              <a:path w="2123823" h="1784876">
                <a:moveTo>
                  <a:pt x="11649" y="1658"/>
                </a:moveTo>
                <a:lnTo>
                  <a:pt x="2123823" y="1773984"/>
                </a:lnTo>
                <a:lnTo>
                  <a:pt x="2114737" y="1784876"/>
                </a:lnTo>
                <a:lnTo>
                  <a:pt x="2532" y="12523"/>
                </a:lnTo>
                <a:lnTo>
                  <a:pt x="2186" y="12213"/>
                </a:lnTo>
                <a:lnTo>
                  <a:pt x="1862" y="11882"/>
                </a:lnTo>
                <a:lnTo>
                  <a:pt x="1559" y="11529"/>
                </a:lnTo>
                <a:lnTo>
                  <a:pt x="1281" y="11158"/>
                </a:lnTo>
                <a:lnTo>
                  <a:pt x="1027" y="10769"/>
                </a:lnTo>
                <a:lnTo>
                  <a:pt x="800" y="10365"/>
                </a:lnTo>
                <a:lnTo>
                  <a:pt x="599" y="9947"/>
                </a:lnTo>
                <a:lnTo>
                  <a:pt x="426" y="9516"/>
                </a:lnTo>
                <a:lnTo>
                  <a:pt x="282" y="9075"/>
                </a:lnTo>
                <a:lnTo>
                  <a:pt x="166" y="8625"/>
                </a:lnTo>
                <a:lnTo>
                  <a:pt x="81" y="8169"/>
                </a:lnTo>
                <a:lnTo>
                  <a:pt x="25" y="7708"/>
                </a:lnTo>
                <a:lnTo>
                  <a:pt x="0" y="7245"/>
                </a:lnTo>
                <a:lnTo>
                  <a:pt x="5" y="6781"/>
                </a:lnTo>
                <a:lnTo>
                  <a:pt x="40" y="6318"/>
                </a:lnTo>
                <a:lnTo>
                  <a:pt x="106" y="5859"/>
                </a:lnTo>
                <a:lnTo>
                  <a:pt x="202" y="5405"/>
                </a:lnTo>
                <a:lnTo>
                  <a:pt x="327" y="4958"/>
                </a:lnTo>
                <a:lnTo>
                  <a:pt x="481" y="4520"/>
                </a:lnTo>
                <a:lnTo>
                  <a:pt x="663" y="4093"/>
                </a:lnTo>
                <a:lnTo>
                  <a:pt x="873" y="3679"/>
                </a:lnTo>
                <a:lnTo>
                  <a:pt x="1109" y="3280"/>
                </a:lnTo>
                <a:lnTo>
                  <a:pt x="1371" y="2897"/>
                </a:lnTo>
                <a:lnTo>
                  <a:pt x="1658" y="2532"/>
                </a:lnTo>
                <a:lnTo>
                  <a:pt x="1967" y="2186"/>
                </a:lnTo>
                <a:lnTo>
                  <a:pt x="2299" y="1862"/>
                </a:lnTo>
                <a:lnTo>
                  <a:pt x="2651" y="1559"/>
                </a:lnTo>
                <a:lnTo>
                  <a:pt x="3022" y="1281"/>
                </a:lnTo>
                <a:lnTo>
                  <a:pt x="3411" y="1027"/>
                </a:lnTo>
                <a:lnTo>
                  <a:pt x="3816" y="800"/>
                </a:lnTo>
                <a:lnTo>
                  <a:pt x="4234" y="599"/>
                </a:lnTo>
                <a:lnTo>
                  <a:pt x="4665" y="426"/>
                </a:lnTo>
                <a:lnTo>
                  <a:pt x="5106" y="282"/>
                </a:lnTo>
                <a:lnTo>
                  <a:pt x="5555" y="166"/>
                </a:lnTo>
                <a:lnTo>
                  <a:pt x="6011" y="81"/>
                </a:lnTo>
                <a:lnTo>
                  <a:pt x="6472" y="25"/>
                </a:lnTo>
                <a:lnTo>
                  <a:pt x="6936" y="0"/>
                </a:lnTo>
                <a:lnTo>
                  <a:pt x="7400" y="5"/>
                </a:lnTo>
                <a:lnTo>
                  <a:pt x="7862" y="40"/>
                </a:lnTo>
                <a:lnTo>
                  <a:pt x="8322" y="106"/>
                </a:lnTo>
                <a:lnTo>
                  <a:pt x="8776" y="202"/>
                </a:lnTo>
                <a:lnTo>
                  <a:pt x="9223" y="327"/>
                </a:lnTo>
                <a:lnTo>
                  <a:pt x="9661" y="481"/>
                </a:lnTo>
                <a:lnTo>
                  <a:pt x="10087" y="663"/>
                </a:lnTo>
                <a:lnTo>
                  <a:pt x="10501" y="873"/>
                </a:lnTo>
                <a:lnTo>
                  <a:pt x="10901" y="1109"/>
                </a:lnTo>
                <a:lnTo>
                  <a:pt x="11284" y="1371"/>
                </a:lnTo>
                <a:lnTo>
                  <a:pt x="11649" y="165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F9B60D-BECD-4DFC-9415-3F574BD5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6272" y="4118839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84" cap="rnd">
            <a:solidFill>
              <a:srgbClr val="FFFFFF"/>
            </a:solidFill>
            <a:round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3C0C31-BC2B-4946-ACE8-8EC621CE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4802" y="3567368"/>
            <a:ext cx="1102941" cy="1102941"/>
          </a:xfrm>
          <a:custGeom xmlns:a="http://schemas.openxmlformats.org/drawingml/2006/main">
            <a:pathLst>
              <a:path w="1102941" h="1102941" fill="none">
                <a:moveTo>
                  <a:pt x="1102941" y="551470"/>
                </a:moveTo>
                <a:cubicBezTo>
                  <a:pt x="1102941" y="479047"/>
                  <a:pt x="1088672" y="407334"/>
                  <a:pt x="1060956" y="340428"/>
                </a:cubicBezTo>
                <a:cubicBezTo>
                  <a:pt x="1033255" y="273523"/>
                  <a:pt x="992633" y="212730"/>
                  <a:pt x="941414" y="161526"/>
                </a:cubicBezTo>
                <a:cubicBezTo>
                  <a:pt x="890211" y="110308"/>
                  <a:pt x="829418" y="69686"/>
                  <a:pt x="762513" y="41984"/>
                </a:cubicBezTo>
                <a:cubicBezTo>
                  <a:pt x="695607" y="14269"/>
                  <a:pt x="623893" y="0"/>
                  <a:pt x="551470" y="0"/>
                </a:cubicBezTo>
                <a:cubicBezTo>
                  <a:pt x="479047" y="0"/>
                  <a:pt x="407334" y="14269"/>
                  <a:pt x="340428" y="41984"/>
                </a:cubicBezTo>
                <a:cubicBezTo>
                  <a:pt x="273523" y="69686"/>
                  <a:pt x="212730" y="110308"/>
                  <a:pt x="161526" y="161526"/>
                </a:cubicBezTo>
                <a:cubicBezTo>
                  <a:pt x="110308" y="212730"/>
                  <a:pt x="69686" y="273523"/>
                  <a:pt x="41984" y="340428"/>
                </a:cubicBezTo>
                <a:cubicBezTo>
                  <a:pt x="14269" y="407334"/>
                  <a:pt x="0" y="479047"/>
                  <a:pt x="0" y="551470"/>
                </a:cubicBezTo>
                <a:cubicBezTo>
                  <a:pt x="0" y="623893"/>
                  <a:pt x="14269" y="695607"/>
                  <a:pt x="41984" y="762513"/>
                </a:cubicBezTo>
                <a:cubicBezTo>
                  <a:pt x="69686" y="829418"/>
                  <a:pt x="110308" y="890211"/>
                  <a:pt x="161526" y="941414"/>
                </a:cubicBezTo>
                <a:cubicBezTo>
                  <a:pt x="212730" y="992633"/>
                  <a:pt x="273523" y="1033255"/>
                  <a:pt x="340428" y="1060956"/>
                </a:cubicBezTo>
                <a:cubicBezTo>
                  <a:pt x="407334" y="1088672"/>
                  <a:pt x="479047" y="1102941"/>
                  <a:pt x="551470" y="1102941"/>
                </a:cubicBezTo>
                <a:cubicBezTo>
                  <a:pt x="623893" y="1102941"/>
                  <a:pt x="695607" y="1088672"/>
                  <a:pt x="762513" y="1060956"/>
                </a:cubicBezTo>
                <a:cubicBezTo>
                  <a:pt x="829418" y="1033255"/>
                  <a:pt x="890211" y="992633"/>
                  <a:pt x="941414" y="941414"/>
                </a:cubicBezTo>
                <a:cubicBezTo>
                  <a:pt x="992633" y="890211"/>
                  <a:pt x="1033255" y="829418"/>
                  <a:pt x="1060956" y="762513"/>
                </a:cubicBezTo>
                <a:cubicBezTo>
                  <a:pt x="1088672" y="695607"/>
                  <a:pt x="1102941" y="623893"/>
                  <a:pt x="1102941" y="55147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184" cap="rnd">
            <a:solidFill>
              <a:srgbClr val="FFFFFF"/>
            </a:solidFill>
            <a:round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333426-115A-4F5E-B651-F5119124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2273" y="3975638"/>
            <a:ext cx="73955" cy="112181"/>
          </a:xfrm>
          <a:custGeom xmlns:a="http://schemas.openxmlformats.org/drawingml/2006/main">
            <a:pathLst>
              <a:path w="73955" h="112181">
                <a:moveTo>
                  <a:pt x="73955" y="99075"/>
                </a:moveTo>
                <a:lnTo>
                  <a:pt x="73955" y="112181"/>
                </a:lnTo>
                <a:lnTo>
                  <a:pt x="156" y="112181"/>
                </a:lnTo>
                <a:cubicBezTo>
                  <a:pt x="0" y="108904"/>
                  <a:pt x="624" y="105784"/>
                  <a:pt x="1872" y="102663"/>
                </a:cubicBezTo>
                <a:cubicBezTo>
                  <a:pt x="3745" y="97670"/>
                  <a:pt x="6709" y="92834"/>
                  <a:pt x="10766" y="87841"/>
                </a:cubicBezTo>
                <a:cubicBezTo>
                  <a:pt x="14822" y="83004"/>
                  <a:pt x="20907" y="77387"/>
                  <a:pt x="28708" y="70834"/>
                </a:cubicBezTo>
                <a:cubicBezTo>
                  <a:pt x="40878" y="61005"/>
                  <a:pt x="48991" y="53204"/>
                  <a:pt x="53360" y="47275"/>
                </a:cubicBezTo>
                <a:cubicBezTo>
                  <a:pt x="57572" y="41502"/>
                  <a:pt x="59757" y="36041"/>
                  <a:pt x="59757" y="30737"/>
                </a:cubicBezTo>
                <a:cubicBezTo>
                  <a:pt x="59757" y="25432"/>
                  <a:pt x="57729" y="20751"/>
                  <a:pt x="53828" y="17007"/>
                </a:cubicBezTo>
                <a:cubicBezTo>
                  <a:pt x="49927" y="13262"/>
                  <a:pt x="44935" y="11390"/>
                  <a:pt x="38694" y="11390"/>
                </a:cubicBezTo>
                <a:cubicBezTo>
                  <a:pt x="32141" y="11390"/>
                  <a:pt x="26836" y="13418"/>
                  <a:pt x="22935" y="17319"/>
                </a:cubicBezTo>
                <a:cubicBezTo>
                  <a:pt x="18879" y="21375"/>
                  <a:pt x="16850" y="26836"/>
                  <a:pt x="16850" y="33857"/>
                </a:cubicBezTo>
                <a:lnTo>
                  <a:pt x="2808" y="32297"/>
                </a:lnTo>
                <a:cubicBezTo>
                  <a:pt x="3745" y="21843"/>
                  <a:pt x="7333" y="13886"/>
                  <a:pt x="13574" y="8269"/>
                </a:cubicBezTo>
                <a:cubicBezTo>
                  <a:pt x="19815" y="2808"/>
                  <a:pt x="28396" y="0"/>
                  <a:pt x="39006" y="0"/>
                </a:cubicBezTo>
                <a:cubicBezTo>
                  <a:pt x="49615" y="0"/>
                  <a:pt x="58197" y="3120"/>
                  <a:pt x="64438" y="9049"/>
                </a:cubicBezTo>
                <a:cubicBezTo>
                  <a:pt x="70678" y="14978"/>
                  <a:pt x="73799" y="22311"/>
                  <a:pt x="73799" y="31049"/>
                </a:cubicBezTo>
                <a:cubicBezTo>
                  <a:pt x="73799" y="35573"/>
                  <a:pt x="72863" y="39942"/>
                  <a:pt x="70990" y="44311"/>
                </a:cubicBezTo>
                <a:cubicBezTo>
                  <a:pt x="69118" y="48679"/>
                  <a:pt x="66154" y="53204"/>
                  <a:pt x="61941" y="57885"/>
                </a:cubicBezTo>
                <a:cubicBezTo>
                  <a:pt x="57729" y="62721"/>
                  <a:pt x="50707" y="69274"/>
                  <a:pt x="40878" y="77543"/>
                </a:cubicBezTo>
                <a:cubicBezTo>
                  <a:pt x="32609" y="84408"/>
                  <a:pt x="27304" y="89089"/>
                  <a:pt x="24964" y="91586"/>
                </a:cubicBezTo>
                <a:cubicBezTo>
                  <a:pt x="22623" y="94082"/>
                  <a:pt x="20751" y="96578"/>
                  <a:pt x="19191" y="99075"/>
                </a:cubicBezTo>
                <a:lnTo>
                  <a:pt x="73955" y="9907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46389D-57BC-4F89-BDA7-5E49721F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0894" y="3975638"/>
            <a:ext cx="73487" cy="113897"/>
          </a:xfrm>
          <a:custGeom xmlns:a="http://schemas.openxmlformats.org/drawingml/2006/main">
            <a:pathLst>
              <a:path w="73487" h="113897">
                <a:moveTo>
                  <a:pt x="21219" y="51644"/>
                </a:moveTo>
                <a:cubicBezTo>
                  <a:pt x="15446" y="49615"/>
                  <a:pt x="11234" y="46651"/>
                  <a:pt x="8425" y="42750"/>
                </a:cubicBezTo>
                <a:cubicBezTo>
                  <a:pt x="5617" y="39006"/>
                  <a:pt x="4369" y="34325"/>
                  <a:pt x="4369" y="28864"/>
                </a:cubicBezTo>
                <a:cubicBezTo>
                  <a:pt x="4369" y="20751"/>
                  <a:pt x="7177" y="14042"/>
                  <a:pt x="13106" y="8425"/>
                </a:cubicBezTo>
                <a:cubicBezTo>
                  <a:pt x="19035" y="2808"/>
                  <a:pt x="26836" y="0"/>
                  <a:pt x="36509" y="0"/>
                </a:cubicBezTo>
                <a:cubicBezTo>
                  <a:pt x="46183" y="0"/>
                  <a:pt x="54140" y="2964"/>
                  <a:pt x="60069" y="8581"/>
                </a:cubicBezTo>
                <a:cubicBezTo>
                  <a:pt x="65998" y="14198"/>
                  <a:pt x="68962" y="21063"/>
                  <a:pt x="68962" y="29176"/>
                </a:cubicBezTo>
                <a:cubicBezTo>
                  <a:pt x="68962" y="34481"/>
                  <a:pt x="67558" y="39006"/>
                  <a:pt x="64906" y="42750"/>
                </a:cubicBezTo>
                <a:cubicBezTo>
                  <a:pt x="62097" y="46651"/>
                  <a:pt x="58041" y="49615"/>
                  <a:pt x="52424" y="51644"/>
                </a:cubicBezTo>
                <a:cubicBezTo>
                  <a:pt x="59289" y="53828"/>
                  <a:pt x="64438" y="57416"/>
                  <a:pt x="68026" y="62409"/>
                </a:cubicBezTo>
                <a:cubicBezTo>
                  <a:pt x="71615" y="67402"/>
                  <a:pt x="73487" y="73331"/>
                  <a:pt x="73487" y="80196"/>
                </a:cubicBezTo>
                <a:cubicBezTo>
                  <a:pt x="73487" y="89869"/>
                  <a:pt x="70054" y="97826"/>
                  <a:pt x="63345" y="104223"/>
                </a:cubicBezTo>
                <a:cubicBezTo>
                  <a:pt x="56480" y="110776"/>
                  <a:pt x="47587" y="113897"/>
                  <a:pt x="36665" y="113897"/>
                </a:cubicBezTo>
                <a:cubicBezTo>
                  <a:pt x="25588" y="113897"/>
                  <a:pt x="16694" y="110776"/>
                  <a:pt x="9985" y="104223"/>
                </a:cubicBezTo>
                <a:cubicBezTo>
                  <a:pt x="3276" y="97826"/>
                  <a:pt x="0" y="89713"/>
                  <a:pt x="0" y="79884"/>
                </a:cubicBezTo>
                <a:cubicBezTo>
                  <a:pt x="0" y="72707"/>
                  <a:pt x="1716" y="66622"/>
                  <a:pt x="5461" y="61629"/>
                </a:cubicBezTo>
                <a:cubicBezTo>
                  <a:pt x="9049" y="56792"/>
                  <a:pt x="14354" y="53516"/>
                  <a:pt x="21219" y="51644"/>
                </a:cubicBezTo>
                <a:close/>
                <a:moveTo>
                  <a:pt x="18411" y="28396"/>
                </a:moveTo>
                <a:cubicBezTo>
                  <a:pt x="18411" y="33701"/>
                  <a:pt x="20127" y="38070"/>
                  <a:pt x="23559" y="41346"/>
                </a:cubicBezTo>
                <a:cubicBezTo>
                  <a:pt x="26992" y="44779"/>
                  <a:pt x="31361" y="46339"/>
                  <a:pt x="36821" y="46339"/>
                </a:cubicBezTo>
                <a:cubicBezTo>
                  <a:pt x="42126" y="46339"/>
                  <a:pt x="46339" y="44779"/>
                  <a:pt x="49771" y="41346"/>
                </a:cubicBezTo>
                <a:cubicBezTo>
                  <a:pt x="53204" y="38070"/>
                  <a:pt x="54920" y="34013"/>
                  <a:pt x="54920" y="29176"/>
                </a:cubicBezTo>
                <a:cubicBezTo>
                  <a:pt x="54920" y="24184"/>
                  <a:pt x="53048" y="19971"/>
                  <a:pt x="49615" y="16538"/>
                </a:cubicBezTo>
                <a:cubicBezTo>
                  <a:pt x="46183" y="13106"/>
                  <a:pt x="41814" y="11390"/>
                  <a:pt x="36665" y="11390"/>
                </a:cubicBezTo>
                <a:cubicBezTo>
                  <a:pt x="31361" y="11390"/>
                  <a:pt x="26992" y="13106"/>
                  <a:pt x="23559" y="16382"/>
                </a:cubicBezTo>
                <a:cubicBezTo>
                  <a:pt x="20127" y="19815"/>
                  <a:pt x="18411" y="23715"/>
                  <a:pt x="18411" y="28396"/>
                </a:cubicBezTo>
                <a:close/>
                <a:moveTo>
                  <a:pt x="14042" y="79884"/>
                </a:moveTo>
                <a:cubicBezTo>
                  <a:pt x="14042" y="83940"/>
                  <a:pt x="14978" y="87685"/>
                  <a:pt x="16850" y="91273"/>
                </a:cubicBezTo>
                <a:cubicBezTo>
                  <a:pt x="18723" y="95018"/>
                  <a:pt x="21375" y="97826"/>
                  <a:pt x="25120" y="99855"/>
                </a:cubicBezTo>
                <a:cubicBezTo>
                  <a:pt x="28708" y="101883"/>
                  <a:pt x="32609" y="102819"/>
                  <a:pt x="36821" y="102819"/>
                </a:cubicBezTo>
                <a:cubicBezTo>
                  <a:pt x="43374" y="102819"/>
                  <a:pt x="48679" y="100791"/>
                  <a:pt x="53048" y="96578"/>
                </a:cubicBezTo>
                <a:cubicBezTo>
                  <a:pt x="57260" y="92366"/>
                  <a:pt x="59445" y="86905"/>
                  <a:pt x="59445" y="80352"/>
                </a:cubicBezTo>
                <a:cubicBezTo>
                  <a:pt x="59445" y="73799"/>
                  <a:pt x="57260" y="68494"/>
                  <a:pt x="52892" y="64125"/>
                </a:cubicBezTo>
                <a:cubicBezTo>
                  <a:pt x="48523" y="59757"/>
                  <a:pt x="42906" y="57572"/>
                  <a:pt x="36353" y="57572"/>
                </a:cubicBezTo>
                <a:cubicBezTo>
                  <a:pt x="29800" y="57572"/>
                  <a:pt x="24496" y="59757"/>
                  <a:pt x="20283" y="63969"/>
                </a:cubicBezTo>
                <a:cubicBezTo>
                  <a:pt x="16070" y="68338"/>
                  <a:pt x="14042" y="73643"/>
                  <a:pt x="14042" y="7988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282A3B-989F-43BF-942C-15B21836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444" y="4072216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CE211F-8B59-4664-BD45-7AF84249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73" y="3975638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0D32AD-9F93-46E2-9C5B-109866E1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332" y="3015898"/>
            <a:ext cx="2205882" cy="2205882"/>
          </a:xfrm>
          <a:custGeom xmlns:a="http://schemas.openxmlformats.org/drawingml/2006/main">
            <a:pathLst>
              <a:path w="2205882" h="2205882" fill="none">
                <a:moveTo>
                  <a:pt x="2205882" y="1102941"/>
                </a:moveTo>
                <a:cubicBezTo>
                  <a:pt x="2205882" y="958109"/>
                  <a:pt x="2177358" y="814681"/>
                  <a:pt x="2121927" y="680870"/>
                </a:cubicBezTo>
                <a:cubicBezTo>
                  <a:pt x="2066496" y="547045"/>
                  <a:pt x="1985251" y="425461"/>
                  <a:pt x="1882843" y="323039"/>
                </a:cubicBezTo>
                <a:cubicBezTo>
                  <a:pt x="1780421" y="220631"/>
                  <a:pt x="1658837" y="139385"/>
                  <a:pt x="1525011" y="83955"/>
                </a:cubicBezTo>
                <a:cubicBezTo>
                  <a:pt x="1391200" y="28524"/>
                  <a:pt x="1247773" y="0"/>
                  <a:pt x="1102941" y="0"/>
                </a:cubicBezTo>
                <a:cubicBezTo>
                  <a:pt x="958109" y="0"/>
                  <a:pt x="814681" y="28524"/>
                  <a:pt x="680870" y="83955"/>
                </a:cubicBezTo>
                <a:cubicBezTo>
                  <a:pt x="547045" y="139385"/>
                  <a:pt x="425461" y="220631"/>
                  <a:pt x="323039" y="323039"/>
                </a:cubicBezTo>
                <a:cubicBezTo>
                  <a:pt x="220631" y="425461"/>
                  <a:pt x="139385" y="547045"/>
                  <a:pt x="83955" y="680870"/>
                </a:cubicBezTo>
                <a:cubicBezTo>
                  <a:pt x="28524" y="814681"/>
                  <a:pt x="0" y="958109"/>
                  <a:pt x="0" y="1102941"/>
                </a:cubicBezTo>
                <a:cubicBezTo>
                  <a:pt x="0" y="1247773"/>
                  <a:pt x="28524" y="1391200"/>
                  <a:pt x="83955" y="1525011"/>
                </a:cubicBezTo>
                <a:cubicBezTo>
                  <a:pt x="139385" y="1658837"/>
                  <a:pt x="220631" y="1780421"/>
                  <a:pt x="323039" y="1882843"/>
                </a:cubicBezTo>
                <a:cubicBezTo>
                  <a:pt x="425461" y="1985251"/>
                  <a:pt x="547045" y="2066496"/>
                  <a:pt x="680870" y="2121927"/>
                </a:cubicBezTo>
                <a:cubicBezTo>
                  <a:pt x="814681" y="2177358"/>
                  <a:pt x="958109" y="2205882"/>
                  <a:pt x="1102941" y="2205882"/>
                </a:cubicBezTo>
                <a:cubicBezTo>
                  <a:pt x="1247773" y="2205882"/>
                  <a:pt x="1391200" y="2177358"/>
                  <a:pt x="1525011" y="2121927"/>
                </a:cubicBezTo>
                <a:cubicBezTo>
                  <a:pt x="1658837" y="2066496"/>
                  <a:pt x="1780421" y="1985251"/>
                  <a:pt x="1882843" y="1882843"/>
                </a:cubicBezTo>
                <a:cubicBezTo>
                  <a:pt x="1985251" y="1780421"/>
                  <a:pt x="2066496" y="1658837"/>
                  <a:pt x="2121927" y="1525011"/>
                </a:cubicBezTo>
                <a:cubicBezTo>
                  <a:pt x="2177358" y="1391200"/>
                  <a:pt x="2205882" y="1247773"/>
                  <a:pt x="2205882" y="11029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184" cap="rnd">
            <a:solidFill>
              <a:srgbClr val="FFFFFF"/>
            </a:solidFill>
            <a:round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E73906-DB5A-41E6-8EE1-A73329F2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2" y="3975638"/>
            <a:ext cx="73175" cy="114053"/>
          </a:xfrm>
          <a:custGeom xmlns:a="http://schemas.openxmlformats.org/drawingml/2006/main">
            <a:pathLst>
              <a:path w="73175" h="114053">
                <a:moveTo>
                  <a:pt x="0" y="82692"/>
                </a:moveTo>
                <a:lnTo>
                  <a:pt x="13730" y="80820"/>
                </a:lnTo>
                <a:cubicBezTo>
                  <a:pt x="15290" y="88621"/>
                  <a:pt x="17943" y="94238"/>
                  <a:pt x="21687" y="97670"/>
                </a:cubicBezTo>
                <a:cubicBezTo>
                  <a:pt x="25432" y="101103"/>
                  <a:pt x="30112" y="102819"/>
                  <a:pt x="35573" y="102819"/>
                </a:cubicBezTo>
                <a:cubicBezTo>
                  <a:pt x="41970" y="102819"/>
                  <a:pt x="47431" y="100635"/>
                  <a:pt x="51800" y="96110"/>
                </a:cubicBezTo>
                <a:cubicBezTo>
                  <a:pt x="56168" y="91742"/>
                  <a:pt x="58509" y="86125"/>
                  <a:pt x="58509" y="79572"/>
                </a:cubicBezTo>
                <a:cubicBezTo>
                  <a:pt x="58509" y="73331"/>
                  <a:pt x="56324" y="68026"/>
                  <a:pt x="52268" y="63969"/>
                </a:cubicBezTo>
                <a:cubicBezTo>
                  <a:pt x="48211" y="59913"/>
                  <a:pt x="42906" y="57729"/>
                  <a:pt x="36665" y="57729"/>
                </a:cubicBezTo>
                <a:cubicBezTo>
                  <a:pt x="34013" y="57729"/>
                  <a:pt x="30737" y="58353"/>
                  <a:pt x="26992" y="59289"/>
                </a:cubicBezTo>
                <a:lnTo>
                  <a:pt x="28552" y="47275"/>
                </a:lnTo>
                <a:cubicBezTo>
                  <a:pt x="29488" y="47431"/>
                  <a:pt x="30112" y="47431"/>
                  <a:pt x="30737" y="47431"/>
                </a:cubicBezTo>
                <a:cubicBezTo>
                  <a:pt x="36509" y="47431"/>
                  <a:pt x="41814" y="46027"/>
                  <a:pt x="46495" y="42906"/>
                </a:cubicBezTo>
                <a:cubicBezTo>
                  <a:pt x="51176" y="39786"/>
                  <a:pt x="53516" y="35105"/>
                  <a:pt x="53516" y="28708"/>
                </a:cubicBezTo>
                <a:cubicBezTo>
                  <a:pt x="53516" y="23715"/>
                  <a:pt x="51800" y="19659"/>
                  <a:pt x="48367" y="16382"/>
                </a:cubicBezTo>
                <a:cubicBezTo>
                  <a:pt x="44935" y="13106"/>
                  <a:pt x="40566" y="11390"/>
                  <a:pt x="35261" y="11390"/>
                </a:cubicBezTo>
                <a:cubicBezTo>
                  <a:pt x="29956" y="11390"/>
                  <a:pt x="25432" y="13106"/>
                  <a:pt x="21843" y="16382"/>
                </a:cubicBezTo>
                <a:cubicBezTo>
                  <a:pt x="18255" y="19815"/>
                  <a:pt x="16070" y="24808"/>
                  <a:pt x="15134" y="31361"/>
                </a:cubicBezTo>
                <a:lnTo>
                  <a:pt x="1404" y="29020"/>
                </a:lnTo>
                <a:cubicBezTo>
                  <a:pt x="2964" y="19815"/>
                  <a:pt x="6865" y="12638"/>
                  <a:pt x="12794" y="7645"/>
                </a:cubicBezTo>
                <a:cubicBezTo>
                  <a:pt x="18723" y="2652"/>
                  <a:pt x="26056" y="0"/>
                  <a:pt x="34949" y="0"/>
                </a:cubicBezTo>
                <a:cubicBezTo>
                  <a:pt x="41034" y="0"/>
                  <a:pt x="46651" y="1404"/>
                  <a:pt x="51800" y="4057"/>
                </a:cubicBezTo>
                <a:cubicBezTo>
                  <a:pt x="56792" y="6709"/>
                  <a:pt x="60693" y="10298"/>
                  <a:pt x="63501" y="14666"/>
                </a:cubicBezTo>
                <a:cubicBezTo>
                  <a:pt x="66310" y="19191"/>
                  <a:pt x="67714" y="24028"/>
                  <a:pt x="67714" y="29020"/>
                </a:cubicBezTo>
                <a:cubicBezTo>
                  <a:pt x="67714" y="34013"/>
                  <a:pt x="66310" y="38382"/>
                  <a:pt x="63813" y="42282"/>
                </a:cubicBezTo>
                <a:cubicBezTo>
                  <a:pt x="61161" y="46339"/>
                  <a:pt x="57260" y="49459"/>
                  <a:pt x="52268" y="51644"/>
                </a:cubicBezTo>
                <a:cubicBezTo>
                  <a:pt x="58821" y="53204"/>
                  <a:pt x="63813" y="56480"/>
                  <a:pt x="67558" y="61161"/>
                </a:cubicBezTo>
                <a:cubicBezTo>
                  <a:pt x="71303" y="65998"/>
                  <a:pt x="73175" y="72083"/>
                  <a:pt x="73175" y="79260"/>
                </a:cubicBezTo>
                <a:cubicBezTo>
                  <a:pt x="73175" y="88933"/>
                  <a:pt x="69586" y="97202"/>
                  <a:pt x="62409" y="103911"/>
                </a:cubicBezTo>
                <a:cubicBezTo>
                  <a:pt x="55232" y="110776"/>
                  <a:pt x="46339" y="114053"/>
                  <a:pt x="35573" y="114053"/>
                </a:cubicBezTo>
                <a:cubicBezTo>
                  <a:pt x="25588" y="114053"/>
                  <a:pt x="17475" y="111244"/>
                  <a:pt x="11078" y="105316"/>
                </a:cubicBezTo>
                <a:cubicBezTo>
                  <a:pt x="4525" y="99543"/>
                  <a:pt x="936" y="92054"/>
                  <a:pt x="0" y="8269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C76A5F-945D-495F-99C2-AEB72596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974" y="3975638"/>
            <a:ext cx="41190" cy="112181"/>
          </a:xfrm>
          <a:custGeom xmlns:a="http://schemas.openxmlformats.org/drawingml/2006/main">
            <a:pathLst>
              <a:path w="41190" h="112181">
                <a:moveTo>
                  <a:pt x="41190" y="112181"/>
                </a:moveTo>
                <a:lnTo>
                  <a:pt x="27460" y="112181"/>
                </a:lnTo>
                <a:lnTo>
                  <a:pt x="27460" y="24808"/>
                </a:lnTo>
                <a:cubicBezTo>
                  <a:pt x="24028" y="27928"/>
                  <a:pt x="19659" y="31205"/>
                  <a:pt x="14354" y="34325"/>
                </a:cubicBezTo>
                <a:cubicBezTo>
                  <a:pt x="9049" y="37446"/>
                  <a:pt x="4213" y="39786"/>
                  <a:pt x="0" y="41346"/>
                </a:cubicBezTo>
                <a:lnTo>
                  <a:pt x="0" y="28084"/>
                </a:lnTo>
                <a:cubicBezTo>
                  <a:pt x="7645" y="24496"/>
                  <a:pt x="14354" y="20127"/>
                  <a:pt x="20127" y="14978"/>
                </a:cubicBezTo>
                <a:cubicBezTo>
                  <a:pt x="25744" y="9985"/>
                  <a:pt x="29800" y="4993"/>
                  <a:pt x="32297" y="0"/>
                </a:cubicBezTo>
                <a:lnTo>
                  <a:pt x="41190" y="0"/>
                </a:lnTo>
                <a:lnTo>
                  <a:pt x="41190" y="112181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DED2CC-CE2F-4FDF-AA5A-23D7B219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6914" y="4072216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F3AD59-1B97-4EA2-949A-70CBFCD0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2644" y="3975638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09A5C5-1577-45E9-9767-7C0F2BD5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861" y="2464427"/>
            <a:ext cx="3308823" cy="3308823"/>
          </a:xfrm>
          <a:custGeom xmlns:a="http://schemas.openxmlformats.org/drawingml/2006/main">
            <a:pathLst>
              <a:path w="3308823" h="3308823" fill="none">
                <a:moveTo>
                  <a:pt x="3308823" y="1654411"/>
                </a:moveTo>
                <a:cubicBezTo>
                  <a:pt x="3308823" y="1437156"/>
                  <a:pt x="3266030" y="1222015"/>
                  <a:pt x="3182884" y="1021298"/>
                </a:cubicBezTo>
                <a:cubicBezTo>
                  <a:pt x="3099752" y="820582"/>
                  <a:pt x="2977884" y="638191"/>
                  <a:pt x="2824258" y="484565"/>
                </a:cubicBezTo>
                <a:cubicBezTo>
                  <a:pt x="2670632" y="330939"/>
                  <a:pt x="2488241" y="209071"/>
                  <a:pt x="2287524" y="125939"/>
                </a:cubicBezTo>
                <a:cubicBezTo>
                  <a:pt x="2086808" y="42793"/>
                  <a:pt x="1871666" y="0"/>
                  <a:pt x="1654411" y="0"/>
                </a:cubicBezTo>
                <a:cubicBezTo>
                  <a:pt x="1437156" y="0"/>
                  <a:pt x="1222015" y="42793"/>
                  <a:pt x="1021298" y="125939"/>
                </a:cubicBezTo>
                <a:cubicBezTo>
                  <a:pt x="820582" y="209071"/>
                  <a:pt x="638191" y="330939"/>
                  <a:pt x="484565" y="484565"/>
                </a:cubicBezTo>
                <a:cubicBezTo>
                  <a:pt x="330939" y="638191"/>
                  <a:pt x="209071" y="820582"/>
                  <a:pt x="125939" y="1021298"/>
                </a:cubicBezTo>
                <a:cubicBezTo>
                  <a:pt x="42793" y="1222015"/>
                  <a:pt x="0" y="1437156"/>
                  <a:pt x="0" y="1654411"/>
                </a:cubicBezTo>
                <a:cubicBezTo>
                  <a:pt x="0" y="1871666"/>
                  <a:pt x="42793" y="2086808"/>
                  <a:pt x="125939" y="2287524"/>
                </a:cubicBezTo>
                <a:cubicBezTo>
                  <a:pt x="209071" y="2488241"/>
                  <a:pt x="330939" y="2670632"/>
                  <a:pt x="484565" y="2824258"/>
                </a:cubicBezTo>
                <a:cubicBezTo>
                  <a:pt x="638191" y="2977884"/>
                  <a:pt x="820582" y="3099752"/>
                  <a:pt x="1021298" y="3182884"/>
                </a:cubicBezTo>
                <a:cubicBezTo>
                  <a:pt x="1222015" y="3266030"/>
                  <a:pt x="1437156" y="3308823"/>
                  <a:pt x="1654411" y="3308823"/>
                </a:cubicBezTo>
                <a:cubicBezTo>
                  <a:pt x="1871666" y="3308823"/>
                  <a:pt x="2086808" y="3266030"/>
                  <a:pt x="2287524" y="3182884"/>
                </a:cubicBezTo>
                <a:cubicBezTo>
                  <a:pt x="2488241" y="3099752"/>
                  <a:pt x="2670632" y="2977884"/>
                  <a:pt x="2824258" y="2824258"/>
                </a:cubicBezTo>
                <a:cubicBezTo>
                  <a:pt x="2977884" y="2670632"/>
                  <a:pt x="3099752" y="2488241"/>
                  <a:pt x="3182884" y="2287524"/>
                </a:cubicBezTo>
                <a:cubicBezTo>
                  <a:pt x="3266030" y="2086808"/>
                  <a:pt x="3308823" y="1871666"/>
                  <a:pt x="3308823" y="165441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184" cap="rnd">
            <a:solidFill>
              <a:srgbClr val="FFFFFF"/>
            </a:solidFill>
            <a:round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1FE666-E6AE-4D59-8ABA-59A6499E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242" y="3975638"/>
            <a:ext cx="73175" cy="114053"/>
          </a:xfrm>
          <a:custGeom xmlns:a="http://schemas.openxmlformats.org/drawingml/2006/main">
            <a:pathLst>
              <a:path w="73175" h="114053">
                <a:moveTo>
                  <a:pt x="0" y="82692"/>
                </a:moveTo>
                <a:lnTo>
                  <a:pt x="13730" y="80820"/>
                </a:lnTo>
                <a:cubicBezTo>
                  <a:pt x="15290" y="88621"/>
                  <a:pt x="17943" y="94238"/>
                  <a:pt x="21687" y="97670"/>
                </a:cubicBezTo>
                <a:cubicBezTo>
                  <a:pt x="25432" y="101103"/>
                  <a:pt x="30112" y="102819"/>
                  <a:pt x="35573" y="102819"/>
                </a:cubicBezTo>
                <a:cubicBezTo>
                  <a:pt x="41970" y="102819"/>
                  <a:pt x="47431" y="100635"/>
                  <a:pt x="51800" y="96110"/>
                </a:cubicBezTo>
                <a:cubicBezTo>
                  <a:pt x="56168" y="91742"/>
                  <a:pt x="58509" y="86125"/>
                  <a:pt x="58509" y="79572"/>
                </a:cubicBezTo>
                <a:cubicBezTo>
                  <a:pt x="58509" y="73331"/>
                  <a:pt x="56324" y="68026"/>
                  <a:pt x="52268" y="63969"/>
                </a:cubicBezTo>
                <a:cubicBezTo>
                  <a:pt x="48211" y="59913"/>
                  <a:pt x="42906" y="57729"/>
                  <a:pt x="36665" y="57729"/>
                </a:cubicBezTo>
                <a:cubicBezTo>
                  <a:pt x="34013" y="57729"/>
                  <a:pt x="30737" y="58353"/>
                  <a:pt x="26992" y="59289"/>
                </a:cubicBezTo>
                <a:lnTo>
                  <a:pt x="28552" y="47275"/>
                </a:lnTo>
                <a:cubicBezTo>
                  <a:pt x="29488" y="47431"/>
                  <a:pt x="30112" y="47431"/>
                  <a:pt x="30737" y="47431"/>
                </a:cubicBezTo>
                <a:cubicBezTo>
                  <a:pt x="36509" y="47431"/>
                  <a:pt x="41814" y="46027"/>
                  <a:pt x="46495" y="42906"/>
                </a:cubicBezTo>
                <a:cubicBezTo>
                  <a:pt x="51176" y="39786"/>
                  <a:pt x="53516" y="35105"/>
                  <a:pt x="53516" y="28708"/>
                </a:cubicBezTo>
                <a:cubicBezTo>
                  <a:pt x="53516" y="23715"/>
                  <a:pt x="51800" y="19659"/>
                  <a:pt x="48367" y="16382"/>
                </a:cubicBezTo>
                <a:cubicBezTo>
                  <a:pt x="44935" y="13106"/>
                  <a:pt x="40566" y="11390"/>
                  <a:pt x="35261" y="11390"/>
                </a:cubicBezTo>
                <a:cubicBezTo>
                  <a:pt x="29956" y="11390"/>
                  <a:pt x="25432" y="13106"/>
                  <a:pt x="21843" y="16382"/>
                </a:cubicBezTo>
                <a:cubicBezTo>
                  <a:pt x="18255" y="19815"/>
                  <a:pt x="16070" y="24808"/>
                  <a:pt x="15134" y="31361"/>
                </a:cubicBezTo>
                <a:lnTo>
                  <a:pt x="1404" y="29020"/>
                </a:lnTo>
                <a:cubicBezTo>
                  <a:pt x="2964" y="19815"/>
                  <a:pt x="6865" y="12638"/>
                  <a:pt x="12794" y="7645"/>
                </a:cubicBezTo>
                <a:cubicBezTo>
                  <a:pt x="18723" y="2652"/>
                  <a:pt x="26056" y="0"/>
                  <a:pt x="34949" y="0"/>
                </a:cubicBezTo>
                <a:cubicBezTo>
                  <a:pt x="41034" y="0"/>
                  <a:pt x="46651" y="1404"/>
                  <a:pt x="51800" y="4057"/>
                </a:cubicBezTo>
                <a:cubicBezTo>
                  <a:pt x="56792" y="6709"/>
                  <a:pt x="60693" y="10298"/>
                  <a:pt x="63501" y="14666"/>
                </a:cubicBezTo>
                <a:cubicBezTo>
                  <a:pt x="66310" y="19191"/>
                  <a:pt x="67714" y="24028"/>
                  <a:pt x="67714" y="29020"/>
                </a:cubicBezTo>
                <a:cubicBezTo>
                  <a:pt x="67714" y="34013"/>
                  <a:pt x="66310" y="38382"/>
                  <a:pt x="63813" y="42282"/>
                </a:cubicBezTo>
                <a:cubicBezTo>
                  <a:pt x="61161" y="46339"/>
                  <a:pt x="57260" y="49459"/>
                  <a:pt x="52268" y="51644"/>
                </a:cubicBezTo>
                <a:cubicBezTo>
                  <a:pt x="58821" y="53204"/>
                  <a:pt x="63813" y="56480"/>
                  <a:pt x="67558" y="61161"/>
                </a:cubicBezTo>
                <a:cubicBezTo>
                  <a:pt x="71303" y="65998"/>
                  <a:pt x="73175" y="72083"/>
                  <a:pt x="73175" y="79260"/>
                </a:cubicBezTo>
                <a:cubicBezTo>
                  <a:pt x="73175" y="88933"/>
                  <a:pt x="69586" y="97202"/>
                  <a:pt x="62409" y="103911"/>
                </a:cubicBezTo>
                <a:cubicBezTo>
                  <a:pt x="55232" y="110776"/>
                  <a:pt x="46339" y="114053"/>
                  <a:pt x="35573" y="114053"/>
                </a:cubicBezTo>
                <a:cubicBezTo>
                  <a:pt x="25588" y="114053"/>
                  <a:pt x="17475" y="111244"/>
                  <a:pt x="11078" y="105316"/>
                </a:cubicBezTo>
                <a:cubicBezTo>
                  <a:pt x="4525" y="99543"/>
                  <a:pt x="936" y="92054"/>
                  <a:pt x="0" y="8269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6A4962-44AE-46DF-B28E-D2DC77E7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466" y="3976106"/>
            <a:ext cx="77231" cy="111712"/>
          </a:xfrm>
          <a:custGeom xmlns:a="http://schemas.openxmlformats.org/drawingml/2006/main">
            <a:pathLst>
              <a:path w="77231" h="111712">
                <a:moveTo>
                  <a:pt x="48367" y="111712"/>
                </a:moveTo>
                <a:lnTo>
                  <a:pt x="48367" y="85033"/>
                </a:lnTo>
                <a:lnTo>
                  <a:pt x="0" y="85033"/>
                </a:lnTo>
                <a:lnTo>
                  <a:pt x="0" y="72395"/>
                </a:lnTo>
                <a:lnTo>
                  <a:pt x="50864" y="0"/>
                </a:lnTo>
                <a:lnTo>
                  <a:pt x="62097" y="0"/>
                </a:lnTo>
                <a:lnTo>
                  <a:pt x="62097" y="72395"/>
                </a:lnTo>
                <a:lnTo>
                  <a:pt x="77231" y="72395"/>
                </a:lnTo>
                <a:lnTo>
                  <a:pt x="77231" y="85033"/>
                </a:lnTo>
                <a:lnTo>
                  <a:pt x="62097" y="85033"/>
                </a:lnTo>
                <a:lnTo>
                  <a:pt x="62097" y="111712"/>
                </a:lnTo>
                <a:lnTo>
                  <a:pt x="48367" y="111712"/>
                </a:lnTo>
                <a:close/>
                <a:moveTo>
                  <a:pt x="48367" y="72395"/>
                </a:moveTo>
                <a:lnTo>
                  <a:pt x="48367" y="21999"/>
                </a:lnTo>
                <a:lnTo>
                  <a:pt x="13418" y="72395"/>
                </a:lnTo>
                <a:lnTo>
                  <a:pt x="48367" y="723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1CC512-65A0-4F30-B0AC-ED405CA9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8385" y="4072216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96A289-406F-4505-92FA-08E7EA5A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4115" y="3975638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9F401E-B4B8-4163-B585-CC053F2A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391" y="1912957"/>
            <a:ext cx="4411763" cy="4411763"/>
          </a:xfrm>
          <a:custGeom xmlns:a="http://schemas.openxmlformats.org/drawingml/2006/main">
            <a:pathLst>
              <a:path w="4411763" h="4411763" fill="none">
                <a:moveTo>
                  <a:pt x="4411763" y="2205882"/>
                </a:moveTo>
                <a:lnTo>
                  <a:pt x="4411466" y="2169688"/>
                </a:lnTo>
                <a:lnTo>
                  <a:pt x="4410576" y="2133530"/>
                </a:lnTo>
                <a:lnTo>
                  <a:pt x="4409095" y="2097417"/>
                </a:lnTo>
                <a:lnTo>
                  <a:pt x="4407023" y="2061354"/>
                </a:lnTo>
                <a:lnTo>
                  <a:pt x="4404363" y="2025349"/>
                </a:lnTo>
                <a:lnTo>
                  <a:pt x="4401115" y="1989409"/>
                </a:lnTo>
                <a:lnTo>
                  <a:pt x="4397282" y="1953541"/>
                </a:lnTo>
                <a:lnTo>
                  <a:pt x="4392864" y="1917752"/>
                </a:lnTo>
                <a:lnTo>
                  <a:pt x="4387863" y="1882050"/>
                </a:lnTo>
                <a:lnTo>
                  <a:pt x="4382281" y="1846441"/>
                </a:lnTo>
                <a:lnTo>
                  <a:pt x="4376118" y="1810933"/>
                </a:lnTo>
                <a:lnTo>
                  <a:pt x="4369376" y="1775533"/>
                </a:lnTo>
                <a:lnTo>
                  <a:pt x="4362058" y="1740248"/>
                </a:lnTo>
                <a:lnTo>
                  <a:pt x="4354163" y="1705084"/>
                </a:lnTo>
                <a:lnTo>
                  <a:pt x="4345694" y="1670050"/>
                </a:lnTo>
                <a:lnTo>
                  <a:pt x="4336652" y="1635152"/>
                </a:lnTo>
                <a:lnTo>
                  <a:pt x="4327038" y="1600397"/>
                </a:lnTo>
                <a:lnTo>
                  <a:pt x="4316854" y="1565793"/>
                </a:lnTo>
                <a:lnTo>
                  <a:pt x="4306101" y="1531346"/>
                </a:lnTo>
                <a:lnTo>
                  <a:pt x="4294781" y="1497064"/>
                </a:lnTo>
                <a:lnTo>
                  <a:pt x="4282894" y="1462954"/>
                </a:lnTo>
                <a:lnTo>
                  <a:pt x="4270444" y="1429023"/>
                </a:lnTo>
                <a:lnTo>
                  <a:pt x="4257430" y="1395278"/>
                </a:lnTo>
                <a:lnTo>
                  <a:pt x="4243854" y="1361726"/>
                </a:lnTo>
                <a:lnTo>
                  <a:pt x="4229728" y="1328402"/>
                </a:lnTo>
                <a:lnTo>
                  <a:pt x="4215069" y="1295338"/>
                </a:lnTo>
                <a:lnTo>
                  <a:pt x="4199879" y="1262541"/>
                </a:lnTo>
                <a:lnTo>
                  <a:pt x="4184164" y="1230016"/>
                </a:lnTo>
                <a:lnTo>
                  <a:pt x="4167927" y="1197770"/>
                </a:lnTo>
                <a:lnTo>
                  <a:pt x="4151173" y="1165809"/>
                </a:lnTo>
                <a:lnTo>
                  <a:pt x="4133905" y="1134139"/>
                </a:lnTo>
                <a:lnTo>
                  <a:pt x="4116127" y="1102766"/>
                </a:lnTo>
                <a:lnTo>
                  <a:pt x="4097844" y="1071695"/>
                </a:lnTo>
                <a:lnTo>
                  <a:pt x="4079059" y="1040934"/>
                </a:lnTo>
                <a:lnTo>
                  <a:pt x="4059777" y="1010487"/>
                </a:lnTo>
                <a:lnTo>
                  <a:pt x="4040001" y="980362"/>
                </a:lnTo>
                <a:lnTo>
                  <a:pt x="4019736" y="950563"/>
                </a:lnTo>
                <a:lnTo>
                  <a:pt x="3998986" y="921098"/>
                </a:lnTo>
                <a:lnTo>
                  <a:pt x="3977754" y="891971"/>
                </a:lnTo>
                <a:lnTo>
                  <a:pt x="3956045" y="863190"/>
                </a:lnTo>
                <a:lnTo>
                  <a:pt x="3933862" y="834760"/>
                </a:lnTo>
                <a:lnTo>
                  <a:pt x="3911211" y="806687"/>
                </a:lnTo>
                <a:lnTo>
                  <a:pt x="3888094" y="778978"/>
                </a:lnTo>
                <a:lnTo>
                  <a:pt x="3864516" y="751638"/>
                </a:lnTo>
                <a:lnTo>
                  <a:pt x="3840480" y="724673"/>
                </a:lnTo>
                <a:lnTo>
                  <a:pt x="3815992" y="698090"/>
                </a:lnTo>
                <a:lnTo>
                  <a:pt x="3791055" y="671894"/>
                </a:lnTo>
                <a:lnTo>
                  <a:pt x="3765672" y="646091"/>
                </a:lnTo>
                <a:lnTo>
                  <a:pt x="3739870" y="620709"/>
                </a:lnTo>
                <a:lnTo>
                  <a:pt x="3713674" y="595771"/>
                </a:lnTo>
                <a:lnTo>
                  <a:pt x="3687090" y="571283"/>
                </a:lnTo>
                <a:lnTo>
                  <a:pt x="3660125" y="547248"/>
                </a:lnTo>
                <a:lnTo>
                  <a:pt x="3632785" y="523670"/>
                </a:lnTo>
                <a:lnTo>
                  <a:pt x="3605076" y="500553"/>
                </a:lnTo>
                <a:lnTo>
                  <a:pt x="3577003" y="477901"/>
                </a:lnTo>
                <a:lnTo>
                  <a:pt x="3548573" y="455719"/>
                </a:lnTo>
                <a:lnTo>
                  <a:pt x="3519792" y="434009"/>
                </a:lnTo>
                <a:lnTo>
                  <a:pt x="3490666" y="412778"/>
                </a:lnTo>
                <a:lnTo>
                  <a:pt x="3461200" y="392027"/>
                </a:lnTo>
                <a:lnTo>
                  <a:pt x="3431402" y="371762"/>
                </a:lnTo>
                <a:lnTo>
                  <a:pt x="3401276" y="351986"/>
                </a:lnTo>
                <a:lnTo>
                  <a:pt x="3370829" y="332704"/>
                </a:lnTo>
                <a:lnTo>
                  <a:pt x="3340068" y="313919"/>
                </a:lnTo>
                <a:lnTo>
                  <a:pt x="3308997" y="295636"/>
                </a:lnTo>
                <a:lnTo>
                  <a:pt x="3277624" y="277859"/>
                </a:lnTo>
                <a:lnTo>
                  <a:pt x="3245954" y="260591"/>
                </a:lnTo>
                <a:lnTo>
                  <a:pt x="3213993" y="243836"/>
                </a:lnTo>
                <a:lnTo>
                  <a:pt x="3181747" y="227599"/>
                </a:lnTo>
                <a:lnTo>
                  <a:pt x="3149223" y="211884"/>
                </a:lnTo>
                <a:lnTo>
                  <a:pt x="3116425" y="196695"/>
                </a:lnTo>
                <a:lnTo>
                  <a:pt x="3083362" y="182035"/>
                </a:lnTo>
                <a:lnTo>
                  <a:pt x="3050037" y="167909"/>
                </a:lnTo>
                <a:lnTo>
                  <a:pt x="3016485" y="154334"/>
                </a:lnTo>
                <a:lnTo>
                  <a:pt x="2982740" y="141320"/>
                </a:lnTo>
                <a:lnTo>
                  <a:pt x="2948809" y="128869"/>
                </a:lnTo>
                <a:lnTo>
                  <a:pt x="2914699" y="116983"/>
                </a:lnTo>
                <a:lnTo>
                  <a:pt x="2880417" y="105663"/>
                </a:lnTo>
                <a:lnTo>
                  <a:pt x="2845971" y="94910"/>
                </a:lnTo>
                <a:lnTo>
                  <a:pt x="2811366" y="84726"/>
                </a:lnTo>
                <a:lnTo>
                  <a:pt x="2776612" y="75112"/>
                </a:lnTo>
                <a:lnTo>
                  <a:pt x="2741714" y="66069"/>
                </a:lnTo>
                <a:lnTo>
                  <a:pt x="2706679" y="57600"/>
                </a:lnTo>
                <a:lnTo>
                  <a:pt x="2671516" y="49706"/>
                </a:lnTo>
                <a:lnTo>
                  <a:pt x="2636230" y="42387"/>
                </a:lnTo>
                <a:lnTo>
                  <a:pt x="2600830" y="35645"/>
                </a:lnTo>
                <a:lnTo>
                  <a:pt x="2565322" y="29483"/>
                </a:lnTo>
                <a:lnTo>
                  <a:pt x="2529713" y="23900"/>
                </a:lnTo>
                <a:lnTo>
                  <a:pt x="2494011" y="18899"/>
                </a:lnTo>
                <a:lnTo>
                  <a:pt x="2458222" y="14481"/>
                </a:lnTo>
                <a:lnTo>
                  <a:pt x="2422355" y="10648"/>
                </a:lnTo>
                <a:lnTo>
                  <a:pt x="2386414" y="7400"/>
                </a:lnTo>
                <a:lnTo>
                  <a:pt x="2350409" y="4740"/>
                </a:lnTo>
                <a:lnTo>
                  <a:pt x="2314347" y="2668"/>
                </a:lnTo>
                <a:lnTo>
                  <a:pt x="2278233" y="1187"/>
                </a:lnTo>
                <a:lnTo>
                  <a:pt x="2242076" y="297"/>
                </a:lnTo>
                <a:lnTo>
                  <a:pt x="2205882" y="0"/>
                </a:lnTo>
                <a:lnTo>
                  <a:pt x="2169688" y="297"/>
                </a:lnTo>
                <a:lnTo>
                  <a:pt x="2133530" y="1187"/>
                </a:lnTo>
                <a:lnTo>
                  <a:pt x="2097417" y="2668"/>
                </a:lnTo>
                <a:lnTo>
                  <a:pt x="2061354" y="4740"/>
                </a:lnTo>
                <a:lnTo>
                  <a:pt x="2025349" y="7400"/>
                </a:lnTo>
                <a:lnTo>
                  <a:pt x="1989409" y="10648"/>
                </a:lnTo>
                <a:lnTo>
                  <a:pt x="1953541" y="14481"/>
                </a:lnTo>
                <a:lnTo>
                  <a:pt x="1917752" y="18899"/>
                </a:lnTo>
                <a:lnTo>
                  <a:pt x="1882050" y="23900"/>
                </a:lnTo>
                <a:lnTo>
                  <a:pt x="1846441" y="29483"/>
                </a:lnTo>
                <a:lnTo>
                  <a:pt x="1810933" y="35645"/>
                </a:lnTo>
                <a:lnTo>
                  <a:pt x="1775533" y="42387"/>
                </a:lnTo>
                <a:lnTo>
                  <a:pt x="1740248" y="49706"/>
                </a:lnTo>
                <a:lnTo>
                  <a:pt x="1705084" y="57600"/>
                </a:lnTo>
                <a:lnTo>
                  <a:pt x="1670050" y="66069"/>
                </a:lnTo>
                <a:lnTo>
                  <a:pt x="1635152" y="75112"/>
                </a:lnTo>
                <a:lnTo>
                  <a:pt x="1600397" y="84726"/>
                </a:lnTo>
                <a:lnTo>
                  <a:pt x="1565793" y="94910"/>
                </a:lnTo>
                <a:lnTo>
                  <a:pt x="1531346" y="105663"/>
                </a:lnTo>
                <a:lnTo>
                  <a:pt x="1497064" y="116983"/>
                </a:lnTo>
                <a:lnTo>
                  <a:pt x="1462954" y="128869"/>
                </a:lnTo>
                <a:lnTo>
                  <a:pt x="1429023" y="141320"/>
                </a:lnTo>
                <a:lnTo>
                  <a:pt x="1395278" y="154334"/>
                </a:lnTo>
                <a:lnTo>
                  <a:pt x="1361726" y="167909"/>
                </a:lnTo>
                <a:lnTo>
                  <a:pt x="1328402" y="182035"/>
                </a:lnTo>
                <a:lnTo>
                  <a:pt x="1295338" y="196695"/>
                </a:lnTo>
                <a:lnTo>
                  <a:pt x="1262541" y="211884"/>
                </a:lnTo>
                <a:lnTo>
                  <a:pt x="1230016" y="227599"/>
                </a:lnTo>
                <a:lnTo>
                  <a:pt x="1197770" y="243836"/>
                </a:lnTo>
                <a:lnTo>
                  <a:pt x="1165809" y="260591"/>
                </a:lnTo>
                <a:lnTo>
                  <a:pt x="1134139" y="277859"/>
                </a:lnTo>
                <a:lnTo>
                  <a:pt x="1102766" y="295636"/>
                </a:lnTo>
                <a:lnTo>
                  <a:pt x="1071695" y="313919"/>
                </a:lnTo>
                <a:lnTo>
                  <a:pt x="1040934" y="332704"/>
                </a:lnTo>
                <a:lnTo>
                  <a:pt x="1010487" y="351986"/>
                </a:lnTo>
                <a:lnTo>
                  <a:pt x="980362" y="371762"/>
                </a:lnTo>
                <a:lnTo>
                  <a:pt x="950563" y="392027"/>
                </a:lnTo>
                <a:lnTo>
                  <a:pt x="921098" y="412778"/>
                </a:lnTo>
                <a:lnTo>
                  <a:pt x="891971" y="434009"/>
                </a:lnTo>
                <a:lnTo>
                  <a:pt x="863190" y="455719"/>
                </a:lnTo>
                <a:lnTo>
                  <a:pt x="834760" y="477901"/>
                </a:lnTo>
                <a:lnTo>
                  <a:pt x="806687" y="500553"/>
                </a:lnTo>
                <a:lnTo>
                  <a:pt x="778978" y="523670"/>
                </a:lnTo>
                <a:lnTo>
                  <a:pt x="751638" y="547248"/>
                </a:lnTo>
                <a:lnTo>
                  <a:pt x="724673" y="571283"/>
                </a:lnTo>
                <a:lnTo>
                  <a:pt x="698090" y="595771"/>
                </a:lnTo>
                <a:lnTo>
                  <a:pt x="671894" y="620709"/>
                </a:lnTo>
                <a:lnTo>
                  <a:pt x="646091" y="646091"/>
                </a:lnTo>
                <a:lnTo>
                  <a:pt x="620709" y="671894"/>
                </a:lnTo>
                <a:lnTo>
                  <a:pt x="595771" y="698090"/>
                </a:lnTo>
                <a:lnTo>
                  <a:pt x="571283" y="724673"/>
                </a:lnTo>
                <a:lnTo>
                  <a:pt x="547248" y="751638"/>
                </a:lnTo>
                <a:lnTo>
                  <a:pt x="523670" y="778978"/>
                </a:lnTo>
                <a:lnTo>
                  <a:pt x="500553" y="806687"/>
                </a:lnTo>
                <a:lnTo>
                  <a:pt x="477901" y="834760"/>
                </a:lnTo>
                <a:lnTo>
                  <a:pt x="455719" y="863190"/>
                </a:lnTo>
                <a:lnTo>
                  <a:pt x="434009" y="891971"/>
                </a:lnTo>
                <a:lnTo>
                  <a:pt x="412778" y="921098"/>
                </a:lnTo>
                <a:lnTo>
                  <a:pt x="392027" y="950563"/>
                </a:lnTo>
                <a:lnTo>
                  <a:pt x="371762" y="980362"/>
                </a:lnTo>
                <a:lnTo>
                  <a:pt x="351986" y="1010487"/>
                </a:lnTo>
                <a:lnTo>
                  <a:pt x="332704" y="1040934"/>
                </a:lnTo>
                <a:lnTo>
                  <a:pt x="313919" y="1071695"/>
                </a:lnTo>
                <a:lnTo>
                  <a:pt x="295636" y="1102766"/>
                </a:lnTo>
                <a:lnTo>
                  <a:pt x="277859" y="1134139"/>
                </a:lnTo>
                <a:lnTo>
                  <a:pt x="260591" y="1165809"/>
                </a:lnTo>
                <a:lnTo>
                  <a:pt x="243836" y="1197770"/>
                </a:lnTo>
                <a:lnTo>
                  <a:pt x="227599" y="1230016"/>
                </a:lnTo>
                <a:lnTo>
                  <a:pt x="211884" y="1262541"/>
                </a:lnTo>
                <a:lnTo>
                  <a:pt x="196695" y="1295338"/>
                </a:lnTo>
                <a:lnTo>
                  <a:pt x="182035" y="1328402"/>
                </a:lnTo>
                <a:lnTo>
                  <a:pt x="167909" y="1361726"/>
                </a:lnTo>
                <a:lnTo>
                  <a:pt x="154334" y="1395278"/>
                </a:lnTo>
                <a:lnTo>
                  <a:pt x="141320" y="1429023"/>
                </a:lnTo>
                <a:lnTo>
                  <a:pt x="128869" y="1462954"/>
                </a:lnTo>
                <a:lnTo>
                  <a:pt x="116983" y="1497064"/>
                </a:lnTo>
                <a:lnTo>
                  <a:pt x="105663" y="1531346"/>
                </a:lnTo>
                <a:lnTo>
                  <a:pt x="94910" y="1565793"/>
                </a:lnTo>
                <a:lnTo>
                  <a:pt x="84726" y="1600397"/>
                </a:lnTo>
                <a:lnTo>
                  <a:pt x="75112" y="1635152"/>
                </a:lnTo>
                <a:lnTo>
                  <a:pt x="66069" y="1670050"/>
                </a:lnTo>
                <a:lnTo>
                  <a:pt x="57600" y="1705084"/>
                </a:lnTo>
                <a:lnTo>
                  <a:pt x="49706" y="1740248"/>
                </a:lnTo>
                <a:lnTo>
                  <a:pt x="42387" y="1775533"/>
                </a:lnTo>
                <a:lnTo>
                  <a:pt x="35645" y="1810933"/>
                </a:lnTo>
                <a:lnTo>
                  <a:pt x="29483" y="1846441"/>
                </a:lnTo>
                <a:lnTo>
                  <a:pt x="23900" y="1882050"/>
                </a:lnTo>
                <a:lnTo>
                  <a:pt x="18899" y="1917752"/>
                </a:lnTo>
                <a:lnTo>
                  <a:pt x="14481" y="1953541"/>
                </a:lnTo>
                <a:lnTo>
                  <a:pt x="10648" y="1989409"/>
                </a:lnTo>
                <a:lnTo>
                  <a:pt x="7400" y="2025349"/>
                </a:lnTo>
                <a:lnTo>
                  <a:pt x="4740" y="2061354"/>
                </a:lnTo>
                <a:lnTo>
                  <a:pt x="2668" y="2097417"/>
                </a:lnTo>
                <a:lnTo>
                  <a:pt x="1187" y="2133530"/>
                </a:lnTo>
                <a:lnTo>
                  <a:pt x="297" y="2169688"/>
                </a:lnTo>
                <a:lnTo>
                  <a:pt x="0" y="2205882"/>
                </a:lnTo>
                <a:lnTo>
                  <a:pt x="297" y="2242076"/>
                </a:lnTo>
                <a:lnTo>
                  <a:pt x="1187" y="2278233"/>
                </a:lnTo>
                <a:lnTo>
                  <a:pt x="2668" y="2314347"/>
                </a:lnTo>
                <a:lnTo>
                  <a:pt x="4740" y="2350409"/>
                </a:lnTo>
                <a:lnTo>
                  <a:pt x="7400" y="2386414"/>
                </a:lnTo>
                <a:lnTo>
                  <a:pt x="10648" y="2422355"/>
                </a:lnTo>
                <a:lnTo>
                  <a:pt x="14481" y="2458222"/>
                </a:lnTo>
                <a:lnTo>
                  <a:pt x="18899" y="2494011"/>
                </a:lnTo>
                <a:lnTo>
                  <a:pt x="23900" y="2529713"/>
                </a:lnTo>
                <a:lnTo>
                  <a:pt x="29483" y="2565322"/>
                </a:lnTo>
                <a:lnTo>
                  <a:pt x="35645" y="2600830"/>
                </a:lnTo>
                <a:lnTo>
                  <a:pt x="42387" y="2636230"/>
                </a:lnTo>
                <a:lnTo>
                  <a:pt x="49706" y="2671516"/>
                </a:lnTo>
                <a:lnTo>
                  <a:pt x="57600" y="2706679"/>
                </a:lnTo>
                <a:lnTo>
                  <a:pt x="66069" y="2741714"/>
                </a:lnTo>
                <a:lnTo>
                  <a:pt x="75112" y="2776612"/>
                </a:lnTo>
                <a:lnTo>
                  <a:pt x="84726" y="2811366"/>
                </a:lnTo>
                <a:lnTo>
                  <a:pt x="94910" y="2845971"/>
                </a:lnTo>
                <a:lnTo>
                  <a:pt x="105663" y="2880417"/>
                </a:lnTo>
                <a:lnTo>
                  <a:pt x="116983" y="2914699"/>
                </a:lnTo>
                <a:lnTo>
                  <a:pt x="128869" y="2948809"/>
                </a:lnTo>
                <a:lnTo>
                  <a:pt x="141320" y="2982740"/>
                </a:lnTo>
                <a:lnTo>
                  <a:pt x="154334" y="3016485"/>
                </a:lnTo>
                <a:lnTo>
                  <a:pt x="167909" y="3050037"/>
                </a:lnTo>
                <a:lnTo>
                  <a:pt x="182035" y="3083362"/>
                </a:lnTo>
                <a:lnTo>
                  <a:pt x="196695" y="3116425"/>
                </a:lnTo>
                <a:lnTo>
                  <a:pt x="211884" y="3149223"/>
                </a:lnTo>
                <a:lnTo>
                  <a:pt x="227599" y="3181747"/>
                </a:lnTo>
                <a:lnTo>
                  <a:pt x="243836" y="3213993"/>
                </a:lnTo>
                <a:lnTo>
                  <a:pt x="260591" y="3245954"/>
                </a:lnTo>
                <a:lnTo>
                  <a:pt x="277859" y="3277624"/>
                </a:lnTo>
                <a:lnTo>
                  <a:pt x="295636" y="3308997"/>
                </a:lnTo>
                <a:lnTo>
                  <a:pt x="313919" y="3340068"/>
                </a:lnTo>
                <a:lnTo>
                  <a:pt x="332704" y="3370829"/>
                </a:lnTo>
                <a:lnTo>
                  <a:pt x="351986" y="3401276"/>
                </a:lnTo>
                <a:lnTo>
                  <a:pt x="371762" y="3431402"/>
                </a:lnTo>
                <a:lnTo>
                  <a:pt x="392027" y="3461200"/>
                </a:lnTo>
                <a:lnTo>
                  <a:pt x="412778" y="3490666"/>
                </a:lnTo>
                <a:lnTo>
                  <a:pt x="434009" y="3519792"/>
                </a:lnTo>
                <a:lnTo>
                  <a:pt x="455719" y="3548573"/>
                </a:lnTo>
                <a:lnTo>
                  <a:pt x="477901" y="3577003"/>
                </a:lnTo>
                <a:lnTo>
                  <a:pt x="500553" y="3605076"/>
                </a:lnTo>
                <a:lnTo>
                  <a:pt x="523670" y="3632785"/>
                </a:lnTo>
                <a:lnTo>
                  <a:pt x="547248" y="3660125"/>
                </a:lnTo>
                <a:lnTo>
                  <a:pt x="571283" y="3687090"/>
                </a:lnTo>
                <a:lnTo>
                  <a:pt x="595771" y="3713674"/>
                </a:lnTo>
                <a:lnTo>
                  <a:pt x="620709" y="3739870"/>
                </a:lnTo>
                <a:lnTo>
                  <a:pt x="646091" y="3765672"/>
                </a:lnTo>
                <a:lnTo>
                  <a:pt x="671894" y="3791055"/>
                </a:lnTo>
                <a:lnTo>
                  <a:pt x="698090" y="3815992"/>
                </a:lnTo>
                <a:lnTo>
                  <a:pt x="724673" y="3840480"/>
                </a:lnTo>
                <a:lnTo>
                  <a:pt x="751638" y="3864516"/>
                </a:lnTo>
                <a:lnTo>
                  <a:pt x="778978" y="3888094"/>
                </a:lnTo>
                <a:lnTo>
                  <a:pt x="806687" y="3911211"/>
                </a:lnTo>
                <a:lnTo>
                  <a:pt x="834760" y="3933862"/>
                </a:lnTo>
                <a:lnTo>
                  <a:pt x="863190" y="3956045"/>
                </a:lnTo>
                <a:lnTo>
                  <a:pt x="891971" y="3977754"/>
                </a:lnTo>
                <a:lnTo>
                  <a:pt x="921098" y="3998986"/>
                </a:lnTo>
                <a:lnTo>
                  <a:pt x="950563" y="4019736"/>
                </a:lnTo>
                <a:lnTo>
                  <a:pt x="980362" y="4040001"/>
                </a:lnTo>
                <a:lnTo>
                  <a:pt x="1010487" y="4059777"/>
                </a:lnTo>
                <a:lnTo>
                  <a:pt x="1040934" y="4079059"/>
                </a:lnTo>
                <a:lnTo>
                  <a:pt x="1071695" y="4097844"/>
                </a:lnTo>
                <a:lnTo>
                  <a:pt x="1102766" y="4116127"/>
                </a:lnTo>
                <a:lnTo>
                  <a:pt x="1134139" y="4133905"/>
                </a:lnTo>
                <a:lnTo>
                  <a:pt x="1165809" y="4151173"/>
                </a:lnTo>
                <a:lnTo>
                  <a:pt x="1197770" y="4167927"/>
                </a:lnTo>
                <a:lnTo>
                  <a:pt x="1230016" y="4184164"/>
                </a:lnTo>
                <a:lnTo>
                  <a:pt x="1262541" y="4199879"/>
                </a:lnTo>
                <a:lnTo>
                  <a:pt x="1295338" y="4215069"/>
                </a:lnTo>
                <a:lnTo>
                  <a:pt x="1328402" y="4229728"/>
                </a:lnTo>
                <a:lnTo>
                  <a:pt x="1361726" y="4243854"/>
                </a:lnTo>
                <a:lnTo>
                  <a:pt x="1395278" y="4257430"/>
                </a:lnTo>
                <a:lnTo>
                  <a:pt x="1429023" y="4270444"/>
                </a:lnTo>
                <a:lnTo>
                  <a:pt x="1462954" y="4282894"/>
                </a:lnTo>
                <a:lnTo>
                  <a:pt x="1497064" y="4294781"/>
                </a:lnTo>
                <a:lnTo>
                  <a:pt x="1531346" y="4306101"/>
                </a:lnTo>
                <a:lnTo>
                  <a:pt x="1565793" y="4316854"/>
                </a:lnTo>
                <a:lnTo>
                  <a:pt x="1600397" y="4327038"/>
                </a:lnTo>
                <a:lnTo>
                  <a:pt x="1635152" y="4336652"/>
                </a:lnTo>
                <a:lnTo>
                  <a:pt x="1670050" y="4345694"/>
                </a:lnTo>
                <a:lnTo>
                  <a:pt x="1705084" y="4354163"/>
                </a:lnTo>
                <a:lnTo>
                  <a:pt x="1740248" y="4362058"/>
                </a:lnTo>
                <a:lnTo>
                  <a:pt x="1775533" y="4369376"/>
                </a:lnTo>
                <a:lnTo>
                  <a:pt x="1810933" y="4376118"/>
                </a:lnTo>
                <a:lnTo>
                  <a:pt x="1846441" y="4382281"/>
                </a:lnTo>
                <a:lnTo>
                  <a:pt x="1882050" y="4387863"/>
                </a:lnTo>
                <a:lnTo>
                  <a:pt x="1917752" y="4392864"/>
                </a:lnTo>
                <a:lnTo>
                  <a:pt x="1953541" y="4397282"/>
                </a:lnTo>
                <a:lnTo>
                  <a:pt x="1989409" y="4401115"/>
                </a:lnTo>
                <a:lnTo>
                  <a:pt x="2025349" y="4404363"/>
                </a:lnTo>
                <a:lnTo>
                  <a:pt x="2061354" y="4407023"/>
                </a:lnTo>
                <a:lnTo>
                  <a:pt x="2097417" y="4409095"/>
                </a:lnTo>
                <a:lnTo>
                  <a:pt x="2133530" y="4410576"/>
                </a:lnTo>
                <a:lnTo>
                  <a:pt x="2169688" y="4411466"/>
                </a:lnTo>
                <a:lnTo>
                  <a:pt x="2205882" y="4411763"/>
                </a:lnTo>
                <a:lnTo>
                  <a:pt x="2242076" y="4411466"/>
                </a:lnTo>
                <a:lnTo>
                  <a:pt x="2278233" y="4410576"/>
                </a:lnTo>
                <a:lnTo>
                  <a:pt x="2314347" y="4409095"/>
                </a:lnTo>
                <a:lnTo>
                  <a:pt x="2350409" y="4407023"/>
                </a:lnTo>
                <a:lnTo>
                  <a:pt x="2386414" y="4404363"/>
                </a:lnTo>
                <a:lnTo>
                  <a:pt x="2422355" y="4401115"/>
                </a:lnTo>
                <a:lnTo>
                  <a:pt x="2458222" y="4397282"/>
                </a:lnTo>
                <a:lnTo>
                  <a:pt x="2494011" y="4392864"/>
                </a:lnTo>
                <a:lnTo>
                  <a:pt x="2529713" y="4387863"/>
                </a:lnTo>
                <a:lnTo>
                  <a:pt x="2565322" y="4382281"/>
                </a:lnTo>
                <a:lnTo>
                  <a:pt x="2600830" y="4376118"/>
                </a:lnTo>
                <a:lnTo>
                  <a:pt x="2636230" y="4369376"/>
                </a:lnTo>
                <a:lnTo>
                  <a:pt x="2671516" y="4362058"/>
                </a:lnTo>
                <a:lnTo>
                  <a:pt x="2706679" y="4354163"/>
                </a:lnTo>
                <a:lnTo>
                  <a:pt x="2741714" y="4345694"/>
                </a:lnTo>
                <a:lnTo>
                  <a:pt x="2776612" y="4336652"/>
                </a:lnTo>
                <a:lnTo>
                  <a:pt x="2811366" y="4327038"/>
                </a:lnTo>
                <a:lnTo>
                  <a:pt x="2845971" y="4316854"/>
                </a:lnTo>
                <a:lnTo>
                  <a:pt x="2880417" y="4306101"/>
                </a:lnTo>
                <a:lnTo>
                  <a:pt x="2914699" y="4294781"/>
                </a:lnTo>
                <a:lnTo>
                  <a:pt x="2948809" y="4282894"/>
                </a:lnTo>
                <a:lnTo>
                  <a:pt x="2982740" y="4270444"/>
                </a:lnTo>
                <a:lnTo>
                  <a:pt x="3016485" y="4257430"/>
                </a:lnTo>
                <a:lnTo>
                  <a:pt x="3050037" y="4243854"/>
                </a:lnTo>
                <a:lnTo>
                  <a:pt x="3083362" y="4229728"/>
                </a:lnTo>
                <a:lnTo>
                  <a:pt x="3116425" y="4215069"/>
                </a:lnTo>
                <a:lnTo>
                  <a:pt x="3149223" y="4199879"/>
                </a:lnTo>
                <a:lnTo>
                  <a:pt x="3181747" y="4184164"/>
                </a:lnTo>
                <a:lnTo>
                  <a:pt x="3213993" y="4167927"/>
                </a:lnTo>
                <a:lnTo>
                  <a:pt x="3245954" y="4151173"/>
                </a:lnTo>
                <a:lnTo>
                  <a:pt x="3277624" y="4133905"/>
                </a:lnTo>
                <a:lnTo>
                  <a:pt x="3308997" y="4116127"/>
                </a:lnTo>
                <a:lnTo>
                  <a:pt x="3340068" y="4097844"/>
                </a:lnTo>
                <a:lnTo>
                  <a:pt x="3370829" y="4079059"/>
                </a:lnTo>
                <a:lnTo>
                  <a:pt x="3401276" y="4059777"/>
                </a:lnTo>
                <a:lnTo>
                  <a:pt x="3431402" y="4040001"/>
                </a:lnTo>
                <a:lnTo>
                  <a:pt x="3461200" y="4019736"/>
                </a:lnTo>
                <a:lnTo>
                  <a:pt x="3490666" y="3998986"/>
                </a:lnTo>
                <a:lnTo>
                  <a:pt x="3519792" y="3977754"/>
                </a:lnTo>
                <a:lnTo>
                  <a:pt x="3548573" y="3956045"/>
                </a:lnTo>
                <a:lnTo>
                  <a:pt x="3577003" y="3933862"/>
                </a:lnTo>
                <a:lnTo>
                  <a:pt x="3605076" y="3911211"/>
                </a:lnTo>
                <a:lnTo>
                  <a:pt x="3632785" y="3888094"/>
                </a:lnTo>
                <a:lnTo>
                  <a:pt x="3660125" y="3864516"/>
                </a:lnTo>
                <a:lnTo>
                  <a:pt x="3687090" y="3840480"/>
                </a:lnTo>
                <a:lnTo>
                  <a:pt x="3713674" y="3815992"/>
                </a:lnTo>
                <a:lnTo>
                  <a:pt x="3739870" y="3791055"/>
                </a:lnTo>
                <a:lnTo>
                  <a:pt x="3765672" y="3765672"/>
                </a:lnTo>
                <a:lnTo>
                  <a:pt x="3791055" y="3739870"/>
                </a:lnTo>
                <a:lnTo>
                  <a:pt x="3815992" y="3713674"/>
                </a:lnTo>
                <a:lnTo>
                  <a:pt x="3840480" y="3687090"/>
                </a:lnTo>
                <a:lnTo>
                  <a:pt x="3864516" y="3660125"/>
                </a:lnTo>
                <a:lnTo>
                  <a:pt x="3888094" y="3632785"/>
                </a:lnTo>
                <a:lnTo>
                  <a:pt x="3911211" y="3605076"/>
                </a:lnTo>
                <a:lnTo>
                  <a:pt x="3933862" y="3577003"/>
                </a:lnTo>
                <a:lnTo>
                  <a:pt x="3956045" y="3548573"/>
                </a:lnTo>
                <a:lnTo>
                  <a:pt x="3977754" y="3519792"/>
                </a:lnTo>
                <a:lnTo>
                  <a:pt x="3998986" y="3490666"/>
                </a:lnTo>
                <a:lnTo>
                  <a:pt x="4019736" y="3461200"/>
                </a:lnTo>
                <a:lnTo>
                  <a:pt x="4040001" y="3431402"/>
                </a:lnTo>
                <a:lnTo>
                  <a:pt x="4059777" y="3401276"/>
                </a:lnTo>
                <a:lnTo>
                  <a:pt x="4079059" y="3370829"/>
                </a:lnTo>
                <a:lnTo>
                  <a:pt x="4097844" y="3340068"/>
                </a:lnTo>
                <a:lnTo>
                  <a:pt x="4116127" y="3308997"/>
                </a:lnTo>
                <a:lnTo>
                  <a:pt x="4133905" y="3277624"/>
                </a:lnTo>
                <a:lnTo>
                  <a:pt x="4151173" y="3245954"/>
                </a:lnTo>
                <a:lnTo>
                  <a:pt x="4167927" y="3213993"/>
                </a:lnTo>
                <a:lnTo>
                  <a:pt x="4184164" y="3181747"/>
                </a:lnTo>
                <a:lnTo>
                  <a:pt x="4199879" y="3149223"/>
                </a:lnTo>
                <a:lnTo>
                  <a:pt x="4215069" y="3116425"/>
                </a:lnTo>
                <a:lnTo>
                  <a:pt x="4229728" y="3083362"/>
                </a:lnTo>
                <a:lnTo>
                  <a:pt x="4243854" y="3050037"/>
                </a:lnTo>
                <a:lnTo>
                  <a:pt x="4257430" y="3016485"/>
                </a:lnTo>
                <a:lnTo>
                  <a:pt x="4270444" y="2982740"/>
                </a:lnTo>
                <a:lnTo>
                  <a:pt x="4282894" y="2948809"/>
                </a:lnTo>
                <a:lnTo>
                  <a:pt x="4294781" y="2914699"/>
                </a:lnTo>
                <a:lnTo>
                  <a:pt x="4306101" y="2880417"/>
                </a:lnTo>
                <a:lnTo>
                  <a:pt x="4316854" y="2845971"/>
                </a:lnTo>
                <a:lnTo>
                  <a:pt x="4327038" y="2811366"/>
                </a:lnTo>
                <a:lnTo>
                  <a:pt x="4336652" y="2776612"/>
                </a:lnTo>
                <a:lnTo>
                  <a:pt x="4345694" y="2741714"/>
                </a:lnTo>
                <a:lnTo>
                  <a:pt x="4354163" y="2706679"/>
                </a:lnTo>
                <a:lnTo>
                  <a:pt x="4362058" y="2671516"/>
                </a:lnTo>
                <a:lnTo>
                  <a:pt x="4369376" y="2636230"/>
                </a:lnTo>
                <a:lnTo>
                  <a:pt x="4376118" y="2600830"/>
                </a:lnTo>
                <a:lnTo>
                  <a:pt x="4382281" y="2565322"/>
                </a:lnTo>
                <a:lnTo>
                  <a:pt x="4387863" y="2529713"/>
                </a:lnTo>
                <a:lnTo>
                  <a:pt x="4392864" y="2494011"/>
                </a:lnTo>
                <a:lnTo>
                  <a:pt x="4397282" y="2458222"/>
                </a:lnTo>
                <a:lnTo>
                  <a:pt x="4401115" y="2422355"/>
                </a:lnTo>
                <a:lnTo>
                  <a:pt x="4404363" y="2386414"/>
                </a:lnTo>
                <a:lnTo>
                  <a:pt x="4407023" y="2350409"/>
                </a:lnTo>
                <a:lnTo>
                  <a:pt x="4409095" y="2314347"/>
                </a:lnTo>
                <a:lnTo>
                  <a:pt x="4410576" y="2278233"/>
                </a:lnTo>
                <a:lnTo>
                  <a:pt x="4411466" y="2242076"/>
                </a:lnTo>
                <a:lnTo>
                  <a:pt x="4411763" y="2205882"/>
                </a:lnTo>
              </a:path>
            </a:pathLst>
          </a:custGeom>
          <a:noFill xmlns:a="http://schemas.openxmlformats.org/drawingml/2006/main"/>
          <a:ln xmlns:a="http://schemas.openxmlformats.org/drawingml/2006/main" w="14184" cap="rnd">
            <a:solidFill>
              <a:srgbClr val="FFFFFF"/>
            </a:solidFill>
            <a:round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B475A5-95FD-4E80-A6CF-7F7D808C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8713" y="3975638"/>
            <a:ext cx="73175" cy="114053"/>
          </a:xfrm>
          <a:custGeom xmlns:a="http://schemas.openxmlformats.org/drawingml/2006/main">
            <a:pathLst>
              <a:path w="73175" h="114053">
                <a:moveTo>
                  <a:pt x="0" y="82692"/>
                </a:moveTo>
                <a:lnTo>
                  <a:pt x="13730" y="80820"/>
                </a:lnTo>
                <a:cubicBezTo>
                  <a:pt x="15290" y="88621"/>
                  <a:pt x="17943" y="94238"/>
                  <a:pt x="21687" y="97670"/>
                </a:cubicBezTo>
                <a:cubicBezTo>
                  <a:pt x="25432" y="101103"/>
                  <a:pt x="30112" y="102819"/>
                  <a:pt x="35573" y="102819"/>
                </a:cubicBezTo>
                <a:cubicBezTo>
                  <a:pt x="41970" y="102819"/>
                  <a:pt x="47431" y="100635"/>
                  <a:pt x="51800" y="96110"/>
                </a:cubicBezTo>
                <a:cubicBezTo>
                  <a:pt x="56168" y="91742"/>
                  <a:pt x="58509" y="86125"/>
                  <a:pt x="58509" y="79572"/>
                </a:cubicBezTo>
                <a:cubicBezTo>
                  <a:pt x="58509" y="73331"/>
                  <a:pt x="56324" y="68026"/>
                  <a:pt x="52268" y="63969"/>
                </a:cubicBezTo>
                <a:cubicBezTo>
                  <a:pt x="48211" y="59913"/>
                  <a:pt x="42906" y="57729"/>
                  <a:pt x="36665" y="57729"/>
                </a:cubicBezTo>
                <a:cubicBezTo>
                  <a:pt x="34013" y="57729"/>
                  <a:pt x="30737" y="58353"/>
                  <a:pt x="26992" y="59289"/>
                </a:cubicBezTo>
                <a:lnTo>
                  <a:pt x="28552" y="47275"/>
                </a:lnTo>
                <a:cubicBezTo>
                  <a:pt x="29488" y="47431"/>
                  <a:pt x="30112" y="47431"/>
                  <a:pt x="30737" y="47431"/>
                </a:cubicBezTo>
                <a:cubicBezTo>
                  <a:pt x="36509" y="47431"/>
                  <a:pt x="41814" y="46027"/>
                  <a:pt x="46495" y="42906"/>
                </a:cubicBezTo>
                <a:cubicBezTo>
                  <a:pt x="51176" y="39786"/>
                  <a:pt x="53516" y="35105"/>
                  <a:pt x="53516" y="28708"/>
                </a:cubicBezTo>
                <a:cubicBezTo>
                  <a:pt x="53516" y="23715"/>
                  <a:pt x="51800" y="19659"/>
                  <a:pt x="48367" y="16382"/>
                </a:cubicBezTo>
                <a:cubicBezTo>
                  <a:pt x="44935" y="13106"/>
                  <a:pt x="40566" y="11390"/>
                  <a:pt x="35261" y="11390"/>
                </a:cubicBezTo>
                <a:cubicBezTo>
                  <a:pt x="29956" y="11390"/>
                  <a:pt x="25432" y="13106"/>
                  <a:pt x="21843" y="16382"/>
                </a:cubicBezTo>
                <a:cubicBezTo>
                  <a:pt x="18255" y="19815"/>
                  <a:pt x="16070" y="24808"/>
                  <a:pt x="15134" y="31361"/>
                </a:cubicBezTo>
                <a:lnTo>
                  <a:pt x="1404" y="29020"/>
                </a:lnTo>
                <a:cubicBezTo>
                  <a:pt x="2964" y="19815"/>
                  <a:pt x="6865" y="12638"/>
                  <a:pt x="12794" y="7645"/>
                </a:cubicBezTo>
                <a:cubicBezTo>
                  <a:pt x="18723" y="2652"/>
                  <a:pt x="26056" y="0"/>
                  <a:pt x="34949" y="0"/>
                </a:cubicBezTo>
                <a:cubicBezTo>
                  <a:pt x="41034" y="0"/>
                  <a:pt x="46651" y="1404"/>
                  <a:pt x="51800" y="4057"/>
                </a:cubicBezTo>
                <a:cubicBezTo>
                  <a:pt x="56792" y="6709"/>
                  <a:pt x="60693" y="10298"/>
                  <a:pt x="63501" y="14666"/>
                </a:cubicBezTo>
                <a:cubicBezTo>
                  <a:pt x="66310" y="19191"/>
                  <a:pt x="67714" y="24028"/>
                  <a:pt x="67714" y="29020"/>
                </a:cubicBezTo>
                <a:cubicBezTo>
                  <a:pt x="67714" y="34013"/>
                  <a:pt x="66310" y="38382"/>
                  <a:pt x="63813" y="42282"/>
                </a:cubicBezTo>
                <a:cubicBezTo>
                  <a:pt x="61161" y="46339"/>
                  <a:pt x="57260" y="49459"/>
                  <a:pt x="52268" y="51644"/>
                </a:cubicBezTo>
                <a:cubicBezTo>
                  <a:pt x="58821" y="53204"/>
                  <a:pt x="63813" y="56480"/>
                  <a:pt x="67558" y="61161"/>
                </a:cubicBezTo>
                <a:cubicBezTo>
                  <a:pt x="71303" y="65998"/>
                  <a:pt x="73175" y="72083"/>
                  <a:pt x="73175" y="79260"/>
                </a:cubicBezTo>
                <a:cubicBezTo>
                  <a:pt x="73175" y="88933"/>
                  <a:pt x="69586" y="97202"/>
                  <a:pt x="62409" y="103911"/>
                </a:cubicBezTo>
                <a:cubicBezTo>
                  <a:pt x="55232" y="110776"/>
                  <a:pt x="46339" y="114053"/>
                  <a:pt x="35573" y="114053"/>
                </a:cubicBezTo>
                <a:cubicBezTo>
                  <a:pt x="25588" y="114053"/>
                  <a:pt x="17475" y="111244"/>
                  <a:pt x="11078" y="105316"/>
                </a:cubicBezTo>
                <a:cubicBezTo>
                  <a:pt x="4525" y="99543"/>
                  <a:pt x="936" y="92054"/>
                  <a:pt x="0" y="8269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4B2FD7-3FC1-4DD1-A34A-48922FEF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42" y="3977510"/>
            <a:ext cx="72395" cy="110308"/>
          </a:xfrm>
          <a:custGeom xmlns:a="http://schemas.openxmlformats.org/drawingml/2006/main">
            <a:pathLst>
              <a:path w="72395" h="110308">
                <a:moveTo>
                  <a:pt x="0" y="13262"/>
                </a:moveTo>
                <a:lnTo>
                  <a:pt x="0" y="0"/>
                </a:lnTo>
                <a:lnTo>
                  <a:pt x="72395" y="0"/>
                </a:lnTo>
                <a:lnTo>
                  <a:pt x="72395" y="10766"/>
                </a:lnTo>
                <a:cubicBezTo>
                  <a:pt x="65218" y="18411"/>
                  <a:pt x="58041" y="28552"/>
                  <a:pt x="51176" y="41034"/>
                </a:cubicBezTo>
                <a:cubicBezTo>
                  <a:pt x="44155" y="53516"/>
                  <a:pt x="38694" y="66466"/>
                  <a:pt x="34949" y="79572"/>
                </a:cubicBezTo>
                <a:cubicBezTo>
                  <a:pt x="32141" y="88933"/>
                  <a:pt x="30424" y="99231"/>
                  <a:pt x="29800" y="110308"/>
                </a:cubicBezTo>
                <a:lnTo>
                  <a:pt x="15602" y="110308"/>
                </a:lnTo>
                <a:cubicBezTo>
                  <a:pt x="15758" y="101571"/>
                  <a:pt x="17475" y="90961"/>
                  <a:pt x="20751" y="78480"/>
                </a:cubicBezTo>
                <a:cubicBezTo>
                  <a:pt x="24028" y="65998"/>
                  <a:pt x="28708" y="53984"/>
                  <a:pt x="34949" y="42438"/>
                </a:cubicBezTo>
                <a:cubicBezTo>
                  <a:pt x="41190" y="30893"/>
                  <a:pt x="47743" y="21219"/>
                  <a:pt x="54764" y="13262"/>
                </a:cubicBezTo>
                <a:lnTo>
                  <a:pt x="0" y="1326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D1139B-2E45-430C-B2B4-BD667454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855" y="4072216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D237AE-3A7C-404F-991C-C659F4C3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585" y="3975638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66F21BF2-F619-4E26-B5EB-E9FAF00F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926" y="1361486"/>
            <a:ext cx="5514704" cy="5514704"/>
          </a:xfrm>
          <a:custGeom xmlns:a="http://schemas.openxmlformats.org/drawingml/2006/main">
            <a:pathLst>
              <a:path w="5514704" h="5514704">
                <a:moveTo>
                  <a:pt x="5508779" y="2576697"/>
                </a:moveTo>
                <a:lnTo>
                  <a:pt x="5511369" y="2621774"/>
                </a:lnTo>
                <a:lnTo>
                  <a:pt x="5513220" y="2666916"/>
                </a:lnTo>
                <a:lnTo>
                  <a:pt x="5514333" y="2712111"/>
                </a:lnTo>
                <a:lnTo>
                  <a:pt x="5514704" y="2757352"/>
                </a:lnTo>
                <a:lnTo>
                  <a:pt x="5514333" y="2802593"/>
                </a:lnTo>
                <a:lnTo>
                  <a:pt x="5513220" y="2847789"/>
                </a:lnTo>
                <a:lnTo>
                  <a:pt x="5511369" y="2892930"/>
                </a:lnTo>
                <a:lnTo>
                  <a:pt x="5508779" y="2938008"/>
                </a:lnTo>
                <a:lnTo>
                  <a:pt x="5505453" y="2983014"/>
                </a:lnTo>
                <a:lnTo>
                  <a:pt x="5501394" y="3027939"/>
                </a:lnTo>
                <a:lnTo>
                  <a:pt x="5496602" y="3072774"/>
                </a:lnTo>
                <a:lnTo>
                  <a:pt x="5491079" y="3117510"/>
                </a:lnTo>
                <a:lnTo>
                  <a:pt x="5484828" y="3162138"/>
                </a:lnTo>
                <a:lnTo>
                  <a:pt x="5477849" y="3206649"/>
                </a:lnTo>
                <a:lnTo>
                  <a:pt x="5470146" y="3251035"/>
                </a:lnTo>
                <a:lnTo>
                  <a:pt x="5461718" y="3295286"/>
                </a:lnTo>
                <a:lnTo>
                  <a:pt x="5452570" y="3339393"/>
                </a:lnTo>
                <a:lnTo>
                  <a:pt x="5442701" y="3383348"/>
                </a:lnTo>
                <a:lnTo>
                  <a:pt x="5432114" y="3427142"/>
                </a:lnTo>
                <a:lnTo>
                  <a:pt x="5420811" y="3470765"/>
                </a:lnTo>
                <a:lnTo>
                  <a:pt x="5408793" y="3514209"/>
                </a:lnTo>
                <a:lnTo>
                  <a:pt x="5396063" y="3557465"/>
                </a:lnTo>
                <a:lnTo>
                  <a:pt x="5382621" y="3600524"/>
                </a:lnTo>
                <a:lnTo>
                  <a:pt x="5368470" y="3643377"/>
                </a:lnTo>
                <a:lnTo>
                  <a:pt x="5353612" y="3686015"/>
                </a:lnTo>
                <a:lnTo>
                  <a:pt x="5338048" y="3728429"/>
                </a:lnTo>
                <a:lnTo>
                  <a:pt x="5321781" y="3770610"/>
                </a:lnTo>
                <a:lnTo>
                  <a:pt x="5304811" y="3812550"/>
                </a:lnTo>
                <a:lnTo>
                  <a:pt x="5287155" y="3854205"/>
                </a:lnTo>
                <a:lnTo>
                  <a:pt x="5268832" y="3895535"/>
                </a:lnTo>
                <a:lnTo>
                  <a:pt x="5249846" y="3936532"/>
                </a:lnTo>
                <a:lnTo>
                  <a:pt x="5230203" y="3977187"/>
                </a:lnTo>
                <a:lnTo>
                  <a:pt x="5209908" y="4017494"/>
                </a:lnTo>
                <a:lnTo>
                  <a:pt x="5188965" y="4057446"/>
                </a:lnTo>
                <a:lnTo>
                  <a:pt x="5167380" y="4097033"/>
                </a:lnTo>
                <a:lnTo>
                  <a:pt x="5145158" y="4136250"/>
                </a:lnTo>
                <a:lnTo>
                  <a:pt x="5122304" y="4175088"/>
                </a:lnTo>
                <a:lnTo>
                  <a:pt x="5098823" y="4213540"/>
                </a:lnTo>
                <a:lnTo>
                  <a:pt x="5074720" y="4251598"/>
                </a:lnTo>
                <a:lnTo>
                  <a:pt x="5050000" y="4289255"/>
                </a:lnTo>
                <a:lnTo>
                  <a:pt x="5024669" y="4326503"/>
                </a:lnTo>
                <a:lnTo>
                  <a:pt x="4998730" y="4363335"/>
                </a:lnTo>
                <a:lnTo>
                  <a:pt x="4972190" y="4399744"/>
                </a:lnTo>
                <a:lnTo>
                  <a:pt x="4945053" y="4435720"/>
                </a:lnTo>
                <a:lnTo>
                  <a:pt x="4917325" y="4471258"/>
                </a:lnTo>
                <a:lnTo>
                  <a:pt x="4889010" y="4506350"/>
                </a:lnTo>
                <a:lnTo>
                  <a:pt x="4860113" y="4540987"/>
                </a:lnTo>
                <a:lnTo>
                  <a:pt x="4830641" y="4575163"/>
                </a:lnTo>
                <a:lnTo>
                  <a:pt x="4800596" y="4608870"/>
                </a:lnTo>
                <a:lnTo>
                  <a:pt x="4769986" y="4642100"/>
                </a:lnTo>
                <a:lnTo>
                  <a:pt x="4738814" y="4674846"/>
                </a:lnTo>
                <a:lnTo>
                  <a:pt x="4707087" y="4707101"/>
                </a:lnTo>
                <a:lnTo>
                  <a:pt x="4674834" y="4738828"/>
                </a:lnTo>
                <a:lnTo>
                  <a:pt x="4642089" y="4770000"/>
                </a:lnTo>
                <a:lnTo>
                  <a:pt x="4608860" y="4800610"/>
                </a:lnTo>
                <a:lnTo>
                  <a:pt x="4575154" y="4830654"/>
                </a:lnTo>
                <a:lnTo>
                  <a:pt x="4540979" y="4860126"/>
                </a:lnTo>
                <a:lnTo>
                  <a:pt x="4506342" y="4889022"/>
                </a:lnTo>
                <a:lnTo>
                  <a:pt x="4471250" y="4917336"/>
                </a:lnTo>
                <a:lnTo>
                  <a:pt x="4435713" y="4945064"/>
                </a:lnTo>
                <a:lnTo>
                  <a:pt x="4399736" y="4972200"/>
                </a:lnTo>
                <a:lnTo>
                  <a:pt x="4363327" y="4998739"/>
                </a:lnTo>
                <a:lnTo>
                  <a:pt x="4326495" y="5024677"/>
                </a:lnTo>
                <a:lnTo>
                  <a:pt x="4289246" y="5050007"/>
                </a:lnTo>
                <a:lnTo>
                  <a:pt x="4251589" y="5074726"/>
                </a:lnTo>
                <a:lnTo>
                  <a:pt x="4213530" y="5098828"/>
                </a:lnTo>
                <a:lnTo>
                  <a:pt x="4175077" y="5122309"/>
                </a:lnTo>
                <a:lnTo>
                  <a:pt x="4136239" y="5145162"/>
                </a:lnTo>
                <a:lnTo>
                  <a:pt x="4097022" y="5167383"/>
                </a:lnTo>
                <a:lnTo>
                  <a:pt x="4057433" y="5188967"/>
                </a:lnTo>
                <a:lnTo>
                  <a:pt x="4017482" y="5209909"/>
                </a:lnTo>
                <a:lnTo>
                  <a:pt x="3977174" y="5230204"/>
                </a:lnTo>
                <a:lnTo>
                  <a:pt x="3936518" y="5249847"/>
                </a:lnTo>
                <a:lnTo>
                  <a:pt x="3895521" y="5268832"/>
                </a:lnTo>
                <a:lnTo>
                  <a:pt x="3854191" y="5287155"/>
                </a:lnTo>
                <a:lnTo>
                  <a:pt x="3812536" y="5304811"/>
                </a:lnTo>
                <a:lnTo>
                  <a:pt x="3770596" y="5321782"/>
                </a:lnTo>
                <a:lnTo>
                  <a:pt x="3728415" y="5338051"/>
                </a:lnTo>
                <a:lnTo>
                  <a:pt x="3686001" y="5353616"/>
                </a:lnTo>
                <a:lnTo>
                  <a:pt x="3643363" y="5368475"/>
                </a:lnTo>
                <a:lnTo>
                  <a:pt x="3600511" y="5382627"/>
                </a:lnTo>
                <a:lnTo>
                  <a:pt x="3557453" y="5396069"/>
                </a:lnTo>
                <a:lnTo>
                  <a:pt x="3514198" y="5408799"/>
                </a:lnTo>
                <a:lnTo>
                  <a:pt x="3470754" y="5420817"/>
                </a:lnTo>
                <a:lnTo>
                  <a:pt x="3427132" y="5432120"/>
                </a:lnTo>
                <a:lnTo>
                  <a:pt x="3383339" y="5442707"/>
                </a:lnTo>
                <a:lnTo>
                  <a:pt x="3339385" y="5452575"/>
                </a:lnTo>
                <a:lnTo>
                  <a:pt x="3295279" y="5461724"/>
                </a:lnTo>
                <a:lnTo>
                  <a:pt x="3251029" y="5470150"/>
                </a:lnTo>
                <a:lnTo>
                  <a:pt x="3206644" y="5477854"/>
                </a:lnTo>
                <a:lnTo>
                  <a:pt x="3162133" y="5484831"/>
                </a:lnTo>
                <a:lnTo>
                  <a:pt x="3117506" y="5491082"/>
                </a:lnTo>
                <a:lnTo>
                  <a:pt x="3072771" y="5496604"/>
                </a:lnTo>
                <a:lnTo>
                  <a:pt x="3027937" y="5501396"/>
                </a:lnTo>
                <a:lnTo>
                  <a:pt x="2983013" y="5505455"/>
                </a:lnTo>
                <a:lnTo>
                  <a:pt x="2938007" y="5508780"/>
                </a:lnTo>
                <a:lnTo>
                  <a:pt x="2892930" y="5511369"/>
                </a:lnTo>
                <a:lnTo>
                  <a:pt x="2847789" y="5513221"/>
                </a:lnTo>
                <a:lnTo>
                  <a:pt x="2802593" y="5514333"/>
                </a:lnTo>
                <a:lnTo>
                  <a:pt x="2757352" y="5514704"/>
                </a:lnTo>
                <a:lnTo>
                  <a:pt x="2712109" y="5514333"/>
                </a:lnTo>
                <a:lnTo>
                  <a:pt x="2666912" y="5513221"/>
                </a:lnTo>
                <a:lnTo>
                  <a:pt x="2621770" y="5511369"/>
                </a:lnTo>
                <a:lnTo>
                  <a:pt x="2576691" y="5508780"/>
                </a:lnTo>
                <a:lnTo>
                  <a:pt x="2531684" y="5505455"/>
                </a:lnTo>
                <a:lnTo>
                  <a:pt x="2486759" y="5501396"/>
                </a:lnTo>
                <a:lnTo>
                  <a:pt x="2441924" y="5496604"/>
                </a:lnTo>
                <a:lnTo>
                  <a:pt x="2397188" y="5491082"/>
                </a:lnTo>
                <a:lnTo>
                  <a:pt x="2352560" y="5484831"/>
                </a:lnTo>
                <a:lnTo>
                  <a:pt x="2308049" y="5477854"/>
                </a:lnTo>
                <a:lnTo>
                  <a:pt x="2263664" y="5470150"/>
                </a:lnTo>
                <a:lnTo>
                  <a:pt x="2219413" y="5461724"/>
                </a:lnTo>
                <a:lnTo>
                  <a:pt x="2175306" y="5452575"/>
                </a:lnTo>
                <a:lnTo>
                  <a:pt x="2131352" y="5442707"/>
                </a:lnTo>
                <a:lnTo>
                  <a:pt x="2087559" y="5432120"/>
                </a:lnTo>
                <a:lnTo>
                  <a:pt x="2043936" y="5420817"/>
                </a:lnTo>
                <a:lnTo>
                  <a:pt x="2000493" y="5408799"/>
                </a:lnTo>
                <a:lnTo>
                  <a:pt x="1957237" y="5396069"/>
                </a:lnTo>
                <a:lnTo>
                  <a:pt x="1914179" y="5382627"/>
                </a:lnTo>
                <a:lnTo>
                  <a:pt x="1871327" y="5368475"/>
                </a:lnTo>
                <a:lnTo>
                  <a:pt x="1828689" y="5353616"/>
                </a:lnTo>
                <a:lnTo>
                  <a:pt x="1786275" y="5338051"/>
                </a:lnTo>
                <a:lnTo>
                  <a:pt x="1744094" y="5321782"/>
                </a:lnTo>
                <a:lnTo>
                  <a:pt x="1702154" y="5304811"/>
                </a:lnTo>
                <a:lnTo>
                  <a:pt x="1660499" y="5287155"/>
                </a:lnTo>
                <a:lnTo>
                  <a:pt x="1619169" y="5268832"/>
                </a:lnTo>
                <a:lnTo>
                  <a:pt x="1578172" y="5249847"/>
                </a:lnTo>
                <a:lnTo>
                  <a:pt x="1537516" y="5230204"/>
                </a:lnTo>
                <a:lnTo>
                  <a:pt x="1497208" y="5209909"/>
                </a:lnTo>
                <a:lnTo>
                  <a:pt x="1457257" y="5188967"/>
                </a:lnTo>
                <a:lnTo>
                  <a:pt x="1417668" y="5167383"/>
                </a:lnTo>
                <a:lnTo>
                  <a:pt x="1378451" y="5145162"/>
                </a:lnTo>
                <a:lnTo>
                  <a:pt x="1339613" y="5122309"/>
                </a:lnTo>
                <a:lnTo>
                  <a:pt x="1301160" y="5098828"/>
                </a:lnTo>
                <a:lnTo>
                  <a:pt x="1263101" y="5074726"/>
                </a:lnTo>
                <a:lnTo>
                  <a:pt x="1225444" y="5050007"/>
                </a:lnTo>
                <a:lnTo>
                  <a:pt x="1188195" y="5024677"/>
                </a:lnTo>
                <a:lnTo>
                  <a:pt x="1151363" y="4998739"/>
                </a:lnTo>
                <a:lnTo>
                  <a:pt x="1114954" y="4972200"/>
                </a:lnTo>
                <a:lnTo>
                  <a:pt x="1078977" y="4945064"/>
                </a:lnTo>
                <a:lnTo>
                  <a:pt x="1043440" y="4917336"/>
                </a:lnTo>
                <a:lnTo>
                  <a:pt x="1008348" y="4889022"/>
                </a:lnTo>
                <a:lnTo>
                  <a:pt x="973711" y="4860126"/>
                </a:lnTo>
                <a:lnTo>
                  <a:pt x="939536" y="4830654"/>
                </a:lnTo>
                <a:lnTo>
                  <a:pt x="905830" y="4800610"/>
                </a:lnTo>
                <a:lnTo>
                  <a:pt x="872601" y="4770000"/>
                </a:lnTo>
                <a:lnTo>
                  <a:pt x="839856" y="4738828"/>
                </a:lnTo>
                <a:lnTo>
                  <a:pt x="807603" y="4707101"/>
                </a:lnTo>
                <a:lnTo>
                  <a:pt x="775876" y="4674846"/>
                </a:lnTo>
                <a:lnTo>
                  <a:pt x="744704" y="4642100"/>
                </a:lnTo>
                <a:lnTo>
                  <a:pt x="714094" y="4608870"/>
                </a:lnTo>
                <a:lnTo>
                  <a:pt x="684050" y="4575163"/>
                </a:lnTo>
                <a:lnTo>
                  <a:pt x="654578" y="4540987"/>
                </a:lnTo>
                <a:lnTo>
                  <a:pt x="625682" y="4506350"/>
                </a:lnTo>
                <a:lnTo>
                  <a:pt x="597368" y="4471258"/>
                </a:lnTo>
                <a:lnTo>
                  <a:pt x="569640" y="4435720"/>
                </a:lnTo>
                <a:lnTo>
                  <a:pt x="542504" y="4399744"/>
                </a:lnTo>
                <a:lnTo>
                  <a:pt x="515964" y="4363335"/>
                </a:lnTo>
                <a:lnTo>
                  <a:pt x="490026" y="4326503"/>
                </a:lnTo>
                <a:lnTo>
                  <a:pt x="464695" y="4289255"/>
                </a:lnTo>
                <a:lnTo>
                  <a:pt x="439976" y="4251598"/>
                </a:lnTo>
                <a:lnTo>
                  <a:pt x="415873" y="4213540"/>
                </a:lnTo>
                <a:lnTo>
                  <a:pt x="392392" y="4175088"/>
                </a:lnTo>
                <a:lnTo>
                  <a:pt x="369538" y="4136250"/>
                </a:lnTo>
                <a:lnTo>
                  <a:pt x="347316" y="4097033"/>
                </a:lnTo>
                <a:lnTo>
                  <a:pt x="325731" y="4057446"/>
                </a:lnTo>
                <a:lnTo>
                  <a:pt x="304788" y="4017494"/>
                </a:lnTo>
                <a:lnTo>
                  <a:pt x="284492" y="3977187"/>
                </a:lnTo>
                <a:lnTo>
                  <a:pt x="264848" y="3936532"/>
                </a:lnTo>
                <a:lnTo>
                  <a:pt x="245861" y="3895535"/>
                </a:lnTo>
                <a:lnTo>
                  <a:pt x="227537" y="3854205"/>
                </a:lnTo>
                <a:lnTo>
                  <a:pt x="209879" y="3812550"/>
                </a:lnTo>
                <a:lnTo>
                  <a:pt x="192910" y="3770610"/>
                </a:lnTo>
                <a:lnTo>
                  <a:pt x="176642" y="3728429"/>
                </a:lnTo>
                <a:lnTo>
                  <a:pt x="161078" y="3686015"/>
                </a:lnTo>
                <a:lnTo>
                  <a:pt x="146221" y="3643377"/>
                </a:lnTo>
                <a:lnTo>
                  <a:pt x="132070" y="3600524"/>
                </a:lnTo>
                <a:lnTo>
                  <a:pt x="118630" y="3557465"/>
                </a:lnTo>
                <a:lnTo>
                  <a:pt x="105900" y="3514209"/>
                </a:lnTo>
                <a:lnTo>
                  <a:pt x="93883" y="3470765"/>
                </a:lnTo>
                <a:lnTo>
                  <a:pt x="82580" y="3427142"/>
                </a:lnTo>
                <a:lnTo>
                  <a:pt x="71994" y="3383348"/>
                </a:lnTo>
                <a:lnTo>
                  <a:pt x="62127" y="3339393"/>
                </a:lnTo>
                <a:lnTo>
                  <a:pt x="52979" y="3295286"/>
                </a:lnTo>
                <a:lnTo>
                  <a:pt x="44552" y="3251035"/>
                </a:lnTo>
                <a:lnTo>
                  <a:pt x="36850" y="3206649"/>
                </a:lnTo>
                <a:lnTo>
                  <a:pt x="29872" y="3162138"/>
                </a:lnTo>
                <a:lnTo>
                  <a:pt x="23621" y="3117510"/>
                </a:lnTo>
                <a:lnTo>
                  <a:pt x="18100" y="3072774"/>
                </a:lnTo>
                <a:lnTo>
                  <a:pt x="13308" y="3027939"/>
                </a:lnTo>
                <a:lnTo>
                  <a:pt x="9249" y="2983014"/>
                </a:lnTo>
                <a:lnTo>
                  <a:pt x="5924" y="2938008"/>
                </a:lnTo>
                <a:lnTo>
                  <a:pt x="3335" y="2892930"/>
                </a:lnTo>
                <a:lnTo>
                  <a:pt x="1483" y="2847789"/>
                </a:lnTo>
                <a:lnTo>
                  <a:pt x="371" y="2802593"/>
                </a:lnTo>
                <a:lnTo>
                  <a:pt x="0" y="2757352"/>
                </a:lnTo>
                <a:lnTo>
                  <a:pt x="371" y="2712111"/>
                </a:lnTo>
                <a:lnTo>
                  <a:pt x="1483" y="2666916"/>
                </a:lnTo>
                <a:lnTo>
                  <a:pt x="3335" y="2621774"/>
                </a:lnTo>
                <a:lnTo>
                  <a:pt x="5924" y="2576697"/>
                </a:lnTo>
                <a:lnTo>
                  <a:pt x="9249" y="2531691"/>
                </a:lnTo>
                <a:lnTo>
                  <a:pt x="13308" y="2486767"/>
                </a:lnTo>
                <a:lnTo>
                  <a:pt x="18100" y="2441933"/>
                </a:lnTo>
                <a:lnTo>
                  <a:pt x="23621" y="2397197"/>
                </a:lnTo>
                <a:lnTo>
                  <a:pt x="29872" y="2352570"/>
                </a:lnTo>
                <a:lnTo>
                  <a:pt x="36850" y="2308059"/>
                </a:lnTo>
                <a:lnTo>
                  <a:pt x="44552" y="2263674"/>
                </a:lnTo>
                <a:lnTo>
                  <a:pt x="52979" y="2219424"/>
                </a:lnTo>
                <a:lnTo>
                  <a:pt x="62127" y="2175317"/>
                </a:lnTo>
                <a:lnTo>
                  <a:pt x="71994" y="2131362"/>
                </a:lnTo>
                <a:lnTo>
                  <a:pt x="82580" y="2087569"/>
                </a:lnTo>
                <a:lnTo>
                  <a:pt x="93883" y="2043946"/>
                </a:lnTo>
                <a:lnTo>
                  <a:pt x="105900" y="2000501"/>
                </a:lnTo>
                <a:lnTo>
                  <a:pt x="118630" y="1957245"/>
                </a:lnTo>
                <a:lnTo>
                  <a:pt x="132070" y="1914186"/>
                </a:lnTo>
                <a:lnTo>
                  <a:pt x="146221" y="1871332"/>
                </a:lnTo>
                <a:lnTo>
                  <a:pt x="161078" y="1828694"/>
                </a:lnTo>
                <a:lnTo>
                  <a:pt x="176642" y="1786278"/>
                </a:lnTo>
                <a:lnTo>
                  <a:pt x="192910" y="1744096"/>
                </a:lnTo>
                <a:lnTo>
                  <a:pt x="209879" y="1702154"/>
                </a:lnTo>
                <a:lnTo>
                  <a:pt x="227537" y="1660499"/>
                </a:lnTo>
                <a:lnTo>
                  <a:pt x="245861" y="1619169"/>
                </a:lnTo>
                <a:lnTo>
                  <a:pt x="264848" y="1578173"/>
                </a:lnTo>
                <a:lnTo>
                  <a:pt x="284492" y="1537517"/>
                </a:lnTo>
                <a:lnTo>
                  <a:pt x="304788" y="1497210"/>
                </a:lnTo>
                <a:lnTo>
                  <a:pt x="325731" y="1457259"/>
                </a:lnTo>
                <a:lnTo>
                  <a:pt x="347316" y="1417671"/>
                </a:lnTo>
                <a:lnTo>
                  <a:pt x="369538" y="1378454"/>
                </a:lnTo>
                <a:lnTo>
                  <a:pt x="392392" y="1339616"/>
                </a:lnTo>
                <a:lnTo>
                  <a:pt x="415873" y="1301164"/>
                </a:lnTo>
                <a:lnTo>
                  <a:pt x="439976" y="1263106"/>
                </a:lnTo>
                <a:lnTo>
                  <a:pt x="464695" y="1225449"/>
                </a:lnTo>
                <a:lnTo>
                  <a:pt x="490026" y="1188201"/>
                </a:lnTo>
                <a:lnTo>
                  <a:pt x="515964" y="1151369"/>
                </a:lnTo>
                <a:lnTo>
                  <a:pt x="542504" y="1114961"/>
                </a:lnTo>
                <a:lnTo>
                  <a:pt x="569640" y="1078984"/>
                </a:lnTo>
                <a:lnTo>
                  <a:pt x="597368" y="1043446"/>
                </a:lnTo>
                <a:lnTo>
                  <a:pt x="625682" y="1008354"/>
                </a:lnTo>
                <a:lnTo>
                  <a:pt x="654578" y="973717"/>
                </a:lnTo>
                <a:lnTo>
                  <a:pt x="684050" y="939541"/>
                </a:lnTo>
                <a:lnTo>
                  <a:pt x="714094" y="905834"/>
                </a:lnTo>
                <a:lnTo>
                  <a:pt x="744704" y="872604"/>
                </a:lnTo>
                <a:lnTo>
                  <a:pt x="775876" y="839858"/>
                </a:lnTo>
                <a:lnTo>
                  <a:pt x="807603" y="807603"/>
                </a:lnTo>
                <a:lnTo>
                  <a:pt x="839856" y="775876"/>
                </a:lnTo>
                <a:lnTo>
                  <a:pt x="872601" y="744704"/>
                </a:lnTo>
                <a:lnTo>
                  <a:pt x="905830" y="714094"/>
                </a:lnTo>
                <a:lnTo>
                  <a:pt x="939536" y="684050"/>
                </a:lnTo>
                <a:lnTo>
                  <a:pt x="973711" y="654578"/>
                </a:lnTo>
                <a:lnTo>
                  <a:pt x="1008348" y="625682"/>
                </a:lnTo>
                <a:lnTo>
                  <a:pt x="1043440" y="597368"/>
                </a:lnTo>
                <a:lnTo>
                  <a:pt x="1078977" y="569641"/>
                </a:lnTo>
                <a:lnTo>
                  <a:pt x="1114954" y="542505"/>
                </a:lnTo>
                <a:lnTo>
                  <a:pt x="1151363" y="515965"/>
                </a:lnTo>
                <a:lnTo>
                  <a:pt x="1188195" y="490028"/>
                </a:lnTo>
                <a:lnTo>
                  <a:pt x="1225444" y="464697"/>
                </a:lnTo>
                <a:lnTo>
                  <a:pt x="1263101" y="439978"/>
                </a:lnTo>
                <a:lnTo>
                  <a:pt x="1301160" y="415876"/>
                </a:lnTo>
                <a:lnTo>
                  <a:pt x="1339613" y="392396"/>
                </a:lnTo>
                <a:lnTo>
                  <a:pt x="1378451" y="369542"/>
                </a:lnTo>
                <a:lnTo>
                  <a:pt x="1417668" y="347321"/>
                </a:lnTo>
                <a:lnTo>
                  <a:pt x="1457257" y="325737"/>
                </a:lnTo>
                <a:lnTo>
                  <a:pt x="1497208" y="304795"/>
                </a:lnTo>
                <a:lnTo>
                  <a:pt x="1537516" y="284500"/>
                </a:lnTo>
                <a:lnTo>
                  <a:pt x="1578172" y="264858"/>
                </a:lnTo>
                <a:lnTo>
                  <a:pt x="1619169" y="245872"/>
                </a:lnTo>
                <a:lnTo>
                  <a:pt x="1660499" y="227549"/>
                </a:lnTo>
                <a:lnTo>
                  <a:pt x="1702154" y="209893"/>
                </a:lnTo>
                <a:lnTo>
                  <a:pt x="1744094" y="192924"/>
                </a:lnTo>
                <a:lnTo>
                  <a:pt x="1786275" y="176656"/>
                </a:lnTo>
                <a:lnTo>
                  <a:pt x="1828689" y="161092"/>
                </a:lnTo>
                <a:lnTo>
                  <a:pt x="1871327" y="146234"/>
                </a:lnTo>
                <a:lnTo>
                  <a:pt x="1914179" y="132083"/>
                </a:lnTo>
                <a:lnTo>
                  <a:pt x="1957237" y="118642"/>
                </a:lnTo>
                <a:lnTo>
                  <a:pt x="2000493" y="105911"/>
                </a:lnTo>
                <a:lnTo>
                  <a:pt x="2043936" y="93893"/>
                </a:lnTo>
                <a:lnTo>
                  <a:pt x="2087559" y="82590"/>
                </a:lnTo>
                <a:lnTo>
                  <a:pt x="2131352" y="72003"/>
                </a:lnTo>
                <a:lnTo>
                  <a:pt x="2175306" y="62135"/>
                </a:lnTo>
                <a:lnTo>
                  <a:pt x="2219413" y="52986"/>
                </a:lnTo>
                <a:lnTo>
                  <a:pt x="2263664" y="44559"/>
                </a:lnTo>
                <a:lnTo>
                  <a:pt x="2308049" y="36855"/>
                </a:lnTo>
                <a:lnTo>
                  <a:pt x="2352560" y="29877"/>
                </a:lnTo>
                <a:lnTo>
                  <a:pt x="2397188" y="23625"/>
                </a:lnTo>
                <a:lnTo>
                  <a:pt x="2441924" y="18103"/>
                </a:lnTo>
                <a:lnTo>
                  <a:pt x="2486759" y="13310"/>
                </a:lnTo>
                <a:lnTo>
                  <a:pt x="2531684" y="9251"/>
                </a:lnTo>
                <a:lnTo>
                  <a:pt x="2576691" y="5925"/>
                </a:lnTo>
                <a:lnTo>
                  <a:pt x="2621770" y="3336"/>
                </a:lnTo>
                <a:lnTo>
                  <a:pt x="2666912" y="1484"/>
                </a:lnTo>
                <a:lnTo>
                  <a:pt x="2712109" y="371"/>
                </a:lnTo>
                <a:lnTo>
                  <a:pt x="2757352" y="0"/>
                </a:lnTo>
                <a:lnTo>
                  <a:pt x="2802593" y="371"/>
                </a:lnTo>
                <a:lnTo>
                  <a:pt x="2847789" y="1484"/>
                </a:lnTo>
                <a:lnTo>
                  <a:pt x="2892930" y="3336"/>
                </a:lnTo>
                <a:lnTo>
                  <a:pt x="2938007" y="5925"/>
                </a:lnTo>
                <a:lnTo>
                  <a:pt x="2983013" y="9251"/>
                </a:lnTo>
                <a:lnTo>
                  <a:pt x="3027937" y="13310"/>
                </a:lnTo>
                <a:lnTo>
                  <a:pt x="3072771" y="18103"/>
                </a:lnTo>
                <a:lnTo>
                  <a:pt x="3117506" y="23625"/>
                </a:lnTo>
                <a:lnTo>
                  <a:pt x="3162133" y="29877"/>
                </a:lnTo>
                <a:lnTo>
                  <a:pt x="3206644" y="36855"/>
                </a:lnTo>
                <a:lnTo>
                  <a:pt x="3251029" y="44559"/>
                </a:lnTo>
                <a:lnTo>
                  <a:pt x="3295279" y="52986"/>
                </a:lnTo>
                <a:lnTo>
                  <a:pt x="3339385" y="62135"/>
                </a:lnTo>
                <a:lnTo>
                  <a:pt x="3383339" y="72003"/>
                </a:lnTo>
                <a:lnTo>
                  <a:pt x="3427132" y="82590"/>
                </a:lnTo>
                <a:lnTo>
                  <a:pt x="3470754" y="93893"/>
                </a:lnTo>
                <a:lnTo>
                  <a:pt x="3514198" y="105911"/>
                </a:lnTo>
                <a:lnTo>
                  <a:pt x="3557453" y="118642"/>
                </a:lnTo>
                <a:lnTo>
                  <a:pt x="3600511" y="132083"/>
                </a:lnTo>
                <a:lnTo>
                  <a:pt x="3643363" y="146234"/>
                </a:lnTo>
                <a:lnTo>
                  <a:pt x="3686001" y="161092"/>
                </a:lnTo>
                <a:lnTo>
                  <a:pt x="3728415" y="176656"/>
                </a:lnTo>
                <a:lnTo>
                  <a:pt x="3770596" y="192924"/>
                </a:lnTo>
                <a:lnTo>
                  <a:pt x="3812536" y="209893"/>
                </a:lnTo>
                <a:lnTo>
                  <a:pt x="3854191" y="227549"/>
                </a:lnTo>
                <a:lnTo>
                  <a:pt x="3895521" y="245872"/>
                </a:lnTo>
                <a:lnTo>
                  <a:pt x="3936518" y="264858"/>
                </a:lnTo>
                <a:lnTo>
                  <a:pt x="3977174" y="284500"/>
                </a:lnTo>
                <a:lnTo>
                  <a:pt x="4017482" y="304795"/>
                </a:lnTo>
                <a:lnTo>
                  <a:pt x="4057433" y="325737"/>
                </a:lnTo>
                <a:lnTo>
                  <a:pt x="4097022" y="347321"/>
                </a:lnTo>
                <a:lnTo>
                  <a:pt x="4136239" y="369542"/>
                </a:lnTo>
                <a:lnTo>
                  <a:pt x="4175077" y="392396"/>
                </a:lnTo>
                <a:lnTo>
                  <a:pt x="4213530" y="415876"/>
                </a:lnTo>
                <a:lnTo>
                  <a:pt x="4251589" y="439978"/>
                </a:lnTo>
                <a:lnTo>
                  <a:pt x="4289246" y="464697"/>
                </a:lnTo>
                <a:lnTo>
                  <a:pt x="4326495" y="490028"/>
                </a:lnTo>
                <a:lnTo>
                  <a:pt x="4363327" y="515965"/>
                </a:lnTo>
                <a:lnTo>
                  <a:pt x="4399736" y="542505"/>
                </a:lnTo>
                <a:lnTo>
                  <a:pt x="4435713" y="569641"/>
                </a:lnTo>
                <a:lnTo>
                  <a:pt x="4471250" y="597368"/>
                </a:lnTo>
                <a:lnTo>
                  <a:pt x="4506342" y="625682"/>
                </a:lnTo>
                <a:lnTo>
                  <a:pt x="4540979" y="654578"/>
                </a:lnTo>
                <a:lnTo>
                  <a:pt x="4575154" y="684050"/>
                </a:lnTo>
                <a:lnTo>
                  <a:pt x="4608860" y="714094"/>
                </a:lnTo>
                <a:lnTo>
                  <a:pt x="4642089" y="744704"/>
                </a:lnTo>
                <a:lnTo>
                  <a:pt x="4674834" y="775876"/>
                </a:lnTo>
                <a:lnTo>
                  <a:pt x="4707087" y="807603"/>
                </a:lnTo>
                <a:lnTo>
                  <a:pt x="4738814" y="839858"/>
                </a:lnTo>
                <a:lnTo>
                  <a:pt x="4769986" y="872604"/>
                </a:lnTo>
                <a:lnTo>
                  <a:pt x="4800596" y="905834"/>
                </a:lnTo>
                <a:lnTo>
                  <a:pt x="4830641" y="939541"/>
                </a:lnTo>
                <a:lnTo>
                  <a:pt x="4860113" y="973717"/>
                </a:lnTo>
                <a:lnTo>
                  <a:pt x="4889010" y="1008354"/>
                </a:lnTo>
                <a:lnTo>
                  <a:pt x="4917325" y="1043446"/>
                </a:lnTo>
                <a:lnTo>
                  <a:pt x="4945053" y="1078984"/>
                </a:lnTo>
                <a:lnTo>
                  <a:pt x="4972190" y="1114961"/>
                </a:lnTo>
                <a:lnTo>
                  <a:pt x="4998730" y="1151369"/>
                </a:lnTo>
                <a:lnTo>
                  <a:pt x="5024669" y="1188201"/>
                </a:lnTo>
                <a:lnTo>
                  <a:pt x="5050000" y="1225449"/>
                </a:lnTo>
                <a:lnTo>
                  <a:pt x="5074720" y="1263106"/>
                </a:lnTo>
                <a:lnTo>
                  <a:pt x="5098823" y="1301164"/>
                </a:lnTo>
                <a:lnTo>
                  <a:pt x="5122304" y="1339616"/>
                </a:lnTo>
                <a:lnTo>
                  <a:pt x="5145158" y="1378454"/>
                </a:lnTo>
                <a:lnTo>
                  <a:pt x="5167380" y="1417671"/>
                </a:lnTo>
                <a:lnTo>
                  <a:pt x="5188965" y="1457259"/>
                </a:lnTo>
                <a:lnTo>
                  <a:pt x="5209908" y="1497210"/>
                </a:lnTo>
                <a:lnTo>
                  <a:pt x="5230203" y="1537517"/>
                </a:lnTo>
                <a:lnTo>
                  <a:pt x="5249846" y="1578173"/>
                </a:lnTo>
                <a:lnTo>
                  <a:pt x="5268832" y="1619169"/>
                </a:lnTo>
                <a:lnTo>
                  <a:pt x="5287155" y="1660499"/>
                </a:lnTo>
                <a:lnTo>
                  <a:pt x="5304811" y="1702154"/>
                </a:lnTo>
                <a:lnTo>
                  <a:pt x="5321781" y="1744096"/>
                </a:lnTo>
                <a:lnTo>
                  <a:pt x="5338048" y="1786278"/>
                </a:lnTo>
                <a:lnTo>
                  <a:pt x="5353612" y="1828694"/>
                </a:lnTo>
                <a:lnTo>
                  <a:pt x="5368470" y="1871332"/>
                </a:lnTo>
                <a:lnTo>
                  <a:pt x="5382621" y="1914186"/>
                </a:lnTo>
                <a:lnTo>
                  <a:pt x="5396063" y="1957245"/>
                </a:lnTo>
                <a:lnTo>
                  <a:pt x="5408793" y="2000501"/>
                </a:lnTo>
                <a:lnTo>
                  <a:pt x="5420811" y="2043946"/>
                </a:lnTo>
                <a:lnTo>
                  <a:pt x="5432114" y="2087569"/>
                </a:lnTo>
                <a:lnTo>
                  <a:pt x="5442701" y="2131362"/>
                </a:lnTo>
                <a:lnTo>
                  <a:pt x="5452570" y="2175317"/>
                </a:lnTo>
                <a:lnTo>
                  <a:pt x="5461718" y="2219424"/>
                </a:lnTo>
                <a:lnTo>
                  <a:pt x="5470146" y="2263674"/>
                </a:lnTo>
                <a:lnTo>
                  <a:pt x="5477849" y="2308059"/>
                </a:lnTo>
                <a:lnTo>
                  <a:pt x="5484828" y="2352570"/>
                </a:lnTo>
                <a:lnTo>
                  <a:pt x="5491079" y="2397197"/>
                </a:lnTo>
                <a:lnTo>
                  <a:pt x="5496602" y="2441933"/>
                </a:lnTo>
                <a:lnTo>
                  <a:pt x="5501394" y="2486767"/>
                </a:lnTo>
                <a:lnTo>
                  <a:pt x="5505453" y="2531691"/>
                </a:lnTo>
                <a:lnTo>
                  <a:pt x="5508779" y="2576697"/>
                </a:lnTo>
                <a:close/>
                <a:moveTo>
                  <a:pt x="5507236" y="2802477"/>
                </a:moveTo>
                <a:lnTo>
                  <a:pt x="5507606" y="2757353"/>
                </a:lnTo>
                <a:lnTo>
                  <a:pt x="5507236" y="2712228"/>
                </a:lnTo>
                <a:lnTo>
                  <a:pt x="5506126" y="2667148"/>
                </a:lnTo>
                <a:lnTo>
                  <a:pt x="5504279" y="2622123"/>
                </a:lnTo>
                <a:lnTo>
                  <a:pt x="5501696" y="2577161"/>
                </a:lnTo>
                <a:lnTo>
                  <a:pt x="5498379" y="2532271"/>
                </a:lnTo>
                <a:lnTo>
                  <a:pt x="5494330" y="2487462"/>
                </a:lnTo>
                <a:lnTo>
                  <a:pt x="5489550" y="2442742"/>
                </a:lnTo>
                <a:lnTo>
                  <a:pt x="5484042" y="2398121"/>
                </a:lnTo>
                <a:lnTo>
                  <a:pt x="5477806" y="2353608"/>
                </a:lnTo>
                <a:lnTo>
                  <a:pt x="5470846" y="2309211"/>
                </a:lnTo>
                <a:lnTo>
                  <a:pt x="5463162" y="2264940"/>
                </a:lnTo>
                <a:lnTo>
                  <a:pt x="5454757" y="2220803"/>
                </a:lnTo>
                <a:lnTo>
                  <a:pt x="5445631" y="2176809"/>
                </a:lnTo>
                <a:lnTo>
                  <a:pt x="5435788" y="2132967"/>
                </a:lnTo>
                <a:lnTo>
                  <a:pt x="5425228" y="2089286"/>
                </a:lnTo>
                <a:lnTo>
                  <a:pt x="5413954" y="2045775"/>
                </a:lnTo>
                <a:lnTo>
                  <a:pt x="5401967" y="2002442"/>
                </a:lnTo>
                <a:lnTo>
                  <a:pt x="5389270" y="1959298"/>
                </a:lnTo>
                <a:lnTo>
                  <a:pt x="5375863" y="1916350"/>
                </a:lnTo>
                <a:lnTo>
                  <a:pt x="5361748" y="1873607"/>
                </a:lnTo>
                <a:lnTo>
                  <a:pt x="5346928" y="1831079"/>
                </a:lnTo>
                <a:lnTo>
                  <a:pt x="5331405" y="1788774"/>
                </a:lnTo>
                <a:lnTo>
                  <a:pt x="5315179" y="1746701"/>
                </a:lnTo>
                <a:lnTo>
                  <a:pt x="5298252" y="1704869"/>
                </a:lnTo>
                <a:lnTo>
                  <a:pt x="5280642" y="1663320"/>
                </a:lnTo>
                <a:lnTo>
                  <a:pt x="5262366" y="1622097"/>
                </a:lnTo>
                <a:lnTo>
                  <a:pt x="5243430" y="1581206"/>
                </a:lnTo>
                <a:lnTo>
                  <a:pt x="5223838" y="1540655"/>
                </a:lnTo>
                <a:lnTo>
                  <a:pt x="5203595" y="1500452"/>
                </a:lnTo>
                <a:lnTo>
                  <a:pt x="5182707" y="1460603"/>
                </a:lnTo>
                <a:lnTo>
                  <a:pt x="5161178" y="1421117"/>
                </a:lnTo>
                <a:lnTo>
                  <a:pt x="5139014" y="1382002"/>
                </a:lnTo>
                <a:lnTo>
                  <a:pt x="5116220" y="1343263"/>
                </a:lnTo>
                <a:lnTo>
                  <a:pt x="5092800" y="1304910"/>
                </a:lnTo>
                <a:lnTo>
                  <a:pt x="5068760" y="1266950"/>
                </a:lnTo>
                <a:lnTo>
                  <a:pt x="5044104" y="1229390"/>
                </a:lnTo>
                <a:lnTo>
                  <a:pt x="5018839" y="1192237"/>
                </a:lnTo>
                <a:lnTo>
                  <a:pt x="4992968" y="1155500"/>
                </a:lnTo>
                <a:lnTo>
                  <a:pt x="4966497" y="1119185"/>
                </a:lnTo>
                <a:lnTo>
                  <a:pt x="4939431" y="1083301"/>
                </a:lnTo>
                <a:lnTo>
                  <a:pt x="4911774" y="1047855"/>
                </a:lnTo>
                <a:lnTo>
                  <a:pt x="4883533" y="1012853"/>
                </a:lnTo>
                <a:lnTo>
                  <a:pt x="4854711" y="978305"/>
                </a:lnTo>
                <a:lnTo>
                  <a:pt x="4825315" y="944217"/>
                </a:lnTo>
                <a:lnTo>
                  <a:pt x="4795349" y="910597"/>
                </a:lnTo>
                <a:lnTo>
                  <a:pt x="4764817" y="877452"/>
                </a:lnTo>
                <a:lnTo>
                  <a:pt x="4733726" y="844790"/>
                </a:lnTo>
                <a:lnTo>
                  <a:pt x="4702080" y="812619"/>
                </a:lnTo>
                <a:lnTo>
                  <a:pt x="4669909" y="780973"/>
                </a:lnTo>
                <a:lnTo>
                  <a:pt x="4637247" y="749882"/>
                </a:lnTo>
                <a:lnTo>
                  <a:pt x="4604102" y="719350"/>
                </a:lnTo>
                <a:lnTo>
                  <a:pt x="4570482" y="689384"/>
                </a:lnTo>
                <a:lnTo>
                  <a:pt x="4536394" y="659987"/>
                </a:lnTo>
                <a:lnTo>
                  <a:pt x="4501845" y="631166"/>
                </a:lnTo>
                <a:lnTo>
                  <a:pt x="4466844" y="602924"/>
                </a:lnTo>
                <a:lnTo>
                  <a:pt x="4431398" y="575268"/>
                </a:lnTo>
                <a:lnTo>
                  <a:pt x="4395513" y="548202"/>
                </a:lnTo>
                <a:lnTo>
                  <a:pt x="4359199" y="521731"/>
                </a:lnTo>
                <a:lnTo>
                  <a:pt x="4322462" y="495860"/>
                </a:lnTo>
                <a:lnTo>
                  <a:pt x="4285309" y="470594"/>
                </a:lnTo>
                <a:lnTo>
                  <a:pt x="4247749" y="445939"/>
                </a:lnTo>
                <a:lnTo>
                  <a:pt x="4209788" y="421899"/>
                </a:lnTo>
                <a:lnTo>
                  <a:pt x="4171435" y="398479"/>
                </a:lnTo>
                <a:lnTo>
                  <a:pt x="4132697" y="375685"/>
                </a:lnTo>
                <a:lnTo>
                  <a:pt x="4093581" y="353521"/>
                </a:lnTo>
                <a:lnTo>
                  <a:pt x="4054096" y="331992"/>
                </a:lnTo>
                <a:lnTo>
                  <a:pt x="4014247" y="311104"/>
                </a:lnTo>
                <a:lnTo>
                  <a:pt x="3974044" y="290861"/>
                </a:lnTo>
                <a:lnTo>
                  <a:pt x="3933493" y="271269"/>
                </a:lnTo>
                <a:lnTo>
                  <a:pt x="3892602" y="252333"/>
                </a:lnTo>
                <a:lnTo>
                  <a:pt x="3851378" y="234057"/>
                </a:lnTo>
                <a:lnTo>
                  <a:pt x="3809830" y="216446"/>
                </a:lnTo>
                <a:lnTo>
                  <a:pt x="3767998" y="199520"/>
                </a:lnTo>
                <a:lnTo>
                  <a:pt x="3725925" y="183294"/>
                </a:lnTo>
                <a:lnTo>
                  <a:pt x="3683620" y="167770"/>
                </a:lnTo>
                <a:lnTo>
                  <a:pt x="3641092" y="152950"/>
                </a:lnTo>
                <a:lnTo>
                  <a:pt x="3598349" y="138836"/>
                </a:lnTo>
                <a:lnTo>
                  <a:pt x="3555401" y="125429"/>
                </a:lnTo>
                <a:lnTo>
                  <a:pt x="3512256" y="112731"/>
                </a:lnTo>
                <a:lnTo>
                  <a:pt x="3468924" y="100745"/>
                </a:lnTo>
                <a:lnTo>
                  <a:pt x="3425413" y="89470"/>
                </a:lnTo>
                <a:lnTo>
                  <a:pt x="3381732" y="78911"/>
                </a:lnTo>
                <a:lnTo>
                  <a:pt x="3337890" y="69068"/>
                </a:lnTo>
                <a:lnTo>
                  <a:pt x="3293896" y="59942"/>
                </a:lnTo>
                <a:lnTo>
                  <a:pt x="3249759" y="51537"/>
                </a:lnTo>
                <a:lnTo>
                  <a:pt x="3205488" y="43853"/>
                </a:lnTo>
                <a:lnTo>
                  <a:pt x="3161091" y="36892"/>
                </a:lnTo>
                <a:lnTo>
                  <a:pt x="3116578" y="30657"/>
                </a:lnTo>
                <a:lnTo>
                  <a:pt x="3071957" y="25149"/>
                </a:lnTo>
                <a:lnTo>
                  <a:pt x="3027237" y="20369"/>
                </a:lnTo>
                <a:lnTo>
                  <a:pt x="2982428" y="16320"/>
                </a:lnTo>
                <a:lnTo>
                  <a:pt x="2937538" y="13003"/>
                </a:lnTo>
                <a:lnTo>
                  <a:pt x="2892576" y="10420"/>
                </a:lnTo>
                <a:lnTo>
                  <a:pt x="2847550" y="8573"/>
                </a:lnTo>
                <a:lnTo>
                  <a:pt x="2802471" y="7463"/>
                </a:lnTo>
                <a:lnTo>
                  <a:pt x="2757346" y="7093"/>
                </a:lnTo>
                <a:lnTo>
                  <a:pt x="2712221" y="7463"/>
                </a:lnTo>
                <a:lnTo>
                  <a:pt x="2667142" y="8573"/>
                </a:lnTo>
                <a:lnTo>
                  <a:pt x="2622117" y="10420"/>
                </a:lnTo>
                <a:lnTo>
                  <a:pt x="2577155" y="13003"/>
                </a:lnTo>
                <a:lnTo>
                  <a:pt x="2532264" y="16320"/>
                </a:lnTo>
                <a:lnTo>
                  <a:pt x="2487455" y="20369"/>
                </a:lnTo>
                <a:lnTo>
                  <a:pt x="2442736" y="25149"/>
                </a:lnTo>
                <a:lnTo>
                  <a:pt x="2398115" y="30657"/>
                </a:lnTo>
                <a:lnTo>
                  <a:pt x="2353601" y="36892"/>
                </a:lnTo>
                <a:lnTo>
                  <a:pt x="2309205" y="43853"/>
                </a:lnTo>
                <a:lnTo>
                  <a:pt x="2264933" y="51537"/>
                </a:lnTo>
                <a:lnTo>
                  <a:pt x="2220796" y="59942"/>
                </a:lnTo>
                <a:lnTo>
                  <a:pt x="2176802" y="69068"/>
                </a:lnTo>
                <a:lnTo>
                  <a:pt x="2132960" y="78911"/>
                </a:lnTo>
                <a:lnTo>
                  <a:pt x="2089279" y="89470"/>
                </a:lnTo>
                <a:lnTo>
                  <a:pt x="2045768" y="100745"/>
                </a:lnTo>
                <a:lnTo>
                  <a:pt x="2002436" y="112731"/>
                </a:lnTo>
                <a:lnTo>
                  <a:pt x="1959291" y="125429"/>
                </a:lnTo>
                <a:lnTo>
                  <a:pt x="1916343" y="138836"/>
                </a:lnTo>
                <a:lnTo>
                  <a:pt x="1873601" y="152950"/>
                </a:lnTo>
                <a:lnTo>
                  <a:pt x="1831072" y="167770"/>
                </a:lnTo>
                <a:lnTo>
                  <a:pt x="1788767" y="183294"/>
                </a:lnTo>
                <a:lnTo>
                  <a:pt x="1746694" y="199520"/>
                </a:lnTo>
                <a:lnTo>
                  <a:pt x="1704862" y="216446"/>
                </a:lnTo>
                <a:lnTo>
                  <a:pt x="1663314" y="234057"/>
                </a:lnTo>
                <a:lnTo>
                  <a:pt x="1622091" y="252333"/>
                </a:lnTo>
                <a:lnTo>
                  <a:pt x="1581200" y="271269"/>
                </a:lnTo>
                <a:lnTo>
                  <a:pt x="1540649" y="290861"/>
                </a:lnTo>
                <a:lnTo>
                  <a:pt x="1500445" y="311104"/>
                </a:lnTo>
                <a:lnTo>
                  <a:pt x="1460597" y="331992"/>
                </a:lnTo>
                <a:lnTo>
                  <a:pt x="1421111" y="353521"/>
                </a:lnTo>
                <a:lnTo>
                  <a:pt x="1381995" y="375685"/>
                </a:lnTo>
                <a:lnTo>
                  <a:pt x="1343257" y="398479"/>
                </a:lnTo>
                <a:lnTo>
                  <a:pt x="1304904" y="421899"/>
                </a:lnTo>
                <a:lnTo>
                  <a:pt x="1266944" y="445939"/>
                </a:lnTo>
                <a:lnTo>
                  <a:pt x="1229383" y="470594"/>
                </a:lnTo>
                <a:lnTo>
                  <a:pt x="1192231" y="495860"/>
                </a:lnTo>
                <a:lnTo>
                  <a:pt x="1155493" y="521731"/>
                </a:lnTo>
                <a:lnTo>
                  <a:pt x="1119179" y="548202"/>
                </a:lnTo>
                <a:lnTo>
                  <a:pt x="1083295" y="575268"/>
                </a:lnTo>
                <a:lnTo>
                  <a:pt x="1047848" y="602924"/>
                </a:lnTo>
                <a:lnTo>
                  <a:pt x="1012847" y="631166"/>
                </a:lnTo>
                <a:lnTo>
                  <a:pt x="978299" y="659987"/>
                </a:lnTo>
                <a:lnTo>
                  <a:pt x="944211" y="689384"/>
                </a:lnTo>
                <a:lnTo>
                  <a:pt x="910590" y="719350"/>
                </a:lnTo>
                <a:lnTo>
                  <a:pt x="877446" y="749882"/>
                </a:lnTo>
                <a:lnTo>
                  <a:pt x="844784" y="780973"/>
                </a:lnTo>
                <a:lnTo>
                  <a:pt x="812612" y="812619"/>
                </a:lnTo>
                <a:lnTo>
                  <a:pt x="780966" y="844790"/>
                </a:lnTo>
                <a:lnTo>
                  <a:pt x="749875" y="877452"/>
                </a:lnTo>
                <a:lnTo>
                  <a:pt x="719344" y="910597"/>
                </a:lnTo>
                <a:lnTo>
                  <a:pt x="689377" y="944217"/>
                </a:lnTo>
                <a:lnTo>
                  <a:pt x="659981" y="978305"/>
                </a:lnTo>
                <a:lnTo>
                  <a:pt x="631159" y="1012853"/>
                </a:lnTo>
                <a:lnTo>
                  <a:pt x="602918" y="1047855"/>
                </a:lnTo>
                <a:lnTo>
                  <a:pt x="575262" y="1083301"/>
                </a:lnTo>
                <a:lnTo>
                  <a:pt x="548195" y="1119185"/>
                </a:lnTo>
                <a:lnTo>
                  <a:pt x="521724" y="1155500"/>
                </a:lnTo>
                <a:lnTo>
                  <a:pt x="495853" y="1192237"/>
                </a:lnTo>
                <a:lnTo>
                  <a:pt x="470588" y="1229390"/>
                </a:lnTo>
                <a:lnTo>
                  <a:pt x="445932" y="1266950"/>
                </a:lnTo>
                <a:lnTo>
                  <a:pt x="421892" y="1304910"/>
                </a:lnTo>
                <a:lnTo>
                  <a:pt x="398473" y="1343263"/>
                </a:lnTo>
                <a:lnTo>
                  <a:pt x="375678" y="1382002"/>
                </a:lnTo>
                <a:lnTo>
                  <a:pt x="353514" y="1421117"/>
                </a:lnTo>
                <a:lnTo>
                  <a:pt x="331985" y="1460603"/>
                </a:lnTo>
                <a:lnTo>
                  <a:pt x="311097" y="1500452"/>
                </a:lnTo>
                <a:lnTo>
                  <a:pt x="290855" y="1540655"/>
                </a:lnTo>
                <a:lnTo>
                  <a:pt x="271263" y="1581206"/>
                </a:lnTo>
                <a:lnTo>
                  <a:pt x="252326" y="1622097"/>
                </a:lnTo>
                <a:lnTo>
                  <a:pt x="234050" y="1663320"/>
                </a:lnTo>
                <a:lnTo>
                  <a:pt x="216440" y="1704869"/>
                </a:lnTo>
                <a:lnTo>
                  <a:pt x="199514" y="1746701"/>
                </a:lnTo>
                <a:lnTo>
                  <a:pt x="183288" y="1788774"/>
                </a:lnTo>
                <a:lnTo>
                  <a:pt x="167764" y="1831079"/>
                </a:lnTo>
                <a:lnTo>
                  <a:pt x="152944" y="1873607"/>
                </a:lnTo>
                <a:lnTo>
                  <a:pt x="138830" y="1916350"/>
                </a:lnTo>
                <a:lnTo>
                  <a:pt x="125423" y="1959298"/>
                </a:lnTo>
                <a:lnTo>
                  <a:pt x="112725" y="2002442"/>
                </a:lnTo>
                <a:lnTo>
                  <a:pt x="100738" y="2045775"/>
                </a:lnTo>
                <a:lnTo>
                  <a:pt x="89464" y="2089286"/>
                </a:lnTo>
                <a:lnTo>
                  <a:pt x="78904" y="2132967"/>
                </a:lnTo>
                <a:lnTo>
                  <a:pt x="69061" y="2176809"/>
                </a:lnTo>
                <a:lnTo>
                  <a:pt x="59936" y="2220803"/>
                </a:lnTo>
                <a:lnTo>
                  <a:pt x="51530" y="2264940"/>
                </a:lnTo>
                <a:lnTo>
                  <a:pt x="43846" y="2309211"/>
                </a:lnTo>
                <a:lnTo>
                  <a:pt x="36886" y="2353608"/>
                </a:lnTo>
                <a:lnTo>
                  <a:pt x="30651" y="2398121"/>
                </a:lnTo>
                <a:lnTo>
                  <a:pt x="25142" y="2442742"/>
                </a:lnTo>
                <a:lnTo>
                  <a:pt x="20363" y="2487462"/>
                </a:lnTo>
                <a:lnTo>
                  <a:pt x="16313" y="2532271"/>
                </a:lnTo>
                <a:lnTo>
                  <a:pt x="12996" y="2577161"/>
                </a:lnTo>
                <a:lnTo>
                  <a:pt x="10413" y="2622123"/>
                </a:lnTo>
                <a:lnTo>
                  <a:pt x="8566" y="2667148"/>
                </a:lnTo>
                <a:lnTo>
                  <a:pt x="7457" y="2712228"/>
                </a:lnTo>
                <a:lnTo>
                  <a:pt x="7086" y="2757353"/>
                </a:lnTo>
                <a:lnTo>
                  <a:pt x="7457" y="2802477"/>
                </a:lnTo>
                <a:lnTo>
                  <a:pt x="8566" y="2847557"/>
                </a:lnTo>
                <a:lnTo>
                  <a:pt x="10413" y="2892582"/>
                </a:lnTo>
                <a:lnTo>
                  <a:pt x="12996" y="2937544"/>
                </a:lnTo>
                <a:lnTo>
                  <a:pt x="16313" y="2982434"/>
                </a:lnTo>
                <a:lnTo>
                  <a:pt x="20363" y="3027244"/>
                </a:lnTo>
                <a:lnTo>
                  <a:pt x="25142" y="3071963"/>
                </a:lnTo>
                <a:lnTo>
                  <a:pt x="30651" y="3116584"/>
                </a:lnTo>
                <a:lnTo>
                  <a:pt x="36886" y="3161097"/>
                </a:lnTo>
                <a:lnTo>
                  <a:pt x="43846" y="3205494"/>
                </a:lnTo>
                <a:lnTo>
                  <a:pt x="51530" y="3249765"/>
                </a:lnTo>
                <a:lnTo>
                  <a:pt x="59936" y="3293903"/>
                </a:lnTo>
                <a:lnTo>
                  <a:pt x="69061" y="3337897"/>
                </a:lnTo>
                <a:lnTo>
                  <a:pt x="78904" y="3381739"/>
                </a:lnTo>
                <a:lnTo>
                  <a:pt x="89464" y="3425419"/>
                </a:lnTo>
                <a:lnTo>
                  <a:pt x="100738" y="3468931"/>
                </a:lnTo>
                <a:lnTo>
                  <a:pt x="112725" y="3512263"/>
                </a:lnTo>
                <a:lnTo>
                  <a:pt x="125423" y="3555408"/>
                </a:lnTo>
                <a:lnTo>
                  <a:pt x="138830" y="3598356"/>
                </a:lnTo>
                <a:lnTo>
                  <a:pt x="152944" y="3641098"/>
                </a:lnTo>
                <a:lnTo>
                  <a:pt x="167764" y="3683627"/>
                </a:lnTo>
                <a:lnTo>
                  <a:pt x="183288" y="3725932"/>
                </a:lnTo>
                <a:lnTo>
                  <a:pt x="199514" y="3768005"/>
                </a:lnTo>
                <a:lnTo>
                  <a:pt x="216440" y="3809836"/>
                </a:lnTo>
                <a:lnTo>
                  <a:pt x="234050" y="3851385"/>
                </a:lnTo>
                <a:lnTo>
                  <a:pt x="252326" y="3892608"/>
                </a:lnTo>
                <a:lnTo>
                  <a:pt x="271263" y="3933499"/>
                </a:lnTo>
                <a:lnTo>
                  <a:pt x="290855" y="3974050"/>
                </a:lnTo>
                <a:lnTo>
                  <a:pt x="311097" y="4014254"/>
                </a:lnTo>
                <a:lnTo>
                  <a:pt x="331985" y="4054102"/>
                </a:lnTo>
                <a:lnTo>
                  <a:pt x="353514" y="4093588"/>
                </a:lnTo>
                <a:lnTo>
                  <a:pt x="375678" y="4132704"/>
                </a:lnTo>
                <a:lnTo>
                  <a:pt x="398473" y="4171442"/>
                </a:lnTo>
                <a:lnTo>
                  <a:pt x="421892" y="4209795"/>
                </a:lnTo>
                <a:lnTo>
                  <a:pt x="445932" y="4247755"/>
                </a:lnTo>
                <a:lnTo>
                  <a:pt x="470588" y="4285315"/>
                </a:lnTo>
                <a:lnTo>
                  <a:pt x="495853" y="4322468"/>
                </a:lnTo>
                <a:lnTo>
                  <a:pt x="521724" y="4359205"/>
                </a:lnTo>
                <a:lnTo>
                  <a:pt x="548195" y="4395520"/>
                </a:lnTo>
                <a:lnTo>
                  <a:pt x="575262" y="4431404"/>
                </a:lnTo>
                <a:lnTo>
                  <a:pt x="602918" y="4466851"/>
                </a:lnTo>
                <a:lnTo>
                  <a:pt x="631159" y="4501852"/>
                </a:lnTo>
                <a:lnTo>
                  <a:pt x="659981" y="4536400"/>
                </a:lnTo>
                <a:lnTo>
                  <a:pt x="689377" y="4570488"/>
                </a:lnTo>
                <a:lnTo>
                  <a:pt x="719344" y="4604108"/>
                </a:lnTo>
                <a:lnTo>
                  <a:pt x="749875" y="4637253"/>
                </a:lnTo>
                <a:lnTo>
                  <a:pt x="780966" y="4669915"/>
                </a:lnTo>
                <a:lnTo>
                  <a:pt x="812612" y="4702086"/>
                </a:lnTo>
                <a:lnTo>
                  <a:pt x="844784" y="4733732"/>
                </a:lnTo>
                <a:lnTo>
                  <a:pt x="877446" y="4764824"/>
                </a:lnTo>
                <a:lnTo>
                  <a:pt x="910590" y="4795355"/>
                </a:lnTo>
                <a:lnTo>
                  <a:pt x="944211" y="4825321"/>
                </a:lnTo>
                <a:lnTo>
                  <a:pt x="978299" y="4854718"/>
                </a:lnTo>
                <a:lnTo>
                  <a:pt x="1012847" y="4883539"/>
                </a:lnTo>
                <a:lnTo>
                  <a:pt x="1047848" y="4911781"/>
                </a:lnTo>
                <a:lnTo>
                  <a:pt x="1083295" y="4939437"/>
                </a:lnTo>
                <a:lnTo>
                  <a:pt x="1119179" y="4966503"/>
                </a:lnTo>
                <a:lnTo>
                  <a:pt x="1155493" y="4992974"/>
                </a:lnTo>
                <a:lnTo>
                  <a:pt x="1192231" y="5018845"/>
                </a:lnTo>
                <a:lnTo>
                  <a:pt x="1229383" y="5044111"/>
                </a:lnTo>
                <a:lnTo>
                  <a:pt x="1266944" y="5068766"/>
                </a:lnTo>
                <a:lnTo>
                  <a:pt x="1304904" y="5092806"/>
                </a:lnTo>
                <a:lnTo>
                  <a:pt x="1343257" y="5116226"/>
                </a:lnTo>
                <a:lnTo>
                  <a:pt x="1381995" y="5139021"/>
                </a:lnTo>
                <a:lnTo>
                  <a:pt x="1421111" y="5161185"/>
                </a:lnTo>
                <a:lnTo>
                  <a:pt x="1460597" y="5182713"/>
                </a:lnTo>
                <a:lnTo>
                  <a:pt x="1500445" y="5203601"/>
                </a:lnTo>
                <a:lnTo>
                  <a:pt x="1540649" y="5223844"/>
                </a:lnTo>
                <a:lnTo>
                  <a:pt x="1581200" y="5243436"/>
                </a:lnTo>
                <a:lnTo>
                  <a:pt x="1622091" y="5262373"/>
                </a:lnTo>
                <a:lnTo>
                  <a:pt x="1663314" y="5280649"/>
                </a:lnTo>
                <a:lnTo>
                  <a:pt x="1704862" y="5298259"/>
                </a:lnTo>
                <a:lnTo>
                  <a:pt x="1746694" y="5315185"/>
                </a:lnTo>
                <a:lnTo>
                  <a:pt x="1788767" y="5331411"/>
                </a:lnTo>
                <a:lnTo>
                  <a:pt x="1831072" y="5346935"/>
                </a:lnTo>
                <a:lnTo>
                  <a:pt x="1873601" y="5361755"/>
                </a:lnTo>
                <a:lnTo>
                  <a:pt x="1916343" y="5375869"/>
                </a:lnTo>
                <a:lnTo>
                  <a:pt x="1959291" y="5389276"/>
                </a:lnTo>
                <a:lnTo>
                  <a:pt x="2002436" y="5401974"/>
                </a:lnTo>
                <a:lnTo>
                  <a:pt x="2045768" y="5413961"/>
                </a:lnTo>
                <a:lnTo>
                  <a:pt x="2089279" y="5425235"/>
                </a:lnTo>
                <a:lnTo>
                  <a:pt x="2132960" y="5435794"/>
                </a:lnTo>
                <a:lnTo>
                  <a:pt x="2176802" y="5445638"/>
                </a:lnTo>
                <a:lnTo>
                  <a:pt x="2220796" y="5454763"/>
                </a:lnTo>
                <a:lnTo>
                  <a:pt x="2264933" y="5463168"/>
                </a:lnTo>
                <a:lnTo>
                  <a:pt x="2309205" y="5470852"/>
                </a:lnTo>
                <a:lnTo>
                  <a:pt x="2353601" y="5477813"/>
                </a:lnTo>
                <a:lnTo>
                  <a:pt x="2398115" y="5484048"/>
                </a:lnTo>
                <a:lnTo>
                  <a:pt x="2442736" y="5489557"/>
                </a:lnTo>
                <a:lnTo>
                  <a:pt x="2487455" y="5494336"/>
                </a:lnTo>
                <a:lnTo>
                  <a:pt x="2532264" y="5498386"/>
                </a:lnTo>
                <a:lnTo>
                  <a:pt x="2577155" y="5501703"/>
                </a:lnTo>
                <a:lnTo>
                  <a:pt x="2622117" y="5504285"/>
                </a:lnTo>
                <a:lnTo>
                  <a:pt x="2667142" y="5506133"/>
                </a:lnTo>
                <a:lnTo>
                  <a:pt x="2712221" y="5507242"/>
                </a:lnTo>
                <a:lnTo>
                  <a:pt x="2757346" y="5507613"/>
                </a:lnTo>
                <a:lnTo>
                  <a:pt x="2802471" y="5507242"/>
                </a:lnTo>
                <a:lnTo>
                  <a:pt x="2847550" y="5506133"/>
                </a:lnTo>
                <a:lnTo>
                  <a:pt x="2892576" y="5504285"/>
                </a:lnTo>
                <a:lnTo>
                  <a:pt x="2937538" y="5501703"/>
                </a:lnTo>
                <a:lnTo>
                  <a:pt x="2982428" y="5498386"/>
                </a:lnTo>
                <a:lnTo>
                  <a:pt x="3027237" y="5494336"/>
                </a:lnTo>
                <a:lnTo>
                  <a:pt x="3071957" y="5489557"/>
                </a:lnTo>
                <a:lnTo>
                  <a:pt x="3116578" y="5484048"/>
                </a:lnTo>
                <a:lnTo>
                  <a:pt x="3161091" y="5477813"/>
                </a:lnTo>
                <a:lnTo>
                  <a:pt x="3205488" y="5470852"/>
                </a:lnTo>
                <a:lnTo>
                  <a:pt x="3249759" y="5463168"/>
                </a:lnTo>
                <a:lnTo>
                  <a:pt x="3293896" y="5454763"/>
                </a:lnTo>
                <a:lnTo>
                  <a:pt x="3337890" y="5445638"/>
                </a:lnTo>
                <a:lnTo>
                  <a:pt x="3381732" y="5435794"/>
                </a:lnTo>
                <a:lnTo>
                  <a:pt x="3425413" y="5425235"/>
                </a:lnTo>
                <a:lnTo>
                  <a:pt x="3468924" y="5413961"/>
                </a:lnTo>
                <a:lnTo>
                  <a:pt x="3512256" y="5401974"/>
                </a:lnTo>
                <a:lnTo>
                  <a:pt x="3555401" y="5389276"/>
                </a:lnTo>
                <a:lnTo>
                  <a:pt x="3598349" y="5375869"/>
                </a:lnTo>
                <a:lnTo>
                  <a:pt x="3641092" y="5361755"/>
                </a:lnTo>
                <a:lnTo>
                  <a:pt x="3683620" y="5346935"/>
                </a:lnTo>
                <a:lnTo>
                  <a:pt x="3725925" y="5331411"/>
                </a:lnTo>
                <a:lnTo>
                  <a:pt x="3767998" y="5315185"/>
                </a:lnTo>
                <a:lnTo>
                  <a:pt x="3809830" y="5298259"/>
                </a:lnTo>
                <a:lnTo>
                  <a:pt x="3851378" y="5280649"/>
                </a:lnTo>
                <a:lnTo>
                  <a:pt x="3892602" y="5262373"/>
                </a:lnTo>
                <a:lnTo>
                  <a:pt x="3933493" y="5243436"/>
                </a:lnTo>
                <a:lnTo>
                  <a:pt x="3974044" y="5223844"/>
                </a:lnTo>
                <a:lnTo>
                  <a:pt x="4014247" y="5203601"/>
                </a:lnTo>
                <a:lnTo>
                  <a:pt x="4054096" y="5182713"/>
                </a:lnTo>
                <a:lnTo>
                  <a:pt x="4093581" y="5161185"/>
                </a:lnTo>
                <a:lnTo>
                  <a:pt x="4132697" y="5139021"/>
                </a:lnTo>
                <a:lnTo>
                  <a:pt x="4171435" y="5116226"/>
                </a:lnTo>
                <a:lnTo>
                  <a:pt x="4209788" y="5092806"/>
                </a:lnTo>
                <a:lnTo>
                  <a:pt x="4247749" y="5068766"/>
                </a:lnTo>
                <a:lnTo>
                  <a:pt x="4285309" y="5044111"/>
                </a:lnTo>
                <a:lnTo>
                  <a:pt x="4322462" y="5018845"/>
                </a:lnTo>
                <a:lnTo>
                  <a:pt x="4359199" y="4992974"/>
                </a:lnTo>
                <a:lnTo>
                  <a:pt x="4395513" y="4966503"/>
                </a:lnTo>
                <a:lnTo>
                  <a:pt x="4431398" y="4939437"/>
                </a:lnTo>
                <a:lnTo>
                  <a:pt x="4466844" y="4911781"/>
                </a:lnTo>
                <a:lnTo>
                  <a:pt x="4501845" y="4883539"/>
                </a:lnTo>
                <a:lnTo>
                  <a:pt x="4536394" y="4854718"/>
                </a:lnTo>
                <a:lnTo>
                  <a:pt x="4570482" y="4825321"/>
                </a:lnTo>
                <a:lnTo>
                  <a:pt x="4604102" y="4795355"/>
                </a:lnTo>
                <a:lnTo>
                  <a:pt x="4637247" y="4764824"/>
                </a:lnTo>
                <a:lnTo>
                  <a:pt x="4669909" y="4733732"/>
                </a:lnTo>
                <a:lnTo>
                  <a:pt x="4702080" y="4702086"/>
                </a:lnTo>
                <a:lnTo>
                  <a:pt x="4733726" y="4669915"/>
                </a:lnTo>
                <a:lnTo>
                  <a:pt x="4764817" y="4637253"/>
                </a:lnTo>
                <a:lnTo>
                  <a:pt x="4795349" y="4604108"/>
                </a:lnTo>
                <a:lnTo>
                  <a:pt x="4825315" y="4570488"/>
                </a:lnTo>
                <a:lnTo>
                  <a:pt x="4854711" y="4536400"/>
                </a:lnTo>
                <a:lnTo>
                  <a:pt x="4883533" y="4501852"/>
                </a:lnTo>
                <a:lnTo>
                  <a:pt x="4911774" y="4466851"/>
                </a:lnTo>
                <a:lnTo>
                  <a:pt x="4939431" y="4431404"/>
                </a:lnTo>
                <a:lnTo>
                  <a:pt x="4966497" y="4395520"/>
                </a:lnTo>
                <a:lnTo>
                  <a:pt x="4992968" y="4359205"/>
                </a:lnTo>
                <a:lnTo>
                  <a:pt x="5018839" y="4322468"/>
                </a:lnTo>
                <a:lnTo>
                  <a:pt x="5044104" y="4285315"/>
                </a:lnTo>
                <a:lnTo>
                  <a:pt x="5068760" y="4247755"/>
                </a:lnTo>
                <a:lnTo>
                  <a:pt x="5092800" y="4209795"/>
                </a:lnTo>
                <a:lnTo>
                  <a:pt x="5116220" y="4171442"/>
                </a:lnTo>
                <a:lnTo>
                  <a:pt x="5139014" y="4132704"/>
                </a:lnTo>
                <a:lnTo>
                  <a:pt x="5161178" y="4093588"/>
                </a:lnTo>
                <a:lnTo>
                  <a:pt x="5182707" y="4054102"/>
                </a:lnTo>
                <a:lnTo>
                  <a:pt x="5203595" y="4014254"/>
                </a:lnTo>
                <a:lnTo>
                  <a:pt x="5223838" y="3974050"/>
                </a:lnTo>
                <a:lnTo>
                  <a:pt x="5243430" y="3933499"/>
                </a:lnTo>
                <a:lnTo>
                  <a:pt x="5262366" y="3892608"/>
                </a:lnTo>
                <a:lnTo>
                  <a:pt x="5280642" y="3851385"/>
                </a:lnTo>
                <a:lnTo>
                  <a:pt x="5298252" y="3809836"/>
                </a:lnTo>
                <a:lnTo>
                  <a:pt x="5315179" y="3768005"/>
                </a:lnTo>
                <a:lnTo>
                  <a:pt x="5331405" y="3725932"/>
                </a:lnTo>
                <a:lnTo>
                  <a:pt x="5346928" y="3683627"/>
                </a:lnTo>
                <a:lnTo>
                  <a:pt x="5361748" y="3641098"/>
                </a:lnTo>
                <a:lnTo>
                  <a:pt x="5375863" y="3598356"/>
                </a:lnTo>
                <a:lnTo>
                  <a:pt x="5389270" y="3555408"/>
                </a:lnTo>
                <a:lnTo>
                  <a:pt x="5401967" y="3512263"/>
                </a:lnTo>
                <a:lnTo>
                  <a:pt x="5413954" y="3468931"/>
                </a:lnTo>
                <a:lnTo>
                  <a:pt x="5425228" y="3425419"/>
                </a:lnTo>
                <a:lnTo>
                  <a:pt x="5435788" y="3381739"/>
                </a:lnTo>
                <a:lnTo>
                  <a:pt x="5445631" y="3337897"/>
                </a:lnTo>
                <a:lnTo>
                  <a:pt x="5454757" y="3293903"/>
                </a:lnTo>
                <a:lnTo>
                  <a:pt x="5463162" y="3249765"/>
                </a:lnTo>
                <a:lnTo>
                  <a:pt x="5470846" y="3205494"/>
                </a:lnTo>
                <a:lnTo>
                  <a:pt x="5477806" y="3161097"/>
                </a:lnTo>
                <a:lnTo>
                  <a:pt x="5484042" y="3116584"/>
                </a:lnTo>
                <a:lnTo>
                  <a:pt x="5489550" y="3071963"/>
                </a:lnTo>
                <a:lnTo>
                  <a:pt x="5494330" y="3027244"/>
                </a:lnTo>
                <a:lnTo>
                  <a:pt x="5498379" y="2982434"/>
                </a:lnTo>
                <a:lnTo>
                  <a:pt x="5501696" y="2937544"/>
                </a:lnTo>
                <a:lnTo>
                  <a:pt x="5504279" y="2892582"/>
                </a:lnTo>
                <a:lnTo>
                  <a:pt x="5506126" y="2847557"/>
                </a:lnTo>
                <a:lnTo>
                  <a:pt x="5507236" y="280247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729D92-770B-4F53-991D-AA928A12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8891" y="2845265"/>
            <a:ext cx="1917381" cy="1863666"/>
          </a:xfrm>
          <a:custGeom xmlns:a="http://schemas.openxmlformats.org/drawingml/2006/main">
            <a:pathLst>
              <a:path w="1917381" h="1863666">
                <a:moveTo>
                  <a:pt x="1917381" y="1273573"/>
                </a:moveTo>
                <a:lnTo>
                  <a:pt x="1917381" y="1273573"/>
                </a:lnTo>
                <a:lnTo>
                  <a:pt x="1182087" y="0"/>
                </a:lnTo>
                <a:lnTo>
                  <a:pt x="0" y="575697"/>
                </a:lnTo>
                <a:lnTo>
                  <a:pt x="296117" y="1863666"/>
                </a:lnTo>
                <a:lnTo>
                  <a:pt x="1734706" y="1589974"/>
                </a:lnTo>
                <a:lnTo>
                  <a:pt x="1917381" y="1273573"/>
                </a:lnTo>
                <a:close/>
              </a:path>
            </a:pathLst>
          </a:custGeom>
          <a:solidFill xmlns:a="http://schemas.openxmlformats.org/drawingml/2006/main">
            <a:srgbClr val="E41A1C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5E8FC9-5561-4DAA-AE74-74FC0C5C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8891" y="2845265"/>
            <a:ext cx="1917381" cy="1863666"/>
          </a:xfrm>
          <a:custGeom xmlns:a="http://schemas.openxmlformats.org/drawingml/2006/main">
            <a:pathLst>
              <a:path w="1917381" h="1863666" fill="none">
                <a:moveTo>
                  <a:pt x="1917381" y="1273573"/>
                </a:moveTo>
                <a:lnTo>
                  <a:pt x="1917381" y="1273573"/>
                </a:lnTo>
                <a:lnTo>
                  <a:pt x="1182087" y="0"/>
                </a:lnTo>
                <a:lnTo>
                  <a:pt x="0" y="575697"/>
                </a:lnTo>
                <a:lnTo>
                  <a:pt x="296117" y="1863666"/>
                </a:lnTo>
                <a:lnTo>
                  <a:pt x="1734706" y="1589974"/>
                </a:lnTo>
                <a:lnTo>
                  <a:pt x="1917381" y="12735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184" cap="flat">
            <a:solidFill>
              <a:srgbClr val="E41A1C">
                <a:alpha val="20000"/>
              </a:srgbClr>
            </a:solidFill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674C48-8B4C-4FE7-9998-67076166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496" y="3779332"/>
            <a:ext cx="932776" cy="1037979"/>
          </a:xfrm>
          <a:custGeom xmlns:a="http://schemas.openxmlformats.org/drawingml/2006/main">
            <a:pathLst>
              <a:path w="932776" h="1037979">
                <a:moveTo>
                  <a:pt x="932776" y="339506"/>
                </a:moveTo>
                <a:lnTo>
                  <a:pt x="932776" y="339506"/>
                </a:lnTo>
                <a:lnTo>
                  <a:pt x="776527" y="68877"/>
                </a:lnTo>
                <a:lnTo>
                  <a:pt x="0" y="0"/>
                </a:lnTo>
                <a:lnTo>
                  <a:pt x="133244" y="630517"/>
                </a:lnTo>
                <a:lnTo>
                  <a:pt x="529514" y="1037979"/>
                </a:lnTo>
                <a:lnTo>
                  <a:pt x="932776" y="339506"/>
                </a:lnTo>
                <a:close/>
              </a:path>
            </a:pathLst>
          </a:custGeom>
          <a:solidFill xmlns:a="http://schemas.openxmlformats.org/drawingml/2006/main">
            <a:srgbClr val="377EB8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DFA176-2351-4DD5-96C5-A7BF8A04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496" y="3779332"/>
            <a:ext cx="932776" cy="1037979"/>
          </a:xfrm>
          <a:custGeom xmlns:a="http://schemas.openxmlformats.org/drawingml/2006/main">
            <a:pathLst>
              <a:path w="932776" h="1037979" fill="none">
                <a:moveTo>
                  <a:pt x="932776" y="339506"/>
                </a:moveTo>
                <a:lnTo>
                  <a:pt x="932776" y="339506"/>
                </a:lnTo>
                <a:lnTo>
                  <a:pt x="776527" y="68877"/>
                </a:lnTo>
                <a:lnTo>
                  <a:pt x="0" y="0"/>
                </a:lnTo>
                <a:lnTo>
                  <a:pt x="133244" y="630517"/>
                </a:lnTo>
                <a:lnTo>
                  <a:pt x="529514" y="1037979"/>
                </a:lnTo>
                <a:lnTo>
                  <a:pt x="932776" y="3395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184" cap="flat">
            <a:solidFill>
              <a:srgbClr val="377EB8">
                <a:alpha val="20000"/>
              </a:srgbClr>
            </a:solidFill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2CBFEC-7786-44C6-A06E-CC44B3C0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6272" y="2000784"/>
            <a:ext cx="1884134" cy="2118055"/>
          </a:xfrm>
          <a:custGeom xmlns:a="http://schemas.openxmlformats.org/drawingml/2006/main">
            <a:pathLst>
              <a:path w="1884134" h="2118055">
                <a:moveTo>
                  <a:pt x="373477" y="0"/>
                </a:moveTo>
                <a:lnTo>
                  <a:pt x="0" y="2118055"/>
                </a:lnTo>
                <a:lnTo>
                  <a:pt x="1507352" y="2118055"/>
                </a:lnTo>
                <a:lnTo>
                  <a:pt x="1884134" y="537088"/>
                </a:lnTo>
                <a:lnTo>
                  <a:pt x="373477" y="0"/>
                </a:lnTo>
                <a:close/>
              </a:path>
            </a:pathLst>
          </a:custGeom>
          <a:solidFill xmlns:a="http://schemas.openxmlformats.org/drawingml/2006/main">
            <a:srgbClr val="984EA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CAA315-8D77-4829-B2D6-C7ED973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6272" y="2000784"/>
            <a:ext cx="1884134" cy="2118055"/>
          </a:xfrm>
          <a:custGeom xmlns:a="http://schemas.openxmlformats.org/drawingml/2006/main">
            <a:pathLst>
              <a:path w="1884134" h="2118055" fill="none">
                <a:moveTo>
                  <a:pt x="1507352" y="2118055"/>
                </a:moveTo>
                <a:lnTo>
                  <a:pt x="1884134" y="537088"/>
                </a:lnTo>
                <a:lnTo>
                  <a:pt x="373477" y="0"/>
                </a:lnTo>
                <a:lnTo>
                  <a:pt x="0" y="2118055"/>
                </a:lnTo>
                <a:lnTo>
                  <a:pt x="1507352" y="2118055"/>
                </a:lnTo>
              </a:path>
            </a:pathLst>
          </a:custGeom>
          <a:noFill xmlns:a="http://schemas.openxmlformats.org/drawingml/2006/main"/>
          <a:ln xmlns:a="http://schemas.openxmlformats.org/drawingml/2006/main" w="14184" cap="flat">
            <a:solidFill>
              <a:srgbClr val="984EA3">
                <a:alpha val="20000"/>
              </a:srgbClr>
            </a:solidFill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C61697-D6AD-4A17-9E63-2D92BFDE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6272" y="3899059"/>
            <a:ext cx="1795414" cy="1726309"/>
          </a:xfrm>
          <a:custGeom xmlns:a="http://schemas.openxmlformats.org/drawingml/2006/main">
            <a:pathLst>
              <a:path w="1795414" h="1726309">
                <a:moveTo>
                  <a:pt x="661765" y="219780"/>
                </a:moveTo>
                <a:lnTo>
                  <a:pt x="261920" y="0"/>
                </a:lnTo>
                <a:lnTo>
                  <a:pt x="0" y="219780"/>
                </a:lnTo>
                <a:lnTo>
                  <a:pt x="1795414" y="1726309"/>
                </a:lnTo>
                <a:lnTo>
                  <a:pt x="661765" y="219780"/>
                </a:lnTo>
                <a:close/>
              </a:path>
            </a:pathLst>
          </a:custGeom>
          <a:solidFill xmlns:a="http://schemas.openxmlformats.org/drawingml/2006/main">
            <a:srgbClr val="B58900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D52C72-3771-4FB2-A7C1-66F75CA4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6272" y="3899059"/>
            <a:ext cx="1795414" cy="1726309"/>
          </a:xfrm>
          <a:custGeom xmlns:a="http://schemas.openxmlformats.org/drawingml/2006/main">
            <a:pathLst>
              <a:path w="1795414" h="1726309" fill="none">
                <a:moveTo>
                  <a:pt x="661765" y="219780"/>
                </a:moveTo>
                <a:lnTo>
                  <a:pt x="261920" y="0"/>
                </a:lnTo>
                <a:lnTo>
                  <a:pt x="0" y="219780"/>
                </a:lnTo>
                <a:lnTo>
                  <a:pt x="1795414" y="1726309"/>
                </a:lnTo>
                <a:lnTo>
                  <a:pt x="661765" y="21978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184" cap="flat">
            <a:solidFill>
              <a:srgbClr val="B58900">
                <a:alpha val="20000"/>
              </a:srgbClr>
            </a:solidFill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F5742C-557B-4608-855B-8E47ED0F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6273" y="3424054"/>
            <a:ext cx="1499707" cy="1953181"/>
          </a:xfrm>
          <a:custGeom xmlns:a="http://schemas.openxmlformats.org/drawingml/2006/main">
            <a:pathLst>
              <a:path w="1499707" h="1953181">
                <a:moveTo>
                  <a:pt x="1139706" y="694785"/>
                </a:moveTo>
                <a:lnTo>
                  <a:pt x="828000" y="0"/>
                </a:lnTo>
                <a:lnTo>
                  <a:pt x="0" y="694785"/>
                </a:lnTo>
                <a:lnTo>
                  <a:pt x="127684" y="1418902"/>
                </a:lnTo>
                <a:lnTo>
                  <a:pt x="1499707" y="1953181"/>
                </a:lnTo>
                <a:lnTo>
                  <a:pt x="1139706" y="694785"/>
                </a:lnTo>
                <a:close/>
              </a:path>
            </a:pathLst>
          </a:custGeom>
          <a:solidFill xmlns:a="http://schemas.openxmlformats.org/drawingml/2006/main">
            <a:srgbClr val="F781B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4A4535-2A50-47B1-BF31-6F73F653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6273" y="3424054"/>
            <a:ext cx="1499707" cy="1953181"/>
          </a:xfrm>
          <a:custGeom xmlns:a="http://schemas.openxmlformats.org/drawingml/2006/main">
            <a:pathLst>
              <a:path w="1499707" h="1953181" fill="none">
                <a:moveTo>
                  <a:pt x="1139706" y="694785"/>
                </a:moveTo>
                <a:lnTo>
                  <a:pt x="828000" y="0"/>
                </a:lnTo>
                <a:lnTo>
                  <a:pt x="0" y="694785"/>
                </a:lnTo>
                <a:lnTo>
                  <a:pt x="127684" y="1418902"/>
                </a:lnTo>
                <a:lnTo>
                  <a:pt x="1499707" y="1953181"/>
                </a:lnTo>
                <a:lnTo>
                  <a:pt x="1139706" y="6947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184" cap="flat">
            <a:solidFill>
              <a:srgbClr val="F781BF">
                <a:alpha val="20000"/>
              </a:srgbClr>
            </a:solidFill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38C6A8-C9C6-4BB3-B722-118F426D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258" y="1946473"/>
            <a:ext cx="5127072" cy="4303597"/>
          </a:xfrm>
          <a:custGeom xmlns:a="http://schemas.openxmlformats.org/drawingml/2006/main">
            <a:pathLst>
              <a:path w="5127072" h="4303597">
                <a:moveTo>
                  <a:pt x="2863065" y="0"/>
                </a:moveTo>
                <a:lnTo>
                  <a:pt x="1331117" y="182419"/>
                </a:lnTo>
                <a:lnTo>
                  <a:pt x="510805" y="1455638"/>
                </a:lnTo>
                <a:lnTo>
                  <a:pt x="0" y="3075015"/>
                </a:lnTo>
                <a:lnTo>
                  <a:pt x="1249546" y="4303597"/>
                </a:lnTo>
                <a:lnTo>
                  <a:pt x="2805606" y="4018883"/>
                </a:lnTo>
                <a:lnTo>
                  <a:pt x="4032528" y="3475072"/>
                </a:lnTo>
                <a:lnTo>
                  <a:pt x="5127072" y="2172365"/>
                </a:lnTo>
                <a:lnTo>
                  <a:pt x="3874108" y="1002590"/>
                </a:lnTo>
                <a:lnTo>
                  <a:pt x="2863065" y="0"/>
                </a:lnTo>
                <a:close/>
              </a:path>
            </a:pathLst>
          </a:custGeom>
          <a:solidFill xmlns:a="http://schemas.openxmlformats.org/drawingml/2006/main">
            <a:srgbClr val="999999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A235BA-BB62-44CB-9C2D-9571F8C2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258" y="1946473"/>
            <a:ext cx="5127072" cy="4303597"/>
          </a:xfrm>
          <a:custGeom xmlns:a="http://schemas.openxmlformats.org/drawingml/2006/main">
            <a:pathLst>
              <a:path w="5127072" h="4303597" fill="none">
                <a:moveTo>
                  <a:pt x="5127072" y="2172365"/>
                </a:moveTo>
                <a:lnTo>
                  <a:pt x="3874108" y="1002590"/>
                </a:lnTo>
                <a:lnTo>
                  <a:pt x="2863065" y="0"/>
                </a:lnTo>
                <a:lnTo>
                  <a:pt x="1331117" y="182419"/>
                </a:lnTo>
                <a:lnTo>
                  <a:pt x="510805" y="1455638"/>
                </a:lnTo>
                <a:lnTo>
                  <a:pt x="0" y="3075015"/>
                </a:lnTo>
                <a:lnTo>
                  <a:pt x="1249546" y="4303597"/>
                </a:lnTo>
                <a:lnTo>
                  <a:pt x="2805606" y="4018883"/>
                </a:lnTo>
                <a:lnTo>
                  <a:pt x="4032528" y="3475072"/>
                </a:lnTo>
                <a:lnTo>
                  <a:pt x="5127072" y="2172365"/>
                </a:lnTo>
              </a:path>
            </a:pathLst>
          </a:custGeom>
          <a:noFill xmlns:a="http://schemas.openxmlformats.org/drawingml/2006/main"/>
          <a:ln xmlns:a="http://schemas.openxmlformats.org/drawingml/2006/main" w="14184" cap="flat">
            <a:solidFill>
              <a:srgbClr val="999999">
                <a:alpha val="20000"/>
              </a:srgbClr>
            </a:solidFill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81FD46-F3AD-485B-95F8-3BE519D0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8891" y="2845265"/>
            <a:ext cx="1917381" cy="1863666"/>
          </a:xfrm>
          <a:custGeom xmlns:a="http://schemas.openxmlformats.org/drawingml/2006/main">
            <a:pathLst>
              <a:path w="1917381" h="1863666" fill="none">
                <a:moveTo>
                  <a:pt x="1917381" y="1273573"/>
                </a:moveTo>
                <a:lnTo>
                  <a:pt x="1917381" y="1273573"/>
                </a:lnTo>
                <a:lnTo>
                  <a:pt x="1182087" y="0"/>
                </a:lnTo>
                <a:lnTo>
                  <a:pt x="0" y="575697"/>
                </a:lnTo>
                <a:lnTo>
                  <a:pt x="296117" y="1863666"/>
                </a:lnTo>
                <a:lnTo>
                  <a:pt x="1734706" y="1589974"/>
                </a:lnTo>
                <a:lnTo>
                  <a:pt x="1917381" y="1273573"/>
                </a:lnTo>
              </a:path>
            </a:pathLst>
          </a:custGeom>
          <a:noFill xmlns:a="http://schemas.openxmlformats.org/drawingml/2006/main"/>
          <a:ln xmlns:a="http://schemas.openxmlformats.org/drawingml/2006/main" w="21276" cap="rnd">
            <a:solidFill>
              <a:srgbClr val="E41A1C"/>
            </a:solidFill>
            <a:round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9DAE3E-6C6B-4D84-A0A9-2E36A104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496" y="3779332"/>
            <a:ext cx="932776" cy="1037979"/>
          </a:xfrm>
          <a:custGeom xmlns:a="http://schemas.openxmlformats.org/drawingml/2006/main">
            <a:pathLst>
              <a:path w="932776" h="1037979" fill="none">
                <a:moveTo>
                  <a:pt x="932776" y="339506"/>
                </a:moveTo>
                <a:lnTo>
                  <a:pt x="932776" y="339506"/>
                </a:lnTo>
                <a:lnTo>
                  <a:pt x="776527" y="68877"/>
                </a:lnTo>
                <a:lnTo>
                  <a:pt x="0" y="0"/>
                </a:lnTo>
                <a:lnTo>
                  <a:pt x="133244" y="630517"/>
                </a:lnTo>
                <a:lnTo>
                  <a:pt x="529514" y="1037979"/>
                </a:lnTo>
                <a:lnTo>
                  <a:pt x="932776" y="339506"/>
                </a:lnTo>
              </a:path>
            </a:pathLst>
          </a:custGeom>
          <a:noFill xmlns:a="http://schemas.openxmlformats.org/drawingml/2006/main"/>
          <a:ln xmlns:a="http://schemas.openxmlformats.org/drawingml/2006/main" w="21276" cap="rnd">
            <a:solidFill>
              <a:srgbClr val="377EB8"/>
            </a:solidFill>
            <a:round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2FE3A3-C502-4C45-9108-E5DC18A6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6272" y="2000784"/>
            <a:ext cx="1884134" cy="2118055"/>
          </a:xfrm>
          <a:custGeom xmlns:a="http://schemas.openxmlformats.org/drawingml/2006/main">
            <a:pathLst>
              <a:path w="1884134" h="2118055" fill="none">
                <a:moveTo>
                  <a:pt x="1507352" y="2118055"/>
                </a:moveTo>
                <a:lnTo>
                  <a:pt x="1884134" y="537088"/>
                </a:lnTo>
                <a:lnTo>
                  <a:pt x="373477" y="0"/>
                </a:lnTo>
                <a:lnTo>
                  <a:pt x="0" y="2118055"/>
                </a:lnTo>
                <a:lnTo>
                  <a:pt x="1507352" y="2118055"/>
                </a:lnTo>
              </a:path>
            </a:pathLst>
          </a:custGeom>
          <a:noFill xmlns:a="http://schemas.openxmlformats.org/drawingml/2006/main"/>
          <a:ln xmlns:a="http://schemas.openxmlformats.org/drawingml/2006/main" w="21276" cap="rnd">
            <a:solidFill>
              <a:srgbClr val="984EA3"/>
            </a:solidFill>
            <a:round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A342A5-4570-467C-9A1F-C0536EF1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6272" y="3899059"/>
            <a:ext cx="1795414" cy="1726309"/>
          </a:xfrm>
          <a:custGeom xmlns:a="http://schemas.openxmlformats.org/drawingml/2006/main">
            <a:pathLst>
              <a:path w="1795414" h="1726309" fill="none">
                <a:moveTo>
                  <a:pt x="661765" y="219780"/>
                </a:moveTo>
                <a:lnTo>
                  <a:pt x="261920" y="0"/>
                </a:lnTo>
                <a:lnTo>
                  <a:pt x="0" y="219780"/>
                </a:lnTo>
                <a:lnTo>
                  <a:pt x="1795414" y="1726309"/>
                </a:lnTo>
                <a:lnTo>
                  <a:pt x="661765" y="219780"/>
                </a:lnTo>
              </a:path>
            </a:pathLst>
          </a:custGeom>
          <a:noFill xmlns:a="http://schemas.openxmlformats.org/drawingml/2006/main"/>
          <a:ln xmlns:a="http://schemas.openxmlformats.org/drawingml/2006/main" w="21276" cap="rnd">
            <a:solidFill>
              <a:srgbClr val="B58900"/>
            </a:solidFill>
            <a:round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6A7748-47E4-4324-A3A4-8EE206C3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6273" y="3424054"/>
            <a:ext cx="1499707" cy="1953181"/>
          </a:xfrm>
          <a:custGeom xmlns:a="http://schemas.openxmlformats.org/drawingml/2006/main">
            <a:pathLst>
              <a:path w="1499707" h="1953181" fill="none">
                <a:moveTo>
                  <a:pt x="1139706" y="694785"/>
                </a:moveTo>
                <a:lnTo>
                  <a:pt x="828000" y="0"/>
                </a:lnTo>
                <a:lnTo>
                  <a:pt x="0" y="694785"/>
                </a:lnTo>
                <a:lnTo>
                  <a:pt x="127684" y="1418902"/>
                </a:lnTo>
                <a:lnTo>
                  <a:pt x="1499707" y="1953181"/>
                </a:lnTo>
                <a:lnTo>
                  <a:pt x="1139706" y="694785"/>
                </a:lnTo>
              </a:path>
            </a:pathLst>
          </a:custGeom>
          <a:noFill xmlns:a="http://schemas.openxmlformats.org/drawingml/2006/main"/>
          <a:ln xmlns:a="http://schemas.openxmlformats.org/drawingml/2006/main" w="21276" cap="rnd">
            <a:solidFill>
              <a:srgbClr val="F781BF"/>
            </a:solidFill>
            <a:round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9BE899-8321-4800-AADA-D8A42524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258" y="1946473"/>
            <a:ext cx="5127072" cy="4303597"/>
          </a:xfrm>
          <a:custGeom xmlns:a="http://schemas.openxmlformats.org/drawingml/2006/main">
            <a:pathLst>
              <a:path w="5127072" h="4303597" fill="none">
                <a:moveTo>
                  <a:pt x="5127072" y="2172365"/>
                </a:moveTo>
                <a:lnTo>
                  <a:pt x="3874108" y="1002590"/>
                </a:lnTo>
                <a:lnTo>
                  <a:pt x="2863065" y="0"/>
                </a:lnTo>
                <a:lnTo>
                  <a:pt x="1331117" y="182419"/>
                </a:lnTo>
                <a:lnTo>
                  <a:pt x="510805" y="1455638"/>
                </a:lnTo>
                <a:lnTo>
                  <a:pt x="0" y="3075015"/>
                </a:lnTo>
                <a:lnTo>
                  <a:pt x="1249546" y="4303597"/>
                </a:lnTo>
                <a:lnTo>
                  <a:pt x="2805606" y="4018883"/>
                </a:lnTo>
                <a:lnTo>
                  <a:pt x="4032528" y="3475072"/>
                </a:lnTo>
                <a:lnTo>
                  <a:pt x="5127072" y="2172365"/>
                </a:lnTo>
              </a:path>
            </a:pathLst>
          </a:custGeom>
          <a:noFill xmlns:a="http://schemas.openxmlformats.org/drawingml/2006/main"/>
          <a:ln xmlns:a="http://schemas.openxmlformats.org/drawingml/2006/main" w="21276" cap="rnd">
            <a:solidFill>
              <a:srgbClr val="999999"/>
            </a:solidFill>
            <a:round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45136E-3F30-456A-A238-8041BFE0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920" y="1361486"/>
            <a:ext cx="5514704" cy="5514704"/>
          </a:xfrm>
          <a:custGeom xmlns:a="http://schemas.openxmlformats.org/drawingml/2006/main">
            <a:pathLst>
              <a:path w="5514704" h="5514704" fill="none">
                <a:moveTo>
                  <a:pt x="5514704" y="2757352"/>
                </a:moveTo>
                <a:cubicBezTo>
                  <a:pt x="5514704" y="2395265"/>
                  <a:pt x="5443373" y="2036682"/>
                  <a:pt x="5304811" y="1702154"/>
                </a:cubicBezTo>
                <a:cubicBezTo>
                  <a:pt x="5166248" y="1367627"/>
                  <a:pt x="4963134" y="1063651"/>
                  <a:pt x="4707101" y="807603"/>
                </a:cubicBezTo>
                <a:cubicBezTo>
                  <a:pt x="4451053" y="551570"/>
                  <a:pt x="4147077" y="348456"/>
                  <a:pt x="3812550" y="209893"/>
                </a:cubicBezTo>
                <a:cubicBezTo>
                  <a:pt x="3478022" y="71331"/>
                  <a:pt x="3119439" y="0"/>
                  <a:pt x="2757352" y="0"/>
                </a:cubicBezTo>
                <a:cubicBezTo>
                  <a:pt x="2395265" y="0"/>
                  <a:pt x="2036682" y="71331"/>
                  <a:pt x="1702154" y="209893"/>
                </a:cubicBezTo>
                <a:cubicBezTo>
                  <a:pt x="1367627" y="348456"/>
                  <a:pt x="1063651" y="551570"/>
                  <a:pt x="807603" y="807603"/>
                </a:cubicBezTo>
                <a:cubicBezTo>
                  <a:pt x="551570" y="1063651"/>
                  <a:pt x="348456" y="1367627"/>
                  <a:pt x="209893" y="1702154"/>
                </a:cubicBezTo>
                <a:cubicBezTo>
                  <a:pt x="71331" y="2036682"/>
                  <a:pt x="0" y="2395265"/>
                  <a:pt x="0" y="2757352"/>
                </a:cubicBezTo>
                <a:cubicBezTo>
                  <a:pt x="0" y="3119439"/>
                  <a:pt x="71331" y="3478022"/>
                  <a:pt x="209893" y="3812550"/>
                </a:cubicBezTo>
                <a:cubicBezTo>
                  <a:pt x="348456" y="4147077"/>
                  <a:pt x="551570" y="4451053"/>
                  <a:pt x="807603" y="4707101"/>
                </a:cubicBezTo>
                <a:cubicBezTo>
                  <a:pt x="1063651" y="4963134"/>
                  <a:pt x="1367627" y="5166248"/>
                  <a:pt x="1702154" y="5304811"/>
                </a:cubicBezTo>
                <a:cubicBezTo>
                  <a:pt x="2036682" y="5443373"/>
                  <a:pt x="2395265" y="5514704"/>
                  <a:pt x="2757352" y="5514704"/>
                </a:cubicBezTo>
                <a:cubicBezTo>
                  <a:pt x="3119439" y="5514704"/>
                  <a:pt x="3478022" y="5443373"/>
                  <a:pt x="3812550" y="5304811"/>
                </a:cubicBezTo>
                <a:cubicBezTo>
                  <a:pt x="4147077" y="5166248"/>
                  <a:pt x="4451053" y="4963134"/>
                  <a:pt x="4707101" y="4707101"/>
                </a:cubicBezTo>
                <a:cubicBezTo>
                  <a:pt x="4963134" y="4451053"/>
                  <a:pt x="5166248" y="4147077"/>
                  <a:pt x="5304811" y="3812550"/>
                </a:cubicBezTo>
                <a:cubicBezTo>
                  <a:pt x="5443373" y="3478022"/>
                  <a:pt x="5514704" y="3119439"/>
                  <a:pt x="5514704" y="275735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730" cap="sq">
            <a:solidFill>
              <a:srgbClr val="FFFFFF"/>
            </a:solidFill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EAF623-1994-49E9-878C-6286A358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8" y="69431"/>
            <a:ext cx="8159918" cy="917032"/>
          </a:xfrm>
          <a:custGeom xmlns:a="http://schemas.openxmlformats.org/drawingml/2006/main">
            <a:pathLst>
              <a:path w="8159918" h="917032">
                <a:moveTo>
                  <a:pt x="8156592" y="916963"/>
                </a:moveTo>
                <a:lnTo>
                  <a:pt x="8159695" y="916757"/>
                </a:lnTo>
                <a:lnTo>
                  <a:pt x="8159918" y="916731"/>
                </a:lnTo>
                <a:lnTo>
                  <a:pt x="8159918" y="302"/>
                </a:lnTo>
                <a:lnTo>
                  <a:pt x="8159695" y="276"/>
                </a:lnTo>
                <a:lnTo>
                  <a:pt x="8156592" y="69"/>
                </a:lnTo>
                <a:lnTo>
                  <a:pt x="8153351" y="0"/>
                </a:lnTo>
                <a:lnTo>
                  <a:pt x="39715" y="0"/>
                </a:lnTo>
                <a:lnTo>
                  <a:pt x="36474" y="69"/>
                </a:lnTo>
                <a:lnTo>
                  <a:pt x="33371" y="276"/>
                </a:lnTo>
                <a:lnTo>
                  <a:pt x="30405" y="620"/>
                </a:lnTo>
                <a:lnTo>
                  <a:pt x="27578" y="1103"/>
                </a:lnTo>
                <a:lnTo>
                  <a:pt x="24889" y="1723"/>
                </a:lnTo>
                <a:lnTo>
                  <a:pt x="22338" y="2482"/>
                </a:lnTo>
                <a:lnTo>
                  <a:pt x="19924" y="3378"/>
                </a:lnTo>
                <a:lnTo>
                  <a:pt x="17649" y="4412"/>
                </a:lnTo>
                <a:lnTo>
                  <a:pt x="15512" y="5584"/>
                </a:lnTo>
                <a:lnTo>
                  <a:pt x="13512" y="6894"/>
                </a:lnTo>
                <a:lnTo>
                  <a:pt x="11651" y="8341"/>
                </a:lnTo>
                <a:lnTo>
                  <a:pt x="9927" y="9927"/>
                </a:lnTo>
                <a:lnTo>
                  <a:pt x="8341" y="11651"/>
                </a:lnTo>
                <a:lnTo>
                  <a:pt x="6894" y="13512"/>
                </a:lnTo>
                <a:lnTo>
                  <a:pt x="5584" y="15512"/>
                </a:lnTo>
                <a:lnTo>
                  <a:pt x="4412" y="17649"/>
                </a:lnTo>
                <a:lnTo>
                  <a:pt x="3378" y="19924"/>
                </a:lnTo>
                <a:lnTo>
                  <a:pt x="2482" y="22338"/>
                </a:lnTo>
                <a:lnTo>
                  <a:pt x="1723" y="24889"/>
                </a:lnTo>
                <a:lnTo>
                  <a:pt x="1103" y="27578"/>
                </a:lnTo>
                <a:lnTo>
                  <a:pt x="620" y="30405"/>
                </a:lnTo>
                <a:lnTo>
                  <a:pt x="276" y="33371"/>
                </a:lnTo>
                <a:lnTo>
                  <a:pt x="69" y="36474"/>
                </a:lnTo>
                <a:lnTo>
                  <a:pt x="0" y="39715"/>
                </a:lnTo>
                <a:lnTo>
                  <a:pt x="0" y="877317"/>
                </a:lnTo>
                <a:lnTo>
                  <a:pt x="69" y="880559"/>
                </a:lnTo>
                <a:lnTo>
                  <a:pt x="276" y="883662"/>
                </a:lnTo>
                <a:lnTo>
                  <a:pt x="620" y="886627"/>
                </a:lnTo>
                <a:lnTo>
                  <a:pt x="1103" y="889454"/>
                </a:lnTo>
                <a:lnTo>
                  <a:pt x="1723" y="892143"/>
                </a:lnTo>
                <a:lnTo>
                  <a:pt x="2482" y="894695"/>
                </a:lnTo>
                <a:lnTo>
                  <a:pt x="3378" y="897108"/>
                </a:lnTo>
                <a:lnTo>
                  <a:pt x="4412" y="899383"/>
                </a:lnTo>
                <a:lnTo>
                  <a:pt x="5584" y="901521"/>
                </a:lnTo>
                <a:lnTo>
                  <a:pt x="6894" y="903520"/>
                </a:lnTo>
                <a:lnTo>
                  <a:pt x="8341" y="905382"/>
                </a:lnTo>
                <a:lnTo>
                  <a:pt x="9927" y="907105"/>
                </a:lnTo>
                <a:lnTo>
                  <a:pt x="11651" y="908691"/>
                </a:lnTo>
                <a:lnTo>
                  <a:pt x="13512" y="910139"/>
                </a:lnTo>
                <a:lnTo>
                  <a:pt x="15512" y="911449"/>
                </a:lnTo>
                <a:lnTo>
                  <a:pt x="17649" y="912621"/>
                </a:lnTo>
                <a:lnTo>
                  <a:pt x="19924" y="913655"/>
                </a:lnTo>
                <a:lnTo>
                  <a:pt x="22338" y="914551"/>
                </a:lnTo>
                <a:lnTo>
                  <a:pt x="24889" y="915309"/>
                </a:lnTo>
                <a:lnTo>
                  <a:pt x="27578" y="915929"/>
                </a:lnTo>
                <a:lnTo>
                  <a:pt x="30405" y="916412"/>
                </a:lnTo>
                <a:lnTo>
                  <a:pt x="33371" y="916757"/>
                </a:lnTo>
                <a:lnTo>
                  <a:pt x="36474" y="916963"/>
                </a:lnTo>
                <a:lnTo>
                  <a:pt x="39715" y="917032"/>
                </a:lnTo>
                <a:lnTo>
                  <a:pt x="8153351" y="917032"/>
                </a:lnTo>
                <a:lnTo>
                  <a:pt x="8156592" y="916963"/>
                </a:lnTo>
                <a:close/>
              </a:path>
            </a:pathLst>
          </a:custGeom>
          <a:solidFill xmlns:a="http://schemas.openxmlformats.org/drawingml/2006/main">
            <a:srgbClr val="EAEAF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39D62189-A46F-4D00-B363-CD26DD4B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6" y="62339"/>
            <a:ext cx="8165180" cy="931216"/>
          </a:xfrm>
          <a:custGeom xmlns:a="http://schemas.openxmlformats.org/drawingml/2006/main">
            <a:pathLst>
              <a:path w="8165180" h="931216">
                <a:moveTo>
                  <a:pt x="8158689" y="931216"/>
                </a:moveTo>
                <a:lnTo>
                  <a:pt x="44902" y="931216"/>
                </a:lnTo>
                <a:lnTo>
                  <a:pt x="41425" y="931142"/>
                </a:lnTo>
                <a:lnTo>
                  <a:pt x="37987" y="930913"/>
                </a:lnTo>
                <a:lnTo>
                  <a:pt x="34661" y="930527"/>
                </a:lnTo>
                <a:lnTo>
                  <a:pt x="31446" y="929978"/>
                </a:lnTo>
                <a:lnTo>
                  <a:pt x="28342" y="929262"/>
                </a:lnTo>
                <a:lnTo>
                  <a:pt x="25353" y="928373"/>
                </a:lnTo>
                <a:lnTo>
                  <a:pt x="22482" y="927307"/>
                </a:lnTo>
                <a:lnTo>
                  <a:pt x="19735" y="926059"/>
                </a:lnTo>
                <a:lnTo>
                  <a:pt x="17120" y="924625"/>
                </a:lnTo>
                <a:lnTo>
                  <a:pt x="14647" y="923006"/>
                </a:lnTo>
                <a:lnTo>
                  <a:pt x="12327" y="921201"/>
                </a:lnTo>
                <a:lnTo>
                  <a:pt x="10170" y="919216"/>
                </a:lnTo>
                <a:lnTo>
                  <a:pt x="8186" y="917059"/>
                </a:lnTo>
                <a:lnTo>
                  <a:pt x="6381" y="914739"/>
                </a:lnTo>
                <a:lnTo>
                  <a:pt x="4761" y="912266"/>
                </a:lnTo>
                <a:lnTo>
                  <a:pt x="3328" y="909652"/>
                </a:lnTo>
                <a:lnTo>
                  <a:pt x="2079" y="906905"/>
                </a:lnTo>
                <a:lnTo>
                  <a:pt x="1013" y="904034"/>
                </a:lnTo>
                <a:lnTo>
                  <a:pt x="125" y="901044"/>
                </a:lnTo>
                <a:lnTo>
                  <a:pt x="0" y="900504"/>
                </a:lnTo>
                <a:lnTo>
                  <a:pt x="0" y="30712"/>
                </a:lnTo>
                <a:lnTo>
                  <a:pt x="125" y="30172"/>
                </a:lnTo>
                <a:lnTo>
                  <a:pt x="1013" y="27182"/>
                </a:lnTo>
                <a:lnTo>
                  <a:pt x="2079" y="24311"/>
                </a:lnTo>
                <a:lnTo>
                  <a:pt x="3328" y="21565"/>
                </a:lnTo>
                <a:lnTo>
                  <a:pt x="4761" y="18950"/>
                </a:lnTo>
                <a:lnTo>
                  <a:pt x="6381" y="16477"/>
                </a:lnTo>
                <a:lnTo>
                  <a:pt x="8186" y="14157"/>
                </a:lnTo>
                <a:lnTo>
                  <a:pt x="10170" y="12000"/>
                </a:lnTo>
                <a:lnTo>
                  <a:pt x="12327" y="10015"/>
                </a:lnTo>
                <a:lnTo>
                  <a:pt x="14647" y="8211"/>
                </a:lnTo>
                <a:lnTo>
                  <a:pt x="17120" y="6591"/>
                </a:lnTo>
                <a:lnTo>
                  <a:pt x="19735" y="5157"/>
                </a:lnTo>
                <a:lnTo>
                  <a:pt x="22482" y="3909"/>
                </a:lnTo>
                <a:lnTo>
                  <a:pt x="25353" y="2843"/>
                </a:lnTo>
                <a:lnTo>
                  <a:pt x="28342" y="1954"/>
                </a:lnTo>
                <a:lnTo>
                  <a:pt x="31446" y="1238"/>
                </a:lnTo>
                <a:lnTo>
                  <a:pt x="34661" y="690"/>
                </a:lnTo>
                <a:lnTo>
                  <a:pt x="37987" y="303"/>
                </a:lnTo>
                <a:lnTo>
                  <a:pt x="41425" y="74"/>
                </a:lnTo>
                <a:lnTo>
                  <a:pt x="44902" y="0"/>
                </a:lnTo>
                <a:lnTo>
                  <a:pt x="8158689" y="0"/>
                </a:lnTo>
                <a:lnTo>
                  <a:pt x="8162166" y="74"/>
                </a:lnTo>
                <a:lnTo>
                  <a:pt x="8165180" y="275"/>
                </a:lnTo>
                <a:lnTo>
                  <a:pt x="8165180" y="14533"/>
                </a:lnTo>
                <a:lnTo>
                  <a:pt x="8164312" y="14432"/>
                </a:lnTo>
                <a:lnTo>
                  <a:pt x="8161543" y="14248"/>
                </a:lnTo>
                <a:lnTo>
                  <a:pt x="8158538" y="14184"/>
                </a:lnTo>
                <a:lnTo>
                  <a:pt x="45053" y="14184"/>
                </a:lnTo>
                <a:lnTo>
                  <a:pt x="42047" y="14248"/>
                </a:lnTo>
                <a:lnTo>
                  <a:pt x="39278" y="14432"/>
                </a:lnTo>
                <a:lnTo>
                  <a:pt x="36674" y="14735"/>
                </a:lnTo>
                <a:lnTo>
                  <a:pt x="34235" y="15151"/>
                </a:lnTo>
                <a:lnTo>
                  <a:pt x="31960" y="15676"/>
                </a:lnTo>
                <a:lnTo>
                  <a:pt x="29847" y="16304"/>
                </a:lnTo>
                <a:lnTo>
                  <a:pt x="27891" y="17030"/>
                </a:lnTo>
                <a:lnTo>
                  <a:pt x="26088" y="17850"/>
                </a:lnTo>
                <a:lnTo>
                  <a:pt x="24427" y="18760"/>
                </a:lnTo>
                <a:lnTo>
                  <a:pt x="22901" y="19760"/>
                </a:lnTo>
                <a:lnTo>
                  <a:pt x="21498" y="20851"/>
                </a:lnTo>
                <a:lnTo>
                  <a:pt x="20208" y="22038"/>
                </a:lnTo>
                <a:lnTo>
                  <a:pt x="19022" y="23328"/>
                </a:lnTo>
                <a:lnTo>
                  <a:pt x="17931" y="24731"/>
                </a:lnTo>
                <a:lnTo>
                  <a:pt x="16931" y="26257"/>
                </a:lnTo>
                <a:lnTo>
                  <a:pt x="16020" y="27917"/>
                </a:lnTo>
                <a:lnTo>
                  <a:pt x="15201" y="29721"/>
                </a:lnTo>
                <a:lnTo>
                  <a:pt x="14474" y="31677"/>
                </a:lnTo>
                <a:lnTo>
                  <a:pt x="13846" y="33790"/>
                </a:lnTo>
                <a:lnTo>
                  <a:pt x="13322" y="36065"/>
                </a:lnTo>
                <a:lnTo>
                  <a:pt x="12905" y="38504"/>
                </a:lnTo>
                <a:lnTo>
                  <a:pt x="12603" y="41108"/>
                </a:lnTo>
                <a:lnTo>
                  <a:pt x="12418" y="43877"/>
                </a:lnTo>
                <a:lnTo>
                  <a:pt x="12354" y="46882"/>
                </a:lnTo>
                <a:lnTo>
                  <a:pt x="12354" y="884334"/>
                </a:lnTo>
                <a:lnTo>
                  <a:pt x="12418" y="887339"/>
                </a:lnTo>
                <a:lnTo>
                  <a:pt x="12603" y="890108"/>
                </a:lnTo>
                <a:lnTo>
                  <a:pt x="12905" y="892712"/>
                </a:lnTo>
                <a:lnTo>
                  <a:pt x="13322" y="895151"/>
                </a:lnTo>
                <a:lnTo>
                  <a:pt x="13846" y="897426"/>
                </a:lnTo>
                <a:lnTo>
                  <a:pt x="14474" y="899539"/>
                </a:lnTo>
                <a:lnTo>
                  <a:pt x="15201" y="901495"/>
                </a:lnTo>
                <a:lnTo>
                  <a:pt x="16020" y="903299"/>
                </a:lnTo>
                <a:lnTo>
                  <a:pt x="16931" y="904959"/>
                </a:lnTo>
                <a:lnTo>
                  <a:pt x="17931" y="906485"/>
                </a:lnTo>
                <a:lnTo>
                  <a:pt x="19022" y="907888"/>
                </a:lnTo>
                <a:lnTo>
                  <a:pt x="20208" y="909178"/>
                </a:lnTo>
                <a:lnTo>
                  <a:pt x="21498" y="910365"/>
                </a:lnTo>
                <a:lnTo>
                  <a:pt x="22901" y="911456"/>
                </a:lnTo>
                <a:lnTo>
                  <a:pt x="24427" y="912456"/>
                </a:lnTo>
                <a:lnTo>
                  <a:pt x="26088" y="913366"/>
                </a:lnTo>
                <a:lnTo>
                  <a:pt x="27891" y="914186"/>
                </a:lnTo>
                <a:lnTo>
                  <a:pt x="29847" y="914912"/>
                </a:lnTo>
                <a:lnTo>
                  <a:pt x="31960" y="915540"/>
                </a:lnTo>
                <a:lnTo>
                  <a:pt x="34235" y="916065"/>
                </a:lnTo>
                <a:lnTo>
                  <a:pt x="36674" y="916481"/>
                </a:lnTo>
                <a:lnTo>
                  <a:pt x="39278" y="916784"/>
                </a:lnTo>
                <a:lnTo>
                  <a:pt x="42047" y="916968"/>
                </a:lnTo>
                <a:lnTo>
                  <a:pt x="45053" y="917032"/>
                </a:lnTo>
                <a:lnTo>
                  <a:pt x="8158538" y="917032"/>
                </a:lnTo>
                <a:lnTo>
                  <a:pt x="8161543" y="916968"/>
                </a:lnTo>
                <a:lnTo>
                  <a:pt x="8164312" y="916784"/>
                </a:lnTo>
                <a:lnTo>
                  <a:pt x="8165180" y="916683"/>
                </a:lnTo>
                <a:lnTo>
                  <a:pt x="8165180" y="930941"/>
                </a:lnTo>
                <a:lnTo>
                  <a:pt x="8162166" y="931142"/>
                </a:lnTo>
                <a:lnTo>
                  <a:pt x="8158689" y="931216"/>
                </a:lnTo>
                <a:close/>
              </a:path>
            </a:pathLst>
          </a:custGeom>
          <a:solidFill xmlns:a="http://schemas.openxmlformats.org/drawingml/2006/main">
            <a:srgbClr val="CCCCCC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988DA9-EFFF-4480-BE04-354177CE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68" y="224078"/>
            <a:ext cx="397149" cy="10"/>
          </a:xfrm>
          <a:custGeom xmlns:a="http://schemas.openxmlformats.org/drawingml/2006/main">
            <a:pathLst>
              <a:path w="397149" h="1" fill="none">
                <a:moveTo>
                  <a:pt x="0" y="0"/>
                </a:moveTo>
                <a:lnTo>
                  <a:pt x="198575" y="0"/>
                </a:lnTo>
                <a:lnTo>
                  <a:pt x="3971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276" cap="rnd">
            <a:solidFill>
              <a:srgbClr val="E41A1C"/>
            </a:solidFill>
            <a:round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474315-EB7D-48D3-A6CC-60D49DB6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71" y="151400"/>
            <a:ext cx="130066" cy="142180"/>
          </a:xfrm>
          <a:custGeom xmlns:a="http://schemas.openxmlformats.org/drawingml/2006/main">
            <a:pathLst>
              <a:path w="130066" h="142180">
                <a:moveTo>
                  <a:pt x="55204" y="142180"/>
                </a:moveTo>
                <a:lnTo>
                  <a:pt x="0" y="0"/>
                </a:lnTo>
                <a:lnTo>
                  <a:pt x="20453" y="0"/>
                </a:lnTo>
                <a:lnTo>
                  <a:pt x="57388" y="103259"/>
                </a:lnTo>
                <a:cubicBezTo>
                  <a:pt x="60168" y="111599"/>
                  <a:pt x="62750" y="119343"/>
                  <a:pt x="64934" y="126492"/>
                </a:cubicBezTo>
                <a:cubicBezTo>
                  <a:pt x="66920" y="118946"/>
                  <a:pt x="69501" y="111202"/>
                  <a:pt x="72480" y="103259"/>
                </a:cubicBezTo>
                <a:lnTo>
                  <a:pt x="111003" y="0"/>
                </a:lnTo>
                <a:lnTo>
                  <a:pt x="130066" y="0"/>
                </a:lnTo>
                <a:lnTo>
                  <a:pt x="74466" y="142180"/>
                </a:lnTo>
                <a:lnTo>
                  <a:pt x="55204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47A098-7B45-4C5C-8386-F8AE38D5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186" y="151400"/>
            <a:ext cx="17475" cy="142180"/>
          </a:xfrm>
          <a:custGeom xmlns:a="http://schemas.openxmlformats.org/drawingml/2006/main">
            <a:pathLst>
              <a:path w="17475" h="142180">
                <a:moveTo>
                  <a:pt x="0" y="20056"/>
                </a:moveTo>
                <a:lnTo>
                  <a:pt x="0" y="0"/>
                </a:lnTo>
                <a:lnTo>
                  <a:pt x="17475" y="0"/>
                </a:lnTo>
                <a:lnTo>
                  <a:pt x="17475" y="20056"/>
                </a:lnTo>
                <a:lnTo>
                  <a:pt x="0" y="20056"/>
                </a:lnTo>
                <a:close/>
                <a:moveTo>
                  <a:pt x="0" y="142180"/>
                </a:moveTo>
                <a:lnTo>
                  <a:pt x="0" y="39119"/>
                </a:lnTo>
                <a:lnTo>
                  <a:pt x="17475" y="39119"/>
                </a:lnTo>
                <a:lnTo>
                  <a:pt x="17475" y="142180"/>
                </a:lnTo>
                <a:lnTo>
                  <a:pt x="0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B4263B-9C3E-4D9C-B3AC-30706D4F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15" y="151400"/>
            <a:ext cx="89359" cy="144364"/>
          </a:xfrm>
          <a:custGeom xmlns:a="http://schemas.openxmlformats.org/drawingml/2006/main">
            <a:pathLst>
              <a:path w="89359" h="144364">
                <a:moveTo>
                  <a:pt x="73076" y="142180"/>
                </a:moveTo>
                <a:lnTo>
                  <a:pt x="73076" y="129272"/>
                </a:lnTo>
                <a:cubicBezTo>
                  <a:pt x="66523" y="139399"/>
                  <a:pt x="56991" y="144364"/>
                  <a:pt x="44282" y="144364"/>
                </a:cubicBezTo>
                <a:cubicBezTo>
                  <a:pt x="35942" y="144364"/>
                  <a:pt x="28396" y="142180"/>
                  <a:pt x="21645" y="137612"/>
                </a:cubicBezTo>
                <a:cubicBezTo>
                  <a:pt x="14695" y="133244"/>
                  <a:pt x="9333" y="126889"/>
                  <a:pt x="5560" y="118748"/>
                </a:cubicBezTo>
                <a:cubicBezTo>
                  <a:pt x="1787" y="110805"/>
                  <a:pt x="0" y="101472"/>
                  <a:pt x="0" y="90749"/>
                </a:cubicBezTo>
                <a:cubicBezTo>
                  <a:pt x="0" y="80621"/>
                  <a:pt x="1589" y="71288"/>
                  <a:pt x="5163" y="62948"/>
                </a:cubicBezTo>
                <a:cubicBezTo>
                  <a:pt x="8539" y="54608"/>
                  <a:pt x="13702" y="48055"/>
                  <a:pt x="20453" y="43686"/>
                </a:cubicBezTo>
                <a:cubicBezTo>
                  <a:pt x="27205" y="39318"/>
                  <a:pt x="34949" y="36935"/>
                  <a:pt x="43488" y="36935"/>
                </a:cubicBezTo>
                <a:cubicBezTo>
                  <a:pt x="49644" y="36935"/>
                  <a:pt x="55204" y="38325"/>
                  <a:pt x="60168" y="40906"/>
                </a:cubicBezTo>
                <a:cubicBezTo>
                  <a:pt x="64934" y="43488"/>
                  <a:pt x="68905" y="46864"/>
                  <a:pt x="71884" y="51034"/>
                </a:cubicBezTo>
                <a:lnTo>
                  <a:pt x="71884" y="0"/>
                </a:lnTo>
                <a:lnTo>
                  <a:pt x="89359" y="0"/>
                </a:lnTo>
                <a:lnTo>
                  <a:pt x="89359" y="142180"/>
                </a:lnTo>
                <a:lnTo>
                  <a:pt x="73076" y="142180"/>
                </a:lnTo>
                <a:close/>
                <a:moveTo>
                  <a:pt x="18070" y="90749"/>
                </a:moveTo>
                <a:cubicBezTo>
                  <a:pt x="18070" y="104053"/>
                  <a:pt x="20652" y="113982"/>
                  <a:pt x="26212" y="120336"/>
                </a:cubicBezTo>
                <a:cubicBezTo>
                  <a:pt x="31772" y="126889"/>
                  <a:pt x="38325" y="130066"/>
                  <a:pt x="45871" y="130066"/>
                </a:cubicBezTo>
                <a:cubicBezTo>
                  <a:pt x="53417" y="130066"/>
                  <a:pt x="59970" y="127088"/>
                  <a:pt x="65331" y="120733"/>
                </a:cubicBezTo>
                <a:cubicBezTo>
                  <a:pt x="70693" y="114578"/>
                  <a:pt x="73473" y="105046"/>
                  <a:pt x="73473" y="92337"/>
                </a:cubicBezTo>
                <a:cubicBezTo>
                  <a:pt x="73473" y="78238"/>
                  <a:pt x="70693" y="67913"/>
                  <a:pt x="65331" y="61161"/>
                </a:cubicBezTo>
                <a:cubicBezTo>
                  <a:pt x="59771" y="54608"/>
                  <a:pt x="53218" y="51232"/>
                  <a:pt x="45275" y="51232"/>
                </a:cubicBezTo>
                <a:cubicBezTo>
                  <a:pt x="37332" y="51232"/>
                  <a:pt x="30978" y="54409"/>
                  <a:pt x="25815" y="60764"/>
                </a:cubicBezTo>
                <a:cubicBezTo>
                  <a:pt x="20652" y="67118"/>
                  <a:pt x="18070" y="77246"/>
                  <a:pt x="18070" y="9074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2FF2EB-CC96-4A73-A262-5158B58E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068" y="151400"/>
            <a:ext cx="88961" cy="142180"/>
          </a:xfrm>
          <a:custGeom xmlns:a="http://schemas.openxmlformats.org/drawingml/2006/main">
            <a:pathLst>
              <a:path w="88961" h="142180">
                <a:moveTo>
                  <a:pt x="0" y="142180"/>
                </a:moveTo>
                <a:lnTo>
                  <a:pt x="0" y="0"/>
                </a:lnTo>
                <a:lnTo>
                  <a:pt x="18865" y="0"/>
                </a:lnTo>
                <a:lnTo>
                  <a:pt x="18865" y="125499"/>
                </a:lnTo>
                <a:lnTo>
                  <a:pt x="88961" y="125499"/>
                </a:lnTo>
                <a:lnTo>
                  <a:pt x="88961" y="142180"/>
                </a:lnTo>
                <a:lnTo>
                  <a:pt x="0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8305DF-7308-4AFC-9508-49B7D16F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979" y="151400"/>
            <a:ext cx="132648" cy="142180"/>
          </a:xfrm>
          <a:custGeom xmlns:a="http://schemas.openxmlformats.org/drawingml/2006/main">
            <a:pathLst>
              <a:path w="132648" h="142180">
                <a:moveTo>
                  <a:pt x="0" y="142180"/>
                </a:moveTo>
                <a:lnTo>
                  <a:pt x="54211" y="0"/>
                </a:lnTo>
                <a:lnTo>
                  <a:pt x="74466" y="0"/>
                </a:lnTo>
                <a:lnTo>
                  <a:pt x="132648" y="142180"/>
                </a:lnTo>
                <a:lnTo>
                  <a:pt x="111400" y="142180"/>
                </a:lnTo>
                <a:lnTo>
                  <a:pt x="94720" y="99089"/>
                </a:lnTo>
                <a:lnTo>
                  <a:pt x="35346" y="99089"/>
                </a:lnTo>
                <a:lnTo>
                  <a:pt x="19659" y="142180"/>
                </a:lnTo>
                <a:lnTo>
                  <a:pt x="0" y="142180"/>
                </a:lnTo>
                <a:close/>
                <a:moveTo>
                  <a:pt x="40708" y="83799"/>
                </a:moveTo>
                <a:lnTo>
                  <a:pt x="88961" y="83799"/>
                </a:lnTo>
                <a:lnTo>
                  <a:pt x="74068" y="44481"/>
                </a:lnTo>
                <a:cubicBezTo>
                  <a:pt x="69501" y="32566"/>
                  <a:pt x="66125" y="22638"/>
                  <a:pt x="63941" y="14893"/>
                </a:cubicBezTo>
                <a:cubicBezTo>
                  <a:pt x="62154" y="24028"/>
                  <a:pt x="59572" y="33162"/>
                  <a:pt x="56395" y="42098"/>
                </a:cubicBezTo>
                <a:lnTo>
                  <a:pt x="40708" y="8379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C985A8-9CBB-4444-B23D-48F6BE6A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886" y="149017"/>
            <a:ext cx="46864" cy="186065"/>
          </a:xfrm>
          <a:custGeom xmlns:a="http://schemas.openxmlformats.org/drawingml/2006/main">
            <a:pathLst>
              <a:path w="46864" h="186065">
                <a:moveTo>
                  <a:pt x="34353" y="186065"/>
                </a:moveTo>
                <a:cubicBezTo>
                  <a:pt x="24623" y="173951"/>
                  <a:pt x="16482" y="159853"/>
                  <a:pt x="9929" y="143768"/>
                </a:cubicBezTo>
                <a:cubicBezTo>
                  <a:pt x="3177" y="127485"/>
                  <a:pt x="0" y="110606"/>
                  <a:pt x="0" y="93132"/>
                </a:cubicBezTo>
                <a:cubicBezTo>
                  <a:pt x="0" y="77841"/>
                  <a:pt x="2383" y="63147"/>
                  <a:pt x="7347" y="48849"/>
                </a:cubicBezTo>
                <a:cubicBezTo>
                  <a:pt x="13106" y="32566"/>
                  <a:pt x="22042" y="16283"/>
                  <a:pt x="34353" y="0"/>
                </a:cubicBezTo>
                <a:lnTo>
                  <a:pt x="46864" y="0"/>
                </a:lnTo>
                <a:cubicBezTo>
                  <a:pt x="38921" y="13503"/>
                  <a:pt x="33758" y="23233"/>
                  <a:pt x="31375" y="28793"/>
                </a:cubicBezTo>
                <a:cubicBezTo>
                  <a:pt x="27403" y="37729"/>
                  <a:pt x="24226" y="47062"/>
                  <a:pt x="22042" y="56792"/>
                </a:cubicBezTo>
                <a:cubicBezTo>
                  <a:pt x="19262" y="68905"/>
                  <a:pt x="17872" y="81018"/>
                  <a:pt x="17872" y="93132"/>
                </a:cubicBezTo>
                <a:cubicBezTo>
                  <a:pt x="17872" y="124308"/>
                  <a:pt x="27403" y="155087"/>
                  <a:pt x="46864" y="186065"/>
                </a:cubicBezTo>
                <a:lnTo>
                  <a:pt x="34353" y="18606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CB378A-546D-4D4A-B420-0025EA4E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693" y="151400"/>
            <a:ext cx="130066" cy="142180"/>
          </a:xfrm>
          <a:custGeom xmlns:a="http://schemas.openxmlformats.org/drawingml/2006/main">
            <a:pathLst>
              <a:path w="130066" h="142180">
                <a:moveTo>
                  <a:pt x="55204" y="142180"/>
                </a:moveTo>
                <a:lnTo>
                  <a:pt x="0" y="0"/>
                </a:lnTo>
                <a:lnTo>
                  <a:pt x="20453" y="0"/>
                </a:lnTo>
                <a:lnTo>
                  <a:pt x="57388" y="103259"/>
                </a:lnTo>
                <a:cubicBezTo>
                  <a:pt x="60168" y="111599"/>
                  <a:pt x="62750" y="119343"/>
                  <a:pt x="64934" y="126492"/>
                </a:cubicBezTo>
                <a:cubicBezTo>
                  <a:pt x="66920" y="118946"/>
                  <a:pt x="69501" y="111202"/>
                  <a:pt x="72480" y="103259"/>
                </a:cubicBezTo>
                <a:lnTo>
                  <a:pt x="111003" y="0"/>
                </a:lnTo>
                <a:lnTo>
                  <a:pt x="130066" y="0"/>
                </a:lnTo>
                <a:lnTo>
                  <a:pt x="74466" y="142180"/>
                </a:lnTo>
                <a:lnTo>
                  <a:pt x="55204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62AE5D-A726-483C-BCD0-162E7B83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08" y="151400"/>
            <a:ext cx="17475" cy="142180"/>
          </a:xfrm>
          <a:custGeom xmlns:a="http://schemas.openxmlformats.org/drawingml/2006/main">
            <a:pathLst>
              <a:path w="17475" h="142180">
                <a:moveTo>
                  <a:pt x="0" y="20056"/>
                </a:moveTo>
                <a:lnTo>
                  <a:pt x="0" y="0"/>
                </a:lnTo>
                <a:lnTo>
                  <a:pt x="17475" y="0"/>
                </a:lnTo>
                <a:lnTo>
                  <a:pt x="17475" y="20056"/>
                </a:lnTo>
                <a:lnTo>
                  <a:pt x="0" y="20056"/>
                </a:lnTo>
                <a:close/>
                <a:moveTo>
                  <a:pt x="0" y="142180"/>
                </a:moveTo>
                <a:lnTo>
                  <a:pt x="0" y="39119"/>
                </a:lnTo>
                <a:lnTo>
                  <a:pt x="17475" y="39119"/>
                </a:lnTo>
                <a:lnTo>
                  <a:pt x="17475" y="142180"/>
                </a:lnTo>
                <a:lnTo>
                  <a:pt x="0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E549FD-51B9-4FDD-9A47-673F024E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637" y="151400"/>
            <a:ext cx="89359" cy="144364"/>
          </a:xfrm>
          <a:custGeom xmlns:a="http://schemas.openxmlformats.org/drawingml/2006/main">
            <a:pathLst>
              <a:path w="89359" h="144364">
                <a:moveTo>
                  <a:pt x="73076" y="142180"/>
                </a:moveTo>
                <a:lnTo>
                  <a:pt x="73076" y="129272"/>
                </a:lnTo>
                <a:cubicBezTo>
                  <a:pt x="66523" y="139399"/>
                  <a:pt x="56991" y="144364"/>
                  <a:pt x="44282" y="144364"/>
                </a:cubicBezTo>
                <a:cubicBezTo>
                  <a:pt x="35942" y="144364"/>
                  <a:pt x="28396" y="142180"/>
                  <a:pt x="21645" y="137612"/>
                </a:cubicBezTo>
                <a:cubicBezTo>
                  <a:pt x="14695" y="133244"/>
                  <a:pt x="9333" y="126889"/>
                  <a:pt x="5560" y="118748"/>
                </a:cubicBezTo>
                <a:cubicBezTo>
                  <a:pt x="1787" y="110805"/>
                  <a:pt x="0" y="101472"/>
                  <a:pt x="0" y="90749"/>
                </a:cubicBezTo>
                <a:cubicBezTo>
                  <a:pt x="0" y="80621"/>
                  <a:pt x="1589" y="71288"/>
                  <a:pt x="5163" y="62948"/>
                </a:cubicBezTo>
                <a:cubicBezTo>
                  <a:pt x="8539" y="54608"/>
                  <a:pt x="13702" y="48055"/>
                  <a:pt x="20453" y="43686"/>
                </a:cubicBezTo>
                <a:cubicBezTo>
                  <a:pt x="27205" y="39318"/>
                  <a:pt x="34949" y="36935"/>
                  <a:pt x="43488" y="36935"/>
                </a:cubicBezTo>
                <a:cubicBezTo>
                  <a:pt x="49644" y="36935"/>
                  <a:pt x="55204" y="38325"/>
                  <a:pt x="60168" y="40906"/>
                </a:cubicBezTo>
                <a:cubicBezTo>
                  <a:pt x="64934" y="43488"/>
                  <a:pt x="68905" y="46864"/>
                  <a:pt x="71884" y="51034"/>
                </a:cubicBezTo>
                <a:lnTo>
                  <a:pt x="71884" y="0"/>
                </a:lnTo>
                <a:lnTo>
                  <a:pt x="89359" y="0"/>
                </a:lnTo>
                <a:lnTo>
                  <a:pt x="89359" y="142180"/>
                </a:lnTo>
                <a:lnTo>
                  <a:pt x="73076" y="142180"/>
                </a:lnTo>
                <a:close/>
                <a:moveTo>
                  <a:pt x="18070" y="90749"/>
                </a:moveTo>
                <a:cubicBezTo>
                  <a:pt x="18070" y="104053"/>
                  <a:pt x="20652" y="113982"/>
                  <a:pt x="26212" y="120336"/>
                </a:cubicBezTo>
                <a:cubicBezTo>
                  <a:pt x="31772" y="126889"/>
                  <a:pt x="38325" y="130066"/>
                  <a:pt x="45871" y="130066"/>
                </a:cubicBezTo>
                <a:cubicBezTo>
                  <a:pt x="53417" y="130066"/>
                  <a:pt x="59970" y="127088"/>
                  <a:pt x="65331" y="120733"/>
                </a:cubicBezTo>
                <a:cubicBezTo>
                  <a:pt x="70693" y="114578"/>
                  <a:pt x="73473" y="105046"/>
                  <a:pt x="73473" y="92337"/>
                </a:cubicBezTo>
                <a:cubicBezTo>
                  <a:pt x="73473" y="78238"/>
                  <a:pt x="70693" y="67913"/>
                  <a:pt x="65331" y="61161"/>
                </a:cubicBezTo>
                <a:cubicBezTo>
                  <a:pt x="59771" y="54608"/>
                  <a:pt x="53218" y="51232"/>
                  <a:pt x="45275" y="51232"/>
                </a:cubicBezTo>
                <a:cubicBezTo>
                  <a:pt x="37332" y="51232"/>
                  <a:pt x="30978" y="54409"/>
                  <a:pt x="25815" y="60764"/>
                </a:cubicBezTo>
                <a:cubicBezTo>
                  <a:pt x="20652" y="67118"/>
                  <a:pt x="18070" y="77246"/>
                  <a:pt x="18070" y="9074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C4B887-3408-41D5-BC97-0A515121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641" y="188335"/>
            <a:ext cx="94919" cy="107429"/>
          </a:xfrm>
          <a:custGeom xmlns:a="http://schemas.openxmlformats.org/drawingml/2006/main">
            <a:pathLst>
              <a:path w="94919" h="107429">
                <a:moveTo>
                  <a:pt x="76253" y="72083"/>
                </a:moveTo>
                <a:lnTo>
                  <a:pt x="94323" y="74267"/>
                </a:lnTo>
                <a:cubicBezTo>
                  <a:pt x="91344" y="84990"/>
                  <a:pt x="85983" y="93132"/>
                  <a:pt x="78437" y="98890"/>
                </a:cubicBezTo>
                <a:cubicBezTo>
                  <a:pt x="70693" y="104649"/>
                  <a:pt x="60962" y="107429"/>
                  <a:pt x="49048" y="107429"/>
                </a:cubicBezTo>
                <a:cubicBezTo>
                  <a:pt x="33956" y="107429"/>
                  <a:pt x="21843" y="102862"/>
                  <a:pt x="13106" y="93727"/>
                </a:cubicBezTo>
                <a:cubicBezTo>
                  <a:pt x="4369" y="84593"/>
                  <a:pt x="0" y="71487"/>
                  <a:pt x="0" y="54608"/>
                </a:cubicBezTo>
                <a:cubicBezTo>
                  <a:pt x="0" y="37332"/>
                  <a:pt x="4369" y="23829"/>
                  <a:pt x="13305" y="14297"/>
                </a:cubicBezTo>
                <a:cubicBezTo>
                  <a:pt x="22042" y="4766"/>
                  <a:pt x="33758" y="0"/>
                  <a:pt x="48055" y="0"/>
                </a:cubicBezTo>
                <a:cubicBezTo>
                  <a:pt x="61757" y="0"/>
                  <a:pt x="73076" y="4766"/>
                  <a:pt x="81813" y="14099"/>
                </a:cubicBezTo>
                <a:cubicBezTo>
                  <a:pt x="90550" y="23432"/>
                  <a:pt x="94919" y="36538"/>
                  <a:pt x="94919" y="53615"/>
                </a:cubicBezTo>
                <a:cubicBezTo>
                  <a:pt x="94919" y="54807"/>
                  <a:pt x="94720" y="56197"/>
                  <a:pt x="94720" y="58182"/>
                </a:cubicBezTo>
                <a:lnTo>
                  <a:pt x="17872" y="58182"/>
                </a:lnTo>
                <a:cubicBezTo>
                  <a:pt x="18467" y="69700"/>
                  <a:pt x="21645" y="78238"/>
                  <a:pt x="27403" y="84196"/>
                </a:cubicBezTo>
                <a:cubicBezTo>
                  <a:pt x="33162" y="90153"/>
                  <a:pt x="40311" y="93132"/>
                  <a:pt x="49048" y="93132"/>
                </a:cubicBezTo>
                <a:cubicBezTo>
                  <a:pt x="55402" y="93132"/>
                  <a:pt x="60962" y="91543"/>
                  <a:pt x="65530" y="88167"/>
                </a:cubicBezTo>
                <a:cubicBezTo>
                  <a:pt x="69898" y="84990"/>
                  <a:pt x="73473" y="79628"/>
                  <a:pt x="76253" y="72083"/>
                </a:cubicBezTo>
                <a:close/>
                <a:moveTo>
                  <a:pt x="18865" y="43885"/>
                </a:moveTo>
                <a:lnTo>
                  <a:pt x="76451" y="43885"/>
                </a:lnTo>
                <a:cubicBezTo>
                  <a:pt x="75657" y="35148"/>
                  <a:pt x="73473" y="28793"/>
                  <a:pt x="69898" y="24425"/>
                </a:cubicBezTo>
                <a:cubicBezTo>
                  <a:pt x="64338" y="17673"/>
                  <a:pt x="56991" y="14297"/>
                  <a:pt x="48254" y="14297"/>
                </a:cubicBezTo>
                <a:cubicBezTo>
                  <a:pt x="40112" y="14297"/>
                  <a:pt x="33361" y="17077"/>
                  <a:pt x="27999" y="22439"/>
                </a:cubicBezTo>
                <a:cubicBezTo>
                  <a:pt x="22439" y="27800"/>
                  <a:pt x="19460" y="34949"/>
                  <a:pt x="18865" y="438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D24F95-380C-49DB-831E-6FB3ADC9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254" y="188335"/>
            <a:ext cx="96507" cy="107429"/>
          </a:xfrm>
          <a:custGeom xmlns:a="http://schemas.openxmlformats.org/drawingml/2006/main">
            <a:pathLst>
              <a:path w="96507" h="107429">
                <a:moveTo>
                  <a:pt x="0" y="53814"/>
                </a:moveTo>
                <a:cubicBezTo>
                  <a:pt x="0" y="34751"/>
                  <a:pt x="5163" y="20652"/>
                  <a:pt x="15886" y="11319"/>
                </a:cubicBezTo>
                <a:cubicBezTo>
                  <a:pt x="24623" y="3773"/>
                  <a:pt x="35545" y="0"/>
                  <a:pt x="48254" y="0"/>
                </a:cubicBezTo>
                <a:cubicBezTo>
                  <a:pt x="62352" y="0"/>
                  <a:pt x="73870" y="4766"/>
                  <a:pt x="83004" y="13900"/>
                </a:cubicBezTo>
                <a:cubicBezTo>
                  <a:pt x="91940" y="23233"/>
                  <a:pt x="96507" y="35942"/>
                  <a:pt x="96507" y="52225"/>
                </a:cubicBezTo>
                <a:cubicBezTo>
                  <a:pt x="96507" y="65530"/>
                  <a:pt x="94522" y="76054"/>
                  <a:pt x="90550" y="83600"/>
                </a:cubicBezTo>
                <a:cubicBezTo>
                  <a:pt x="86579" y="91146"/>
                  <a:pt x="80621" y="97103"/>
                  <a:pt x="73076" y="101273"/>
                </a:cubicBezTo>
                <a:cubicBezTo>
                  <a:pt x="65530" y="105245"/>
                  <a:pt x="57190" y="107429"/>
                  <a:pt x="48254" y="107429"/>
                </a:cubicBezTo>
                <a:cubicBezTo>
                  <a:pt x="33758" y="107429"/>
                  <a:pt x="22042" y="102862"/>
                  <a:pt x="13305" y="93727"/>
                </a:cubicBezTo>
                <a:cubicBezTo>
                  <a:pt x="4369" y="84593"/>
                  <a:pt x="0" y="71288"/>
                  <a:pt x="0" y="53814"/>
                </a:cubicBezTo>
                <a:close/>
                <a:moveTo>
                  <a:pt x="18070" y="53814"/>
                </a:moveTo>
                <a:cubicBezTo>
                  <a:pt x="18070" y="66920"/>
                  <a:pt x="20850" y="76848"/>
                  <a:pt x="26609" y="83401"/>
                </a:cubicBezTo>
                <a:cubicBezTo>
                  <a:pt x="32169" y="89954"/>
                  <a:pt x="39516" y="93132"/>
                  <a:pt x="48254" y="93132"/>
                </a:cubicBezTo>
                <a:cubicBezTo>
                  <a:pt x="56991" y="93132"/>
                  <a:pt x="64140" y="89954"/>
                  <a:pt x="69898" y="83401"/>
                </a:cubicBezTo>
                <a:cubicBezTo>
                  <a:pt x="75657" y="76848"/>
                  <a:pt x="78636" y="66721"/>
                  <a:pt x="78636" y="53218"/>
                </a:cubicBezTo>
                <a:cubicBezTo>
                  <a:pt x="78636" y="40509"/>
                  <a:pt x="75657" y="30978"/>
                  <a:pt x="69898" y="24226"/>
                </a:cubicBezTo>
                <a:cubicBezTo>
                  <a:pt x="63941" y="17673"/>
                  <a:pt x="56792" y="14297"/>
                  <a:pt x="48254" y="14297"/>
                </a:cubicBezTo>
                <a:cubicBezTo>
                  <a:pt x="39516" y="14297"/>
                  <a:pt x="32169" y="17673"/>
                  <a:pt x="26609" y="24226"/>
                </a:cubicBezTo>
                <a:cubicBezTo>
                  <a:pt x="20850" y="30779"/>
                  <a:pt x="18070" y="40708"/>
                  <a:pt x="18070" y="5381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9FB856-5CEF-4477-A244-4A9A69EE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463" y="233411"/>
            <a:ext cx="53615" cy="17475"/>
          </a:xfrm>
          <a:custGeom xmlns:a="http://schemas.openxmlformats.org/drawingml/2006/main">
            <a:pathLst>
              <a:path w="53615" h="17475">
                <a:moveTo>
                  <a:pt x="0" y="17475"/>
                </a:moveTo>
                <a:lnTo>
                  <a:pt x="0" y="0"/>
                </a:lnTo>
                <a:lnTo>
                  <a:pt x="53615" y="0"/>
                </a:lnTo>
                <a:lnTo>
                  <a:pt x="53615" y="17475"/>
                </a:lnTo>
                <a:lnTo>
                  <a:pt x="0" y="1747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6E6AB0-9923-4C78-A99B-D5939962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801" y="151400"/>
            <a:ext cx="112790" cy="142180"/>
          </a:xfrm>
          <a:custGeom xmlns:a="http://schemas.openxmlformats.org/drawingml/2006/main">
            <a:pathLst>
              <a:path w="112790" h="142180">
                <a:moveTo>
                  <a:pt x="46864" y="142180"/>
                </a:moveTo>
                <a:lnTo>
                  <a:pt x="46864" y="16879"/>
                </a:lnTo>
                <a:lnTo>
                  <a:pt x="0" y="16879"/>
                </a:lnTo>
                <a:lnTo>
                  <a:pt x="0" y="0"/>
                </a:lnTo>
                <a:lnTo>
                  <a:pt x="112790" y="0"/>
                </a:lnTo>
                <a:lnTo>
                  <a:pt x="112790" y="16879"/>
                </a:lnTo>
                <a:lnTo>
                  <a:pt x="65728" y="16879"/>
                </a:lnTo>
                <a:lnTo>
                  <a:pt x="65728" y="142180"/>
                </a:lnTo>
                <a:lnTo>
                  <a:pt x="46864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551C20-23C4-4452-A760-31459749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969" y="188335"/>
            <a:ext cx="94919" cy="107429"/>
          </a:xfrm>
          <a:custGeom xmlns:a="http://schemas.openxmlformats.org/drawingml/2006/main">
            <a:pathLst>
              <a:path w="94919" h="107429">
                <a:moveTo>
                  <a:pt x="76253" y="72083"/>
                </a:moveTo>
                <a:lnTo>
                  <a:pt x="94323" y="74267"/>
                </a:lnTo>
                <a:cubicBezTo>
                  <a:pt x="91344" y="84990"/>
                  <a:pt x="85983" y="93132"/>
                  <a:pt x="78437" y="98890"/>
                </a:cubicBezTo>
                <a:cubicBezTo>
                  <a:pt x="70693" y="104649"/>
                  <a:pt x="60962" y="107429"/>
                  <a:pt x="49048" y="107429"/>
                </a:cubicBezTo>
                <a:cubicBezTo>
                  <a:pt x="33956" y="107429"/>
                  <a:pt x="21843" y="102862"/>
                  <a:pt x="13106" y="93727"/>
                </a:cubicBezTo>
                <a:cubicBezTo>
                  <a:pt x="4369" y="84593"/>
                  <a:pt x="0" y="71487"/>
                  <a:pt x="0" y="54608"/>
                </a:cubicBezTo>
                <a:cubicBezTo>
                  <a:pt x="0" y="37332"/>
                  <a:pt x="4369" y="23829"/>
                  <a:pt x="13305" y="14297"/>
                </a:cubicBezTo>
                <a:cubicBezTo>
                  <a:pt x="22042" y="4766"/>
                  <a:pt x="33758" y="0"/>
                  <a:pt x="48055" y="0"/>
                </a:cubicBezTo>
                <a:cubicBezTo>
                  <a:pt x="61757" y="0"/>
                  <a:pt x="73076" y="4766"/>
                  <a:pt x="81813" y="14099"/>
                </a:cubicBezTo>
                <a:cubicBezTo>
                  <a:pt x="90550" y="23432"/>
                  <a:pt x="94919" y="36538"/>
                  <a:pt x="94919" y="53615"/>
                </a:cubicBezTo>
                <a:cubicBezTo>
                  <a:pt x="94919" y="54807"/>
                  <a:pt x="94720" y="56197"/>
                  <a:pt x="94720" y="58182"/>
                </a:cubicBezTo>
                <a:lnTo>
                  <a:pt x="17872" y="58182"/>
                </a:lnTo>
                <a:cubicBezTo>
                  <a:pt x="18467" y="69700"/>
                  <a:pt x="21645" y="78238"/>
                  <a:pt x="27403" y="84196"/>
                </a:cubicBezTo>
                <a:cubicBezTo>
                  <a:pt x="33162" y="90153"/>
                  <a:pt x="40311" y="93132"/>
                  <a:pt x="49048" y="93132"/>
                </a:cubicBezTo>
                <a:cubicBezTo>
                  <a:pt x="55402" y="93132"/>
                  <a:pt x="60962" y="91543"/>
                  <a:pt x="65530" y="88167"/>
                </a:cubicBezTo>
                <a:cubicBezTo>
                  <a:pt x="69898" y="84990"/>
                  <a:pt x="73473" y="79628"/>
                  <a:pt x="76253" y="72083"/>
                </a:cubicBezTo>
                <a:close/>
                <a:moveTo>
                  <a:pt x="18865" y="43885"/>
                </a:moveTo>
                <a:lnTo>
                  <a:pt x="76451" y="43885"/>
                </a:lnTo>
                <a:cubicBezTo>
                  <a:pt x="75657" y="35148"/>
                  <a:pt x="73473" y="28793"/>
                  <a:pt x="69898" y="24425"/>
                </a:cubicBezTo>
                <a:cubicBezTo>
                  <a:pt x="64338" y="17673"/>
                  <a:pt x="56991" y="14297"/>
                  <a:pt x="48254" y="14297"/>
                </a:cubicBezTo>
                <a:cubicBezTo>
                  <a:pt x="40112" y="14297"/>
                  <a:pt x="33361" y="17077"/>
                  <a:pt x="27999" y="22439"/>
                </a:cubicBezTo>
                <a:cubicBezTo>
                  <a:pt x="22439" y="27800"/>
                  <a:pt x="19460" y="34949"/>
                  <a:pt x="18865" y="438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3FBE89-E8BB-4A92-A5A0-D9DF2AE6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419" y="190519"/>
            <a:ext cx="96507" cy="103060"/>
          </a:xfrm>
          <a:custGeom xmlns:a="http://schemas.openxmlformats.org/drawingml/2006/main">
            <a:pathLst>
              <a:path w="96507" h="103060">
                <a:moveTo>
                  <a:pt x="0" y="103060"/>
                </a:moveTo>
                <a:lnTo>
                  <a:pt x="37729" y="49445"/>
                </a:lnTo>
                <a:lnTo>
                  <a:pt x="2780" y="0"/>
                </a:lnTo>
                <a:lnTo>
                  <a:pt x="24623" y="0"/>
                </a:lnTo>
                <a:lnTo>
                  <a:pt x="40509" y="24226"/>
                </a:lnTo>
                <a:cubicBezTo>
                  <a:pt x="43289" y="28992"/>
                  <a:pt x="45672" y="32765"/>
                  <a:pt x="47658" y="35743"/>
                </a:cubicBezTo>
                <a:cubicBezTo>
                  <a:pt x="50438" y="31573"/>
                  <a:pt x="53218" y="27800"/>
                  <a:pt x="55601" y="24425"/>
                </a:cubicBezTo>
                <a:lnTo>
                  <a:pt x="72877" y="0"/>
                </a:lnTo>
                <a:lnTo>
                  <a:pt x="93727" y="0"/>
                </a:lnTo>
                <a:lnTo>
                  <a:pt x="58182" y="48651"/>
                </a:lnTo>
                <a:lnTo>
                  <a:pt x="96507" y="103060"/>
                </a:lnTo>
                <a:lnTo>
                  <a:pt x="75061" y="103060"/>
                </a:lnTo>
                <a:lnTo>
                  <a:pt x="53814" y="71090"/>
                </a:lnTo>
                <a:lnTo>
                  <a:pt x="48254" y="62352"/>
                </a:lnTo>
                <a:lnTo>
                  <a:pt x="21247" y="103060"/>
                </a:lnTo>
                <a:lnTo>
                  <a:pt x="0" y="10306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FDE43A-695F-4A97-9A25-5EF4AEC5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891" y="154577"/>
            <a:ext cx="50239" cy="140194"/>
          </a:xfrm>
          <a:custGeom xmlns:a="http://schemas.openxmlformats.org/drawingml/2006/main">
            <a:pathLst>
              <a:path w="50239" h="140194">
                <a:moveTo>
                  <a:pt x="47658" y="123315"/>
                </a:moveTo>
                <a:lnTo>
                  <a:pt x="50239" y="138804"/>
                </a:lnTo>
                <a:cubicBezTo>
                  <a:pt x="45076" y="139598"/>
                  <a:pt x="40708" y="140194"/>
                  <a:pt x="36935" y="140194"/>
                </a:cubicBezTo>
                <a:cubicBezTo>
                  <a:pt x="30581" y="140194"/>
                  <a:pt x="25616" y="139201"/>
                  <a:pt x="22240" y="137414"/>
                </a:cubicBezTo>
                <a:cubicBezTo>
                  <a:pt x="18666" y="135428"/>
                  <a:pt x="16283" y="132846"/>
                  <a:pt x="14893" y="129471"/>
                </a:cubicBezTo>
                <a:cubicBezTo>
                  <a:pt x="13305" y="126294"/>
                  <a:pt x="12709" y="119343"/>
                  <a:pt x="12709" y="108819"/>
                </a:cubicBezTo>
                <a:lnTo>
                  <a:pt x="12709" y="49644"/>
                </a:lnTo>
                <a:lnTo>
                  <a:pt x="0" y="49644"/>
                </a:lnTo>
                <a:lnTo>
                  <a:pt x="0" y="35942"/>
                </a:lnTo>
                <a:lnTo>
                  <a:pt x="12709" y="35942"/>
                </a:lnTo>
                <a:lnTo>
                  <a:pt x="12709" y="10524"/>
                </a:lnTo>
                <a:lnTo>
                  <a:pt x="29985" y="0"/>
                </a:lnTo>
                <a:lnTo>
                  <a:pt x="29985" y="35942"/>
                </a:lnTo>
                <a:lnTo>
                  <a:pt x="47658" y="35942"/>
                </a:lnTo>
                <a:lnTo>
                  <a:pt x="47658" y="49644"/>
                </a:lnTo>
                <a:lnTo>
                  <a:pt x="29985" y="49644"/>
                </a:lnTo>
                <a:lnTo>
                  <a:pt x="29985" y="109812"/>
                </a:lnTo>
                <a:cubicBezTo>
                  <a:pt x="29985" y="114975"/>
                  <a:pt x="30183" y="118152"/>
                  <a:pt x="30978" y="119542"/>
                </a:cubicBezTo>
                <a:cubicBezTo>
                  <a:pt x="31573" y="120932"/>
                  <a:pt x="32566" y="122123"/>
                  <a:pt x="33956" y="122918"/>
                </a:cubicBezTo>
                <a:cubicBezTo>
                  <a:pt x="35346" y="123712"/>
                  <a:pt x="37332" y="124109"/>
                  <a:pt x="39914" y="124109"/>
                </a:cubicBezTo>
                <a:cubicBezTo>
                  <a:pt x="41899" y="124109"/>
                  <a:pt x="44481" y="123911"/>
                  <a:pt x="47658" y="12331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B8DDF5-EA37-4BB2-966A-024AAA3D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412" y="151400"/>
            <a:ext cx="125102" cy="142180"/>
          </a:xfrm>
          <a:custGeom xmlns:a="http://schemas.openxmlformats.org/drawingml/2006/main">
            <a:pathLst>
              <a:path w="125102" h="142180">
                <a:moveTo>
                  <a:pt x="0" y="142180"/>
                </a:moveTo>
                <a:lnTo>
                  <a:pt x="0" y="0"/>
                </a:lnTo>
                <a:lnTo>
                  <a:pt x="62948" y="0"/>
                </a:lnTo>
                <a:cubicBezTo>
                  <a:pt x="75657" y="0"/>
                  <a:pt x="85189" y="1390"/>
                  <a:pt x="91742" y="3971"/>
                </a:cubicBezTo>
                <a:cubicBezTo>
                  <a:pt x="98294" y="6553"/>
                  <a:pt x="103656" y="11120"/>
                  <a:pt x="107628" y="17475"/>
                </a:cubicBezTo>
                <a:cubicBezTo>
                  <a:pt x="111599" y="23829"/>
                  <a:pt x="113585" y="30978"/>
                  <a:pt x="113585" y="38722"/>
                </a:cubicBezTo>
                <a:cubicBezTo>
                  <a:pt x="113585" y="49048"/>
                  <a:pt x="110209" y="57587"/>
                  <a:pt x="103656" y="64338"/>
                </a:cubicBezTo>
                <a:cubicBezTo>
                  <a:pt x="97103" y="71288"/>
                  <a:pt x="86976" y="75657"/>
                  <a:pt x="73473" y="77444"/>
                </a:cubicBezTo>
                <a:cubicBezTo>
                  <a:pt x="78437" y="79827"/>
                  <a:pt x="82210" y="82210"/>
                  <a:pt x="84791" y="84593"/>
                </a:cubicBezTo>
                <a:cubicBezTo>
                  <a:pt x="90352" y="89756"/>
                  <a:pt x="95514" y="95912"/>
                  <a:pt x="100479" y="103457"/>
                </a:cubicBezTo>
                <a:lnTo>
                  <a:pt x="125102" y="142180"/>
                </a:lnTo>
                <a:lnTo>
                  <a:pt x="101472" y="142180"/>
                </a:lnTo>
                <a:lnTo>
                  <a:pt x="82806" y="112592"/>
                </a:lnTo>
                <a:cubicBezTo>
                  <a:pt x="77246" y="104252"/>
                  <a:pt x="72678" y="97699"/>
                  <a:pt x="69104" y="93132"/>
                </a:cubicBezTo>
                <a:cubicBezTo>
                  <a:pt x="65530" y="88564"/>
                  <a:pt x="62352" y="85387"/>
                  <a:pt x="59572" y="83600"/>
                </a:cubicBezTo>
                <a:cubicBezTo>
                  <a:pt x="56792" y="81813"/>
                  <a:pt x="53814" y="80621"/>
                  <a:pt x="51034" y="79827"/>
                </a:cubicBezTo>
                <a:cubicBezTo>
                  <a:pt x="48849" y="79430"/>
                  <a:pt x="45275" y="79033"/>
                  <a:pt x="40509" y="79033"/>
                </a:cubicBezTo>
                <a:lnTo>
                  <a:pt x="18666" y="79033"/>
                </a:lnTo>
                <a:lnTo>
                  <a:pt x="18666" y="142180"/>
                </a:lnTo>
                <a:lnTo>
                  <a:pt x="0" y="142180"/>
                </a:lnTo>
                <a:close/>
                <a:moveTo>
                  <a:pt x="18666" y="62750"/>
                </a:moveTo>
                <a:lnTo>
                  <a:pt x="59175" y="62750"/>
                </a:lnTo>
                <a:cubicBezTo>
                  <a:pt x="67714" y="62750"/>
                  <a:pt x="74466" y="61955"/>
                  <a:pt x="79231" y="60168"/>
                </a:cubicBezTo>
                <a:cubicBezTo>
                  <a:pt x="83997" y="58381"/>
                  <a:pt x="87770" y="55601"/>
                  <a:pt x="90352" y="51629"/>
                </a:cubicBezTo>
                <a:cubicBezTo>
                  <a:pt x="92734" y="47658"/>
                  <a:pt x="94124" y="43488"/>
                  <a:pt x="94124" y="38722"/>
                </a:cubicBezTo>
                <a:cubicBezTo>
                  <a:pt x="94124" y="32169"/>
                  <a:pt x="91543" y="26609"/>
                  <a:pt x="86777" y="22240"/>
                </a:cubicBezTo>
                <a:cubicBezTo>
                  <a:pt x="81813" y="17872"/>
                  <a:pt x="74068" y="15687"/>
                  <a:pt x="63742" y="15687"/>
                </a:cubicBezTo>
                <a:lnTo>
                  <a:pt x="18666" y="15687"/>
                </a:lnTo>
                <a:lnTo>
                  <a:pt x="18666" y="6275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9CE704-E1EC-4B5D-9705-A53C64B7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442" y="188335"/>
            <a:ext cx="94919" cy="107429"/>
          </a:xfrm>
          <a:custGeom xmlns:a="http://schemas.openxmlformats.org/drawingml/2006/main">
            <a:pathLst>
              <a:path w="94919" h="107429">
                <a:moveTo>
                  <a:pt x="76253" y="72083"/>
                </a:moveTo>
                <a:lnTo>
                  <a:pt x="94323" y="74267"/>
                </a:lnTo>
                <a:cubicBezTo>
                  <a:pt x="91344" y="84990"/>
                  <a:pt x="85983" y="93132"/>
                  <a:pt x="78437" y="98890"/>
                </a:cubicBezTo>
                <a:cubicBezTo>
                  <a:pt x="70693" y="104649"/>
                  <a:pt x="60962" y="107429"/>
                  <a:pt x="49048" y="107429"/>
                </a:cubicBezTo>
                <a:cubicBezTo>
                  <a:pt x="33956" y="107429"/>
                  <a:pt x="21843" y="102862"/>
                  <a:pt x="13106" y="93727"/>
                </a:cubicBezTo>
                <a:cubicBezTo>
                  <a:pt x="4369" y="84593"/>
                  <a:pt x="0" y="71487"/>
                  <a:pt x="0" y="54608"/>
                </a:cubicBezTo>
                <a:cubicBezTo>
                  <a:pt x="0" y="37332"/>
                  <a:pt x="4369" y="23829"/>
                  <a:pt x="13305" y="14297"/>
                </a:cubicBezTo>
                <a:cubicBezTo>
                  <a:pt x="22042" y="4766"/>
                  <a:pt x="33758" y="0"/>
                  <a:pt x="48055" y="0"/>
                </a:cubicBezTo>
                <a:cubicBezTo>
                  <a:pt x="61757" y="0"/>
                  <a:pt x="73076" y="4766"/>
                  <a:pt x="81813" y="14099"/>
                </a:cubicBezTo>
                <a:cubicBezTo>
                  <a:pt x="90550" y="23432"/>
                  <a:pt x="94919" y="36538"/>
                  <a:pt x="94919" y="53615"/>
                </a:cubicBezTo>
                <a:cubicBezTo>
                  <a:pt x="94919" y="54807"/>
                  <a:pt x="94720" y="56197"/>
                  <a:pt x="94720" y="58182"/>
                </a:cubicBezTo>
                <a:lnTo>
                  <a:pt x="17872" y="58182"/>
                </a:lnTo>
                <a:cubicBezTo>
                  <a:pt x="18467" y="69700"/>
                  <a:pt x="21645" y="78238"/>
                  <a:pt x="27403" y="84196"/>
                </a:cubicBezTo>
                <a:cubicBezTo>
                  <a:pt x="33162" y="90153"/>
                  <a:pt x="40311" y="93132"/>
                  <a:pt x="49048" y="93132"/>
                </a:cubicBezTo>
                <a:cubicBezTo>
                  <a:pt x="55402" y="93132"/>
                  <a:pt x="60962" y="91543"/>
                  <a:pt x="65530" y="88167"/>
                </a:cubicBezTo>
                <a:cubicBezTo>
                  <a:pt x="69898" y="84990"/>
                  <a:pt x="73473" y="79628"/>
                  <a:pt x="76253" y="72083"/>
                </a:cubicBezTo>
                <a:close/>
                <a:moveTo>
                  <a:pt x="18865" y="43885"/>
                </a:moveTo>
                <a:lnTo>
                  <a:pt x="76451" y="43885"/>
                </a:lnTo>
                <a:cubicBezTo>
                  <a:pt x="75657" y="35148"/>
                  <a:pt x="73473" y="28793"/>
                  <a:pt x="69898" y="24425"/>
                </a:cubicBezTo>
                <a:cubicBezTo>
                  <a:pt x="64338" y="17673"/>
                  <a:pt x="56991" y="14297"/>
                  <a:pt x="48254" y="14297"/>
                </a:cubicBezTo>
                <a:cubicBezTo>
                  <a:pt x="40112" y="14297"/>
                  <a:pt x="33361" y="17077"/>
                  <a:pt x="27999" y="22439"/>
                </a:cubicBezTo>
                <a:cubicBezTo>
                  <a:pt x="22439" y="27800"/>
                  <a:pt x="19460" y="34949"/>
                  <a:pt x="18865" y="438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12A821-34E8-43B3-B666-7C264A88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077" y="154577"/>
            <a:ext cx="50239" cy="140194"/>
          </a:xfrm>
          <a:custGeom xmlns:a="http://schemas.openxmlformats.org/drawingml/2006/main">
            <a:pathLst>
              <a:path w="50239" h="140194">
                <a:moveTo>
                  <a:pt x="47658" y="123315"/>
                </a:moveTo>
                <a:lnTo>
                  <a:pt x="50239" y="138804"/>
                </a:lnTo>
                <a:cubicBezTo>
                  <a:pt x="45076" y="139598"/>
                  <a:pt x="40708" y="140194"/>
                  <a:pt x="36935" y="140194"/>
                </a:cubicBezTo>
                <a:cubicBezTo>
                  <a:pt x="30581" y="140194"/>
                  <a:pt x="25616" y="139201"/>
                  <a:pt x="22240" y="137414"/>
                </a:cubicBezTo>
                <a:cubicBezTo>
                  <a:pt x="18666" y="135428"/>
                  <a:pt x="16283" y="132846"/>
                  <a:pt x="14893" y="129471"/>
                </a:cubicBezTo>
                <a:cubicBezTo>
                  <a:pt x="13305" y="126294"/>
                  <a:pt x="12709" y="119343"/>
                  <a:pt x="12709" y="108819"/>
                </a:cubicBezTo>
                <a:lnTo>
                  <a:pt x="12709" y="49644"/>
                </a:lnTo>
                <a:lnTo>
                  <a:pt x="0" y="49644"/>
                </a:lnTo>
                <a:lnTo>
                  <a:pt x="0" y="35942"/>
                </a:lnTo>
                <a:lnTo>
                  <a:pt x="12709" y="35942"/>
                </a:lnTo>
                <a:lnTo>
                  <a:pt x="12709" y="10524"/>
                </a:lnTo>
                <a:lnTo>
                  <a:pt x="29985" y="0"/>
                </a:lnTo>
                <a:lnTo>
                  <a:pt x="29985" y="35942"/>
                </a:lnTo>
                <a:lnTo>
                  <a:pt x="47658" y="35942"/>
                </a:lnTo>
                <a:lnTo>
                  <a:pt x="47658" y="49644"/>
                </a:lnTo>
                <a:lnTo>
                  <a:pt x="29985" y="49644"/>
                </a:lnTo>
                <a:lnTo>
                  <a:pt x="29985" y="109812"/>
                </a:lnTo>
                <a:cubicBezTo>
                  <a:pt x="29985" y="114975"/>
                  <a:pt x="30183" y="118152"/>
                  <a:pt x="30978" y="119542"/>
                </a:cubicBezTo>
                <a:cubicBezTo>
                  <a:pt x="31573" y="120932"/>
                  <a:pt x="32566" y="122123"/>
                  <a:pt x="33956" y="122918"/>
                </a:cubicBezTo>
                <a:cubicBezTo>
                  <a:pt x="35346" y="123712"/>
                  <a:pt x="37332" y="124109"/>
                  <a:pt x="39914" y="124109"/>
                </a:cubicBezTo>
                <a:cubicBezTo>
                  <a:pt x="41899" y="124109"/>
                  <a:pt x="44481" y="123911"/>
                  <a:pt x="47658" y="12331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74658C-0998-4D85-A5E9-9BFBE7CB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614" y="188335"/>
            <a:ext cx="55998" cy="105245"/>
          </a:xfrm>
          <a:custGeom xmlns:a="http://schemas.openxmlformats.org/drawingml/2006/main">
            <a:pathLst>
              <a:path w="55998" h="105245">
                <a:moveTo>
                  <a:pt x="0" y="105245"/>
                </a:moveTo>
                <a:lnTo>
                  <a:pt x="0" y="2184"/>
                </a:lnTo>
                <a:lnTo>
                  <a:pt x="15687" y="2184"/>
                </a:lnTo>
                <a:lnTo>
                  <a:pt x="15687" y="17872"/>
                </a:lnTo>
                <a:cubicBezTo>
                  <a:pt x="19659" y="10723"/>
                  <a:pt x="23233" y="5957"/>
                  <a:pt x="26808" y="3574"/>
                </a:cubicBezTo>
                <a:cubicBezTo>
                  <a:pt x="30183" y="1191"/>
                  <a:pt x="33956" y="0"/>
                  <a:pt x="37928" y="0"/>
                </a:cubicBezTo>
                <a:cubicBezTo>
                  <a:pt x="43885" y="0"/>
                  <a:pt x="49842" y="1986"/>
                  <a:pt x="55998" y="5560"/>
                </a:cubicBezTo>
                <a:lnTo>
                  <a:pt x="49842" y="21843"/>
                </a:lnTo>
                <a:cubicBezTo>
                  <a:pt x="45474" y="19460"/>
                  <a:pt x="41304" y="18070"/>
                  <a:pt x="37133" y="18070"/>
                </a:cubicBezTo>
                <a:cubicBezTo>
                  <a:pt x="33162" y="18070"/>
                  <a:pt x="29786" y="19262"/>
                  <a:pt x="26808" y="21446"/>
                </a:cubicBezTo>
                <a:cubicBezTo>
                  <a:pt x="23630" y="23829"/>
                  <a:pt x="21446" y="27006"/>
                  <a:pt x="20255" y="30978"/>
                </a:cubicBezTo>
                <a:cubicBezTo>
                  <a:pt x="18269" y="37332"/>
                  <a:pt x="17475" y="44084"/>
                  <a:pt x="17475" y="51431"/>
                </a:cubicBezTo>
                <a:lnTo>
                  <a:pt x="17475" y="105245"/>
                </a:lnTo>
                <a:lnTo>
                  <a:pt x="0" y="10524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9455BD-012C-46A4-A977-5663DA3E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938" y="151400"/>
            <a:ext cx="17475" cy="142180"/>
          </a:xfrm>
          <a:custGeom xmlns:a="http://schemas.openxmlformats.org/drawingml/2006/main">
            <a:pathLst>
              <a:path w="17475" h="142180">
                <a:moveTo>
                  <a:pt x="0" y="20056"/>
                </a:moveTo>
                <a:lnTo>
                  <a:pt x="0" y="0"/>
                </a:lnTo>
                <a:lnTo>
                  <a:pt x="17475" y="0"/>
                </a:lnTo>
                <a:lnTo>
                  <a:pt x="17475" y="20056"/>
                </a:lnTo>
                <a:lnTo>
                  <a:pt x="0" y="20056"/>
                </a:lnTo>
                <a:close/>
                <a:moveTo>
                  <a:pt x="0" y="142180"/>
                </a:moveTo>
                <a:lnTo>
                  <a:pt x="0" y="39119"/>
                </a:lnTo>
                <a:lnTo>
                  <a:pt x="17475" y="39119"/>
                </a:lnTo>
                <a:lnTo>
                  <a:pt x="17475" y="142180"/>
                </a:lnTo>
                <a:lnTo>
                  <a:pt x="0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B38072-705B-4BF6-A937-83F32181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263" y="188335"/>
            <a:ext cx="94919" cy="107429"/>
          </a:xfrm>
          <a:custGeom xmlns:a="http://schemas.openxmlformats.org/drawingml/2006/main">
            <a:pathLst>
              <a:path w="94919" h="107429">
                <a:moveTo>
                  <a:pt x="76253" y="72083"/>
                </a:moveTo>
                <a:lnTo>
                  <a:pt x="94323" y="74267"/>
                </a:lnTo>
                <a:cubicBezTo>
                  <a:pt x="91344" y="84990"/>
                  <a:pt x="85983" y="93132"/>
                  <a:pt x="78437" y="98890"/>
                </a:cubicBezTo>
                <a:cubicBezTo>
                  <a:pt x="70693" y="104649"/>
                  <a:pt x="60962" y="107429"/>
                  <a:pt x="49048" y="107429"/>
                </a:cubicBezTo>
                <a:cubicBezTo>
                  <a:pt x="33956" y="107429"/>
                  <a:pt x="21843" y="102862"/>
                  <a:pt x="13106" y="93727"/>
                </a:cubicBezTo>
                <a:cubicBezTo>
                  <a:pt x="4369" y="84593"/>
                  <a:pt x="0" y="71487"/>
                  <a:pt x="0" y="54608"/>
                </a:cubicBezTo>
                <a:cubicBezTo>
                  <a:pt x="0" y="37332"/>
                  <a:pt x="4369" y="23829"/>
                  <a:pt x="13305" y="14297"/>
                </a:cubicBezTo>
                <a:cubicBezTo>
                  <a:pt x="22042" y="4766"/>
                  <a:pt x="33758" y="0"/>
                  <a:pt x="48055" y="0"/>
                </a:cubicBezTo>
                <a:cubicBezTo>
                  <a:pt x="61757" y="0"/>
                  <a:pt x="73076" y="4766"/>
                  <a:pt x="81813" y="14099"/>
                </a:cubicBezTo>
                <a:cubicBezTo>
                  <a:pt x="90550" y="23432"/>
                  <a:pt x="94919" y="36538"/>
                  <a:pt x="94919" y="53615"/>
                </a:cubicBezTo>
                <a:cubicBezTo>
                  <a:pt x="94919" y="54807"/>
                  <a:pt x="94720" y="56197"/>
                  <a:pt x="94720" y="58182"/>
                </a:cubicBezTo>
                <a:lnTo>
                  <a:pt x="17872" y="58182"/>
                </a:lnTo>
                <a:cubicBezTo>
                  <a:pt x="18467" y="69700"/>
                  <a:pt x="21645" y="78238"/>
                  <a:pt x="27403" y="84196"/>
                </a:cubicBezTo>
                <a:cubicBezTo>
                  <a:pt x="33162" y="90153"/>
                  <a:pt x="40311" y="93132"/>
                  <a:pt x="49048" y="93132"/>
                </a:cubicBezTo>
                <a:cubicBezTo>
                  <a:pt x="55402" y="93132"/>
                  <a:pt x="60962" y="91543"/>
                  <a:pt x="65530" y="88167"/>
                </a:cubicBezTo>
                <a:cubicBezTo>
                  <a:pt x="69898" y="84990"/>
                  <a:pt x="73473" y="79628"/>
                  <a:pt x="76253" y="72083"/>
                </a:cubicBezTo>
                <a:close/>
                <a:moveTo>
                  <a:pt x="18865" y="43885"/>
                </a:moveTo>
                <a:lnTo>
                  <a:pt x="76451" y="43885"/>
                </a:lnTo>
                <a:cubicBezTo>
                  <a:pt x="75657" y="35148"/>
                  <a:pt x="73473" y="28793"/>
                  <a:pt x="69898" y="24425"/>
                </a:cubicBezTo>
                <a:cubicBezTo>
                  <a:pt x="64338" y="17673"/>
                  <a:pt x="56991" y="14297"/>
                  <a:pt x="48254" y="14297"/>
                </a:cubicBezTo>
                <a:cubicBezTo>
                  <a:pt x="40112" y="14297"/>
                  <a:pt x="33361" y="17077"/>
                  <a:pt x="27999" y="22439"/>
                </a:cubicBezTo>
                <a:cubicBezTo>
                  <a:pt x="22439" y="27800"/>
                  <a:pt x="19460" y="34949"/>
                  <a:pt x="18865" y="438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48203E-C61A-45BB-9D70-E88341B5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904" y="190519"/>
            <a:ext cx="94323" cy="103060"/>
          </a:xfrm>
          <a:custGeom xmlns:a="http://schemas.openxmlformats.org/drawingml/2006/main">
            <a:pathLst>
              <a:path w="94323" h="103060">
                <a:moveTo>
                  <a:pt x="39119" y="103060"/>
                </a:moveTo>
                <a:lnTo>
                  <a:pt x="0" y="0"/>
                </a:lnTo>
                <a:lnTo>
                  <a:pt x="18269" y="0"/>
                </a:lnTo>
                <a:lnTo>
                  <a:pt x="40509" y="61757"/>
                </a:lnTo>
                <a:cubicBezTo>
                  <a:pt x="42892" y="68508"/>
                  <a:pt x="45076" y="75260"/>
                  <a:pt x="47062" y="82409"/>
                </a:cubicBezTo>
                <a:cubicBezTo>
                  <a:pt x="48651" y="77047"/>
                  <a:pt x="50835" y="70494"/>
                  <a:pt x="53615" y="62948"/>
                </a:cubicBezTo>
                <a:lnTo>
                  <a:pt x="76451" y="0"/>
                </a:lnTo>
                <a:lnTo>
                  <a:pt x="94323" y="0"/>
                </a:lnTo>
                <a:lnTo>
                  <a:pt x="55402" y="103060"/>
                </a:lnTo>
                <a:lnTo>
                  <a:pt x="39119" y="10306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7AA739-40C8-443F-A702-497A454F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759" y="188335"/>
            <a:ext cx="94919" cy="107429"/>
          </a:xfrm>
          <a:custGeom xmlns:a="http://schemas.openxmlformats.org/drawingml/2006/main">
            <a:pathLst>
              <a:path w="94919" h="107429">
                <a:moveTo>
                  <a:pt x="73076" y="92536"/>
                </a:moveTo>
                <a:cubicBezTo>
                  <a:pt x="66523" y="98096"/>
                  <a:pt x="60367" y="102067"/>
                  <a:pt x="54409" y="104252"/>
                </a:cubicBezTo>
                <a:cubicBezTo>
                  <a:pt x="48452" y="106237"/>
                  <a:pt x="41899" y="107429"/>
                  <a:pt x="35148" y="107429"/>
                </a:cubicBezTo>
                <a:cubicBezTo>
                  <a:pt x="23829" y="107429"/>
                  <a:pt x="15092" y="104847"/>
                  <a:pt x="9134" y="99287"/>
                </a:cubicBezTo>
                <a:cubicBezTo>
                  <a:pt x="2979" y="93727"/>
                  <a:pt x="0" y="86777"/>
                  <a:pt x="0" y="78040"/>
                </a:cubicBezTo>
                <a:cubicBezTo>
                  <a:pt x="0" y="73076"/>
                  <a:pt x="993" y="68508"/>
                  <a:pt x="3376" y="64338"/>
                </a:cubicBezTo>
                <a:cubicBezTo>
                  <a:pt x="5759" y="60168"/>
                  <a:pt x="8737" y="56792"/>
                  <a:pt x="12510" y="54211"/>
                </a:cubicBezTo>
                <a:cubicBezTo>
                  <a:pt x="16085" y="51828"/>
                  <a:pt x="20255" y="49842"/>
                  <a:pt x="25020" y="48452"/>
                </a:cubicBezTo>
                <a:cubicBezTo>
                  <a:pt x="28396" y="47658"/>
                  <a:pt x="33559" y="46864"/>
                  <a:pt x="40509" y="45871"/>
                </a:cubicBezTo>
                <a:cubicBezTo>
                  <a:pt x="54608" y="44282"/>
                  <a:pt x="64934" y="42296"/>
                  <a:pt x="71685" y="39914"/>
                </a:cubicBezTo>
                <a:cubicBezTo>
                  <a:pt x="71685" y="37531"/>
                  <a:pt x="71685" y="36141"/>
                  <a:pt x="71685" y="35346"/>
                </a:cubicBezTo>
                <a:cubicBezTo>
                  <a:pt x="71685" y="28198"/>
                  <a:pt x="70097" y="23233"/>
                  <a:pt x="66920" y="20255"/>
                </a:cubicBezTo>
                <a:cubicBezTo>
                  <a:pt x="62352" y="16283"/>
                  <a:pt x="55601" y="14297"/>
                  <a:pt x="46864" y="14297"/>
                </a:cubicBezTo>
                <a:cubicBezTo>
                  <a:pt x="38523" y="14297"/>
                  <a:pt x="32566" y="15886"/>
                  <a:pt x="28595" y="18666"/>
                </a:cubicBezTo>
                <a:cubicBezTo>
                  <a:pt x="24623" y="21645"/>
                  <a:pt x="21843" y="26808"/>
                  <a:pt x="20056" y="33956"/>
                </a:cubicBezTo>
                <a:lnTo>
                  <a:pt x="2979" y="31573"/>
                </a:lnTo>
                <a:cubicBezTo>
                  <a:pt x="4567" y="24425"/>
                  <a:pt x="7149" y="18467"/>
                  <a:pt x="10723" y="13900"/>
                </a:cubicBezTo>
                <a:cubicBezTo>
                  <a:pt x="14297" y="9532"/>
                  <a:pt x="19262" y="5957"/>
                  <a:pt x="26013" y="3574"/>
                </a:cubicBezTo>
                <a:cubicBezTo>
                  <a:pt x="32765" y="1191"/>
                  <a:pt x="40509" y="0"/>
                  <a:pt x="49445" y="0"/>
                </a:cubicBezTo>
                <a:cubicBezTo>
                  <a:pt x="58182" y="0"/>
                  <a:pt x="65331" y="1191"/>
                  <a:pt x="70891" y="3177"/>
                </a:cubicBezTo>
                <a:cubicBezTo>
                  <a:pt x="76451" y="5163"/>
                  <a:pt x="80423" y="7744"/>
                  <a:pt x="83004" y="10922"/>
                </a:cubicBezTo>
                <a:cubicBezTo>
                  <a:pt x="85586" y="14099"/>
                  <a:pt x="87373" y="17872"/>
                  <a:pt x="88366" y="22638"/>
                </a:cubicBezTo>
                <a:cubicBezTo>
                  <a:pt x="88961" y="25815"/>
                  <a:pt x="89359" y="31176"/>
                  <a:pt x="89359" y="38921"/>
                </a:cubicBezTo>
                <a:lnTo>
                  <a:pt x="89359" y="62154"/>
                </a:lnTo>
                <a:cubicBezTo>
                  <a:pt x="89359" y="78437"/>
                  <a:pt x="89557" y="88564"/>
                  <a:pt x="90352" y="92933"/>
                </a:cubicBezTo>
                <a:cubicBezTo>
                  <a:pt x="91146" y="97302"/>
                  <a:pt x="92536" y="101273"/>
                  <a:pt x="94919" y="105245"/>
                </a:cubicBezTo>
                <a:lnTo>
                  <a:pt x="76650" y="105245"/>
                </a:lnTo>
                <a:cubicBezTo>
                  <a:pt x="74664" y="101670"/>
                  <a:pt x="73473" y="97500"/>
                  <a:pt x="73076" y="92536"/>
                </a:cubicBezTo>
                <a:close/>
                <a:moveTo>
                  <a:pt x="71685" y="53615"/>
                </a:moveTo>
                <a:cubicBezTo>
                  <a:pt x="65331" y="56197"/>
                  <a:pt x="55799" y="58381"/>
                  <a:pt x="43091" y="60168"/>
                </a:cubicBezTo>
                <a:cubicBezTo>
                  <a:pt x="35942" y="61360"/>
                  <a:pt x="30779" y="62551"/>
                  <a:pt x="27800" y="63742"/>
                </a:cubicBezTo>
                <a:cubicBezTo>
                  <a:pt x="24822" y="64934"/>
                  <a:pt x="22638" y="66920"/>
                  <a:pt x="21049" y="69303"/>
                </a:cubicBezTo>
                <a:cubicBezTo>
                  <a:pt x="19460" y="71884"/>
                  <a:pt x="18666" y="74664"/>
                  <a:pt x="18666" y="77643"/>
                </a:cubicBezTo>
                <a:cubicBezTo>
                  <a:pt x="18666" y="82409"/>
                  <a:pt x="20255" y="86181"/>
                  <a:pt x="23829" y="89359"/>
                </a:cubicBezTo>
                <a:cubicBezTo>
                  <a:pt x="27403" y="92536"/>
                  <a:pt x="32566" y="93926"/>
                  <a:pt x="39318" y="93926"/>
                </a:cubicBezTo>
                <a:cubicBezTo>
                  <a:pt x="46069" y="93926"/>
                  <a:pt x="52027" y="92536"/>
                  <a:pt x="57190" y="89557"/>
                </a:cubicBezTo>
                <a:cubicBezTo>
                  <a:pt x="62352" y="86579"/>
                  <a:pt x="66324" y="82607"/>
                  <a:pt x="68905" y="77444"/>
                </a:cubicBezTo>
                <a:cubicBezTo>
                  <a:pt x="70693" y="73473"/>
                  <a:pt x="71685" y="67714"/>
                  <a:pt x="71685" y="59970"/>
                </a:cubicBezTo>
                <a:lnTo>
                  <a:pt x="71685" y="5361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4A75A2-C099-4505-B462-30347B4C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727" y="151400"/>
            <a:ext cx="17475" cy="142180"/>
          </a:xfrm>
          <a:custGeom xmlns:a="http://schemas.openxmlformats.org/drawingml/2006/main">
            <a:pathLst>
              <a:path w="17475" h="142180">
                <a:moveTo>
                  <a:pt x="0" y="142180"/>
                </a:moveTo>
                <a:lnTo>
                  <a:pt x="0" y="0"/>
                </a:lnTo>
                <a:lnTo>
                  <a:pt x="17475" y="0"/>
                </a:lnTo>
                <a:lnTo>
                  <a:pt x="17475" y="142180"/>
                </a:lnTo>
                <a:lnTo>
                  <a:pt x="0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22302D-3409-4342-9FD4-C27AEE53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993" y="151400"/>
            <a:ext cx="106039" cy="142180"/>
          </a:xfrm>
          <a:custGeom xmlns:a="http://schemas.openxmlformats.org/drawingml/2006/main">
            <a:pathLst>
              <a:path w="106039" h="142180">
                <a:moveTo>
                  <a:pt x="0" y="142180"/>
                </a:moveTo>
                <a:lnTo>
                  <a:pt x="0" y="0"/>
                </a:lnTo>
                <a:lnTo>
                  <a:pt x="102862" y="0"/>
                </a:lnTo>
                <a:lnTo>
                  <a:pt x="102862" y="16879"/>
                </a:lnTo>
                <a:lnTo>
                  <a:pt x="18865" y="16879"/>
                </a:lnTo>
                <a:lnTo>
                  <a:pt x="18865" y="60367"/>
                </a:lnTo>
                <a:lnTo>
                  <a:pt x="97500" y="60367"/>
                </a:lnTo>
                <a:lnTo>
                  <a:pt x="97500" y="77047"/>
                </a:lnTo>
                <a:lnTo>
                  <a:pt x="18865" y="77047"/>
                </a:lnTo>
                <a:lnTo>
                  <a:pt x="18865" y="125499"/>
                </a:lnTo>
                <a:lnTo>
                  <a:pt x="106039" y="125499"/>
                </a:lnTo>
                <a:lnTo>
                  <a:pt x="106039" y="142180"/>
                </a:lnTo>
                <a:lnTo>
                  <a:pt x="0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3B1A6F-A75F-47A2-A881-F2266114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145" y="190519"/>
            <a:ext cx="96507" cy="103060"/>
          </a:xfrm>
          <a:custGeom xmlns:a="http://schemas.openxmlformats.org/drawingml/2006/main">
            <a:pathLst>
              <a:path w="96507" h="103060">
                <a:moveTo>
                  <a:pt x="0" y="103060"/>
                </a:moveTo>
                <a:lnTo>
                  <a:pt x="37729" y="49445"/>
                </a:lnTo>
                <a:lnTo>
                  <a:pt x="2780" y="0"/>
                </a:lnTo>
                <a:lnTo>
                  <a:pt x="24623" y="0"/>
                </a:lnTo>
                <a:lnTo>
                  <a:pt x="40509" y="24226"/>
                </a:lnTo>
                <a:cubicBezTo>
                  <a:pt x="43289" y="28992"/>
                  <a:pt x="45672" y="32765"/>
                  <a:pt x="47658" y="35743"/>
                </a:cubicBezTo>
                <a:cubicBezTo>
                  <a:pt x="50438" y="31573"/>
                  <a:pt x="53218" y="27800"/>
                  <a:pt x="55601" y="24425"/>
                </a:cubicBezTo>
                <a:lnTo>
                  <a:pt x="72877" y="0"/>
                </a:lnTo>
                <a:lnTo>
                  <a:pt x="93727" y="0"/>
                </a:lnTo>
                <a:lnTo>
                  <a:pt x="58182" y="48651"/>
                </a:lnTo>
                <a:lnTo>
                  <a:pt x="96507" y="103060"/>
                </a:lnTo>
                <a:lnTo>
                  <a:pt x="75061" y="103060"/>
                </a:lnTo>
                <a:lnTo>
                  <a:pt x="53814" y="71090"/>
                </a:lnTo>
                <a:lnTo>
                  <a:pt x="48254" y="62352"/>
                </a:lnTo>
                <a:lnTo>
                  <a:pt x="21247" y="103060"/>
                </a:lnTo>
                <a:lnTo>
                  <a:pt x="0" y="10306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171043-5836-43FA-A57E-9C9B285A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148" y="188335"/>
            <a:ext cx="89359" cy="144562"/>
          </a:xfrm>
          <a:custGeom xmlns:a="http://schemas.openxmlformats.org/drawingml/2006/main">
            <a:pathLst>
              <a:path w="89359" h="144562">
                <a:moveTo>
                  <a:pt x="0" y="144562"/>
                </a:moveTo>
                <a:lnTo>
                  <a:pt x="0" y="2184"/>
                </a:lnTo>
                <a:lnTo>
                  <a:pt x="15886" y="2184"/>
                </a:lnTo>
                <a:lnTo>
                  <a:pt x="15886" y="15687"/>
                </a:lnTo>
                <a:cubicBezTo>
                  <a:pt x="19460" y="10524"/>
                  <a:pt x="23829" y="6553"/>
                  <a:pt x="28595" y="3971"/>
                </a:cubicBezTo>
                <a:cubicBezTo>
                  <a:pt x="33361" y="1390"/>
                  <a:pt x="38921" y="0"/>
                  <a:pt x="45672" y="0"/>
                </a:cubicBezTo>
                <a:cubicBezTo>
                  <a:pt x="54409" y="0"/>
                  <a:pt x="62154" y="2383"/>
                  <a:pt x="68905" y="6752"/>
                </a:cubicBezTo>
                <a:cubicBezTo>
                  <a:pt x="75657" y="11319"/>
                  <a:pt x="80621" y="17673"/>
                  <a:pt x="84196" y="26013"/>
                </a:cubicBezTo>
                <a:cubicBezTo>
                  <a:pt x="87571" y="34353"/>
                  <a:pt x="89359" y="43289"/>
                  <a:pt x="89359" y="53019"/>
                </a:cubicBezTo>
                <a:cubicBezTo>
                  <a:pt x="89359" y="63544"/>
                  <a:pt x="87373" y="73076"/>
                  <a:pt x="83600" y="81416"/>
                </a:cubicBezTo>
                <a:cubicBezTo>
                  <a:pt x="79827" y="89954"/>
                  <a:pt x="74267" y="96507"/>
                  <a:pt x="67118" y="100876"/>
                </a:cubicBezTo>
                <a:cubicBezTo>
                  <a:pt x="59970" y="105245"/>
                  <a:pt x="52424" y="107429"/>
                  <a:pt x="44481" y="107429"/>
                </a:cubicBezTo>
                <a:cubicBezTo>
                  <a:pt x="38523" y="107429"/>
                  <a:pt x="33361" y="106237"/>
                  <a:pt x="28793" y="103855"/>
                </a:cubicBezTo>
                <a:cubicBezTo>
                  <a:pt x="24028" y="101472"/>
                  <a:pt x="20255" y="98493"/>
                  <a:pt x="17475" y="94522"/>
                </a:cubicBezTo>
                <a:lnTo>
                  <a:pt x="17475" y="144562"/>
                </a:lnTo>
                <a:lnTo>
                  <a:pt x="0" y="144562"/>
                </a:lnTo>
                <a:close/>
                <a:moveTo>
                  <a:pt x="15886" y="54409"/>
                </a:moveTo>
                <a:cubicBezTo>
                  <a:pt x="15886" y="67714"/>
                  <a:pt x="18467" y="77444"/>
                  <a:pt x="23829" y="83799"/>
                </a:cubicBezTo>
                <a:cubicBezTo>
                  <a:pt x="29190" y="90153"/>
                  <a:pt x="35743" y="93132"/>
                  <a:pt x="43289" y="93132"/>
                </a:cubicBezTo>
                <a:cubicBezTo>
                  <a:pt x="51034" y="93132"/>
                  <a:pt x="57587" y="89954"/>
                  <a:pt x="63147" y="83401"/>
                </a:cubicBezTo>
                <a:cubicBezTo>
                  <a:pt x="68707" y="76848"/>
                  <a:pt x="71487" y="66721"/>
                  <a:pt x="71487" y="52821"/>
                </a:cubicBezTo>
                <a:cubicBezTo>
                  <a:pt x="71487" y="39715"/>
                  <a:pt x="68707" y="29985"/>
                  <a:pt x="63345" y="23432"/>
                </a:cubicBezTo>
                <a:cubicBezTo>
                  <a:pt x="57984" y="17077"/>
                  <a:pt x="51629" y="13702"/>
                  <a:pt x="44084" y="13702"/>
                </a:cubicBezTo>
                <a:cubicBezTo>
                  <a:pt x="36538" y="13702"/>
                  <a:pt x="29985" y="17276"/>
                  <a:pt x="24425" y="24226"/>
                </a:cubicBezTo>
                <a:cubicBezTo>
                  <a:pt x="18666" y="31176"/>
                  <a:pt x="15886" y="41304"/>
                  <a:pt x="15886" y="5440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6D06BE-42C4-4E9D-8EF1-6AE46A1F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9797" y="188335"/>
            <a:ext cx="94919" cy="107429"/>
          </a:xfrm>
          <a:custGeom xmlns:a="http://schemas.openxmlformats.org/drawingml/2006/main">
            <a:pathLst>
              <a:path w="94919" h="107429">
                <a:moveTo>
                  <a:pt x="76253" y="72083"/>
                </a:moveTo>
                <a:lnTo>
                  <a:pt x="94323" y="74267"/>
                </a:lnTo>
                <a:cubicBezTo>
                  <a:pt x="91344" y="84990"/>
                  <a:pt x="85983" y="93132"/>
                  <a:pt x="78437" y="98890"/>
                </a:cubicBezTo>
                <a:cubicBezTo>
                  <a:pt x="70693" y="104649"/>
                  <a:pt x="60962" y="107429"/>
                  <a:pt x="49048" y="107429"/>
                </a:cubicBezTo>
                <a:cubicBezTo>
                  <a:pt x="33956" y="107429"/>
                  <a:pt x="21843" y="102862"/>
                  <a:pt x="13106" y="93727"/>
                </a:cubicBezTo>
                <a:cubicBezTo>
                  <a:pt x="4369" y="84593"/>
                  <a:pt x="0" y="71487"/>
                  <a:pt x="0" y="54608"/>
                </a:cubicBezTo>
                <a:cubicBezTo>
                  <a:pt x="0" y="37332"/>
                  <a:pt x="4369" y="23829"/>
                  <a:pt x="13305" y="14297"/>
                </a:cubicBezTo>
                <a:cubicBezTo>
                  <a:pt x="22042" y="4766"/>
                  <a:pt x="33758" y="0"/>
                  <a:pt x="48055" y="0"/>
                </a:cubicBezTo>
                <a:cubicBezTo>
                  <a:pt x="61757" y="0"/>
                  <a:pt x="73076" y="4766"/>
                  <a:pt x="81813" y="14099"/>
                </a:cubicBezTo>
                <a:cubicBezTo>
                  <a:pt x="90550" y="23432"/>
                  <a:pt x="94919" y="36538"/>
                  <a:pt x="94919" y="53615"/>
                </a:cubicBezTo>
                <a:cubicBezTo>
                  <a:pt x="94919" y="54807"/>
                  <a:pt x="94720" y="56197"/>
                  <a:pt x="94720" y="58182"/>
                </a:cubicBezTo>
                <a:lnTo>
                  <a:pt x="17872" y="58182"/>
                </a:lnTo>
                <a:cubicBezTo>
                  <a:pt x="18467" y="69700"/>
                  <a:pt x="21645" y="78238"/>
                  <a:pt x="27403" y="84196"/>
                </a:cubicBezTo>
                <a:cubicBezTo>
                  <a:pt x="33162" y="90153"/>
                  <a:pt x="40311" y="93132"/>
                  <a:pt x="49048" y="93132"/>
                </a:cubicBezTo>
                <a:cubicBezTo>
                  <a:pt x="55402" y="93132"/>
                  <a:pt x="60962" y="91543"/>
                  <a:pt x="65530" y="88167"/>
                </a:cubicBezTo>
                <a:cubicBezTo>
                  <a:pt x="69898" y="84990"/>
                  <a:pt x="73473" y="79628"/>
                  <a:pt x="76253" y="72083"/>
                </a:cubicBezTo>
                <a:close/>
                <a:moveTo>
                  <a:pt x="18865" y="43885"/>
                </a:moveTo>
                <a:lnTo>
                  <a:pt x="76451" y="43885"/>
                </a:lnTo>
                <a:cubicBezTo>
                  <a:pt x="75657" y="35148"/>
                  <a:pt x="73473" y="28793"/>
                  <a:pt x="69898" y="24425"/>
                </a:cubicBezTo>
                <a:cubicBezTo>
                  <a:pt x="64338" y="17673"/>
                  <a:pt x="56991" y="14297"/>
                  <a:pt x="48254" y="14297"/>
                </a:cubicBezTo>
                <a:cubicBezTo>
                  <a:pt x="40112" y="14297"/>
                  <a:pt x="33361" y="17077"/>
                  <a:pt x="27999" y="22439"/>
                </a:cubicBezTo>
                <a:cubicBezTo>
                  <a:pt x="22439" y="27800"/>
                  <a:pt x="19460" y="34949"/>
                  <a:pt x="18865" y="438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EA16E6-EFA5-4FAA-B8F4-53B92DE3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765" y="188335"/>
            <a:ext cx="55998" cy="105245"/>
          </a:xfrm>
          <a:custGeom xmlns:a="http://schemas.openxmlformats.org/drawingml/2006/main">
            <a:pathLst>
              <a:path w="55998" h="105245">
                <a:moveTo>
                  <a:pt x="0" y="105245"/>
                </a:moveTo>
                <a:lnTo>
                  <a:pt x="0" y="2184"/>
                </a:lnTo>
                <a:lnTo>
                  <a:pt x="15687" y="2184"/>
                </a:lnTo>
                <a:lnTo>
                  <a:pt x="15687" y="17872"/>
                </a:lnTo>
                <a:cubicBezTo>
                  <a:pt x="19659" y="10723"/>
                  <a:pt x="23233" y="5957"/>
                  <a:pt x="26808" y="3574"/>
                </a:cubicBezTo>
                <a:cubicBezTo>
                  <a:pt x="30183" y="1191"/>
                  <a:pt x="33956" y="0"/>
                  <a:pt x="37928" y="0"/>
                </a:cubicBezTo>
                <a:cubicBezTo>
                  <a:pt x="43885" y="0"/>
                  <a:pt x="49842" y="1986"/>
                  <a:pt x="55998" y="5560"/>
                </a:cubicBezTo>
                <a:lnTo>
                  <a:pt x="49842" y="21843"/>
                </a:lnTo>
                <a:cubicBezTo>
                  <a:pt x="45474" y="19460"/>
                  <a:pt x="41304" y="18070"/>
                  <a:pt x="37133" y="18070"/>
                </a:cubicBezTo>
                <a:cubicBezTo>
                  <a:pt x="33162" y="18070"/>
                  <a:pt x="29786" y="19262"/>
                  <a:pt x="26808" y="21446"/>
                </a:cubicBezTo>
                <a:cubicBezTo>
                  <a:pt x="23630" y="23829"/>
                  <a:pt x="21446" y="27006"/>
                  <a:pt x="20255" y="30978"/>
                </a:cubicBezTo>
                <a:cubicBezTo>
                  <a:pt x="18269" y="37332"/>
                  <a:pt x="17475" y="44084"/>
                  <a:pt x="17475" y="51431"/>
                </a:cubicBezTo>
                <a:lnTo>
                  <a:pt x="17475" y="105245"/>
                </a:lnTo>
                <a:lnTo>
                  <a:pt x="0" y="10524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D80F8A-2DEB-4C03-A5B8-D86B641A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557" y="154577"/>
            <a:ext cx="50239" cy="140194"/>
          </a:xfrm>
          <a:custGeom xmlns:a="http://schemas.openxmlformats.org/drawingml/2006/main">
            <a:pathLst>
              <a:path w="50239" h="140194">
                <a:moveTo>
                  <a:pt x="47658" y="123315"/>
                </a:moveTo>
                <a:lnTo>
                  <a:pt x="50239" y="138804"/>
                </a:lnTo>
                <a:cubicBezTo>
                  <a:pt x="45076" y="139598"/>
                  <a:pt x="40708" y="140194"/>
                  <a:pt x="36935" y="140194"/>
                </a:cubicBezTo>
                <a:cubicBezTo>
                  <a:pt x="30581" y="140194"/>
                  <a:pt x="25616" y="139201"/>
                  <a:pt x="22240" y="137414"/>
                </a:cubicBezTo>
                <a:cubicBezTo>
                  <a:pt x="18666" y="135428"/>
                  <a:pt x="16283" y="132846"/>
                  <a:pt x="14893" y="129471"/>
                </a:cubicBezTo>
                <a:cubicBezTo>
                  <a:pt x="13305" y="126294"/>
                  <a:pt x="12709" y="119343"/>
                  <a:pt x="12709" y="108819"/>
                </a:cubicBezTo>
                <a:lnTo>
                  <a:pt x="12709" y="49644"/>
                </a:lnTo>
                <a:lnTo>
                  <a:pt x="0" y="49644"/>
                </a:lnTo>
                <a:lnTo>
                  <a:pt x="0" y="35942"/>
                </a:lnTo>
                <a:lnTo>
                  <a:pt x="12709" y="35942"/>
                </a:lnTo>
                <a:lnTo>
                  <a:pt x="12709" y="10524"/>
                </a:lnTo>
                <a:lnTo>
                  <a:pt x="29985" y="0"/>
                </a:lnTo>
                <a:lnTo>
                  <a:pt x="29985" y="35942"/>
                </a:lnTo>
                <a:lnTo>
                  <a:pt x="47658" y="35942"/>
                </a:lnTo>
                <a:lnTo>
                  <a:pt x="47658" y="49644"/>
                </a:lnTo>
                <a:lnTo>
                  <a:pt x="29985" y="49644"/>
                </a:lnTo>
                <a:lnTo>
                  <a:pt x="29985" y="109812"/>
                </a:lnTo>
                <a:cubicBezTo>
                  <a:pt x="29985" y="114975"/>
                  <a:pt x="30183" y="118152"/>
                  <a:pt x="30978" y="119542"/>
                </a:cubicBezTo>
                <a:cubicBezTo>
                  <a:pt x="31573" y="120932"/>
                  <a:pt x="32566" y="122123"/>
                  <a:pt x="33956" y="122918"/>
                </a:cubicBezTo>
                <a:cubicBezTo>
                  <a:pt x="35346" y="123712"/>
                  <a:pt x="37332" y="124109"/>
                  <a:pt x="39914" y="124109"/>
                </a:cubicBezTo>
                <a:cubicBezTo>
                  <a:pt x="41899" y="124109"/>
                  <a:pt x="44481" y="123911"/>
                  <a:pt x="47658" y="12331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D44B45-8CEC-4344-BAB1-29302AAE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6299" y="149017"/>
            <a:ext cx="46864" cy="186065"/>
          </a:xfrm>
          <a:custGeom xmlns:a="http://schemas.openxmlformats.org/drawingml/2006/main">
            <a:pathLst>
              <a:path w="46864" h="186065">
                <a:moveTo>
                  <a:pt x="12510" y="186065"/>
                </a:moveTo>
                <a:lnTo>
                  <a:pt x="0" y="186065"/>
                </a:lnTo>
                <a:cubicBezTo>
                  <a:pt x="19262" y="155087"/>
                  <a:pt x="28992" y="124308"/>
                  <a:pt x="28992" y="93132"/>
                </a:cubicBezTo>
                <a:cubicBezTo>
                  <a:pt x="28992" y="81018"/>
                  <a:pt x="27602" y="68905"/>
                  <a:pt x="24822" y="56991"/>
                </a:cubicBezTo>
                <a:cubicBezTo>
                  <a:pt x="22439" y="47459"/>
                  <a:pt x="19460" y="38126"/>
                  <a:pt x="15489" y="28992"/>
                </a:cubicBezTo>
                <a:cubicBezTo>
                  <a:pt x="12907" y="23432"/>
                  <a:pt x="7744" y="13702"/>
                  <a:pt x="0" y="0"/>
                </a:cubicBezTo>
                <a:lnTo>
                  <a:pt x="12510" y="0"/>
                </a:lnTo>
                <a:cubicBezTo>
                  <a:pt x="24425" y="16283"/>
                  <a:pt x="33361" y="32566"/>
                  <a:pt x="39318" y="48849"/>
                </a:cubicBezTo>
                <a:cubicBezTo>
                  <a:pt x="44282" y="63147"/>
                  <a:pt x="46864" y="77841"/>
                  <a:pt x="46864" y="93132"/>
                </a:cubicBezTo>
                <a:cubicBezTo>
                  <a:pt x="46864" y="110606"/>
                  <a:pt x="43488" y="127485"/>
                  <a:pt x="36736" y="143768"/>
                </a:cubicBezTo>
                <a:cubicBezTo>
                  <a:pt x="29985" y="159853"/>
                  <a:pt x="22042" y="173951"/>
                  <a:pt x="12510" y="18606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CA160B-6B55-45F3-BD2F-18F872E1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68" y="509752"/>
            <a:ext cx="397149" cy="10"/>
          </a:xfrm>
          <a:custGeom xmlns:a="http://schemas.openxmlformats.org/drawingml/2006/main">
            <a:pathLst>
              <a:path w="397149" h="1" fill="none">
                <a:moveTo>
                  <a:pt x="0" y="0"/>
                </a:moveTo>
                <a:lnTo>
                  <a:pt x="198575" y="0"/>
                </a:lnTo>
                <a:lnTo>
                  <a:pt x="3971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276" cap="rnd">
            <a:solidFill>
              <a:srgbClr val="377EB8"/>
            </a:solidFill>
            <a:round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2E6E2D-4ABC-4FD5-BD8C-C2B62D25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13" y="434695"/>
            <a:ext cx="113188" cy="146747"/>
          </a:xfrm>
          <a:custGeom xmlns:a="http://schemas.openxmlformats.org/drawingml/2006/main">
            <a:pathLst>
              <a:path w="113188" h="146747">
                <a:moveTo>
                  <a:pt x="0" y="98890"/>
                </a:moveTo>
                <a:lnTo>
                  <a:pt x="17673" y="97302"/>
                </a:lnTo>
                <a:cubicBezTo>
                  <a:pt x="18467" y="104450"/>
                  <a:pt x="20453" y="110408"/>
                  <a:pt x="23630" y="114975"/>
                </a:cubicBezTo>
                <a:cubicBezTo>
                  <a:pt x="26609" y="119542"/>
                  <a:pt x="31375" y="123116"/>
                  <a:pt x="37928" y="125896"/>
                </a:cubicBezTo>
                <a:cubicBezTo>
                  <a:pt x="44282" y="128676"/>
                  <a:pt x="51629" y="130066"/>
                  <a:pt x="59771" y="130066"/>
                </a:cubicBezTo>
                <a:cubicBezTo>
                  <a:pt x="66920" y="130066"/>
                  <a:pt x="73076" y="129074"/>
                  <a:pt x="78636" y="126889"/>
                </a:cubicBezTo>
                <a:cubicBezTo>
                  <a:pt x="84196" y="124904"/>
                  <a:pt x="88167" y="121925"/>
                  <a:pt x="90947" y="118152"/>
                </a:cubicBezTo>
                <a:cubicBezTo>
                  <a:pt x="93529" y="114578"/>
                  <a:pt x="94919" y="110408"/>
                  <a:pt x="94919" y="106039"/>
                </a:cubicBezTo>
                <a:cubicBezTo>
                  <a:pt x="94919" y="101670"/>
                  <a:pt x="93529" y="97699"/>
                  <a:pt x="90947" y="94323"/>
                </a:cubicBezTo>
                <a:cubicBezTo>
                  <a:pt x="88366" y="91146"/>
                  <a:pt x="84196" y="88366"/>
                  <a:pt x="78238" y="85983"/>
                </a:cubicBezTo>
                <a:cubicBezTo>
                  <a:pt x="74466" y="84394"/>
                  <a:pt x="66125" y="82210"/>
                  <a:pt x="53019" y="79033"/>
                </a:cubicBezTo>
                <a:cubicBezTo>
                  <a:pt x="39914" y="75856"/>
                  <a:pt x="30779" y="72877"/>
                  <a:pt x="25616" y="70097"/>
                </a:cubicBezTo>
                <a:cubicBezTo>
                  <a:pt x="18865" y="66523"/>
                  <a:pt x="13702" y="62154"/>
                  <a:pt x="10326" y="56991"/>
                </a:cubicBezTo>
                <a:cubicBezTo>
                  <a:pt x="6950" y="51828"/>
                  <a:pt x="5362" y="45871"/>
                  <a:pt x="5362" y="39119"/>
                </a:cubicBezTo>
                <a:cubicBezTo>
                  <a:pt x="5362" y="31971"/>
                  <a:pt x="7347" y="25418"/>
                  <a:pt x="11517" y="19063"/>
                </a:cubicBezTo>
                <a:cubicBezTo>
                  <a:pt x="15489" y="12907"/>
                  <a:pt x="21446" y="8142"/>
                  <a:pt x="29389" y="4964"/>
                </a:cubicBezTo>
                <a:cubicBezTo>
                  <a:pt x="37133" y="1787"/>
                  <a:pt x="45871" y="0"/>
                  <a:pt x="55402" y="0"/>
                </a:cubicBezTo>
                <a:cubicBezTo>
                  <a:pt x="65927" y="0"/>
                  <a:pt x="75260" y="1787"/>
                  <a:pt x="83203" y="5163"/>
                </a:cubicBezTo>
                <a:cubicBezTo>
                  <a:pt x="91146" y="8539"/>
                  <a:pt x="97500" y="13503"/>
                  <a:pt x="101869" y="20056"/>
                </a:cubicBezTo>
                <a:cubicBezTo>
                  <a:pt x="106237" y="26808"/>
                  <a:pt x="108422" y="34155"/>
                  <a:pt x="108819" y="42495"/>
                </a:cubicBezTo>
                <a:lnTo>
                  <a:pt x="90749" y="43885"/>
                </a:lnTo>
                <a:cubicBezTo>
                  <a:pt x="89756" y="34949"/>
                  <a:pt x="86579" y="28198"/>
                  <a:pt x="81018" y="23432"/>
                </a:cubicBezTo>
                <a:cubicBezTo>
                  <a:pt x="75458" y="18865"/>
                  <a:pt x="67118" y="16482"/>
                  <a:pt x="56197" y="16482"/>
                </a:cubicBezTo>
                <a:cubicBezTo>
                  <a:pt x="44679" y="16482"/>
                  <a:pt x="36538" y="18666"/>
                  <a:pt x="31375" y="22836"/>
                </a:cubicBezTo>
                <a:cubicBezTo>
                  <a:pt x="26212" y="27006"/>
                  <a:pt x="23630" y="31971"/>
                  <a:pt x="23630" y="37928"/>
                </a:cubicBezTo>
                <a:cubicBezTo>
                  <a:pt x="23630" y="43091"/>
                  <a:pt x="25418" y="47261"/>
                  <a:pt x="28992" y="50438"/>
                </a:cubicBezTo>
                <a:cubicBezTo>
                  <a:pt x="32566" y="53814"/>
                  <a:pt x="42098" y="57190"/>
                  <a:pt x="57388" y="60764"/>
                </a:cubicBezTo>
                <a:cubicBezTo>
                  <a:pt x="72678" y="64338"/>
                  <a:pt x="83203" y="67317"/>
                  <a:pt x="88961" y="69700"/>
                </a:cubicBezTo>
                <a:cubicBezTo>
                  <a:pt x="97103" y="73671"/>
                  <a:pt x="103259" y="78437"/>
                  <a:pt x="107230" y="84196"/>
                </a:cubicBezTo>
                <a:cubicBezTo>
                  <a:pt x="111202" y="90153"/>
                  <a:pt x="113188" y="96904"/>
                  <a:pt x="113188" y="104450"/>
                </a:cubicBezTo>
                <a:cubicBezTo>
                  <a:pt x="113188" y="111996"/>
                  <a:pt x="111003" y="119145"/>
                  <a:pt x="106635" y="125896"/>
                </a:cubicBezTo>
                <a:cubicBezTo>
                  <a:pt x="102266" y="132648"/>
                  <a:pt x="95912" y="137811"/>
                  <a:pt x="87969" y="141385"/>
                </a:cubicBezTo>
                <a:cubicBezTo>
                  <a:pt x="79827" y="144960"/>
                  <a:pt x="70693" y="146747"/>
                  <a:pt x="60565" y="146747"/>
                </a:cubicBezTo>
                <a:cubicBezTo>
                  <a:pt x="47658" y="146747"/>
                  <a:pt x="36935" y="144960"/>
                  <a:pt x="28198" y="141385"/>
                </a:cubicBezTo>
                <a:cubicBezTo>
                  <a:pt x="19460" y="137811"/>
                  <a:pt x="12709" y="132052"/>
                  <a:pt x="7744" y="124506"/>
                </a:cubicBezTo>
                <a:cubicBezTo>
                  <a:pt x="2780" y="116961"/>
                  <a:pt x="199" y="108422"/>
                  <a:pt x="0" y="98890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28BC66-7466-40AD-B0AD-B7D24296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32" y="437078"/>
            <a:ext cx="17475" cy="142180"/>
          </a:xfrm>
          <a:custGeom xmlns:a="http://schemas.openxmlformats.org/drawingml/2006/main">
            <a:pathLst>
              <a:path w="17475" h="142180">
                <a:moveTo>
                  <a:pt x="0" y="20056"/>
                </a:moveTo>
                <a:lnTo>
                  <a:pt x="0" y="0"/>
                </a:lnTo>
                <a:lnTo>
                  <a:pt x="17475" y="0"/>
                </a:lnTo>
                <a:lnTo>
                  <a:pt x="17475" y="20056"/>
                </a:lnTo>
                <a:lnTo>
                  <a:pt x="0" y="20056"/>
                </a:lnTo>
                <a:close/>
                <a:moveTo>
                  <a:pt x="0" y="142180"/>
                </a:moveTo>
                <a:lnTo>
                  <a:pt x="0" y="39119"/>
                </a:lnTo>
                <a:lnTo>
                  <a:pt x="17475" y="39119"/>
                </a:lnTo>
                <a:lnTo>
                  <a:pt x="17475" y="142180"/>
                </a:lnTo>
                <a:lnTo>
                  <a:pt x="0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B00D39-9D4F-4D49-8CD1-648DC209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64" y="474013"/>
            <a:ext cx="90749" cy="146747"/>
          </a:xfrm>
          <a:custGeom xmlns:a="http://schemas.openxmlformats.org/drawingml/2006/main">
            <a:pathLst>
              <a:path w="90749" h="146747">
                <a:moveTo>
                  <a:pt x="3574" y="113585"/>
                </a:moveTo>
                <a:lnTo>
                  <a:pt x="20453" y="116166"/>
                </a:lnTo>
                <a:cubicBezTo>
                  <a:pt x="21247" y="121329"/>
                  <a:pt x="23233" y="125102"/>
                  <a:pt x="26410" y="127485"/>
                </a:cubicBezTo>
                <a:cubicBezTo>
                  <a:pt x="30779" y="130662"/>
                  <a:pt x="36538" y="132449"/>
                  <a:pt x="44084" y="132449"/>
                </a:cubicBezTo>
                <a:cubicBezTo>
                  <a:pt x="52027" y="132449"/>
                  <a:pt x="58381" y="130662"/>
                  <a:pt x="62750" y="127485"/>
                </a:cubicBezTo>
                <a:cubicBezTo>
                  <a:pt x="67118" y="124308"/>
                  <a:pt x="70295" y="119741"/>
                  <a:pt x="71884" y="113982"/>
                </a:cubicBezTo>
                <a:cubicBezTo>
                  <a:pt x="72678" y="110408"/>
                  <a:pt x="73076" y="103060"/>
                  <a:pt x="73076" y="91742"/>
                </a:cubicBezTo>
                <a:cubicBezTo>
                  <a:pt x="65331" y="100876"/>
                  <a:pt x="55799" y="105245"/>
                  <a:pt x="44481" y="105245"/>
                </a:cubicBezTo>
                <a:cubicBezTo>
                  <a:pt x="30183" y="105245"/>
                  <a:pt x="19262" y="100280"/>
                  <a:pt x="11517" y="89954"/>
                </a:cubicBezTo>
                <a:cubicBezTo>
                  <a:pt x="3773" y="79827"/>
                  <a:pt x="0" y="67515"/>
                  <a:pt x="0" y="53218"/>
                </a:cubicBezTo>
                <a:cubicBezTo>
                  <a:pt x="0" y="43488"/>
                  <a:pt x="1787" y="34353"/>
                  <a:pt x="5362" y="26013"/>
                </a:cubicBezTo>
                <a:cubicBezTo>
                  <a:pt x="8936" y="17673"/>
                  <a:pt x="14099" y="11319"/>
                  <a:pt x="20850" y="6752"/>
                </a:cubicBezTo>
                <a:cubicBezTo>
                  <a:pt x="27602" y="2383"/>
                  <a:pt x="35545" y="0"/>
                  <a:pt x="44679" y="0"/>
                </a:cubicBezTo>
                <a:cubicBezTo>
                  <a:pt x="56792" y="0"/>
                  <a:pt x="66721" y="4964"/>
                  <a:pt x="74664" y="14695"/>
                </a:cubicBezTo>
                <a:lnTo>
                  <a:pt x="74664" y="2184"/>
                </a:lnTo>
                <a:lnTo>
                  <a:pt x="90749" y="2184"/>
                </a:lnTo>
                <a:lnTo>
                  <a:pt x="90749" y="91344"/>
                </a:lnTo>
                <a:cubicBezTo>
                  <a:pt x="90749" y="107230"/>
                  <a:pt x="88961" y="118351"/>
                  <a:pt x="85784" y="125102"/>
                </a:cubicBezTo>
                <a:cubicBezTo>
                  <a:pt x="82607" y="131854"/>
                  <a:pt x="77444" y="137017"/>
                  <a:pt x="70295" y="140988"/>
                </a:cubicBezTo>
                <a:cubicBezTo>
                  <a:pt x="63147" y="144761"/>
                  <a:pt x="54608" y="146747"/>
                  <a:pt x="44282" y="146747"/>
                </a:cubicBezTo>
                <a:cubicBezTo>
                  <a:pt x="31971" y="146747"/>
                  <a:pt x="22042" y="143967"/>
                  <a:pt x="14496" y="138407"/>
                </a:cubicBezTo>
                <a:cubicBezTo>
                  <a:pt x="6950" y="132846"/>
                  <a:pt x="3177" y="124705"/>
                  <a:pt x="3574" y="113585"/>
                </a:cubicBezTo>
                <a:close/>
                <a:moveTo>
                  <a:pt x="18070" y="51828"/>
                </a:moveTo>
                <a:cubicBezTo>
                  <a:pt x="18070" y="65331"/>
                  <a:pt x="20652" y="75260"/>
                  <a:pt x="26013" y="81416"/>
                </a:cubicBezTo>
                <a:cubicBezTo>
                  <a:pt x="31375" y="87770"/>
                  <a:pt x="38126" y="90749"/>
                  <a:pt x="46268" y="90749"/>
                </a:cubicBezTo>
                <a:cubicBezTo>
                  <a:pt x="54211" y="90749"/>
                  <a:pt x="60764" y="87770"/>
                  <a:pt x="66324" y="81614"/>
                </a:cubicBezTo>
                <a:cubicBezTo>
                  <a:pt x="71685" y="75458"/>
                  <a:pt x="74466" y="65728"/>
                  <a:pt x="74466" y="52424"/>
                </a:cubicBezTo>
                <a:cubicBezTo>
                  <a:pt x="74466" y="39914"/>
                  <a:pt x="71685" y="30382"/>
                  <a:pt x="66125" y="24028"/>
                </a:cubicBezTo>
                <a:cubicBezTo>
                  <a:pt x="60565" y="17673"/>
                  <a:pt x="53814" y="14297"/>
                  <a:pt x="45871" y="14297"/>
                </a:cubicBezTo>
                <a:cubicBezTo>
                  <a:pt x="38126" y="14297"/>
                  <a:pt x="31573" y="17475"/>
                  <a:pt x="26212" y="23829"/>
                </a:cubicBezTo>
                <a:cubicBezTo>
                  <a:pt x="20652" y="30183"/>
                  <a:pt x="18070" y="39516"/>
                  <a:pt x="18070" y="51828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B59CD8-3EB6-41F9-9179-85DD12E9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613" y="437078"/>
            <a:ext cx="88961" cy="142180"/>
          </a:xfrm>
          <a:custGeom xmlns:a="http://schemas.openxmlformats.org/drawingml/2006/main">
            <a:pathLst>
              <a:path w="88961" h="142180">
                <a:moveTo>
                  <a:pt x="0" y="142180"/>
                </a:moveTo>
                <a:lnTo>
                  <a:pt x="0" y="0"/>
                </a:lnTo>
                <a:lnTo>
                  <a:pt x="18865" y="0"/>
                </a:lnTo>
                <a:lnTo>
                  <a:pt x="18865" y="125499"/>
                </a:lnTo>
                <a:lnTo>
                  <a:pt x="88961" y="125499"/>
                </a:lnTo>
                <a:lnTo>
                  <a:pt x="88961" y="142180"/>
                </a:lnTo>
                <a:lnTo>
                  <a:pt x="0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3445C2-B15F-4873-ABB5-917727D7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993" y="437078"/>
            <a:ext cx="18865" cy="142180"/>
          </a:xfrm>
          <a:custGeom xmlns:a="http://schemas.openxmlformats.org/drawingml/2006/main">
            <a:pathLst>
              <a:path w="18865" h="142180">
                <a:moveTo>
                  <a:pt x="0" y="142180"/>
                </a:moveTo>
                <a:lnTo>
                  <a:pt x="0" y="0"/>
                </a:lnTo>
                <a:lnTo>
                  <a:pt x="18865" y="0"/>
                </a:lnTo>
                <a:lnTo>
                  <a:pt x="18865" y="142180"/>
                </a:lnTo>
                <a:lnTo>
                  <a:pt x="0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31D32B-482E-45BF-962C-223FCD67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019" y="437078"/>
            <a:ext cx="108620" cy="142180"/>
          </a:xfrm>
          <a:custGeom xmlns:a="http://schemas.openxmlformats.org/drawingml/2006/main">
            <a:pathLst>
              <a:path w="108620" h="142180">
                <a:moveTo>
                  <a:pt x="0" y="142180"/>
                </a:moveTo>
                <a:lnTo>
                  <a:pt x="0" y="0"/>
                </a:lnTo>
                <a:lnTo>
                  <a:pt x="53615" y="0"/>
                </a:lnTo>
                <a:cubicBezTo>
                  <a:pt x="62948" y="0"/>
                  <a:pt x="70097" y="596"/>
                  <a:pt x="75260" y="1390"/>
                </a:cubicBezTo>
                <a:cubicBezTo>
                  <a:pt x="82210" y="2581"/>
                  <a:pt x="87969" y="4964"/>
                  <a:pt x="92734" y="8142"/>
                </a:cubicBezTo>
                <a:cubicBezTo>
                  <a:pt x="97500" y="11319"/>
                  <a:pt x="101273" y="15886"/>
                  <a:pt x="104252" y="21843"/>
                </a:cubicBezTo>
                <a:cubicBezTo>
                  <a:pt x="107032" y="27800"/>
                  <a:pt x="108620" y="34155"/>
                  <a:pt x="108620" y="41105"/>
                </a:cubicBezTo>
                <a:cubicBezTo>
                  <a:pt x="108620" y="53417"/>
                  <a:pt x="104649" y="63544"/>
                  <a:pt x="96904" y="71884"/>
                </a:cubicBezTo>
                <a:cubicBezTo>
                  <a:pt x="89160" y="80224"/>
                  <a:pt x="75260" y="84394"/>
                  <a:pt x="55204" y="84394"/>
                </a:cubicBezTo>
                <a:lnTo>
                  <a:pt x="18865" y="84394"/>
                </a:lnTo>
                <a:lnTo>
                  <a:pt x="18865" y="142180"/>
                </a:lnTo>
                <a:lnTo>
                  <a:pt x="0" y="142180"/>
                </a:lnTo>
                <a:close/>
                <a:moveTo>
                  <a:pt x="18865" y="67714"/>
                </a:moveTo>
                <a:lnTo>
                  <a:pt x="55601" y="67714"/>
                </a:lnTo>
                <a:cubicBezTo>
                  <a:pt x="67714" y="67714"/>
                  <a:pt x="76253" y="65530"/>
                  <a:pt x="81416" y="60962"/>
                </a:cubicBezTo>
                <a:cubicBezTo>
                  <a:pt x="86579" y="56395"/>
                  <a:pt x="89160" y="50041"/>
                  <a:pt x="89160" y="41701"/>
                </a:cubicBezTo>
                <a:cubicBezTo>
                  <a:pt x="89160" y="35743"/>
                  <a:pt x="87571" y="30779"/>
                  <a:pt x="84593" y="26410"/>
                </a:cubicBezTo>
                <a:cubicBezTo>
                  <a:pt x="81416" y="22240"/>
                  <a:pt x="77444" y="19460"/>
                  <a:pt x="72678" y="18070"/>
                </a:cubicBezTo>
                <a:cubicBezTo>
                  <a:pt x="69501" y="17276"/>
                  <a:pt x="63544" y="16879"/>
                  <a:pt x="55204" y="16879"/>
                </a:cubicBezTo>
                <a:lnTo>
                  <a:pt x="18865" y="16879"/>
                </a:lnTo>
                <a:lnTo>
                  <a:pt x="18865" y="6771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682F63-6E61-41C1-93CF-F6F7C188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949" y="434695"/>
            <a:ext cx="46864" cy="186065"/>
          </a:xfrm>
          <a:custGeom xmlns:a="http://schemas.openxmlformats.org/drawingml/2006/main">
            <a:pathLst>
              <a:path w="46864" h="186065">
                <a:moveTo>
                  <a:pt x="34353" y="186065"/>
                </a:moveTo>
                <a:cubicBezTo>
                  <a:pt x="24623" y="173951"/>
                  <a:pt x="16482" y="159853"/>
                  <a:pt x="9929" y="143768"/>
                </a:cubicBezTo>
                <a:cubicBezTo>
                  <a:pt x="3177" y="127485"/>
                  <a:pt x="0" y="110606"/>
                  <a:pt x="0" y="93132"/>
                </a:cubicBezTo>
                <a:cubicBezTo>
                  <a:pt x="0" y="77841"/>
                  <a:pt x="2383" y="63147"/>
                  <a:pt x="7347" y="48849"/>
                </a:cubicBezTo>
                <a:cubicBezTo>
                  <a:pt x="13106" y="32566"/>
                  <a:pt x="22042" y="16283"/>
                  <a:pt x="34353" y="0"/>
                </a:cubicBezTo>
                <a:lnTo>
                  <a:pt x="46864" y="0"/>
                </a:lnTo>
                <a:cubicBezTo>
                  <a:pt x="38921" y="13503"/>
                  <a:pt x="33758" y="23233"/>
                  <a:pt x="31375" y="28793"/>
                </a:cubicBezTo>
                <a:cubicBezTo>
                  <a:pt x="27403" y="37729"/>
                  <a:pt x="24226" y="47062"/>
                  <a:pt x="22042" y="56792"/>
                </a:cubicBezTo>
                <a:cubicBezTo>
                  <a:pt x="19262" y="68905"/>
                  <a:pt x="17872" y="81018"/>
                  <a:pt x="17872" y="93132"/>
                </a:cubicBezTo>
                <a:cubicBezTo>
                  <a:pt x="17872" y="124308"/>
                  <a:pt x="27403" y="155087"/>
                  <a:pt x="46864" y="186065"/>
                </a:cubicBezTo>
                <a:lnTo>
                  <a:pt x="34353" y="18606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31C7AE-DDD8-4627-9600-E320178F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429" y="437078"/>
            <a:ext cx="18865" cy="142180"/>
          </a:xfrm>
          <a:custGeom xmlns:a="http://schemas.openxmlformats.org/drawingml/2006/main">
            <a:pathLst>
              <a:path w="18865" h="142180">
                <a:moveTo>
                  <a:pt x="0" y="142180"/>
                </a:moveTo>
                <a:lnTo>
                  <a:pt x="0" y="0"/>
                </a:lnTo>
                <a:lnTo>
                  <a:pt x="18865" y="0"/>
                </a:lnTo>
                <a:lnTo>
                  <a:pt x="18865" y="142180"/>
                </a:lnTo>
                <a:lnTo>
                  <a:pt x="0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9D22C7-0672-4D08-A05B-AD283D2C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271" y="474013"/>
            <a:ext cx="139598" cy="105245"/>
          </a:xfrm>
          <a:custGeom xmlns:a="http://schemas.openxmlformats.org/drawingml/2006/main">
            <a:pathLst>
              <a:path w="139598" h="105245">
                <a:moveTo>
                  <a:pt x="0" y="105245"/>
                </a:moveTo>
                <a:lnTo>
                  <a:pt x="0" y="2184"/>
                </a:lnTo>
                <a:lnTo>
                  <a:pt x="15687" y="2184"/>
                </a:lnTo>
                <a:lnTo>
                  <a:pt x="15687" y="16680"/>
                </a:lnTo>
                <a:cubicBezTo>
                  <a:pt x="18865" y="11716"/>
                  <a:pt x="23035" y="7744"/>
                  <a:pt x="28396" y="4567"/>
                </a:cubicBezTo>
                <a:cubicBezTo>
                  <a:pt x="33758" y="1589"/>
                  <a:pt x="39914" y="0"/>
                  <a:pt x="46864" y="0"/>
                </a:cubicBezTo>
                <a:cubicBezTo>
                  <a:pt x="54409" y="0"/>
                  <a:pt x="60565" y="1589"/>
                  <a:pt x="65530" y="4766"/>
                </a:cubicBezTo>
                <a:cubicBezTo>
                  <a:pt x="70295" y="7943"/>
                  <a:pt x="73870" y="12510"/>
                  <a:pt x="75856" y="18070"/>
                </a:cubicBezTo>
                <a:cubicBezTo>
                  <a:pt x="83997" y="6156"/>
                  <a:pt x="94522" y="0"/>
                  <a:pt x="107628" y="0"/>
                </a:cubicBezTo>
                <a:cubicBezTo>
                  <a:pt x="117953" y="0"/>
                  <a:pt x="125698" y="2979"/>
                  <a:pt x="131258" y="8539"/>
                </a:cubicBezTo>
                <a:cubicBezTo>
                  <a:pt x="136818" y="14099"/>
                  <a:pt x="139598" y="22836"/>
                  <a:pt x="139598" y="34552"/>
                </a:cubicBezTo>
                <a:lnTo>
                  <a:pt x="139598" y="105245"/>
                </a:lnTo>
                <a:lnTo>
                  <a:pt x="122123" y="105245"/>
                </a:lnTo>
                <a:lnTo>
                  <a:pt x="122123" y="40311"/>
                </a:lnTo>
                <a:cubicBezTo>
                  <a:pt x="122123" y="33559"/>
                  <a:pt x="121528" y="28595"/>
                  <a:pt x="120336" y="25418"/>
                </a:cubicBezTo>
                <a:cubicBezTo>
                  <a:pt x="119145" y="22240"/>
                  <a:pt x="117159" y="19857"/>
                  <a:pt x="114180" y="17872"/>
                </a:cubicBezTo>
                <a:cubicBezTo>
                  <a:pt x="111202" y="16085"/>
                  <a:pt x="107826" y="15092"/>
                  <a:pt x="103855" y="15092"/>
                </a:cubicBezTo>
                <a:cubicBezTo>
                  <a:pt x="96507" y="15092"/>
                  <a:pt x="90550" y="17673"/>
                  <a:pt x="85784" y="22439"/>
                </a:cubicBezTo>
                <a:cubicBezTo>
                  <a:pt x="81018" y="27205"/>
                  <a:pt x="78636" y="34949"/>
                  <a:pt x="78636" y="45474"/>
                </a:cubicBezTo>
                <a:lnTo>
                  <a:pt x="78636" y="105245"/>
                </a:lnTo>
                <a:lnTo>
                  <a:pt x="61161" y="105245"/>
                </a:lnTo>
                <a:lnTo>
                  <a:pt x="61161" y="38325"/>
                </a:lnTo>
                <a:cubicBezTo>
                  <a:pt x="61161" y="30581"/>
                  <a:pt x="59572" y="24822"/>
                  <a:pt x="56792" y="20850"/>
                </a:cubicBezTo>
                <a:cubicBezTo>
                  <a:pt x="54012" y="17077"/>
                  <a:pt x="49247" y="15092"/>
                  <a:pt x="42892" y="15092"/>
                </a:cubicBezTo>
                <a:cubicBezTo>
                  <a:pt x="37928" y="15092"/>
                  <a:pt x="33361" y="16482"/>
                  <a:pt x="29190" y="19063"/>
                </a:cubicBezTo>
                <a:cubicBezTo>
                  <a:pt x="25020" y="21645"/>
                  <a:pt x="22042" y="25418"/>
                  <a:pt x="20255" y="30382"/>
                </a:cubicBezTo>
                <a:cubicBezTo>
                  <a:pt x="18269" y="35346"/>
                  <a:pt x="17475" y="42495"/>
                  <a:pt x="17475" y="51828"/>
                </a:cubicBezTo>
                <a:lnTo>
                  <a:pt x="17475" y="105245"/>
                </a:lnTo>
                <a:lnTo>
                  <a:pt x="0" y="10524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4C22DD-D15C-4D7C-B4CE-A9DF5D95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727" y="474013"/>
            <a:ext cx="94919" cy="107429"/>
          </a:xfrm>
          <a:custGeom xmlns:a="http://schemas.openxmlformats.org/drawingml/2006/main">
            <a:pathLst>
              <a:path w="94919" h="107429">
                <a:moveTo>
                  <a:pt x="73076" y="92536"/>
                </a:moveTo>
                <a:cubicBezTo>
                  <a:pt x="66523" y="98096"/>
                  <a:pt x="60367" y="102067"/>
                  <a:pt x="54409" y="104252"/>
                </a:cubicBezTo>
                <a:cubicBezTo>
                  <a:pt x="48452" y="106237"/>
                  <a:pt x="41899" y="107429"/>
                  <a:pt x="35148" y="107429"/>
                </a:cubicBezTo>
                <a:cubicBezTo>
                  <a:pt x="23829" y="107429"/>
                  <a:pt x="15092" y="104847"/>
                  <a:pt x="9134" y="99287"/>
                </a:cubicBezTo>
                <a:cubicBezTo>
                  <a:pt x="2979" y="93727"/>
                  <a:pt x="0" y="86777"/>
                  <a:pt x="0" y="78040"/>
                </a:cubicBezTo>
                <a:cubicBezTo>
                  <a:pt x="0" y="73076"/>
                  <a:pt x="993" y="68508"/>
                  <a:pt x="3376" y="64338"/>
                </a:cubicBezTo>
                <a:cubicBezTo>
                  <a:pt x="5759" y="60168"/>
                  <a:pt x="8737" y="56792"/>
                  <a:pt x="12510" y="54211"/>
                </a:cubicBezTo>
                <a:cubicBezTo>
                  <a:pt x="16085" y="51828"/>
                  <a:pt x="20255" y="49842"/>
                  <a:pt x="25020" y="48452"/>
                </a:cubicBezTo>
                <a:cubicBezTo>
                  <a:pt x="28396" y="47658"/>
                  <a:pt x="33559" y="46864"/>
                  <a:pt x="40509" y="45871"/>
                </a:cubicBezTo>
                <a:cubicBezTo>
                  <a:pt x="54608" y="44282"/>
                  <a:pt x="64934" y="42296"/>
                  <a:pt x="71685" y="39914"/>
                </a:cubicBezTo>
                <a:cubicBezTo>
                  <a:pt x="71685" y="37531"/>
                  <a:pt x="71685" y="36141"/>
                  <a:pt x="71685" y="35346"/>
                </a:cubicBezTo>
                <a:cubicBezTo>
                  <a:pt x="71685" y="28198"/>
                  <a:pt x="70097" y="23233"/>
                  <a:pt x="66920" y="20255"/>
                </a:cubicBezTo>
                <a:cubicBezTo>
                  <a:pt x="62352" y="16283"/>
                  <a:pt x="55601" y="14297"/>
                  <a:pt x="46864" y="14297"/>
                </a:cubicBezTo>
                <a:cubicBezTo>
                  <a:pt x="38523" y="14297"/>
                  <a:pt x="32566" y="15886"/>
                  <a:pt x="28595" y="18666"/>
                </a:cubicBezTo>
                <a:cubicBezTo>
                  <a:pt x="24623" y="21645"/>
                  <a:pt x="21843" y="26808"/>
                  <a:pt x="20056" y="33956"/>
                </a:cubicBezTo>
                <a:lnTo>
                  <a:pt x="2979" y="31573"/>
                </a:lnTo>
                <a:cubicBezTo>
                  <a:pt x="4567" y="24425"/>
                  <a:pt x="7149" y="18467"/>
                  <a:pt x="10723" y="13900"/>
                </a:cubicBezTo>
                <a:cubicBezTo>
                  <a:pt x="14297" y="9532"/>
                  <a:pt x="19262" y="5957"/>
                  <a:pt x="26013" y="3574"/>
                </a:cubicBezTo>
                <a:cubicBezTo>
                  <a:pt x="32765" y="1191"/>
                  <a:pt x="40509" y="0"/>
                  <a:pt x="49445" y="0"/>
                </a:cubicBezTo>
                <a:cubicBezTo>
                  <a:pt x="58182" y="0"/>
                  <a:pt x="65331" y="1191"/>
                  <a:pt x="70891" y="3177"/>
                </a:cubicBezTo>
                <a:cubicBezTo>
                  <a:pt x="76451" y="5163"/>
                  <a:pt x="80423" y="7744"/>
                  <a:pt x="83004" y="10922"/>
                </a:cubicBezTo>
                <a:cubicBezTo>
                  <a:pt x="85586" y="14099"/>
                  <a:pt x="87373" y="17872"/>
                  <a:pt x="88366" y="22638"/>
                </a:cubicBezTo>
                <a:cubicBezTo>
                  <a:pt x="88961" y="25815"/>
                  <a:pt x="89359" y="31176"/>
                  <a:pt x="89359" y="38921"/>
                </a:cubicBezTo>
                <a:lnTo>
                  <a:pt x="89359" y="62154"/>
                </a:lnTo>
                <a:cubicBezTo>
                  <a:pt x="89359" y="78437"/>
                  <a:pt x="89557" y="88564"/>
                  <a:pt x="90352" y="92933"/>
                </a:cubicBezTo>
                <a:cubicBezTo>
                  <a:pt x="91146" y="97302"/>
                  <a:pt x="92536" y="101273"/>
                  <a:pt x="94919" y="105245"/>
                </a:cubicBezTo>
                <a:lnTo>
                  <a:pt x="76650" y="105245"/>
                </a:lnTo>
                <a:cubicBezTo>
                  <a:pt x="74664" y="101670"/>
                  <a:pt x="73473" y="97500"/>
                  <a:pt x="73076" y="92536"/>
                </a:cubicBezTo>
                <a:close/>
                <a:moveTo>
                  <a:pt x="71685" y="53615"/>
                </a:moveTo>
                <a:cubicBezTo>
                  <a:pt x="65331" y="56197"/>
                  <a:pt x="55799" y="58381"/>
                  <a:pt x="43091" y="60168"/>
                </a:cubicBezTo>
                <a:cubicBezTo>
                  <a:pt x="35942" y="61360"/>
                  <a:pt x="30779" y="62551"/>
                  <a:pt x="27800" y="63742"/>
                </a:cubicBezTo>
                <a:cubicBezTo>
                  <a:pt x="24822" y="64934"/>
                  <a:pt x="22638" y="66920"/>
                  <a:pt x="21049" y="69303"/>
                </a:cubicBezTo>
                <a:cubicBezTo>
                  <a:pt x="19460" y="71884"/>
                  <a:pt x="18666" y="74664"/>
                  <a:pt x="18666" y="77643"/>
                </a:cubicBezTo>
                <a:cubicBezTo>
                  <a:pt x="18666" y="82409"/>
                  <a:pt x="20255" y="86181"/>
                  <a:pt x="23829" y="89359"/>
                </a:cubicBezTo>
                <a:cubicBezTo>
                  <a:pt x="27403" y="92536"/>
                  <a:pt x="32566" y="93926"/>
                  <a:pt x="39318" y="93926"/>
                </a:cubicBezTo>
                <a:cubicBezTo>
                  <a:pt x="46069" y="93926"/>
                  <a:pt x="52027" y="92536"/>
                  <a:pt x="57190" y="89557"/>
                </a:cubicBezTo>
                <a:cubicBezTo>
                  <a:pt x="62352" y="86579"/>
                  <a:pt x="66324" y="82607"/>
                  <a:pt x="68905" y="77444"/>
                </a:cubicBezTo>
                <a:cubicBezTo>
                  <a:pt x="70693" y="73473"/>
                  <a:pt x="71685" y="67714"/>
                  <a:pt x="71685" y="59970"/>
                </a:cubicBezTo>
                <a:lnTo>
                  <a:pt x="71685" y="5361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17F442-1EF8-425D-9D4D-C34497B8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5340" y="474013"/>
            <a:ext cx="90749" cy="146747"/>
          </a:xfrm>
          <a:custGeom xmlns:a="http://schemas.openxmlformats.org/drawingml/2006/main">
            <a:pathLst>
              <a:path w="90749" h="146747">
                <a:moveTo>
                  <a:pt x="3574" y="113585"/>
                </a:moveTo>
                <a:lnTo>
                  <a:pt x="20453" y="116166"/>
                </a:lnTo>
                <a:cubicBezTo>
                  <a:pt x="21247" y="121329"/>
                  <a:pt x="23233" y="125102"/>
                  <a:pt x="26410" y="127485"/>
                </a:cubicBezTo>
                <a:cubicBezTo>
                  <a:pt x="30779" y="130662"/>
                  <a:pt x="36538" y="132449"/>
                  <a:pt x="44084" y="132449"/>
                </a:cubicBezTo>
                <a:cubicBezTo>
                  <a:pt x="52027" y="132449"/>
                  <a:pt x="58381" y="130662"/>
                  <a:pt x="62750" y="127485"/>
                </a:cubicBezTo>
                <a:cubicBezTo>
                  <a:pt x="67118" y="124308"/>
                  <a:pt x="70295" y="119741"/>
                  <a:pt x="71884" y="113982"/>
                </a:cubicBezTo>
                <a:cubicBezTo>
                  <a:pt x="72678" y="110408"/>
                  <a:pt x="73076" y="103060"/>
                  <a:pt x="73076" y="91742"/>
                </a:cubicBezTo>
                <a:cubicBezTo>
                  <a:pt x="65331" y="100876"/>
                  <a:pt x="55799" y="105245"/>
                  <a:pt x="44481" y="105245"/>
                </a:cubicBezTo>
                <a:cubicBezTo>
                  <a:pt x="30183" y="105245"/>
                  <a:pt x="19262" y="100280"/>
                  <a:pt x="11517" y="89954"/>
                </a:cubicBezTo>
                <a:cubicBezTo>
                  <a:pt x="3773" y="79827"/>
                  <a:pt x="0" y="67515"/>
                  <a:pt x="0" y="53218"/>
                </a:cubicBezTo>
                <a:cubicBezTo>
                  <a:pt x="0" y="43488"/>
                  <a:pt x="1787" y="34353"/>
                  <a:pt x="5362" y="26013"/>
                </a:cubicBezTo>
                <a:cubicBezTo>
                  <a:pt x="8936" y="17673"/>
                  <a:pt x="14099" y="11319"/>
                  <a:pt x="20850" y="6752"/>
                </a:cubicBezTo>
                <a:cubicBezTo>
                  <a:pt x="27602" y="2383"/>
                  <a:pt x="35545" y="0"/>
                  <a:pt x="44679" y="0"/>
                </a:cubicBezTo>
                <a:cubicBezTo>
                  <a:pt x="56792" y="0"/>
                  <a:pt x="66721" y="4964"/>
                  <a:pt x="74664" y="14695"/>
                </a:cubicBezTo>
                <a:lnTo>
                  <a:pt x="74664" y="2184"/>
                </a:lnTo>
                <a:lnTo>
                  <a:pt x="90749" y="2184"/>
                </a:lnTo>
                <a:lnTo>
                  <a:pt x="90749" y="91344"/>
                </a:lnTo>
                <a:cubicBezTo>
                  <a:pt x="90749" y="107230"/>
                  <a:pt x="88961" y="118351"/>
                  <a:pt x="85784" y="125102"/>
                </a:cubicBezTo>
                <a:cubicBezTo>
                  <a:pt x="82607" y="131854"/>
                  <a:pt x="77444" y="137017"/>
                  <a:pt x="70295" y="140988"/>
                </a:cubicBezTo>
                <a:cubicBezTo>
                  <a:pt x="63147" y="144761"/>
                  <a:pt x="54608" y="146747"/>
                  <a:pt x="44282" y="146747"/>
                </a:cubicBezTo>
                <a:cubicBezTo>
                  <a:pt x="31971" y="146747"/>
                  <a:pt x="22042" y="143967"/>
                  <a:pt x="14496" y="138407"/>
                </a:cubicBezTo>
                <a:cubicBezTo>
                  <a:pt x="6950" y="132846"/>
                  <a:pt x="3177" y="124705"/>
                  <a:pt x="3574" y="113585"/>
                </a:cubicBezTo>
                <a:close/>
                <a:moveTo>
                  <a:pt x="18070" y="51828"/>
                </a:moveTo>
                <a:cubicBezTo>
                  <a:pt x="18070" y="65331"/>
                  <a:pt x="20652" y="75260"/>
                  <a:pt x="26013" y="81416"/>
                </a:cubicBezTo>
                <a:cubicBezTo>
                  <a:pt x="31375" y="87770"/>
                  <a:pt x="38126" y="90749"/>
                  <a:pt x="46268" y="90749"/>
                </a:cubicBezTo>
                <a:cubicBezTo>
                  <a:pt x="54211" y="90749"/>
                  <a:pt x="60764" y="87770"/>
                  <a:pt x="66324" y="81614"/>
                </a:cubicBezTo>
                <a:cubicBezTo>
                  <a:pt x="71685" y="75458"/>
                  <a:pt x="74466" y="65728"/>
                  <a:pt x="74466" y="52424"/>
                </a:cubicBezTo>
                <a:cubicBezTo>
                  <a:pt x="74466" y="39914"/>
                  <a:pt x="71685" y="30382"/>
                  <a:pt x="66125" y="24028"/>
                </a:cubicBezTo>
                <a:cubicBezTo>
                  <a:pt x="60565" y="17673"/>
                  <a:pt x="53814" y="14297"/>
                  <a:pt x="45871" y="14297"/>
                </a:cubicBezTo>
                <a:cubicBezTo>
                  <a:pt x="38126" y="14297"/>
                  <a:pt x="31573" y="17475"/>
                  <a:pt x="26212" y="23829"/>
                </a:cubicBezTo>
                <a:cubicBezTo>
                  <a:pt x="20652" y="30183"/>
                  <a:pt x="18070" y="39516"/>
                  <a:pt x="18070" y="51828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7FAF1F-3E9B-44E6-9947-638D4ABD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6740" y="474013"/>
            <a:ext cx="94919" cy="107429"/>
          </a:xfrm>
          <a:custGeom xmlns:a="http://schemas.openxmlformats.org/drawingml/2006/main">
            <a:pathLst>
              <a:path w="94919" h="107429">
                <a:moveTo>
                  <a:pt x="76253" y="72083"/>
                </a:moveTo>
                <a:lnTo>
                  <a:pt x="94323" y="74267"/>
                </a:lnTo>
                <a:cubicBezTo>
                  <a:pt x="91344" y="84990"/>
                  <a:pt x="85983" y="93132"/>
                  <a:pt x="78437" y="98890"/>
                </a:cubicBezTo>
                <a:cubicBezTo>
                  <a:pt x="70693" y="104649"/>
                  <a:pt x="60962" y="107429"/>
                  <a:pt x="49048" y="107429"/>
                </a:cubicBezTo>
                <a:cubicBezTo>
                  <a:pt x="33956" y="107429"/>
                  <a:pt x="21843" y="102862"/>
                  <a:pt x="13106" y="93727"/>
                </a:cubicBezTo>
                <a:cubicBezTo>
                  <a:pt x="4369" y="84593"/>
                  <a:pt x="0" y="71487"/>
                  <a:pt x="0" y="54608"/>
                </a:cubicBezTo>
                <a:cubicBezTo>
                  <a:pt x="0" y="37332"/>
                  <a:pt x="4369" y="23829"/>
                  <a:pt x="13305" y="14297"/>
                </a:cubicBezTo>
                <a:cubicBezTo>
                  <a:pt x="22042" y="4766"/>
                  <a:pt x="33758" y="0"/>
                  <a:pt x="48055" y="0"/>
                </a:cubicBezTo>
                <a:cubicBezTo>
                  <a:pt x="61757" y="0"/>
                  <a:pt x="73076" y="4766"/>
                  <a:pt x="81813" y="14099"/>
                </a:cubicBezTo>
                <a:cubicBezTo>
                  <a:pt x="90550" y="23432"/>
                  <a:pt x="94919" y="36538"/>
                  <a:pt x="94919" y="53615"/>
                </a:cubicBezTo>
                <a:cubicBezTo>
                  <a:pt x="94919" y="54807"/>
                  <a:pt x="94720" y="56197"/>
                  <a:pt x="94720" y="58182"/>
                </a:cubicBezTo>
                <a:lnTo>
                  <a:pt x="17872" y="58182"/>
                </a:lnTo>
                <a:cubicBezTo>
                  <a:pt x="18467" y="69700"/>
                  <a:pt x="21645" y="78238"/>
                  <a:pt x="27403" y="84196"/>
                </a:cubicBezTo>
                <a:cubicBezTo>
                  <a:pt x="33162" y="90153"/>
                  <a:pt x="40311" y="93132"/>
                  <a:pt x="49048" y="93132"/>
                </a:cubicBezTo>
                <a:cubicBezTo>
                  <a:pt x="55402" y="93132"/>
                  <a:pt x="60962" y="91543"/>
                  <a:pt x="65530" y="88167"/>
                </a:cubicBezTo>
                <a:cubicBezTo>
                  <a:pt x="69898" y="84990"/>
                  <a:pt x="73473" y="79628"/>
                  <a:pt x="76253" y="72083"/>
                </a:cubicBezTo>
                <a:close/>
                <a:moveTo>
                  <a:pt x="18865" y="43885"/>
                </a:moveTo>
                <a:lnTo>
                  <a:pt x="76451" y="43885"/>
                </a:lnTo>
                <a:cubicBezTo>
                  <a:pt x="75657" y="35148"/>
                  <a:pt x="73473" y="28793"/>
                  <a:pt x="69898" y="24425"/>
                </a:cubicBezTo>
                <a:cubicBezTo>
                  <a:pt x="64338" y="17673"/>
                  <a:pt x="56991" y="14297"/>
                  <a:pt x="48254" y="14297"/>
                </a:cubicBezTo>
                <a:cubicBezTo>
                  <a:pt x="40112" y="14297"/>
                  <a:pt x="33361" y="17077"/>
                  <a:pt x="27999" y="22439"/>
                </a:cubicBezTo>
                <a:cubicBezTo>
                  <a:pt x="22439" y="27800"/>
                  <a:pt x="19460" y="34949"/>
                  <a:pt x="18865" y="438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2D3602-ABB3-48D6-8ACA-D3F12BDD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155" y="519090"/>
            <a:ext cx="53615" cy="17475"/>
          </a:xfrm>
          <a:custGeom xmlns:a="http://schemas.openxmlformats.org/drawingml/2006/main">
            <a:pathLst>
              <a:path w="53615" h="17475">
                <a:moveTo>
                  <a:pt x="0" y="17475"/>
                </a:moveTo>
                <a:lnTo>
                  <a:pt x="0" y="0"/>
                </a:lnTo>
                <a:lnTo>
                  <a:pt x="53615" y="0"/>
                </a:lnTo>
                <a:lnTo>
                  <a:pt x="53615" y="17475"/>
                </a:lnTo>
                <a:lnTo>
                  <a:pt x="0" y="1747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DC6950-E219-4D5A-B039-64B887B0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493" y="437078"/>
            <a:ext cx="112790" cy="142180"/>
          </a:xfrm>
          <a:custGeom xmlns:a="http://schemas.openxmlformats.org/drawingml/2006/main">
            <a:pathLst>
              <a:path w="112790" h="142180">
                <a:moveTo>
                  <a:pt x="46864" y="142180"/>
                </a:moveTo>
                <a:lnTo>
                  <a:pt x="46864" y="16879"/>
                </a:lnTo>
                <a:lnTo>
                  <a:pt x="0" y="16879"/>
                </a:lnTo>
                <a:lnTo>
                  <a:pt x="0" y="0"/>
                </a:lnTo>
                <a:lnTo>
                  <a:pt x="112790" y="0"/>
                </a:lnTo>
                <a:lnTo>
                  <a:pt x="112790" y="16879"/>
                </a:lnTo>
                <a:lnTo>
                  <a:pt x="65728" y="16879"/>
                </a:lnTo>
                <a:lnTo>
                  <a:pt x="65728" y="142180"/>
                </a:lnTo>
                <a:lnTo>
                  <a:pt x="46864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891A8A-B467-4522-AA17-D220A603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662" y="474013"/>
            <a:ext cx="94919" cy="107429"/>
          </a:xfrm>
          <a:custGeom xmlns:a="http://schemas.openxmlformats.org/drawingml/2006/main">
            <a:pathLst>
              <a:path w="94919" h="107429">
                <a:moveTo>
                  <a:pt x="76253" y="72083"/>
                </a:moveTo>
                <a:lnTo>
                  <a:pt x="94323" y="74267"/>
                </a:lnTo>
                <a:cubicBezTo>
                  <a:pt x="91344" y="84990"/>
                  <a:pt x="85983" y="93132"/>
                  <a:pt x="78437" y="98890"/>
                </a:cubicBezTo>
                <a:cubicBezTo>
                  <a:pt x="70693" y="104649"/>
                  <a:pt x="60962" y="107429"/>
                  <a:pt x="49048" y="107429"/>
                </a:cubicBezTo>
                <a:cubicBezTo>
                  <a:pt x="33956" y="107429"/>
                  <a:pt x="21843" y="102862"/>
                  <a:pt x="13106" y="93727"/>
                </a:cubicBezTo>
                <a:cubicBezTo>
                  <a:pt x="4369" y="84593"/>
                  <a:pt x="0" y="71487"/>
                  <a:pt x="0" y="54608"/>
                </a:cubicBezTo>
                <a:cubicBezTo>
                  <a:pt x="0" y="37332"/>
                  <a:pt x="4369" y="23829"/>
                  <a:pt x="13305" y="14297"/>
                </a:cubicBezTo>
                <a:cubicBezTo>
                  <a:pt x="22042" y="4766"/>
                  <a:pt x="33758" y="0"/>
                  <a:pt x="48055" y="0"/>
                </a:cubicBezTo>
                <a:cubicBezTo>
                  <a:pt x="61757" y="0"/>
                  <a:pt x="73076" y="4766"/>
                  <a:pt x="81813" y="14099"/>
                </a:cubicBezTo>
                <a:cubicBezTo>
                  <a:pt x="90550" y="23432"/>
                  <a:pt x="94919" y="36538"/>
                  <a:pt x="94919" y="53615"/>
                </a:cubicBezTo>
                <a:cubicBezTo>
                  <a:pt x="94919" y="54807"/>
                  <a:pt x="94720" y="56197"/>
                  <a:pt x="94720" y="58182"/>
                </a:cubicBezTo>
                <a:lnTo>
                  <a:pt x="17872" y="58182"/>
                </a:lnTo>
                <a:cubicBezTo>
                  <a:pt x="18467" y="69700"/>
                  <a:pt x="21645" y="78238"/>
                  <a:pt x="27403" y="84196"/>
                </a:cubicBezTo>
                <a:cubicBezTo>
                  <a:pt x="33162" y="90153"/>
                  <a:pt x="40311" y="93132"/>
                  <a:pt x="49048" y="93132"/>
                </a:cubicBezTo>
                <a:cubicBezTo>
                  <a:pt x="55402" y="93132"/>
                  <a:pt x="60962" y="91543"/>
                  <a:pt x="65530" y="88167"/>
                </a:cubicBezTo>
                <a:cubicBezTo>
                  <a:pt x="69898" y="84990"/>
                  <a:pt x="73473" y="79628"/>
                  <a:pt x="76253" y="72083"/>
                </a:cubicBezTo>
                <a:close/>
                <a:moveTo>
                  <a:pt x="18865" y="43885"/>
                </a:moveTo>
                <a:lnTo>
                  <a:pt x="76451" y="43885"/>
                </a:lnTo>
                <a:cubicBezTo>
                  <a:pt x="75657" y="35148"/>
                  <a:pt x="73473" y="28793"/>
                  <a:pt x="69898" y="24425"/>
                </a:cubicBezTo>
                <a:cubicBezTo>
                  <a:pt x="64338" y="17673"/>
                  <a:pt x="56991" y="14297"/>
                  <a:pt x="48254" y="14297"/>
                </a:cubicBezTo>
                <a:cubicBezTo>
                  <a:pt x="40112" y="14297"/>
                  <a:pt x="33361" y="17077"/>
                  <a:pt x="27999" y="22439"/>
                </a:cubicBezTo>
                <a:cubicBezTo>
                  <a:pt x="22439" y="27800"/>
                  <a:pt x="19460" y="34949"/>
                  <a:pt x="18865" y="438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4DAFD1-451E-45FD-95A8-55652D2F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112" y="476197"/>
            <a:ext cx="96507" cy="103060"/>
          </a:xfrm>
          <a:custGeom xmlns:a="http://schemas.openxmlformats.org/drawingml/2006/main">
            <a:pathLst>
              <a:path w="96507" h="103060">
                <a:moveTo>
                  <a:pt x="0" y="103060"/>
                </a:moveTo>
                <a:lnTo>
                  <a:pt x="37729" y="49445"/>
                </a:lnTo>
                <a:lnTo>
                  <a:pt x="2780" y="0"/>
                </a:lnTo>
                <a:lnTo>
                  <a:pt x="24623" y="0"/>
                </a:lnTo>
                <a:lnTo>
                  <a:pt x="40509" y="24226"/>
                </a:lnTo>
                <a:cubicBezTo>
                  <a:pt x="43289" y="28992"/>
                  <a:pt x="45672" y="32765"/>
                  <a:pt x="47658" y="35743"/>
                </a:cubicBezTo>
                <a:cubicBezTo>
                  <a:pt x="50438" y="31573"/>
                  <a:pt x="53218" y="27800"/>
                  <a:pt x="55601" y="24425"/>
                </a:cubicBezTo>
                <a:lnTo>
                  <a:pt x="72877" y="0"/>
                </a:lnTo>
                <a:lnTo>
                  <a:pt x="93727" y="0"/>
                </a:lnTo>
                <a:lnTo>
                  <a:pt x="58182" y="48651"/>
                </a:lnTo>
                <a:lnTo>
                  <a:pt x="96507" y="103060"/>
                </a:lnTo>
                <a:lnTo>
                  <a:pt x="75061" y="103060"/>
                </a:lnTo>
                <a:lnTo>
                  <a:pt x="53814" y="71090"/>
                </a:lnTo>
                <a:lnTo>
                  <a:pt x="48254" y="62352"/>
                </a:lnTo>
                <a:lnTo>
                  <a:pt x="21247" y="103060"/>
                </a:lnTo>
                <a:lnTo>
                  <a:pt x="0" y="10306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0A1257-A23B-4B79-BA6A-E0103CC0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8583" y="440255"/>
            <a:ext cx="50239" cy="140194"/>
          </a:xfrm>
          <a:custGeom xmlns:a="http://schemas.openxmlformats.org/drawingml/2006/main">
            <a:pathLst>
              <a:path w="50239" h="140194">
                <a:moveTo>
                  <a:pt x="47658" y="123315"/>
                </a:moveTo>
                <a:lnTo>
                  <a:pt x="50239" y="138804"/>
                </a:lnTo>
                <a:cubicBezTo>
                  <a:pt x="45076" y="139598"/>
                  <a:pt x="40708" y="140194"/>
                  <a:pt x="36935" y="140194"/>
                </a:cubicBezTo>
                <a:cubicBezTo>
                  <a:pt x="30581" y="140194"/>
                  <a:pt x="25616" y="139201"/>
                  <a:pt x="22240" y="137414"/>
                </a:cubicBezTo>
                <a:cubicBezTo>
                  <a:pt x="18666" y="135428"/>
                  <a:pt x="16283" y="132846"/>
                  <a:pt x="14893" y="129471"/>
                </a:cubicBezTo>
                <a:cubicBezTo>
                  <a:pt x="13305" y="126294"/>
                  <a:pt x="12709" y="119343"/>
                  <a:pt x="12709" y="108819"/>
                </a:cubicBezTo>
                <a:lnTo>
                  <a:pt x="12709" y="49644"/>
                </a:lnTo>
                <a:lnTo>
                  <a:pt x="0" y="49644"/>
                </a:lnTo>
                <a:lnTo>
                  <a:pt x="0" y="35942"/>
                </a:lnTo>
                <a:lnTo>
                  <a:pt x="12709" y="35942"/>
                </a:lnTo>
                <a:lnTo>
                  <a:pt x="12709" y="10524"/>
                </a:lnTo>
                <a:lnTo>
                  <a:pt x="29985" y="0"/>
                </a:lnTo>
                <a:lnTo>
                  <a:pt x="29985" y="35942"/>
                </a:lnTo>
                <a:lnTo>
                  <a:pt x="47658" y="35942"/>
                </a:lnTo>
                <a:lnTo>
                  <a:pt x="47658" y="49644"/>
                </a:lnTo>
                <a:lnTo>
                  <a:pt x="29985" y="49644"/>
                </a:lnTo>
                <a:lnTo>
                  <a:pt x="29985" y="109812"/>
                </a:lnTo>
                <a:cubicBezTo>
                  <a:pt x="29985" y="114975"/>
                  <a:pt x="30183" y="118152"/>
                  <a:pt x="30978" y="119542"/>
                </a:cubicBezTo>
                <a:cubicBezTo>
                  <a:pt x="31573" y="120932"/>
                  <a:pt x="32566" y="122123"/>
                  <a:pt x="33956" y="122918"/>
                </a:cubicBezTo>
                <a:cubicBezTo>
                  <a:pt x="35346" y="123712"/>
                  <a:pt x="37332" y="124109"/>
                  <a:pt x="39914" y="124109"/>
                </a:cubicBezTo>
                <a:cubicBezTo>
                  <a:pt x="41899" y="124109"/>
                  <a:pt x="44481" y="123911"/>
                  <a:pt x="47658" y="12331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82A151-16F2-46C1-B8B1-8792F8F8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104" y="437078"/>
            <a:ext cx="125102" cy="142180"/>
          </a:xfrm>
          <a:custGeom xmlns:a="http://schemas.openxmlformats.org/drawingml/2006/main">
            <a:pathLst>
              <a:path w="125102" h="142180">
                <a:moveTo>
                  <a:pt x="0" y="142180"/>
                </a:moveTo>
                <a:lnTo>
                  <a:pt x="0" y="0"/>
                </a:lnTo>
                <a:lnTo>
                  <a:pt x="62948" y="0"/>
                </a:lnTo>
                <a:cubicBezTo>
                  <a:pt x="75657" y="0"/>
                  <a:pt x="85189" y="1390"/>
                  <a:pt x="91742" y="3971"/>
                </a:cubicBezTo>
                <a:cubicBezTo>
                  <a:pt x="98294" y="6553"/>
                  <a:pt x="103656" y="11120"/>
                  <a:pt x="107628" y="17475"/>
                </a:cubicBezTo>
                <a:cubicBezTo>
                  <a:pt x="111599" y="23829"/>
                  <a:pt x="113585" y="30978"/>
                  <a:pt x="113585" y="38722"/>
                </a:cubicBezTo>
                <a:cubicBezTo>
                  <a:pt x="113585" y="49048"/>
                  <a:pt x="110209" y="57587"/>
                  <a:pt x="103656" y="64338"/>
                </a:cubicBezTo>
                <a:cubicBezTo>
                  <a:pt x="97103" y="71288"/>
                  <a:pt x="86976" y="75657"/>
                  <a:pt x="73473" y="77444"/>
                </a:cubicBezTo>
                <a:cubicBezTo>
                  <a:pt x="78437" y="79827"/>
                  <a:pt x="82210" y="82210"/>
                  <a:pt x="84791" y="84593"/>
                </a:cubicBezTo>
                <a:cubicBezTo>
                  <a:pt x="90352" y="89756"/>
                  <a:pt x="95514" y="95912"/>
                  <a:pt x="100479" y="103457"/>
                </a:cubicBezTo>
                <a:lnTo>
                  <a:pt x="125102" y="142180"/>
                </a:lnTo>
                <a:lnTo>
                  <a:pt x="101472" y="142180"/>
                </a:lnTo>
                <a:lnTo>
                  <a:pt x="82806" y="112592"/>
                </a:lnTo>
                <a:cubicBezTo>
                  <a:pt x="77246" y="104252"/>
                  <a:pt x="72678" y="97699"/>
                  <a:pt x="69104" y="93132"/>
                </a:cubicBezTo>
                <a:cubicBezTo>
                  <a:pt x="65530" y="88564"/>
                  <a:pt x="62352" y="85387"/>
                  <a:pt x="59572" y="83600"/>
                </a:cubicBezTo>
                <a:cubicBezTo>
                  <a:pt x="56792" y="81813"/>
                  <a:pt x="53814" y="80621"/>
                  <a:pt x="51034" y="79827"/>
                </a:cubicBezTo>
                <a:cubicBezTo>
                  <a:pt x="48849" y="79430"/>
                  <a:pt x="45275" y="79033"/>
                  <a:pt x="40509" y="79033"/>
                </a:cubicBezTo>
                <a:lnTo>
                  <a:pt x="18666" y="79033"/>
                </a:lnTo>
                <a:lnTo>
                  <a:pt x="18666" y="142180"/>
                </a:lnTo>
                <a:lnTo>
                  <a:pt x="0" y="142180"/>
                </a:lnTo>
                <a:close/>
                <a:moveTo>
                  <a:pt x="18666" y="62750"/>
                </a:moveTo>
                <a:lnTo>
                  <a:pt x="59175" y="62750"/>
                </a:lnTo>
                <a:cubicBezTo>
                  <a:pt x="67714" y="62750"/>
                  <a:pt x="74466" y="61955"/>
                  <a:pt x="79231" y="60168"/>
                </a:cubicBezTo>
                <a:cubicBezTo>
                  <a:pt x="83997" y="58381"/>
                  <a:pt x="87770" y="55601"/>
                  <a:pt x="90352" y="51629"/>
                </a:cubicBezTo>
                <a:cubicBezTo>
                  <a:pt x="92734" y="47658"/>
                  <a:pt x="94124" y="43488"/>
                  <a:pt x="94124" y="38722"/>
                </a:cubicBezTo>
                <a:cubicBezTo>
                  <a:pt x="94124" y="32169"/>
                  <a:pt x="91543" y="26609"/>
                  <a:pt x="86777" y="22240"/>
                </a:cubicBezTo>
                <a:cubicBezTo>
                  <a:pt x="81813" y="17872"/>
                  <a:pt x="74068" y="15687"/>
                  <a:pt x="63742" y="15687"/>
                </a:cubicBezTo>
                <a:lnTo>
                  <a:pt x="18666" y="15687"/>
                </a:lnTo>
                <a:lnTo>
                  <a:pt x="18666" y="6275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C763F8-1EED-4834-8935-62A2E5CD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6135" y="474013"/>
            <a:ext cx="94919" cy="107429"/>
          </a:xfrm>
          <a:custGeom xmlns:a="http://schemas.openxmlformats.org/drawingml/2006/main">
            <a:pathLst>
              <a:path w="94919" h="107429">
                <a:moveTo>
                  <a:pt x="76253" y="72083"/>
                </a:moveTo>
                <a:lnTo>
                  <a:pt x="94323" y="74267"/>
                </a:lnTo>
                <a:cubicBezTo>
                  <a:pt x="91344" y="84990"/>
                  <a:pt x="85983" y="93132"/>
                  <a:pt x="78437" y="98890"/>
                </a:cubicBezTo>
                <a:cubicBezTo>
                  <a:pt x="70693" y="104649"/>
                  <a:pt x="60962" y="107429"/>
                  <a:pt x="49048" y="107429"/>
                </a:cubicBezTo>
                <a:cubicBezTo>
                  <a:pt x="33956" y="107429"/>
                  <a:pt x="21843" y="102862"/>
                  <a:pt x="13106" y="93727"/>
                </a:cubicBezTo>
                <a:cubicBezTo>
                  <a:pt x="4369" y="84593"/>
                  <a:pt x="0" y="71487"/>
                  <a:pt x="0" y="54608"/>
                </a:cubicBezTo>
                <a:cubicBezTo>
                  <a:pt x="0" y="37332"/>
                  <a:pt x="4369" y="23829"/>
                  <a:pt x="13305" y="14297"/>
                </a:cubicBezTo>
                <a:cubicBezTo>
                  <a:pt x="22042" y="4766"/>
                  <a:pt x="33758" y="0"/>
                  <a:pt x="48055" y="0"/>
                </a:cubicBezTo>
                <a:cubicBezTo>
                  <a:pt x="61757" y="0"/>
                  <a:pt x="73076" y="4766"/>
                  <a:pt x="81813" y="14099"/>
                </a:cubicBezTo>
                <a:cubicBezTo>
                  <a:pt x="90550" y="23432"/>
                  <a:pt x="94919" y="36538"/>
                  <a:pt x="94919" y="53615"/>
                </a:cubicBezTo>
                <a:cubicBezTo>
                  <a:pt x="94919" y="54807"/>
                  <a:pt x="94720" y="56197"/>
                  <a:pt x="94720" y="58182"/>
                </a:cubicBezTo>
                <a:lnTo>
                  <a:pt x="17872" y="58182"/>
                </a:lnTo>
                <a:cubicBezTo>
                  <a:pt x="18467" y="69700"/>
                  <a:pt x="21645" y="78238"/>
                  <a:pt x="27403" y="84196"/>
                </a:cubicBezTo>
                <a:cubicBezTo>
                  <a:pt x="33162" y="90153"/>
                  <a:pt x="40311" y="93132"/>
                  <a:pt x="49048" y="93132"/>
                </a:cubicBezTo>
                <a:cubicBezTo>
                  <a:pt x="55402" y="93132"/>
                  <a:pt x="60962" y="91543"/>
                  <a:pt x="65530" y="88167"/>
                </a:cubicBezTo>
                <a:cubicBezTo>
                  <a:pt x="69898" y="84990"/>
                  <a:pt x="73473" y="79628"/>
                  <a:pt x="76253" y="72083"/>
                </a:cubicBezTo>
                <a:close/>
                <a:moveTo>
                  <a:pt x="18865" y="43885"/>
                </a:moveTo>
                <a:lnTo>
                  <a:pt x="76451" y="43885"/>
                </a:lnTo>
                <a:cubicBezTo>
                  <a:pt x="75657" y="35148"/>
                  <a:pt x="73473" y="28793"/>
                  <a:pt x="69898" y="24425"/>
                </a:cubicBezTo>
                <a:cubicBezTo>
                  <a:pt x="64338" y="17673"/>
                  <a:pt x="56991" y="14297"/>
                  <a:pt x="48254" y="14297"/>
                </a:cubicBezTo>
                <a:cubicBezTo>
                  <a:pt x="40112" y="14297"/>
                  <a:pt x="33361" y="17077"/>
                  <a:pt x="27999" y="22439"/>
                </a:cubicBezTo>
                <a:cubicBezTo>
                  <a:pt x="22439" y="27800"/>
                  <a:pt x="19460" y="34949"/>
                  <a:pt x="18865" y="438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D75E29-6BB9-423C-9E19-12CEEAA6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769" y="440255"/>
            <a:ext cx="50239" cy="140194"/>
          </a:xfrm>
          <a:custGeom xmlns:a="http://schemas.openxmlformats.org/drawingml/2006/main">
            <a:pathLst>
              <a:path w="50239" h="140194">
                <a:moveTo>
                  <a:pt x="47658" y="123315"/>
                </a:moveTo>
                <a:lnTo>
                  <a:pt x="50239" y="138804"/>
                </a:lnTo>
                <a:cubicBezTo>
                  <a:pt x="45076" y="139598"/>
                  <a:pt x="40708" y="140194"/>
                  <a:pt x="36935" y="140194"/>
                </a:cubicBezTo>
                <a:cubicBezTo>
                  <a:pt x="30581" y="140194"/>
                  <a:pt x="25616" y="139201"/>
                  <a:pt x="22240" y="137414"/>
                </a:cubicBezTo>
                <a:cubicBezTo>
                  <a:pt x="18666" y="135428"/>
                  <a:pt x="16283" y="132846"/>
                  <a:pt x="14893" y="129471"/>
                </a:cubicBezTo>
                <a:cubicBezTo>
                  <a:pt x="13305" y="126294"/>
                  <a:pt x="12709" y="119343"/>
                  <a:pt x="12709" y="108819"/>
                </a:cubicBezTo>
                <a:lnTo>
                  <a:pt x="12709" y="49644"/>
                </a:lnTo>
                <a:lnTo>
                  <a:pt x="0" y="49644"/>
                </a:lnTo>
                <a:lnTo>
                  <a:pt x="0" y="35942"/>
                </a:lnTo>
                <a:lnTo>
                  <a:pt x="12709" y="35942"/>
                </a:lnTo>
                <a:lnTo>
                  <a:pt x="12709" y="10524"/>
                </a:lnTo>
                <a:lnTo>
                  <a:pt x="29985" y="0"/>
                </a:lnTo>
                <a:lnTo>
                  <a:pt x="29985" y="35942"/>
                </a:lnTo>
                <a:lnTo>
                  <a:pt x="47658" y="35942"/>
                </a:lnTo>
                <a:lnTo>
                  <a:pt x="47658" y="49644"/>
                </a:lnTo>
                <a:lnTo>
                  <a:pt x="29985" y="49644"/>
                </a:lnTo>
                <a:lnTo>
                  <a:pt x="29985" y="109812"/>
                </a:lnTo>
                <a:cubicBezTo>
                  <a:pt x="29985" y="114975"/>
                  <a:pt x="30183" y="118152"/>
                  <a:pt x="30978" y="119542"/>
                </a:cubicBezTo>
                <a:cubicBezTo>
                  <a:pt x="31573" y="120932"/>
                  <a:pt x="32566" y="122123"/>
                  <a:pt x="33956" y="122918"/>
                </a:cubicBezTo>
                <a:cubicBezTo>
                  <a:pt x="35346" y="123712"/>
                  <a:pt x="37332" y="124109"/>
                  <a:pt x="39914" y="124109"/>
                </a:cubicBezTo>
                <a:cubicBezTo>
                  <a:pt x="41899" y="124109"/>
                  <a:pt x="44481" y="123911"/>
                  <a:pt x="47658" y="12331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3300B7-27B5-4A43-8A5B-73A2CEB1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306" y="474013"/>
            <a:ext cx="55998" cy="105245"/>
          </a:xfrm>
          <a:custGeom xmlns:a="http://schemas.openxmlformats.org/drawingml/2006/main">
            <a:pathLst>
              <a:path w="55998" h="105245">
                <a:moveTo>
                  <a:pt x="0" y="105245"/>
                </a:moveTo>
                <a:lnTo>
                  <a:pt x="0" y="2184"/>
                </a:lnTo>
                <a:lnTo>
                  <a:pt x="15687" y="2184"/>
                </a:lnTo>
                <a:lnTo>
                  <a:pt x="15687" y="17872"/>
                </a:lnTo>
                <a:cubicBezTo>
                  <a:pt x="19659" y="10723"/>
                  <a:pt x="23233" y="5957"/>
                  <a:pt x="26808" y="3574"/>
                </a:cubicBezTo>
                <a:cubicBezTo>
                  <a:pt x="30183" y="1191"/>
                  <a:pt x="33956" y="0"/>
                  <a:pt x="37928" y="0"/>
                </a:cubicBezTo>
                <a:cubicBezTo>
                  <a:pt x="43885" y="0"/>
                  <a:pt x="49842" y="1986"/>
                  <a:pt x="55998" y="5560"/>
                </a:cubicBezTo>
                <a:lnTo>
                  <a:pt x="49842" y="21843"/>
                </a:lnTo>
                <a:cubicBezTo>
                  <a:pt x="45474" y="19460"/>
                  <a:pt x="41304" y="18070"/>
                  <a:pt x="37133" y="18070"/>
                </a:cubicBezTo>
                <a:cubicBezTo>
                  <a:pt x="33162" y="18070"/>
                  <a:pt x="29786" y="19262"/>
                  <a:pt x="26808" y="21446"/>
                </a:cubicBezTo>
                <a:cubicBezTo>
                  <a:pt x="23630" y="23829"/>
                  <a:pt x="21446" y="27006"/>
                  <a:pt x="20255" y="30978"/>
                </a:cubicBezTo>
                <a:cubicBezTo>
                  <a:pt x="18269" y="37332"/>
                  <a:pt x="17475" y="44084"/>
                  <a:pt x="17475" y="51431"/>
                </a:cubicBezTo>
                <a:lnTo>
                  <a:pt x="17475" y="105245"/>
                </a:lnTo>
                <a:lnTo>
                  <a:pt x="0" y="10524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C323E6-F2E4-43C9-9C29-6356EAB1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3630" y="437078"/>
            <a:ext cx="17475" cy="142180"/>
          </a:xfrm>
          <a:custGeom xmlns:a="http://schemas.openxmlformats.org/drawingml/2006/main">
            <a:pathLst>
              <a:path w="17475" h="142180">
                <a:moveTo>
                  <a:pt x="0" y="20056"/>
                </a:moveTo>
                <a:lnTo>
                  <a:pt x="0" y="0"/>
                </a:lnTo>
                <a:lnTo>
                  <a:pt x="17475" y="0"/>
                </a:lnTo>
                <a:lnTo>
                  <a:pt x="17475" y="20056"/>
                </a:lnTo>
                <a:lnTo>
                  <a:pt x="0" y="20056"/>
                </a:lnTo>
                <a:close/>
                <a:moveTo>
                  <a:pt x="0" y="142180"/>
                </a:moveTo>
                <a:lnTo>
                  <a:pt x="0" y="39119"/>
                </a:lnTo>
                <a:lnTo>
                  <a:pt x="17475" y="39119"/>
                </a:lnTo>
                <a:lnTo>
                  <a:pt x="17475" y="142180"/>
                </a:lnTo>
                <a:lnTo>
                  <a:pt x="0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D9E22D-D592-4231-AD70-0FA132BF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955" y="474013"/>
            <a:ext cx="94919" cy="107429"/>
          </a:xfrm>
          <a:custGeom xmlns:a="http://schemas.openxmlformats.org/drawingml/2006/main">
            <a:pathLst>
              <a:path w="94919" h="107429">
                <a:moveTo>
                  <a:pt x="76253" y="72083"/>
                </a:moveTo>
                <a:lnTo>
                  <a:pt x="94323" y="74267"/>
                </a:lnTo>
                <a:cubicBezTo>
                  <a:pt x="91344" y="84990"/>
                  <a:pt x="85983" y="93132"/>
                  <a:pt x="78437" y="98890"/>
                </a:cubicBezTo>
                <a:cubicBezTo>
                  <a:pt x="70693" y="104649"/>
                  <a:pt x="60962" y="107429"/>
                  <a:pt x="49048" y="107429"/>
                </a:cubicBezTo>
                <a:cubicBezTo>
                  <a:pt x="33956" y="107429"/>
                  <a:pt x="21843" y="102862"/>
                  <a:pt x="13106" y="93727"/>
                </a:cubicBezTo>
                <a:cubicBezTo>
                  <a:pt x="4369" y="84593"/>
                  <a:pt x="0" y="71487"/>
                  <a:pt x="0" y="54608"/>
                </a:cubicBezTo>
                <a:cubicBezTo>
                  <a:pt x="0" y="37332"/>
                  <a:pt x="4369" y="23829"/>
                  <a:pt x="13305" y="14297"/>
                </a:cubicBezTo>
                <a:cubicBezTo>
                  <a:pt x="22042" y="4766"/>
                  <a:pt x="33758" y="0"/>
                  <a:pt x="48055" y="0"/>
                </a:cubicBezTo>
                <a:cubicBezTo>
                  <a:pt x="61757" y="0"/>
                  <a:pt x="73076" y="4766"/>
                  <a:pt x="81813" y="14099"/>
                </a:cubicBezTo>
                <a:cubicBezTo>
                  <a:pt x="90550" y="23432"/>
                  <a:pt x="94919" y="36538"/>
                  <a:pt x="94919" y="53615"/>
                </a:cubicBezTo>
                <a:cubicBezTo>
                  <a:pt x="94919" y="54807"/>
                  <a:pt x="94720" y="56197"/>
                  <a:pt x="94720" y="58182"/>
                </a:cubicBezTo>
                <a:lnTo>
                  <a:pt x="17872" y="58182"/>
                </a:lnTo>
                <a:cubicBezTo>
                  <a:pt x="18467" y="69700"/>
                  <a:pt x="21645" y="78238"/>
                  <a:pt x="27403" y="84196"/>
                </a:cubicBezTo>
                <a:cubicBezTo>
                  <a:pt x="33162" y="90153"/>
                  <a:pt x="40311" y="93132"/>
                  <a:pt x="49048" y="93132"/>
                </a:cubicBezTo>
                <a:cubicBezTo>
                  <a:pt x="55402" y="93132"/>
                  <a:pt x="60962" y="91543"/>
                  <a:pt x="65530" y="88167"/>
                </a:cubicBezTo>
                <a:cubicBezTo>
                  <a:pt x="69898" y="84990"/>
                  <a:pt x="73473" y="79628"/>
                  <a:pt x="76253" y="72083"/>
                </a:cubicBezTo>
                <a:close/>
                <a:moveTo>
                  <a:pt x="18865" y="43885"/>
                </a:moveTo>
                <a:lnTo>
                  <a:pt x="76451" y="43885"/>
                </a:lnTo>
                <a:cubicBezTo>
                  <a:pt x="75657" y="35148"/>
                  <a:pt x="73473" y="28793"/>
                  <a:pt x="69898" y="24425"/>
                </a:cubicBezTo>
                <a:cubicBezTo>
                  <a:pt x="64338" y="17673"/>
                  <a:pt x="56991" y="14297"/>
                  <a:pt x="48254" y="14297"/>
                </a:cubicBezTo>
                <a:cubicBezTo>
                  <a:pt x="40112" y="14297"/>
                  <a:pt x="33361" y="17077"/>
                  <a:pt x="27999" y="22439"/>
                </a:cubicBezTo>
                <a:cubicBezTo>
                  <a:pt x="22439" y="27800"/>
                  <a:pt x="19460" y="34949"/>
                  <a:pt x="18865" y="438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964251-897D-4A99-A9B6-E0653D7A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597" y="476197"/>
            <a:ext cx="94323" cy="103060"/>
          </a:xfrm>
          <a:custGeom xmlns:a="http://schemas.openxmlformats.org/drawingml/2006/main">
            <a:pathLst>
              <a:path w="94323" h="103060">
                <a:moveTo>
                  <a:pt x="39119" y="103060"/>
                </a:moveTo>
                <a:lnTo>
                  <a:pt x="0" y="0"/>
                </a:lnTo>
                <a:lnTo>
                  <a:pt x="18269" y="0"/>
                </a:lnTo>
                <a:lnTo>
                  <a:pt x="40509" y="61757"/>
                </a:lnTo>
                <a:cubicBezTo>
                  <a:pt x="42892" y="68508"/>
                  <a:pt x="45076" y="75260"/>
                  <a:pt x="47062" y="82409"/>
                </a:cubicBezTo>
                <a:cubicBezTo>
                  <a:pt x="48651" y="77047"/>
                  <a:pt x="50835" y="70494"/>
                  <a:pt x="53615" y="62948"/>
                </a:cubicBezTo>
                <a:lnTo>
                  <a:pt x="76451" y="0"/>
                </a:lnTo>
                <a:lnTo>
                  <a:pt x="94323" y="0"/>
                </a:lnTo>
                <a:lnTo>
                  <a:pt x="55402" y="103060"/>
                </a:lnTo>
                <a:lnTo>
                  <a:pt x="39119" y="10306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6E07FE-0776-4EB7-9E61-730EA99D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451" y="474013"/>
            <a:ext cx="94919" cy="107429"/>
          </a:xfrm>
          <a:custGeom xmlns:a="http://schemas.openxmlformats.org/drawingml/2006/main">
            <a:pathLst>
              <a:path w="94919" h="107429">
                <a:moveTo>
                  <a:pt x="73076" y="92536"/>
                </a:moveTo>
                <a:cubicBezTo>
                  <a:pt x="66523" y="98096"/>
                  <a:pt x="60367" y="102067"/>
                  <a:pt x="54409" y="104252"/>
                </a:cubicBezTo>
                <a:cubicBezTo>
                  <a:pt x="48452" y="106237"/>
                  <a:pt x="41899" y="107429"/>
                  <a:pt x="35148" y="107429"/>
                </a:cubicBezTo>
                <a:cubicBezTo>
                  <a:pt x="23829" y="107429"/>
                  <a:pt x="15092" y="104847"/>
                  <a:pt x="9134" y="99287"/>
                </a:cubicBezTo>
                <a:cubicBezTo>
                  <a:pt x="2979" y="93727"/>
                  <a:pt x="0" y="86777"/>
                  <a:pt x="0" y="78040"/>
                </a:cubicBezTo>
                <a:cubicBezTo>
                  <a:pt x="0" y="73076"/>
                  <a:pt x="993" y="68508"/>
                  <a:pt x="3376" y="64338"/>
                </a:cubicBezTo>
                <a:cubicBezTo>
                  <a:pt x="5759" y="60168"/>
                  <a:pt x="8737" y="56792"/>
                  <a:pt x="12510" y="54211"/>
                </a:cubicBezTo>
                <a:cubicBezTo>
                  <a:pt x="16085" y="51828"/>
                  <a:pt x="20255" y="49842"/>
                  <a:pt x="25020" y="48452"/>
                </a:cubicBezTo>
                <a:cubicBezTo>
                  <a:pt x="28396" y="47658"/>
                  <a:pt x="33559" y="46864"/>
                  <a:pt x="40509" y="45871"/>
                </a:cubicBezTo>
                <a:cubicBezTo>
                  <a:pt x="54608" y="44282"/>
                  <a:pt x="64934" y="42296"/>
                  <a:pt x="71685" y="39914"/>
                </a:cubicBezTo>
                <a:cubicBezTo>
                  <a:pt x="71685" y="37531"/>
                  <a:pt x="71685" y="36141"/>
                  <a:pt x="71685" y="35346"/>
                </a:cubicBezTo>
                <a:cubicBezTo>
                  <a:pt x="71685" y="28198"/>
                  <a:pt x="70097" y="23233"/>
                  <a:pt x="66920" y="20255"/>
                </a:cubicBezTo>
                <a:cubicBezTo>
                  <a:pt x="62352" y="16283"/>
                  <a:pt x="55601" y="14297"/>
                  <a:pt x="46864" y="14297"/>
                </a:cubicBezTo>
                <a:cubicBezTo>
                  <a:pt x="38523" y="14297"/>
                  <a:pt x="32566" y="15886"/>
                  <a:pt x="28595" y="18666"/>
                </a:cubicBezTo>
                <a:cubicBezTo>
                  <a:pt x="24623" y="21645"/>
                  <a:pt x="21843" y="26808"/>
                  <a:pt x="20056" y="33956"/>
                </a:cubicBezTo>
                <a:lnTo>
                  <a:pt x="2979" y="31573"/>
                </a:lnTo>
                <a:cubicBezTo>
                  <a:pt x="4567" y="24425"/>
                  <a:pt x="7149" y="18467"/>
                  <a:pt x="10723" y="13900"/>
                </a:cubicBezTo>
                <a:cubicBezTo>
                  <a:pt x="14297" y="9532"/>
                  <a:pt x="19262" y="5957"/>
                  <a:pt x="26013" y="3574"/>
                </a:cubicBezTo>
                <a:cubicBezTo>
                  <a:pt x="32765" y="1191"/>
                  <a:pt x="40509" y="0"/>
                  <a:pt x="49445" y="0"/>
                </a:cubicBezTo>
                <a:cubicBezTo>
                  <a:pt x="58182" y="0"/>
                  <a:pt x="65331" y="1191"/>
                  <a:pt x="70891" y="3177"/>
                </a:cubicBezTo>
                <a:cubicBezTo>
                  <a:pt x="76451" y="5163"/>
                  <a:pt x="80423" y="7744"/>
                  <a:pt x="83004" y="10922"/>
                </a:cubicBezTo>
                <a:cubicBezTo>
                  <a:pt x="85586" y="14099"/>
                  <a:pt x="87373" y="17872"/>
                  <a:pt x="88366" y="22638"/>
                </a:cubicBezTo>
                <a:cubicBezTo>
                  <a:pt x="88961" y="25815"/>
                  <a:pt x="89359" y="31176"/>
                  <a:pt x="89359" y="38921"/>
                </a:cubicBezTo>
                <a:lnTo>
                  <a:pt x="89359" y="62154"/>
                </a:lnTo>
                <a:cubicBezTo>
                  <a:pt x="89359" y="78437"/>
                  <a:pt x="89557" y="88564"/>
                  <a:pt x="90352" y="92933"/>
                </a:cubicBezTo>
                <a:cubicBezTo>
                  <a:pt x="91146" y="97302"/>
                  <a:pt x="92536" y="101273"/>
                  <a:pt x="94919" y="105245"/>
                </a:cubicBezTo>
                <a:lnTo>
                  <a:pt x="76650" y="105245"/>
                </a:lnTo>
                <a:cubicBezTo>
                  <a:pt x="74664" y="101670"/>
                  <a:pt x="73473" y="97500"/>
                  <a:pt x="73076" y="92536"/>
                </a:cubicBezTo>
                <a:close/>
                <a:moveTo>
                  <a:pt x="71685" y="53615"/>
                </a:moveTo>
                <a:cubicBezTo>
                  <a:pt x="65331" y="56197"/>
                  <a:pt x="55799" y="58381"/>
                  <a:pt x="43091" y="60168"/>
                </a:cubicBezTo>
                <a:cubicBezTo>
                  <a:pt x="35942" y="61360"/>
                  <a:pt x="30779" y="62551"/>
                  <a:pt x="27800" y="63742"/>
                </a:cubicBezTo>
                <a:cubicBezTo>
                  <a:pt x="24822" y="64934"/>
                  <a:pt x="22638" y="66920"/>
                  <a:pt x="21049" y="69303"/>
                </a:cubicBezTo>
                <a:cubicBezTo>
                  <a:pt x="19460" y="71884"/>
                  <a:pt x="18666" y="74664"/>
                  <a:pt x="18666" y="77643"/>
                </a:cubicBezTo>
                <a:cubicBezTo>
                  <a:pt x="18666" y="82409"/>
                  <a:pt x="20255" y="86181"/>
                  <a:pt x="23829" y="89359"/>
                </a:cubicBezTo>
                <a:cubicBezTo>
                  <a:pt x="27403" y="92536"/>
                  <a:pt x="32566" y="93926"/>
                  <a:pt x="39318" y="93926"/>
                </a:cubicBezTo>
                <a:cubicBezTo>
                  <a:pt x="46069" y="93926"/>
                  <a:pt x="52027" y="92536"/>
                  <a:pt x="57190" y="89557"/>
                </a:cubicBezTo>
                <a:cubicBezTo>
                  <a:pt x="62352" y="86579"/>
                  <a:pt x="66324" y="82607"/>
                  <a:pt x="68905" y="77444"/>
                </a:cubicBezTo>
                <a:cubicBezTo>
                  <a:pt x="70693" y="73473"/>
                  <a:pt x="71685" y="67714"/>
                  <a:pt x="71685" y="59970"/>
                </a:cubicBezTo>
                <a:lnTo>
                  <a:pt x="71685" y="5361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DA6985-31B7-42C4-9AD6-030182CF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419" y="437078"/>
            <a:ext cx="17475" cy="142180"/>
          </a:xfrm>
          <a:custGeom xmlns:a="http://schemas.openxmlformats.org/drawingml/2006/main">
            <a:pathLst>
              <a:path w="17475" h="142180">
                <a:moveTo>
                  <a:pt x="0" y="142180"/>
                </a:moveTo>
                <a:lnTo>
                  <a:pt x="0" y="0"/>
                </a:lnTo>
                <a:lnTo>
                  <a:pt x="17475" y="0"/>
                </a:lnTo>
                <a:lnTo>
                  <a:pt x="17475" y="142180"/>
                </a:lnTo>
                <a:lnTo>
                  <a:pt x="0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799EC1-1266-4A54-BE22-C25F7660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685" y="437078"/>
            <a:ext cx="106039" cy="142180"/>
          </a:xfrm>
          <a:custGeom xmlns:a="http://schemas.openxmlformats.org/drawingml/2006/main">
            <a:pathLst>
              <a:path w="106039" h="142180">
                <a:moveTo>
                  <a:pt x="0" y="142180"/>
                </a:moveTo>
                <a:lnTo>
                  <a:pt x="0" y="0"/>
                </a:lnTo>
                <a:lnTo>
                  <a:pt x="102862" y="0"/>
                </a:lnTo>
                <a:lnTo>
                  <a:pt x="102862" y="16879"/>
                </a:lnTo>
                <a:lnTo>
                  <a:pt x="18865" y="16879"/>
                </a:lnTo>
                <a:lnTo>
                  <a:pt x="18865" y="60367"/>
                </a:lnTo>
                <a:lnTo>
                  <a:pt x="97500" y="60367"/>
                </a:lnTo>
                <a:lnTo>
                  <a:pt x="97500" y="77047"/>
                </a:lnTo>
                <a:lnTo>
                  <a:pt x="18865" y="77047"/>
                </a:lnTo>
                <a:lnTo>
                  <a:pt x="18865" y="125499"/>
                </a:lnTo>
                <a:lnTo>
                  <a:pt x="106039" y="125499"/>
                </a:lnTo>
                <a:lnTo>
                  <a:pt x="106039" y="142180"/>
                </a:lnTo>
                <a:lnTo>
                  <a:pt x="0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E1D5A0-AB7A-4587-82F9-746A7155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837" y="476197"/>
            <a:ext cx="96507" cy="103060"/>
          </a:xfrm>
          <a:custGeom xmlns:a="http://schemas.openxmlformats.org/drawingml/2006/main">
            <a:pathLst>
              <a:path w="96507" h="103060">
                <a:moveTo>
                  <a:pt x="0" y="103060"/>
                </a:moveTo>
                <a:lnTo>
                  <a:pt x="37729" y="49445"/>
                </a:lnTo>
                <a:lnTo>
                  <a:pt x="2780" y="0"/>
                </a:lnTo>
                <a:lnTo>
                  <a:pt x="24623" y="0"/>
                </a:lnTo>
                <a:lnTo>
                  <a:pt x="40509" y="24226"/>
                </a:lnTo>
                <a:cubicBezTo>
                  <a:pt x="43289" y="28992"/>
                  <a:pt x="45672" y="32765"/>
                  <a:pt x="47658" y="35743"/>
                </a:cubicBezTo>
                <a:cubicBezTo>
                  <a:pt x="50438" y="31573"/>
                  <a:pt x="53218" y="27800"/>
                  <a:pt x="55601" y="24425"/>
                </a:cubicBezTo>
                <a:lnTo>
                  <a:pt x="72877" y="0"/>
                </a:lnTo>
                <a:lnTo>
                  <a:pt x="93727" y="0"/>
                </a:lnTo>
                <a:lnTo>
                  <a:pt x="58182" y="48651"/>
                </a:lnTo>
                <a:lnTo>
                  <a:pt x="96507" y="103060"/>
                </a:lnTo>
                <a:lnTo>
                  <a:pt x="75061" y="103060"/>
                </a:lnTo>
                <a:lnTo>
                  <a:pt x="53814" y="71090"/>
                </a:lnTo>
                <a:lnTo>
                  <a:pt x="48254" y="62352"/>
                </a:lnTo>
                <a:lnTo>
                  <a:pt x="21247" y="103060"/>
                </a:lnTo>
                <a:lnTo>
                  <a:pt x="0" y="10306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849B5B-F431-42BE-9946-7C66D5A1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840" y="474013"/>
            <a:ext cx="89359" cy="144562"/>
          </a:xfrm>
          <a:custGeom xmlns:a="http://schemas.openxmlformats.org/drawingml/2006/main">
            <a:pathLst>
              <a:path w="89359" h="144562">
                <a:moveTo>
                  <a:pt x="0" y="144562"/>
                </a:moveTo>
                <a:lnTo>
                  <a:pt x="0" y="2184"/>
                </a:lnTo>
                <a:lnTo>
                  <a:pt x="15886" y="2184"/>
                </a:lnTo>
                <a:lnTo>
                  <a:pt x="15886" y="15687"/>
                </a:lnTo>
                <a:cubicBezTo>
                  <a:pt x="19460" y="10524"/>
                  <a:pt x="23829" y="6553"/>
                  <a:pt x="28595" y="3971"/>
                </a:cubicBezTo>
                <a:cubicBezTo>
                  <a:pt x="33361" y="1390"/>
                  <a:pt x="38921" y="0"/>
                  <a:pt x="45672" y="0"/>
                </a:cubicBezTo>
                <a:cubicBezTo>
                  <a:pt x="54409" y="0"/>
                  <a:pt x="62154" y="2383"/>
                  <a:pt x="68905" y="6752"/>
                </a:cubicBezTo>
                <a:cubicBezTo>
                  <a:pt x="75657" y="11319"/>
                  <a:pt x="80621" y="17673"/>
                  <a:pt x="84196" y="26013"/>
                </a:cubicBezTo>
                <a:cubicBezTo>
                  <a:pt x="87571" y="34353"/>
                  <a:pt x="89359" y="43289"/>
                  <a:pt x="89359" y="53019"/>
                </a:cubicBezTo>
                <a:cubicBezTo>
                  <a:pt x="89359" y="63544"/>
                  <a:pt x="87373" y="73076"/>
                  <a:pt x="83600" y="81416"/>
                </a:cubicBezTo>
                <a:cubicBezTo>
                  <a:pt x="79827" y="89954"/>
                  <a:pt x="74267" y="96507"/>
                  <a:pt x="67118" y="100876"/>
                </a:cubicBezTo>
                <a:cubicBezTo>
                  <a:pt x="59970" y="105245"/>
                  <a:pt x="52424" y="107429"/>
                  <a:pt x="44481" y="107429"/>
                </a:cubicBezTo>
                <a:cubicBezTo>
                  <a:pt x="38523" y="107429"/>
                  <a:pt x="33361" y="106237"/>
                  <a:pt x="28793" y="103855"/>
                </a:cubicBezTo>
                <a:cubicBezTo>
                  <a:pt x="24028" y="101472"/>
                  <a:pt x="20255" y="98493"/>
                  <a:pt x="17475" y="94522"/>
                </a:cubicBezTo>
                <a:lnTo>
                  <a:pt x="17475" y="144562"/>
                </a:lnTo>
                <a:lnTo>
                  <a:pt x="0" y="144562"/>
                </a:lnTo>
                <a:close/>
                <a:moveTo>
                  <a:pt x="15886" y="54409"/>
                </a:moveTo>
                <a:cubicBezTo>
                  <a:pt x="15886" y="67714"/>
                  <a:pt x="18467" y="77444"/>
                  <a:pt x="23829" y="83799"/>
                </a:cubicBezTo>
                <a:cubicBezTo>
                  <a:pt x="29190" y="90153"/>
                  <a:pt x="35743" y="93132"/>
                  <a:pt x="43289" y="93132"/>
                </a:cubicBezTo>
                <a:cubicBezTo>
                  <a:pt x="51034" y="93132"/>
                  <a:pt x="57587" y="89954"/>
                  <a:pt x="63147" y="83401"/>
                </a:cubicBezTo>
                <a:cubicBezTo>
                  <a:pt x="68707" y="76848"/>
                  <a:pt x="71487" y="66721"/>
                  <a:pt x="71487" y="52821"/>
                </a:cubicBezTo>
                <a:cubicBezTo>
                  <a:pt x="71487" y="39715"/>
                  <a:pt x="68707" y="29985"/>
                  <a:pt x="63345" y="23432"/>
                </a:cubicBezTo>
                <a:cubicBezTo>
                  <a:pt x="57984" y="17077"/>
                  <a:pt x="51629" y="13702"/>
                  <a:pt x="44084" y="13702"/>
                </a:cubicBezTo>
                <a:cubicBezTo>
                  <a:pt x="36538" y="13702"/>
                  <a:pt x="29985" y="17276"/>
                  <a:pt x="24425" y="24226"/>
                </a:cubicBezTo>
                <a:cubicBezTo>
                  <a:pt x="18666" y="31176"/>
                  <a:pt x="15886" y="41304"/>
                  <a:pt x="15886" y="5440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0DC876-0C0C-4783-9D2D-4B499C77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489" y="474013"/>
            <a:ext cx="94919" cy="107429"/>
          </a:xfrm>
          <a:custGeom xmlns:a="http://schemas.openxmlformats.org/drawingml/2006/main">
            <a:pathLst>
              <a:path w="94919" h="107429">
                <a:moveTo>
                  <a:pt x="76253" y="72083"/>
                </a:moveTo>
                <a:lnTo>
                  <a:pt x="94323" y="74267"/>
                </a:lnTo>
                <a:cubicBezTo>
                  <a:pt x="91344" y="84990"/>
                  <a:pt x="85983" y="93132"/>
                  <a:pt x="78437" y="98890"/>
                </a:cubicBezTo>
                <a:cubicBezTo>
                  <a:pt x="70693" y="104649"/>
                  <a:pt x="60962" y="107429"/>
                  <a:pt x="49048" y="107429"/>
                </a:cubicBezTo>
                <a:cubicBezTo>
                  <a:pt x="33956" y="107429"/>
                  <a:pt x="21843" y="102862"/>
                  <a:pt x="13106" y="93727"/>
                </a:cubicBezTo>
                <a:cubicBezTo>
                  <a:pt x="4369" y="84593"/>
                  <a:pt x="0" y="71487"/>
                  <a:pt x="0" y="54608"/>
                </a:cubicBezTo>
                <a:cubicBezTo>
                  <a:pt x="0" y="37332"/>
                  <a:pt x="4369" y="23829"/>
                  <a:pt x="13305" y="14297"/>
                </a:cubicBezTo>
                <a:cubicBezTo>
                  <a:pt x="22042" y="4766"/>
                  <a:pt x="33758" y="0"/>
                  <a:pt x="48055" y="0"/>
                </a:cubicBezTo>
                <a:cubicBezTo>
                  <a:pt x="61757" y="0"/>
                  <a:pt x="73076" y="4766"/>
                  <a:pt x="81813" y="14099"/>
                </a:cubicBezTo>
                <a:cubicBezTo>
                  <a:pt x="90550" y="23432"/>
                  <a:pt x="94919" y="36538"/>
                  <a:pt x="94919" y="53615"/>
                </a:cubicBezTo>
                <a:cubicBezTo>
                  <a:pt x="94919" y="54807"/>
                  <a:pt x="94720" y="56197"/>
                  <a:pt x="94720" y="58182"/>
                </a:cubicBezTo>
                <a:lnTo>
                  <a:pt x="17872" y="58182"/>
                </a:lnTo>
                <a:cubicBezTo>
                  <a:pt x="18467" y="69700"/>
                  <a:pt x="21645" y="78238"/>
                  <a:pt x="27403" y="84196"/>
                </a:cubicBezTo>
                <a:cubicBezTo>
                  <a:pt x="33162" y="90153"/>
                  <a:pt x="40311" y="93132"/>
                  <a:pt x="49048" y="93132"/>
                </a:cubicBezTo>
                <a:cubicBezTo>
                  <a:pt x="55402" y="93132"/>
                  <a:pt x="60962" y="91543"/>
                  <a:pt x="65530" y="88167"/>
                </a:cubicBezTo>
                <a:cubicBezTo>
                  <a:pt x="69898" y="84990"/>
                  <a:pt x="73473" y="79628"/>
                  <a:pt x="76253" y="72083"/>
                </a:cubicBezTo>
                <a:close/>
                <a:moveTo>
                  <a:pt x="18865" y="43885"/>
                </a:moveTo>
                <a:lnTo>
                  <a:pt x="76451" y="43885"/>
                </a:lnTo>
                <a:cubicBezTo>
                  <a:pt x="75657" y="35148"/>
                  <a:pt x="73473" y="28793"/>
                  <a:pt x="69898" y="24425"/>
                </a:cubicBezTo>
                <a:cubicBezTo>
                  <a:pt x="64338" y="17673"/>
                  <a:pt x="56991" y="14297"/>
                  <a:pt x="48254" y="14297"/>
                </a:cubicBezTo>
                <a:cubicBezTo>
                  <a:pt x="40112" y="14297"/>
                  <a:pt x="33361" y="17077"/>
                  <a:pt x="27999" y="22439"/>
                </a:cubicBezTo>
                <a:cubicBezTo>
                  <a:pt x="22439" y="27800"/>
                  <a:pt x="19460" y="34949"/>
                  <a:pt x="18865" y="438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091D26-6465-4FF9-A7C7-01874AC8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9457" y="474013"/>
            <a:ext cx="55998" cy="105245"/>
          </a:xfrm>
          <a:custGeom xmlns:a="http://schemas.openxmlformats.org/drawingml/2006/main">
            <a:pathLst>
              <a:path w="55998" h="105245">
                <a:moveTo>
                  <a:pt x="0" y="105245"/>
                </a:moveTo>
                <a:lnTo>
                  <a:pt x="0" y="2184"/>
                </a:lnTo>
                <a:lnTo>
                  <a:pt x="15687" y="2184"/>
                </a:lnTo>
                <a:lnTo>
                  <a:pt x="15687" y="17872"/>
                </a:lnTo>
                <a:cubicBezTo>
                  <a:pt x="19659" y="10723"/>
                  <a:pt x="23233" y="5957"/>
                  <a:pt x="26808" y="3574"/>
                </a:cubicBezTo>
                <a:cubicBezTo>
                  <a:pt x="30183" y="1191"/>
                  <a:pt x="33956" y="0"/>
                  <a:pt x="37928" y="0"/>
                </a:cubicBezTo>
                <a:cubicBezTo>
                  <a:pt x="43885" y="0"/>
                  <a:pt x="49842" y="1986"/>
                  <a:pt x="55998" y="5560"/>
                </a:cubicBezTo>
                <a:lnTo>
                  <a:pt x="49842" y="21843"/>
                </a:lnTo>
                <a:cubicBezTo>
                  <a:pt x="45474" y="19460"/>
                  <a:pt x="41304" y="18070"/>
                  <a:pt x="37133" y="18070"/>
                </a:cubicBezTo>
                <a:cubicBezTo>
                  <a:pt x="33162" y="18070"/>
                  <a:pt x="29786" y="19262"/>
                  <a:pt x="26808" y="21446"/>
                </a:cubicBezTo>
                <a:cubicBezTo>
                  <a:pt x="23630" y="23829"/>
                  <a:pt x="21446" y="27006"/>
                  <a:pt x="20255" y="30978"/>
                </a:cubicBezTo>
                <a:cubicBezTo>
                  <a:pt x="18269" y="37332"/>
                  <a:pt x="17475" y="44084"/>
                  <a:pt x="17475" y="51431"/>
                </a:cubicBezTo>
                <a:lnTo>
                  <a:pt x="17475" y="105245"/>
                </a:lnTo>
                <a:lnTo>
                  <a:pt x="0" y="10524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103BEB-EBB3-4E0B-B3AD-BA5B4A71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6249" y="440255"/>
            <a:ext cx="50239" cy="140194"/>
          </a:xfrm>
          <a:custGeom xmlns:a="http://schemas.openxmlformats.org/drawingml/2006/main">
            <a:pathLst>
              <a:path w="50239" h="140194">
                <a:moveTo>
                  <a:pt x="47658" y="123315"/>
                </a:moveTo>
                <a:lnTo>
                  <a:pt x="50239" y="138804"/>
                </a:lnTo>
                <a:cubicBezTo>
                  <a:pt x="45076" y="139598"/>
                  <a:pt x="40708" y="140194"/>
                  <a:pt x="36935" y="140194"/>
                </a:cubicBezTo>
                <a:cubicBezTo>
                  <a:pt x="30581" y="140194"/>
                  <a:pt x="25616" y="139201"/>
                  <a:pt x="22240" y="137414"/>
                </a:cubicBezTo>
                <a:cubicBezTo>
                  <a:pt x="18666" y="135428"/>
                  <a:pt x="16283" y="132846"/>
                  <a:pt x="14893" y="129471"/>
                </a:cubicBezTo>
                <a:cubicBezTo>
                  <a:pt x="13305" y="126294"/>
                  <a:pt x="12709" y="119343"/>
                  <a:pt x="12709" y="108819"/>
                </a:cubicBezTo>
                <a:lnTo>
                  <a:pt x="12709" y="49644"/>
                </a:lnTo>
                <a:lnTo>
                  <a:pt x="0" y="49644"/>
                </a:lnTo>
                <a:lnTo>
                  <a:pt x="0" y="35942"/>
                </a:lnTo>
                <a:lnTo>
                  <a:pt x="12709" y="35942"/>
                </a:lnTo>
                <a:lnTo>
                  <a:pt x="12709" y="10524"/>
                </a:lnTo>
                <a:lnTo>
                  <a:pt x="29985" y="0"/>
                </a:lnTo>
                <a:lnTo>
                  <a:pt x="29985" y="35942"/>
                </a:lnTo>
                <a:lnTo>
                  <a:pt x="47658" y="35942"/>
                </a:lnTo>
                <a:lnTo>
                  <a:pt x="47658" y="49644"/>
                </a:lnTo>
                <a:lnTo>
                  <a:pt x="29985" y="49644"/>
                </a:lnTo>
                <a:lnTo>
                  <a:pt x="29985" y="109812"/>
                </a:lnTo>
                <a:cubicBezTo>
                  <a:pt x="29985" y="114975"/>
                  <a:pt x="30183" y="118152"/>
                  <a:pt x="30978" y="119542"/>
                </a:cubicBezTo>
                <a:cubicBezTo>
                  <a:pt x="31573" y="120932"/>
                  <a:pt x="32566" y="122123"/>
                  <a:pt x="33956" y="122918"/>
                </a:cubicBezTo>
                <a:cubicBezTo>
                  <a:pt x="35346" y="123712"/>
                  <a:pt x="37332" y="124109"/>
                  <a:pt x="39914" y="124109"/>
                </a:cubicBezTo>
                <a:cubicBezTo>
                  <a:pt x="41899" y="124109"/>
                  <a:pt x="44481" y="123911"/>
                  <a:pt x="47658" y="12331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64A919-CAB7-4D20-A828-EC716A4E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91" y="434695"/>
            <a:ext cx="46864" cy="186065"/>
          </a:xfrm>
          <a:custGeom xmlns:a="http://schemas.openxmlformats.org/drawingml/2006/main">
            <a:pathLst>
              <a:path w="46864" h="186065">
                <a:moveTo>
                  <a:pt x="12510" y="186065"/>
                </a:moveTo>
                <a:lnTo>
                  <a:pt x="0" y="186065"/>
                </a:lnTo>
                <a:cubicBezTo>
                  <a:pt x="19262" y="155087"/>
                  <a:pt x="28992" y="124308"/>
                  <a:pt x="28992" y="93132"/>
                </a:cubicBezTo>
                <a:cubicBezTo>
                  <a:pt x="28992" y="81018"/>
                  <a:pt x="27602" y="68905"/>
                  <a:pt x="24822" y="56991"/>
                </a:cubicBezTo>
                <a:cubicBezTo>
                  <a:pt x="22439" y="47459"/>
                  <a:pt x="19460" y="38126"/>
                  <a:pt x="15489" y="28992"/>
                </a:cubicBezTo>
                <a:cubicBezTo>
                  <a:pt x="12907" y="23432"/>
                  <a:pt x="7744" y="13702"/>
                  <a:pt x="0" y="0"/>
                </a:cubicBezTo>
                <a:lnTo>
                  <a:pt x="12510" y="0"/>
                </a:lnTo>
                <a:cubicBezTo>
                  <a:pt x="24425" y="16283"/>
                  <a:pt x="33361" y="32566"/>
                  <a:pt x="39318" y="48849"/>
                </a:cubicBezTo>
                <a:cubicBezTo>
                  <a:pt x="44282" y="63147"/>
                  <a:pt x="46864" y="77841"/>
                  <a:pt x="46864" y="93132"/>
                </a:cubicBezTo>
                <a:cubicBezTo>
                  <a:pt x="46864" y="110606"/>
                  <a:pt x="43488" y="127485"/>
                  <a:pt x="36736" y="143768"/>
                </a:cubicBezTo>
                <a:cubicBezTo>
                  <a:pt x="29985" y="159853"/>
                  <a:pt x="22042" y="173951"/>
                  <a:pt x="12510" y="18606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8DCAE6-B419-4366-8A38-B6F461A0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68" y="795646"/>
            <a:ext cx="397149" cy="10"/>
          </a:xfrm>
          <a:custGeom xmlns:a="http://schemas.openxmlformats.org/drawingml/2006/main">
            <a:pathLst>
              <a:path w="397149" h="1" fill="none">
                <a:moveTo>
                  <a:pt x="0" y="0"/>
                </a:moveTo>
                <a:lnTo>
                  <a:pt x="198575" y="0"/>
                </a:lnTo>
                <a:lnTo>
                  <a:pt x="3971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276" cap="rnd">
            <a:solidFill>
              <a:srgbClr val="984EA3"/>
            </a:solidFill>
            <a:round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F37EA5-DEAC-4ABA-94A2-62A44F06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716" y="720388"/>
            <a:ext cx="138605" cy="155683"/>
          </a:xfrm>
          <a:custGeom xmlns:a="http://schemas.openxmlformats.org/drawingml/2006/main">
            <a:pathLst>
              <a:path w="138605" h="155683">
                <a:moveTo>
                  <a:pt x="114578" y="129471"/>
                </a:moveTo>
                <a:cubicBezTo>
                  <a:pt x="123315" y="135627"/>
                  <a:pt x="131258" y="139995"/>
                  <a:pt x="138605" y="142775"/>
                </a:cubicBezTo>
                <a:lnTo>
                  <a:pt x="133045" y="155683"/>
                </a:lnTo>
                <a:cubicBezTo>
                  <a:pt x="122719" y="151910"/>
                  <a:pt x="112592" y="146151"/>
                  <a:pt x="102663" y="138407"/>
                </a:cubicBezTo>
                <a:cubicBezTo>
                  <a:pt x="91940" y="144165"/>
                  <a:pt x="80423" y="146945"/>
                  <a:pt x="67714" y="146945"/>
                </a:cubicBezTo>
                <a:cubicBezTo>
                  <a:pt x="54807" y="146945"/>
                  <a:pt x="43091" y="143967"/>
                  <a:pt x="32566" y="137811"/>
                </a:cubicBezTo>
                <a:cubicBezTo>
                  <a:pt x="22042" y="131655"/>
                  <a:pt x="13900" y="122918"/>
                  <a:pt x="8340" y="111798"/>
                </a:cubicBezTo>
                <a:cubicBezTo>
                  <a:pt x="2780" y="100677"/>
                  <a:pt x="0" y="87969"/>
                  <a:pt x="0" y="73671"/>
                </a:cubicBezTo>
                <a:cubicBezTo>
                  <a:pt x="0" y="59771"/>
                  <a:pt x="2780" y="46864"/>
                  <a:pt x="8539" y="35346"/>
                </a:cubicBezTo>
                <a:cubicBezTo>
                  <a:pt x="14099" y="23829"/>
                  <a:pt x="22240" y="15092"/>
                  <a:pt x="32765" y="9134"/>
                </a:cubicBezTo>
                <a:cubicBezTo>
                  <a:pt x="43289" y="3177"/>
                  <a:pt x="55005" y="0"/>
                  <a:pt x="68111" y="0"/>
                </a:cubicBezTo>
                <a:cubicBezTo>
                  <a:pt x="81217" y="0"/>
                  <a:pt x="92933" y="3177"/>
                  <a:pt x="103457" y="9532"/>
                </a:cubicBezTo>
                <a:cubicBezTo>
                  <a:pt x="113982" y="15886"/>
                  <a:pt x="122123" y="24623"/>
                  <a:pt x="127684" y="35743"/>
                </a:cubicBezTo>
                <a:cubicBezTo>
                  <a:pt x="133244" y="46864"/>
                  <a:pt x="136024" y="59572"/>
                  <a:pt x="136024" y="73671"/>
                </a:cubicBezTo>
                <a:cubicBezTo>
                  <a:pt x="136024" y="85387"/>
                  <a:pt x="134237" y="95912"/>
                  <a:pt x="130662" y="105245"/>
                </a:cubicBezTo>
                <a:cubicBezTo>
                  <a:pt x="127088" y="114578"/>
                  <a:pt x="121726" y="122719"/>
                  <a:pt x="114578" y="129471"/>
                </a:cubicBezTo>
                <a:close/>
                <a:moveTo>
                  <a:pt x="73076" y="105443"/>
                </a:moveTo>
                <a:cubicBezTo>
                  <a:pt x="83799" y="108620"/>
                  <a:pt x="92734" y="113188"/>
                  <a:pt x="99883" y="119145"/>
                </a:cubicBezTo>
                <a:cubicBezTo>
                  <a:pt x="111003" y="109018"/>
                  <a:pt x="116563" y="93926"/>
                  <a:pt x="116563" y="73671"/>
                </a:cubicBezTo>
                <a:cubicBezTo>
                  <a:pt x="116563" y="62154"/>
                  <a:pt x="114578" y="52225"/>
                  <a:pt x="110606" y="43488"/>
                </a:cubicBezTo>
                <a:cubicBezTo>
                  <a:pt x="106635" y="34949"/>
                  <a:pt x="101075" y="28198"/>
                  <a:pt x="93529" y="23432"/>
                </a:cubicBezTo>
                <a:cubicBezTo>
                  <a:pt x="85983" y="18666"/>
                  <a:pt x="77444" y="16283"/>
                  <a:pt x="68111" y="16283"/>
                </a:cubicBezTo>
                <a:cubicBezTo>
                  <a:pt x="54012" y="16283"/>
                  <a:pt x="42296" y="21247"/>
                  <a:pt x="33162" y="30779"/>
                </a:cubicBezTo>
                <a:cubicBezTo>
                  <a:pt x="24028" y="40311"/>
                  <a:pt x="19460" y="54608"/>
                  <a:pt x="19460" y="73671"/>
                </a:cubicBezTo>
                <a:cubicBezTo>
                  <a:pt x="19460" y="92337"/>
                  <a:pt x="24028" y="106436"/>
                  <a:pt x="33162" y="116365"/>
                </a:cubicBezTo>
                <a:cubicBezTo>
                  <a:pt x="42296" y="126294"/>
                  <a:pt x="53814" y="131059"/>
                  <a:pt x="68111" y="131059"/>
                </a:cubicBezTo>
                <a:cubicBezTo>
                  <a:pt x="74863" y="131059"/>
                  <a:pt x="81217" y="129868"/>
                  <a:pt x="87174" y="127286"/>
                </a:cubicBezTo>
                <a:cubicBezTo>
                  <a:pt x="81217" y="123513"/>
                  <a:pt x="75061" y="120733"/>
                  <a:pt x="68508" y="119145"/>
                </a:cubicBezTo>
                <a:lnTo>
                  <a:pt x="73076" y="105443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A09071-7C8E-4A52-9D72-504422C4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958" y="722969"/>
            <a:ext cx="117556" cy="142180"/>
          </a:xfrm>
          <a:custGeom xmlns:a="http://schemas.openxmlformats.org/drawingml/2006/main">
            <a:pathLst>
              <a:path w="117556" h="142180">
                <a:moveTo>
                  <a:pt x="0" y="142180"/>
                </a:moveTo>
                <a:lnTo>
                  <a:pt x="0" y="0"/>
                </a:lnTo>
                <a:lnTo>
                  <a:pt x="49048" y="0"/>
                </a:lnTo>
                <a:cubicBezTo>
                  <a:pt x="59970" y="0"/>
                  <a:pt x="68310" y="794"/>
                  <a:pt x="74267" y="1986"/>
                </a:cubicBezTo>
                <a:cubicBezTo>
                  <a:pt x="82409" y="3971"/>
                  <a:pt x="89359" y="7546"/>
                  <a:pt x="95117" y="12312"/>
                </a:cubicBezTo>
                <a:cubicBezTo>
                  <a:pt x="102663" y="18666"/>
                  <a:pt x="108223" y="26808"/>
                  <a:pt x="111996" y="36538"/>
                </a:cubicBezTo>
                <a:cubicBezTo>
                  <a:pt x="115570" y="46466"/>
                  <a:pt x="117556" y="57587"/>
                  <a:pt x="117556" y="70295"/>
                </a:cubicBezTo>
                <a:cubicBezTo>
                  <a:pt x="117556" y="81217"/>
                  <a:pt x="116166" y="90749"/>
                  <a:pt x="113783" y="99089"/>
                </a:cubicBezTo>
                <a:cubicBezTo>
                  <a:pt x="111202" y="107429"/>
                  <a:pt x="108025" y="114379"/>
                  <a:pt x="104053" y="119741"/>
                </a:cubicBezTo>
                <a:cubicBezTo>
                  <a:pt x="100082" y="125301"/>
                  <a:pt x="95713" y="129471"/>
                  <a:pt x="90947" y="132648"/>
                </a:cubicBezTo>
                <a:cubicBezTo>
                  <a:pt x="86181" y="135825"/>
                  <a:pt x="80621" y="138208"/>
                  <a:pt x="74068" y="139797"/>
                </a:cubicBezTo>
                <a:cubicBezTo>
                  <a:pt x="67317" y="141385"/>
                  <a:pt x="59771" y="142180"/>
                  <a:pt x="51232" y="142180"/>
                </a:cubicBezTo>
                <a:lnTo>
                  <a:pt x="0" y="142180"/>
                </a:lnTo>
                <a:close/>
                <a:moveTo>
                  <a:pt x="18865" y="125499"/>
                </a:moveTo>
                <a:lnTo>
                  <a:pt x="49247" y="125499"/>
                </a:lnTo>
                <a:cubicBezTo>
                  <a:pt x="58580" y="125499"/>
                  <a:pt x="65927" y="124705"/>
                  <a:pt x="71288" y="122918"/>
                </a:cubicBezTo>
                <a:cubicBezTo>
                  <a:pt x="76451" y="121131"/>
                  <a:pt x="80820" y="118549"/>
                  <a:pt x="83997" y="115372"/>
                </a:cubicBezTo>
                <a:cubicBezTo>
                  <a:pt x="88366" y="111003"/>
                  <a:pt x="91940" y="105046"/>
                  <a:pt x="94323" y="97500"/>
                </a:cubicBezTo>
                <a:cubicBezTo>
                  <a:pt x="96706" y="89954"/>
                  <a:pt x="98096" y="80820"/>
                  <a:pt x="98096" y="70097"/>
                </a:cubicBezTo>
                <a:cubicBezTo>
                  <a:pt x="98096" y="55204"/>
                  <a:pt x="95514" y="43686"/>
                  <a:pt x="90749" y="35743"/>
                </a:cubicBezTo>
                <a:cubicBezTo>
                  <a:pt x="85983" y="27800"/>
                  <a:pt x="80026" y="22439"/>
                  <a:pt x="73076" y="19659"/>
                </a:cubicBezTo>
                <a:cubicBezTo>
                  <a:pt x="67913" y="17872"/>
                  <a:pt x="59771" y="16879"/>
                  <a:pt x="48651" y="16879"/>
                </a:cubicBezTo>
                <a:lnTo>
                  <a:pt x="18865" y="16879"/>
                </a:lnTo>
                <a:lnTo>
                  <a:pt x="18865" y="12549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64176D-930B-495A-9334-2BB129E6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93" y="804980"/>
            <a:ext cx="53615" cy="17475"/>
          </a:xfrm>
          <a:custGeom xmlns:a="http://schemas.openxmlformats.org/drawingml/2006/main">
            <a:pathLst>
              <a:path w="53615" h="17475">
                <a:moveTo>
                  <a:pt x="0" y="17475"/>
                </a:moveTo>
                <a:lnTo>
                  <a:pt x="0" y="0"/>
                </a:lnTo>
                <a:lnTo>
                  <a:pt x="53615" y="0"/>
                </a:lnTo>
                <a:lnTo>
                  <a:pt x="53615" y="17475"/>
                </a:lnTo>
                <a:lnTo>
                  <a:pt x="0" y="1747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032E49-E48F-4FCF-851B-93462469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455" y="722969"/>
            <a:ext cx="117556" cy="142180"/>
          </a:xfrm>
          <a:custGeom xmlns:a="http://schemas.openxmlformats.org/drawingml/2006/main">
            <a:pathLst>
              <a:path w="117556" h="142180">
                <a:moveTo>
                  <a:pt x="0" y="142180"/>
                </a:moveTo>
                <a:lnTo>
                  <a:pt x="0" y="0"/>
                </a:lnTo>
                <a:lnTo>
                  <a:pt x="49048" y="0"/>
                </a:lnTo>
                <a:cubicBezTo>
                  <a:pt x="59970" y="0"/>
                  <a:pt x="68310" y="794"/>
                  <a:pt x="74267" y="1986"/>
                </a:cubicBezTo>
                <a:cubicBezTo>
                  <a:pt x="82409" y="3971"/>
                  <a:pt x="89359" y="7546"/>
                  <a:pt x="95117" y="12312"/>
                </a:cubicBezTo>
                <a:cubicBezTo>
                  <a:pt x="102663" y="18666"/>
                  <a:pt x="108223" y="26808"/>
                  <a:pt x="111996" y="36538"/>
                </a:cubicBezTo>
                <a:cubicBezTo>
                  <a:pt x="115570" y="46466"/>
                  <a:pt x="117556" y="57587"/>
                  <a:pt x="117556" y="70295"/>
                </a:cubicBezTo>
                <a:cubicBezTo>
                  <a:pt x="117556" y="81217"/>
                  <a:pt x="116166" y="90749"/>
                  <a:pt x="113783" y="99089"/>
                </a:cubicBezTo>
                <a:cubicBezTo>
                  <a:pt x="111202" y="107429"/>
                  <a:pt x="108025" y="114379"/>
                  <a:pt x="104053" y="119741"/>
                </a:cubicBezTo>
                <a:cubicBezTo>
                  <a:pt x="100082" y="125301"/>
                  <a:pt x="95713" y="129471"/>
                  <a:pt x="90947" y="132648"/>
                </a:cubicBezTo>
                <a:cubicBezTo>
                  <a:pt x="86181" y="135825"/>
                  <a:pt x="80621" y="138208"/>
                  <a:pt x="74068" y="139797"/>
                </a:cubicBezTo>
                <a:cubicBezTo>
                  <a:pt x="67317" y="141385"/>
                  <a:pt x="59771" y="142180"/>
                  <a:pt x="51232" y="142180"/>
                </a:cubicBezTo>
                <a:lnTo>
                  <a:pt x="0" y="142180"/>
                </a:lnTo>
                <a:close/>
                <a:moveTo>
                  <a:pt x="18865" y="125499"/>
                </a:moveTo>
                <a:lnTo>
                  <a:pt x="49247" y="125499"/>
                </a:lnTo>
                <a:cubicBezTo>
                  <a:pt x="58580" y="125499"/>
                  <a:pt x="65927" y="124705"/>
                  <a:pt x="71288" y="122918"/>
                </a:cubicBezTo>
                <a:cubicBezTo>
                  <a:pt x="76451" y="121131"/>
                  <a:pt x="80820" y="118549"/>
                  <a:pt x="83997" y="115372"/>
                </a:cubicBezTo>
                <a:cubicBezTo>
                  <a:pt x="88366" y="111003"/>
                  <a:pt x="91940" y="105046"/>
                  <a:pt x="94323" y="97500"/>
                </a:cubicBezTo>
                <a:cubicBezTo>
                  <a:pt x="96706" y="89954"/>
                  <a:pt x="98096" y="80820"/>
                  <a:pt x="98096" y="70097"/>
                </a:cubicBezTo>
                <a:cubicBezTo>
                  <a:pt x="98096" y="55204"/>
                  <a:pt x="95514" y="43686"/>
                  <a:pt x="90749" y="35743"/>
                </a:cubicBezTo>
                <a:cubicBezTo>
                  <a:pt x="85983" y="27800"/>
                  <a:pt x="80026" y="22439"/>
                  <a:pt x="73076" y="19659"/>
                </a:cubicBezTo>
                <a:cubicBezTo>
                  <a:pt x="67913" y="17872"/>
                  <a:pt x="59771" y="16879"/>
                  <a:pt x="48651" y="16879"/>
                </a:cubicBezTo>
                <a:lnTo>
                  <a:pt x="18865" y="16879"/>
                </a:lnTo>
                <a:lnTo>
                  <a:pt x="18865" y="12549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17D628-83B0-4244-8160-F7F8D3C4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23" y="722969"/>
            <a:ext cx="106039" cy="142180"/>
          </a:xfrm>
          <a:custGeom xmlns:a="http://schemas.openxmlformats.org/drawingml/2006/main">
            <a:pathLst>
              <a:path w="106039" h="142180">
                <a:moveTo>
                  <a:pt x="0" y="142180"/>
                </a:moveTo>
                <a:lnTo>
                  <a:pt x="0" y="0"/>
                </a:lnTo>
                <a:lnTo>
                  <a:pt x="102862" y="0"/>
                </a:lnTo>
                <a:lnTo>
                  <a:pt x="102862" y="16879"/>
                </a:lnTo>
                <a:lnTo>
                  <a:pt x="18865" y="16879"/>
                </a:lnTo>
                <a:lnTo>
                  <a:pt x="18865" y="60367"/>
                </a:lnTo>
                <a:lnTo>
                  <a:pt x="97500" y="60367"/>
                </a:lnTo>
                <a:lnTo>
                  <a:pt x="97500" y="77047"/>
                </a:lnTo>
                <a:lnTo>
                  <a:pt x="18865" y="77047"/>
                </a:lnTo>
                <a:lnTo>
                  <a:pt x="18865" y="125499"/>
                </a:lnTo>
                <a:lnTo>
                  <a:pt x="106039" y="125499"/>
                </a:lnTo>
                <a:lnTo>
                  <a:pt x="106039" y="142180"/>
                </a:lnTo>
                <a:lnTo>
                  <a:pt x="0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D57D0C-BBB0-47C9-891F-299F2B8D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552" y="722969"/>
            <a:ext cx="112790" cy="142180"/>
          </a:xfrm>
          <a:custGeom xmlns:a="http://schemas.openxmlformats.org/drawingml/2006/main">
            <a:pathLst>
              <a:path w="112790" h="142180">
                <a:moveTo>
                  <a:pt x="46864" y="142180"/>
                </a:moveTo>
                <a:lnTo>
                  <a:pt x="46864" y="16879"/>
                </a:lnTo>
                <a:lnTo>
                  <a:pt x="0" y="16879"/>
                </a:lnTo>
                <a:lnTo>
                  <a:pt x="0" y="0"/>
                </a:lnTo>
                <a:lnTo>
                  <a:pt x="112790" y="0"/>
                </a:lnTo>
                <a:lnTo>
                  <a:pt x="112790" y="16879"/>
                </a:lnTo>
                <a:lnTo>
                  <a:pt x="65728" y="16879"/>
                </a:lnTo>
                <a:lnTo>
                  <a:pt x="65728" y="142180"/>
                </a:lnTo>
                <a:lnTo>
                  <a:pt x="46864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FA16A8-0A09-4A2D-8DAB-8D6A9A21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01" y="722969"/>
            <a:ext cx="125102" cy="142180"/>
          </a:xfrm>
          <a:custGeom xmlns:a="http://schemas.openxmlformats.org/drawingml/2006/main">
            <a:pathLst>
              <a:path w="125102" h="142180">
                <a:moveTo>
                  <a:pt x="0" y="142180"/>
                </a:moveTo>
                <a:lnTo>
                  <a:pt x="0" y="0"/>
                </a:lnTo>
                <a:lnTo>
                  <a:pt x="62948" y="0"/>
                </a:lnTo>
                <a:cubicBezTo>
                  <a:pt x="75657" y="0"/>
                  <a:pt x="85189" y="1390"/>
                  <a:pt x="91742" y="3971"/>
                </a:cubicBezTo>
                <a:cubicBezTo>
                  <a:pt x="98294" y="6553"/>
                  <a:pt x="103656" y="11120"/>
                  <a:pt x="107628" y="17475"/>
                </a:cubicBezTo>
                <a:cubicBezTo>
                  <a:pt x="111599" y="23829"/>
                  <a:pt x="113585" y="30978"/>
                  <a:pt x="113585" y="38722"/>
                </a:cubicBezTo>
                <a:cubicBezTo>
                  <a:pt x="113585" y="49048"/>
                  <a:pt x="110209" y="57587"/>
                  <a:pt x="103656" y="64338"/>
                </a:cubicBezTo>
                <a:cubicBezTo>
                  <a:pt x="97103" y="71288"/>
                  <a:pt x="86976" y="75657"/>
                  <a:pt x="73473" y="77444"/>
                </a:cubicBezTo>
                <a:cubicBezTo>
                  <a:pt x="78437" y="79827"/>
                  <a:pt x="82210" y="82210"/>
                  <a:pt x="84791" y="84593"/>
                </a:cubicBezTo>
                <a:cubicBezTo>
                  <a:pt x="90352" y="89756"/>
                  <a:pt x="95514" y="95912"/>
                  <a:pt x="100479" y="103457"/>
                </a:cubicBezTo>
                <a:lnTo>
                  <a:pt x="125102" y="142180"/>
                </a:lnTo>
                <a:lnTo>
                  <a:pt x="101472" y="142180"/>
                </a:lnTo>
                <a:lnTo>
                  <a:pt x="82806" y="112592"/>
                </a:lnTo>
                <a:cubicBezTo>
                  <a:pt x="77246" y="104252"/>
                  <a:pt x="72678" y="97699"/>
                  <a:pt x="69104" y="93132"/>
                </a:cubicBezTo>
                <a:cubicBezTo>
                  <a:pt x="65530" y="88564"/>
                  <a:pt x="62352" y="85387"/>
                  <a:pt x="59572" y="83600"/>
                </a:cubicBezTo>
                <a:cubicBezTo>
                  <a:pt x="56792" y="81813"/>
                  <a:pt x="53814" y="80621"/>
                  <a:pt x="51034" y="79827"/>
                </a:cubicBezTo>
                <a:cubicBezTo>
                  <a:pt x="48849" y="79430"/>
                  <a:pt x="45275" y="79033"/>
                  <a:pt x="40509" y="79033"/>
                </a:cubicBezTo>
                <a:lnTo>
                  <a:pt x="18666" y="79033"/>
                </a:lnTo>
                <a:lnTo>
                  <a:pt x="18666" y="142180"/>
                </a:lnTo>
                <a:lnTo>
                  <a:pt x="0" y="142180"/>
                </a:lnTo>
                <a:close/>
                <a:moveTo>
                  <a:pt x="18666" y="62750"/>
                </a:moveTo>
                <a:lnTo>
                  <a:pt x="59175" y="62750"/>
                </a:lnTo>
                <a:cubicBezTo>
                  <a:pt x="67714" y="62750"/>
                  <a:pt x="74466" y="61955"/>
                  <a:pt x="79231" y="60168"/>
                </a:cubicBezTo>
                <a:cubicBezTo>
                  <a:pt x="83997" y="58381"/>
                  <a:pt x="87770" y="55601"/>
                  <a:pt x="90352" y="51629"/>
                </a:cubicBezTo>
                <a:cubicBezTo>
                  <a:pt x="92734" y="47658"/>
                  <a:pt x="94124" y="43488"/>
                  <a:pt x="94124" y="38722"/>
                </a:cubicBezTo>
                <a:cubicBezTo>
                  <a:pt x="94124" y="32169"/>
                  <a:pt x="91543" y="26609"/>
                  <a:pt x="86777" y="22240"/>
                </a:cubicBezTo>
                <a:cubicBezTo>
                  <a:pt x="81813" y="17872"/>
                  <a:pt x="74068" y="15687"/>
                  <a:pt x="63742" y="15687"/>
                </a:cubicBezTo>
                <a:lnTo>
                  <a:pt x="18666" y="15687"/>
                </a:lnTo>
                <a:lnTo>
                  <a:pt x="18666" y="6275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6C815A-96E7-4F88-B827-EAF720B8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002" y="720586"/>
            <a:ext cx="46864" cy="186065"/>
          </a:xfrm>
          <a:custGeom xmlns:a="http://schemas.openxmlformats.org/drawingml/2006/main">
            <a:pathLst>
              <a:path w="46864" h="186065">
                <a:moveTo>
                  <a:pt x="34353" y="186065"/>
                </a:moveTo>
                <a:cubicBezTo>
                  <a:pt x="24623" y="173951"/>
                  <a:pt x="16482" y="159853"/>
                  <a:pt x="9929" y="143768"/>
                </a:cubicBezTo>
                <a:cubicBezTo>
                  <a:pt x="3177" y="127485"/>
                  <a:pt x="0" y="110606"/>
                  <a:pt x="0" y="93132"/>
                </a:cubicBezTo>
                <a:cubicBezTo>
                  <a:pt x="0" y="77841"/>
                  <a:pt x="2383" y="63147"/>
                  <a:pt x="7347" y="48849"/>
                </a:cubicBezTo>
                <a:cubicBezTo>
                  <a:pt x="13106" y="32566"/>
                  <a:pt x="22042" y="16283"/>
                  <a:pt x="34353" y="0"/>
                </a:cubicBezTo>
                <a:lnTo>
                  <a:pt x="46864" y="0"/>
                </a:lnTo>
                <a:cubicBezTo>
                  <a:pt x="38921" y="13503"/>
                  <a:pt x="33758" y="23233"/>
                  <a:pt x="31375" y="28793"/>
                </a:cubicBezTo>
                <a:cubicBezTo>
                  <a:pt x="27403" y="37729"/>
                  <a:pt x="24226" y="47062"/>
                  <a:pt x="22042" y="56792"/>
                </a:cubicBezTo>
                <a:cubicBezTo>
                  <a:pt x="19262" y="68905"/>
                  <a:pt x="17872" y="81018"/>
                  <a:pt x="17872" y="93132"/>
                </a:cubicBezTo>
                <a:cubicBezTo>
                  <a:pt x="17872" y="124308"/>
                  <a:pt x="27403" y="155087"/>
                  <a:pt x="46864" y="186065"/>
                </a:cubicBezTo>
                <a:lnTo>
                  <a:pt x="34353" y="18606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75099A-5BBD-4699-88FF-756F9DA6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5510" y="722969"/>
            <a:ext cx="88961" cy="142180"/>
          </a:xfrm>
          <a:custGeom xmlns:a="http://schemas.openxmlformats.org/drawingml/2006/main">
            <a:pathLst>
              <a:path w="88961" h="142180">
                <a:moveTo>
                  <a:pt x="0" y="142180"/>
                </a:moveTo>
                <a:lnTo>
                  <a:pt x="0" y="0"/>
                </a:lnTo>
                <a:lnTo>
                  <a:pt x="18865" y="0"/>
                </a:lnTo>
                <a:lnTo>
                  <a:pt x="18865" y="125499"/>
                </a:lnTo>
                <a:lnTo>
                  <a:pt x="88961" y="125499"/>
                </a:lnTo>
                <a:lnTo>
                  <a:pt x="88961" y="142180"/>
                </a:lnTo>
                <a:lnTo>
                  <a:pt x="0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8C8A22-E58C-410C-8846-1BB952B6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975" y="759904"/>
            <a:ext cx="96507" cy="107429"/>
          </a:xfrm>
          <a:custGeom xmlns:a="http://schemas.openxmlformats.org/drawingml/2006/main">
            <a:pathLst>
              <a:path w="96507" h="107429">
                <a:moveTo>
                  <a:pt x="0" y="53814"/>
                </a:moveTo>
                <a:cubicBezTo>
                  <a:pt x="0" y="34751"/>
                  <a:pt x="5163" y="20652"/>
                  <a:pt x="15886" y="11319"/>
                </a:cubicBezTo>
                <a:cubicBezTo>
                  <a:pt x="24623" y="3773"/>
                  <a:pt x="35545" y="0"/>
                  <a:pt x="48254" y="0"/>
                </a:cubicBezTo>
                <a:cubicBezTo>
                  <a:pt x="62352" y="0"/>
                  <a:pt x="73870" y="4766"/>
                  <a:pt x="83004" y="13900"/>
                </a:cubicBezTo>
                <a:cubicBezTo>
                  <a:pt x="91940" y="23233"/>
                  <a:pt x="96507" y="35942"/>
                  <a:pt x="96507" y="52225"/>
                </a:cubicBezTo>
                <a:cubicBezTo>
                  <a:pt x="96507" y="65530"/>
                  <a:pt x="94522" y="76054"/>
                  <a:pt x="90550" y="83600"/>
                </a:cubicBezTo>
                <a:cubicBezTo>
                  <a:pt x="86579" y="91146"/>
                  <a:pt x="80621" y="97103"/>
                  <a:pt x="73076" y="101273"/>
                </a:cubicBezTo>
                <a:cubicBezTo>
                  <a:pt x="65530" y="105245"/>
                  <a:pt x="57190" y="107429"/>
                  <a:pt x="48254" y="107429"/>
                </a:cubicBezTo>
                <a:cubicBezTo>
                  <a:pt x="33758" y="107429"/>
                  <a:pt x="22042" y="102862"/>
                  <a:pt x="13305" y="93727"/>
                </a:cubicBezTo>
                <a:cubicBezTo>
                  <a:pt x="4369" y="84593"/>
                  <a:pt x="0" y="71288"/>
                  <a:pt x="0" y="53814"/>
                </a:cubicBezTo>
                <a:close/>
                <a:moveTo>
                  <a:pt x="18070" y="53814"/>
                </a:moveTo>
                <a:cubicBezTo>
                  <a:pt x="18070" y="66920"/>
                  <a:pt x="20850" y="76848"/>
                  <a:pt x="26609" y="83401"/>
                </a:cubicBezTo>
                <a:cubicBezTo>
                  <a:pt x="32169" y="89954"/>
                  <a:pt x="39516" y="93132"/>
                  <a:pt x="48254" y="93132"/>
                </a:cubicBezTo>
                <a:cubicBezTo>
                  <a:pt x="56991" y="93132"/>
                  <a:pt x="64140" y="89954"/>
                  <a:pt x="69898" y="83401"/>
                </a:cubicBezTo>
                <a:cubicBezTo>
                  <a:pt x="75657" y="76848"/>
                  <a:pt x="78636" y="66721"/>
                  <a:pt x="78636" y="53218"/>
                </a:cubicBezTo>
                <a:cubicBezTo>
                  <a:pt x="78636" y="40509"/>
                  <a:pt x="75657" y="30978"/>
                  <a:pt x="69898" y="24226"/>
                </a:cubicBezTo>
                <a:cubicBezTo>
                  <a:pt x="63941" y="17673"/>
                  <a:pt x="56792" y="14297"/>
                  <a:pt x="48254" y="14297"/>
                </a:cubicBezTo>
                <a:cubicBezTo>
                  <a:pt x="39516" y="14297"/>
                  <a:pt x="32169" y="17673"/>
                  <a:pt x="26609" y="24226"/>
                </a:cubicBezTo>
                <a:cubicBezTo>
                  <a:pt x="20850" y="30779"/>
                  <a:pt x="18070" y="40708"/>
                  <a:pt x="18070" y="5381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48C439-B6FA-498B-B06E-E4CAE85D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574" y="759904"/>
            <a:ext cx="89756" cy="107429"/>
          </a:xfrm>
          <a:custGeom xmlns:a="http://schemas.openxmlformats.org/drawingml/2006/main">
            <a:pathLst>
              <a:path w="89756" h="107429">
                <a:moveTo>
                  <a:pt x="72480" y="67515"/>
                </a:moveTo>
                <a:lnTo>
                  <a:pt x="89756" y="69700"/>
                </a:lnTo>
                <a:cubicBezTo>
                  <a:pt x="87770" y="81614"/>
                  <a:pt x="83004" y="90947"/>
                  <a:pt x="75260" y="97500"/>
                </a:cubicBezTo>
                <a:cubicBezTo>
                  <a:pt x="67515" y="104252"/>
                  <a:pt x="57984" y="107429"/>
                  <a:pt x="46864" y="107429"/>
                </a:cubicBezTo>
                <a:cubicBezTo>
                  <a:pt x="32566" y="107429"/>
                  <a:pt x="21247" y="102862"/>
                  <a:pt x="12709" y="93727"/>
                </a:cubicBezTo>
                <a:cubicBezTo>
                  <a:pt x="4170" y="84593"/>
                  <a:pt x="0" y="71487"/>
                  <a:pt x="0" y="54211"/>
                </a:cubicBezTo>
                <a:cubicBezTo>
                  <a:pt x="0" y="43091"/>
                  <a:pt x="1787" y="33361"/>
                  <a:pt x="5560" y="25020"/>
                </a:cubicBezTo>
                <a:cubicBezTo>
                  <a:pt x="9134" y="16680"/>
                  <a:pt x="14695" y="10524"/>
                  <a:pt x="22240" y="6354"/>
                </a:cubicBezTo>
                <a:cubicBezTo>
                  <a:pt x="29786" y="2184"/>
                  <a:pt x="37928" y="0"/>
                  <a:pt x="46864" y="0"/>
                </a:cubicBezTo>
                <a:cubicBezTo>
                  <a:pt x="57984" y="0"/>
                  <a:pt x="67118" y="2979"/>
                  <a:pt x="74267" y="8539"/>
                </a:cubicBezTo>
                <a:cubicBezTo>
                  <a:pt x="81416" y="14099"/>
                  <a:pt x="85983" y="22240"/>
                  <a:pt x="87969" y="32566"/>
                </a:cubicBezTo>
                <a:lnTo>
                  <a:pt x="71090" y="35148"/>
                </a:lnTo>
                <a:cubicBezTo>
                  <a:pt x="69501" y="28396"/>
                  <a:pt x="66523" y="23233"/>
                  <a:pt x="62551" y="19659"/>
                </a:cubicBezTo>
                <a:cubicBezTo>
                  <a:pt x="58381" y="16085"/>
                  <a:pt x="53417" y="14297"/>
                  <a:pt x="47658" y="14297"/>
                </a:cubicBezTo>
                <a:cubicBezTo>
                  <a:pt x="38722" y="14297"/>
                  <a:pt x="31573" y="17475"/>
                  <a:pt x="26013" y="23829"/>
                </a:cubicBezTo>
                <a:cubicBezTo>
                  <a:pt x="20453" y="30183"/>
                  <a:pt x="17872" y="40112"/>
                  <a:pt x="17872" y="53615"/>
                </a:cubicBezTo>
                <a:cubicBezTo>
                  <a:pt x="17872" y="67515"/>
                  <a:pt x="20453" y="77643"/>
                  <a:pt x="25815" y="83799"/>
                </a:cubicBezTo>
                <a:cubicBezTo>
                  <a:pt x="30978" y="90153"/>
                  <a:pt x="37928" y="93132"/>
                  <a:pt x="46665" y="93132"/>
                </a:cubicBezTo>
                <a:cubicBezTo>
                  <a:pt x="53417" y="93132"/>
                  <a:pt x="59175" y="91146"/>
                  <a:pt x="63742" y="86976"/>
                </a:cubicBezTo>
                <a:cubicBezTo>
                  <a:pt x="68310" y="82806"/>
                  <a:pt x="71288" y="76253"/>
                  <a:pt x="72480" y="6751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3B9CB0-1B31-452A-B09E-3987F967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265" y="759904"/>
            <a:ext cx="94919" cy="107429"/>
          </a:xfrm>
          <a:custGeom xmlns:a="http://schemas.openxmlformats.org/drawingml/2006/main">
            <a:pathLst>
              <a:path w="94919" h="107429">
                <a:moveTo>
                  <a:pt x="73076" y="92536"/>
                </a:moveTo>
                <a:cubicBezTo>
                  <a:pt x="66523" y="98096"/>
                  <a:pt x="60367" y="102067"/>
                  <a:pt x="54409" y="104252"/>
                </a:cubicBezTo>
                <a:cubicBezTo>
                  <a:pt x="48452" y="106237"/>
                  <a:pt x="41899" y="107429"/>
                  <a:pt x="35148" y="107429"/>
                </a:cubicBezTo>
                <a:cubicBezTo>
                  <a:pt x="23829" y="107429"/>
                  <a:pt x="15092" y="104847"/>
                  <a:pt x="9134" y="99287"/>
                </a:cubicBezTo>
                <a:cubicBezTo>
                  <a:pt x="2979" y="93727"/>
                  <a:pt x="0" y="86777"/>
                  <a:pt x="0" y="78040"/>
                </a:cubicBezTo>
                <a:cubicBezTo>
                  <a:pt x="0" y="73076"/>
                  <a:pt x="993" y="68508"/>
                  <a:pt x="3376" y="64338"/>
                </a:cubicBezTo>
                <a:cubicBezTo>
                  <a:pt x="5759" y="60168"/>
                  <a:pt x="8737" y="56792"/>
                  <a:pt x="12510" y="54211"/>
                </a:cubicBezTo>
                <a:cubicBezTo>
                  <a:pt x="16085" y="51828"/>
                  <a:pt x="20255" y="49842"/>
                  <a:pt x="25020" y="48452"/>
                </a:cubicBezTo>
                <a:cubicBezTo>
                  <a:pt x="28396" y="47658"/>
                  <a:pt x="33559" y="46864"/>
                  <a:pt x="40509" y="45871"/>
                </a:cubicBezTo>
                <a:cubicBezTo>
                  <a:pt x="54608" y="44282"/>
                  <a:pt x="64934" y="42296"/>
                  <a:pt x="71685" y="39914"/>
                </a:cubicBezTo>
                <a:cubicBezTo>
                  <a:pt x="71685" y="37531"/>
                  <a:pt x="71685" y="36141"/>
                  <a:pt x="71685" y="35346"/>
                </a:cubicBezTo>
                <a:cubicBezTo>
                  <a:pt x="71685" y="28198"/>
                  <a:pt x="70097" y="23233"/>
                  <a:pt x="66920" y="20255"/>
                </a:cubicBezTo>
                <a:cubicBezTo>
                  <a:pt x="62352" y="16283"/>
                  <a:pt x="55601" y="14297"/>
                  <a:pt x="46864" y="14297"/>
                </a:cubicBezTo>
                <a:cubicBezTo>
                  <a:pt x="38523" y="14297"/>
                  <a:pt x="32566" y="15886"/>
                  <a:pt x="28595" y="18666"/>
                </a:cubicBezTo>
                <a:cubicBezTo>
                  <a:pt x="24623" y="21645"/>
                  <a:pt x="21843" y="26808"/>
                  <a:pt x="20056" y="33956"/>
                </a:cubicBezTo>
                <a:lnTo>
                  <a:pt x="2979" y="31573"/>
                </a:lnTo>
                <a:cubicBezTo>
                  <a:pt x="4567" y="24425"/>
                  <a:pt x="7149" y="18467"/>
                  <a:pt x="10723" y="13900"/>
                </a:cubicBezTo>
                <a:cubicBezTo>
                  <a:pt x="14297" y="9532"/>
                  <a:pt x="19262" y="5957"/>
                  <a:pt x="26013" y="3574"/>
                </a:cubicBezTo>
                <a:cubicBezTo>
                  <a:pt x="32765" y="1191"/>
                  <a:pt x="40509" y="0"/>
                  <a:pt x="49445" y="0"/>
                </a:cubicBezTo>
                <a:cubicBezTo>
                  <a:pt x="58182" y="0"/>
                  <a:pt x="65331" y="1191"/>
                  <a:pt x="70891" y="3177"/>
                </a:cubicBezTo>
                <a:cubicBezTo>
                  <a:pt x="76451" y="5163"/>
                  <a:pt x="80423" y="7744"/>
                  <a:pt x="83004" y="10922"/>
                </a:cubicBezTo>
                <a:cubicBezTo>
                  <a:pt x="85586" y="14099"/>
                  <a:pt x="87373" y="17872"/>
                  <a:pt x="88366" y="22638"/>
                </a:cubicBezTo>
                <a:cubicBezTo>
                  <a:pt x="88961" y="25815"/>
                  <a:pt x="89359" y="31176"/>
                  <a:pt x="89359" y="38921"/>
                </a:cubicBezTo>
                <a:lnTo>
                  <a:pt x="89359" y="62154"/>
                </a:lnTo>
                <a:cubicBezTo>
                  <a:pt x="89359" y="78437"/>
                  <a:pt x="89557" y="88564"/>
                  <a:pt x="90352" y="92933"/>
                </a:cubicBezTo>
                <a:cubicBezTo>
                  <a:pt x="91146" y="97302"/>
                  <a:pt x="92536" y="101273"/>
                  <a:pt x="94919" y="105245"/>
                </a:cubicBezTo>
                <a:lnTo>
                  <a:pt x="76650" y="105245"/>
                </a:lnTo>
                <a:cubicBezTo>
                  <a:pt x="74664" y="101670"/>
                  <a:pt x="73473" y="97500"/>
                  <a:pt x="73076" y="92536"/>
                </a:cubicBezTo>
                <a:close/>
                <a:moveTo>
                  <a:pt x="71685" y="53615"/>
                </a:moveTo>
                <a:cubicBezTo>
                  <a:pt x="65331" y="56197"/>
                  <a:pt x="55799" y="58381"/>
                  <a:pt x="43091" y="60168"/>
                </a:cubicBezTo>
                <a:cubicBezTo>
                  <a:pt x="35942" y="61360"/>
                  <a:pt x="30779" y="62551"/>
                  <a:pt x="27800" y="63742"/>
                </a:cubicBezTo>
                <a:cubicBezTo>
                  <a:pt x="24822" y="64934"/>
                  <a:pt x="22638" y="66920"/>
                  <a:pt x="21049" y="69303"/>
                </a:cubicBezTo>
                <a:cubicBezTo>
                  <a:pt x="19460" y="71884"/>
                  <a:pt x="18666" y="74664"/>
                  <a:pt x="18666" y="77643"/>
                </a:cubicBezTo>
                <a:cubicBezTo>
                  <a:pt x="18666" y="82409"/>
                  <a:pt x="20255" y="86181"/>
                  <a:pt x="23829" y="89359"/>
                </a:cubicBezTo>
                <a:cubicBezTo>
                  <a:pt x="27403" y="92536"/>
                  <a:pt x="32566" y="93926"/>
                  <a:pt x="39318" y="93926"/>
                </a:cubicBezTo>
                <a:cubicBezTo>
                  <a:pt x="46069" y="93926"/>
                  <a:pt x="52027" y="92536"/>
                  <a:pt x="57190" y="89557"/>
                </a:cubicBezTo>
                <a:cubicBezTo>
                  <a:pt x="62352" y="86579"/>
                  <a:pt x="66324" y="82607"/>
                  <a:pt x="68905" y="77444"/>
                </a:cubicBezTo>
                <a:cubicBezTo>
                  <a:pt x="70693" y="73473"/>
                  <a:pt x="71685" y="67714"/>
                  <a:pt x="71685" y="59970"/>
                </a:cubicBezTo>
                <a:lnTo>
                  <a:pt x="71685" y="5361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0B6DCC-B455-4BF1-AC24-FFCE5508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233" y="722969"/>
            <a:ext cx="17475" cy="142180"/>
          </a:xfrm>
          <a:custGeom xmlns:a="http://schemas.openxmlformats.org/drawingml/2006/main">
            <a:pathLst>
              <a:path w="17475" h="142180">
                <a:moveTo>
                  <a:pt x="0" y="142180"/>
                </a:moveTo>
                <a:lnTo>
                  <a:pt x="0" y="0"/>
                </a:lnTo>
                <a:lnTo>
                  <a:pt x="17475" y="0"/>
                </a:lnTo>
                <a:lnTo>
                  <a:pt x="17475" y="142180"/>
                </a:lnTo>
                <a:lnTo>
                  <a:pt x="0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D0D28E-7C75-4771-9CBD-025083A3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714" y="722969"/>
            <a:ext cx="17475" cy="142180"/>
          </a:xfrm>
          <a:custGeom xmlns:a="http://schemas.openxmlformats.org/drawingml/2006/main">
            <a:pathLst>
              <a:path w="17475" h="142180">
                <a:moveTo>
                  <a:pt x="0" y="20056"/>
                </a:moveTo>
                <a:lnTo>
                  <a:pt x="0" y="0"/>
                </a:lnTo>
                <a:lnTo>
                  <a:pt x="17475" y="0"/>
                </a:lnTo>
                <a:lnTo>
                  <a:pt x="17475" y="20056"/>
                </a:lnTo>
                <a:lnTo>
                  <a:pt x="0" y="20056"/>
                </a:lnTo>
                <a:close/>
                <a:moveTo>
                  <a:pt x="0" y="142180"/>
                </a:moveTo>
                <a:lnTo>
                  <a:pt x="0" y="39119"/>
                </a:lnTo>
                <a:lnTo>
                  <a:pt x="17475" y="39119"/>
                </a:lnTo>
                <a:lnTo>
                  <a:pt x="17475" y="142180"/>
                </a:lnTo>
                <a:lnTo>
                  <a:pt x="0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84F3D6-9445-439D-B096-708DCF52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3663" y="762088"/>
            <a:ext cx="91146" cy="103060"/>
          </a:xfrm>
          <a:custGeom xmlns:a="http://schemas.openxmlformats.org/drawingml/2006/main">
            <a:pathLst>
              <a:path w="91146" h="103060">
                <a:moveTo>
                  <a:pt x="0" y="103060"/>
                </a:moveTo>
                <a:lnTo>
                  <a:pt x="0" y="88961"/>
                </a:lnTo>
                <a:lnTo>
                  <a:pt x="65530" y="13702"/>
                </a:lnTo>
                <a:cubicBezTo>
                  <a:pt x="57984" y="14099"/>
                  <a:pt x="51232" y="14297"/>
                  <a:pt x="45672" y="14297"/>
                </a:cubicBezTo>
                <a:lnTo>
                  <a:pt x="3773" y="14297"/>
                </a:lnTo>
                <a:lnTo>
                  <a:pt x="3773" y="0"/>
                </a:lnTo>
                <a:lnTo>
                  <a:pt x="87969" y="0"/>
                </a:lnTo>
                <a:lnTo>
                  <a:pt x="87969" y="11716"/>
                </a:lnTo>
                <a:lnTo>
                  <a:pt x="32169" y="77047"/>
                </a:lnTo>
                <a:lnTo>
                  <a:pt x="21446" y="88961"/>
                </a:lnTo>
                <a:cubicBezTo>
                  <a:pt x="29190" y="88366"/>
                  <a:pt x="36538" y="87969"/>
                  <a:pt x="43488" y="87969"/>
                </a:cubicBezTo>
                <a:lnTo>
                  <a:pt x="91146" y="87969"/>
                </a:lnTo>
                <a:lnTo>
                  <a:pt x="91146" y="103060"/>
                </a:lnTo>
                <a:lnTo>
                  <a:pt x="0" y="10306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D432EF-CA63-49FA-ACA9-FA0CEBE1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127" y="759904"/>
            <a:ext cx="94919" cy="107429"/>
          </a:xfrm>
          <a:custGeom xmlns:a="http://schemas.openxmlformats.org/drawingml/2006/main">
            <a:pathLst>
              <a:path w="94919" h="107429">
                <a:moveTo>
                  <a:pt x="73076" y="92536"/>
                </a:moveTo>
                <a:cubicBezTo>
                  <a:pt x="66523" y="98096"/>
                  <a:pt x="60367" y="102067"/>
                  <a:pt x="54409" y="104252"/>
                </a:cubicBezTo>
                <a:cubicBezTo>
                  <a:pt x="48452" y="106237"/>
                  <a:pt x="41899" y="107429"/>
                  <a:pt x="35148" y="107429"/>
                </a:cubicBezTo>
                <a:cubicBezTo>
                  <a:pt x="23829" y="107429"/>
                  <a:pt x="15092" y="104847"/>
                  <a:pt x="9134" y="99287"/>
                </a:cubicBezTo>
                <a:cubicBezTo>
                  <a:pt x="2979" y="93727"/>
                  <a:pt x="0" y="86777"/>
                  <a:pt x="0" y="78040"/>
                </a:cubicBezTo>
                <a:cubicBezTo>
                  <a:pt x="0" y="73076"/>
                  <a:pt x="993" y="68508"/>
                  <a:pt x="3376" y="64338"/>
                </a:cubicBezTo>
                <a:cubicBezTo>
                  <a:pt x="5759" y="60168"/>
                  <a:pt x="8737" y="56792"/>
                  <a:pt x="12510" y="54211"/>
                </a:cubicBezTo>
                <a:cubicBezTo>
                  <a:pt x="16085" y="51828"/>
                  <a:pt x="20255" y="49842"/>
                  <a:pt x="25020" y="48452"/>
                </a:cubicBezTo>
                <a:cubicBezTo>
                  <a:pt x="28396" y="47658"/>
                  <a:pt x="33559" y="46864"/>
                  <a:pt x="40509" y="45871"/>
                </a:cubicBezTo>
                <a:cubicBezTo>
                  <a:pt x="54608" y="44282"/>
                  <a:pt x="64934" y="42296"/>
                  <a:pt x="71685" y="39914"/>
                </a:cubicBezTo>
                <a:cubicBezTo>
                  <a:pt x="71685" y="37531"/>
                  <a:pt x="71685" y="36141"/>
                  <a:pt x="71685" y="35346"/>
                </a:cubicBezTo>
                <a:cubicBezTo>
                  <a:pt x="71685" y="28198"/>
                  <a:pt x="70097" y="23233"/>
                  <a:pt x="66920" y="20255"/>
                </a:cubicBezTo>
                <a:cubicBezTo>
                  <a:pt x="62352" y="16283"/>
                  <a:pt x="55601" y="14297"/>
                  <a:pt x="46864" y="14297"/>
                </a:cubicBezTo>
                <a:cubicBezTo>
                  <a:pt x="38523" y="14297"/>
                  <a:pt x="32566" y="15886"/>
                  <a:pt x="28595" y="18666"/>
                </a:cubicBezTo>
                <a:cubicBezTo>
                  <a:pt x="24623" y="21645"/>
                  <a:pt x="21843" y="26808"/>
                  <a:pt x="20056" y="33956"/>
                </a:cubicBezTo>
                <a:lnTo>
                  <a:pt x="2979" y="31573"/>
                </a:lnTo>
                <a:cubicBezTo>
                  <a:pt x="4567" y="24425"/>
                  <a:pt x="7149" y="18467"/>
                  <a:pt x="10723" y="13900"/>
                </a:cubicBezTo>
                <a:cubicBezTo>
                  <a:pt x="14297" y="9532"/>
                  <a:pt x="19262" y="5957"/>
                  <a:pt x="26013" y="3574"/>
                </a:cubicBezTo>
                <a:cubicBezTo>
                  <a:pt x="32765" y="1191"/>
                  <a:pt x="40509" y="0"/>
                  <a:pt x="49445" y="0"/>
                </a:cubicBezTo>
                <a:cubicBezTo>
                  <a:pt x="58182" y="0"/>
                  <a:pt x="65331" y="1191"/>
                  <a:pt x="70891" y="3177"/>
                </a:cubicBezTo>
                <a:cubicBezTo>
                  <a:pt x="76451" y="5163"/>
                  <a:pt x="80423" y="7744"/>
                  <a:pt x="83004" y="10922"/>
                </a:cubicBezTo>
                <a:cubicBezTo>
                  <a:pt x="85586" y="14099"/>
                  <a:pt x="87373" y="17872"/>
                  <a:pt x="88366" y="22638"/>
                </a:cubicBezTo>
                <a:cubicBezTo>
                  <a:pt x="88961" y="25815"/>
                  <a:pt x="89359" y="31176"/>
                  <a:pt x="89359" y="38921"/>
                </a:cubicBezTo>
                <a:lnTo>
                  <a:pt x="89359" y="62154"/>
                </a:lnTo>
                <a:cubicBezTo>
                  <a:pt x="89359" y="78437"/>
                  <a:pt x="89557" y="88564"/>
                  <a:pt x="90352" y="92933"/>
                </a:cubicBezTo>
                <a:cubicBezTo>
                  <a:pt x="91146" y="97302"/>
                  <a:pt x="92536" y="101273"/>
                  <a:pt x="94919" y="105245"/>
                </a:cubicBezTo>
                <a:lnTo>
                  <a:pt x="76650" y="105245"/>
                </a:lnTo>
                <a:cubicBezTo>
                  <a:pt x="74664" y="101670"/>
                  <a:pt x="73473" y="97500"/>
                  <a:pt x="73076" y="92536"/>
                </a:cubicBezTo>
                <a:close/>
                <a:moveTo>
                  <a:pt x="71685" y="53615"/>
                </a:moveTo>
                <a:cubicBezTo>
                  <a:pt x="65331" y="56197"/>
                  <a:pt x="55799" y="58381"/>
                  <a:pt x="43091" y="60168"/>
                </a:cubicBezTo>
                <a:cubicBezTo>
                  <a:pt x="35942" y="61360"/>
                  <a:pt x="30779" y="62551"/>
                  <a:pt x="27800" y="63742"/>
                </a:cubicBezTo>
                <a:cubicBezTo>
                  <a:pt x="24822" y="64934"/>
                  <a:pt x="22638" y="66920"/>
                  <a:pt x="21049" y="69303"/>
                </a:cubicBezTo>
                <a:cubicBezTo>
                  <a:pt x="19460" y="71884"/>
                  <a:pt x="18666" y="74664"/>
                  <a:pt x="18666" y="77643"/>
                </a:cubicBezTo>
                <a:cubicBezTo>
                  <a:pt x="18666" y="82409"/>
                  <a:pt x="20255" y="86181"/>
                  <a:pt x="23829" y="89359"/>
                </a:cubicBezTo>
                <a:cubicBezTo>
                  <a:pt x="27403" y="92536"/>
                  <a:pt x="32566" y="93926"/>
                  <a:pt x="39318" y="93926"/>
                </a:cubicBezTo>
                <a:cubicBezTo>
                  <a:pt x="46069" y="93926"/>
                  <a:pt x="52027" y="92536"/>
                  <a:pt x="57190" y="89557"/>
                </a:cubicBezTo>
                <a:cubicBezTo>
                  <a:pt x="62352" y="86579"/>
                  <a:pt x="66324" y="82607"/>
                  <a:pt x="68905" y="77444"/>
                </a:cubicBezTo>
                <a:cubicBezTo>
                  <a:pt x="70693" y="73473"/>
                  <a:pt x="71685" y="67714"/>
                  <a:pt x="71685" y="59970"/>
                </a:cubicBezTo>
                <a:lnTo>
                  <a:pt x="71685" y="5361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08F90A-46F5-43D0-9ADF-0A8FFF37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960" y="726146"/>
            <a:ext cx="50239" cy="140194"/>
          </a:xfrm>
          <a:custGeom xmlns:a="http://schemas.openxmlformats.org/drawingml/2006/main">
            <a:pathLst>
              <a:path w="50239" h="140194">
                <a:moveTo>
                  <a:pt x="47658" y="123315"/>
                </a:moveTo>
                <a:lnTo>
                  <a:pt x="50239" y="138804"/>
                </a:lnTo>
                <a:cubicBezTo>
                  <a:pt x="45076" y="139598"/>
                  <a:pt x="40708" y="140194"/>
                  <a:pt x="36935" y="140194"/>
                </a:cubicBezTo>
                <a:cubicBezTo>
                  <a:pt x="30581" y="140194"/>
                  <a:pt x="25616" y="139201"/>
                  <a:pt x="22240" y="137414"/>
                </a:cubicBezTo>
                <a:cubicBezTo>
                  <a:pt x="18666" y="135428"/>
                  <a:pt x="16283" y="132846"/>
                  <a:pt x="14893" y="129471"/>
                </a:cubicBezTo>
                <a:cubicBezTo>
                  <a:pt x="13305" y="126294"/>
                  <a:pt x="12709" y="119343"/>
                  <a:pt x="12709" y="108819"/>
                </a:cubicBezTo>
                <a:lnTo>
                  <a:pt x="12709" y="49644"/>
                </a:lnTo>
                <a:lnTo>
                  <a:pt x="0" y="49644"/>
                </a:lnTo>
                <a:lnTo>
                  <a:pt x="0" y="35942"/>
                </a:lnTo>
                <a:lnTo>
                  <a:pt x="12709" y="35942"/>
                </a:lnTo>
                <a:lnTo>
                  <a:pt x="12709" y="10524"/>
                </a:lnTo>
                <a:lnTo>
                  <a:pt x="29985" y="0"/>
                </a:lnTo>
                <a:lnTo>
                  <a:pt x="29985" y="35942"/>
                </a:lnTo>
                <a:lnTo>
                  <a:pt x="47658" y="35942"/>
                </a:lnTo>
                <a:lnTo>
                  <a:pt x="47658" y="49644"/>
                </a:lnTo>
                <a:lnTo>
                  <a:pt x="29985" y="49644"/>
                </a:lnTo>
                <a:lnTo>
                  <a:pt x="29985" y="109812"/>
                </a:lnTo>
                <a:cubicBezTo>
                  <a:pt x="29985" y="114975"/>
                  <a:pt x="30183" y="118152"/>
                  <a:pt x="30978" y="119542"/>
                </a:cubicBezTo>
                <a:cubicBezTo>
                  <a:pt x="31573" y="120932"/>
                  <a:pt x="32566" y="122123"/>
                  <a:pt x="33956" y="122918"/>
                </a:cubicBezTo>
                <a:cubicBezTo>
                  <a:pt x="35346" y="123712"/>
                  <a:pt x="37332" y="124109"/>
                  <a:pt x="39914" y="124109"/>
                </a:cubicBezTo>
                <a:cubicBezTo>
                  <a:pt x="41899" y="124109"/>
                  <a:pt x="44481" y="123911"/>
                  <a:pt x="47658" y="12331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1BB934-647E-4DCC-89AD-BCCCFBFC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696" y="722969"/>
            <a:ext cx="17475" cy="142180"/>
          </a:xfrm>
          <a:custGeom xmlns:a="http://schemas.openxmlformats.org/drawingml/2006/main">
            <a:pathLst>
              <a:path w="17475" h="142180">
                <a:moveTo>
                  <a:pt x="0" y="20056"/>
                </a:moveTo>
                <a:lnTo>
                  <a:pt x="0" y="0"/>
                </a:lnTo>
                <a:lnTo>
                  <a:pt x="17475" y="0"/>
                </a:lnTo>
                <a:lnTo>
                  <a:pt x="17475" y="20056"/>
                </a:lnTo>
                <a:lnTo>
                  <a:pt x="0" y="20056"/>
                </a:lnTo>
                <a:close/>
                <a:moveTo>
                  <a:pt x="0" y="142180"/>
                </a:moveTo>
                <a:lnTo>
                  <a:pt x="0" y="39119"/>
                </a:lnTo>
                <a:lnTo>
                  <a:pt x="17475" y="39119"/>
                </a:lnTo>
                <a:lnTo>
                  <a:pt x="17475" y="142180"/>
                </a:lnTo>
                <a:lnTo>
                  <a:pt x="0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F83C38-D14F-4EC3-BC47-91C81695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5227" y="759904"/>
            <a:ext cx="96507" cy="107429"/>
          </a:xfrm>
          <a:custGeom xmlns:a="http://schemas.openxmlformats.org/drawingml/2006/main">
            <a:pathLst>
              <a:path w="96507" h="107429">
                <a:moveTo>
                  <a:pt x="0" y="53814"/>
                </a:moveTo>
                <a:cubicBezTo>
                  <a:pt x="0" y="34751"/>
                  <a:pt x="5163" y="20652"/>
                  <a:pt x="15886" y="11319"/>
                </a:cubicBezTo>
                <a:cubicBezTo>
                  <a:pt x="24623" y="3773"/>
                  <a:pt x="35545" y="0"/>
                  <a:pt x="48254" y="0"/>
                </a:cubicBezTo>
                <a:cubicBezTo>
                  <a:pt x="62352" y="0"/>
                  <a:pt x="73870" y="4766"/>
                  <a:pt x="83004" y="13900"/>
                </a:cubicBezTo>
                <a:cubicBezTo>
                  <a:pt x="91940" y="23233"/>
                  <a:pt x="96507" y="35942"/>
                  <a:pt x="96507" y="52225"/>
                </a:cubicBezTo>
                <a:cubicBezTo>
                  <a:pt x="96507" y="65530"/>
                  <a:pt x="94522" y="76054"/>
                  <a:pt x="90550" y="83600"/>
                </a:cubicBezTo>
                <a:cubicBezTo>
                  <a:pt x="86579" y="91146"/>
                  <a:pt x="80621" y="97103"/>
                  <a:pt x="73076" y="101273"/>
                </a:cubicBezTo>
                <a:cubicBezTo>
                  <a:pt x="65530" y="105245"/>
                  <a:pt x="57190" y="107429"/>
                  <a:pt x="48254" y="107429"/>
                </a:cubicBezTo>
                <a:cubicBezTo>
                  <a:pt x="33758" y="107429"/>
                  <a:pt x="22042" y="102862"/>
                  <a:pt x="13305" y="93727"/>
                </a:cubicBezTo>
                <a:cubicBezTo>
                  <a:pt x="4369" y="84593"/>
                  <a:pt x="0" y="71288"/>
                  <a:pt x="0" y="53814"/>
                </a:cubicBezTo>
                <a:close/>
                <a:moveTo>
                  <a:pt x="18070" y="53814"/>
                </a:moveTo>
                <a:cubicBezTo>
                  <a:pt x="18070" y="66920"/>
                  <a:pt x="20850" y="76848"/>
                  <a:pt x="26609" y="83401"/>
                </a:cubicBezTo>
                <a:cubicBezTo>
                  <a:pt x="32169" y="89954"/>
                  <a:pt x="39516" y="93132"/>
                  <a:pt x="48254" y="93132"/>
                </a:cubicBezTo>
                <a:cubicBezTo>
                  <a:pt x="56991" y="93132"/>
                  <a:pt x="64140" y="89954"/>
                  <a:pt x="69898" y="83401"/>
                </a:cubicBezTo>
                <a:cubicBezTo>
                  <a:pt x="75657" y="76848"/>
                  <a:pt x="78636" y="66721"/>
                  <a:pt x="78636" y="53218"/>
                </a:cubicBezTo>
                <a:cubicBezTo>
                  <a:pt x="78636" y="40509"/>
                  <a:pt x="75657" y="30978"/>
                  <a:pt x="69898" y="24226"/>
                </a:cubicBezTo>
                <a:cubicBezTo>
                  <a:pt x="63941" y="17673"/>
                  <a:pt x="56792" y="14297"/>
                  <a:pt x="48254" y="14297"/>
                </a:cubicBezTo>
                <a:cubicBezTo>
                  <a:pt x="39516" y="14297"/>
                  <a:pt x="32169" y="17673"/>
                  <a:pt x="26609" y="24226"/>
                </a:cubicBezTo>
                <a:cubicBezTo>
                  <a:pt x="20850" y="30779"/>
                  <a:pt x="18070" y="40708"/>
                  <a:pt x="18070" y="5381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4AE518-8F96-4310-839C-09FB9A99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187" y="759904"/>
            <a:ext cx="83600" cy="105245"/>
          </a:xfrm>
          <a:custGeom xmlns:a="http://schemas.openxmlformats.org/drawingml/2006/main">
            <a:pathLst>
              <a:path w="83600" h="105245">
                <a:moveTo>
                  <a:pt x="0" y="105245"/>
                </a:moveTo>
                <a:lnTo>
                  <a:pt x="0" y="2184"/>
                </a:lnTo>
                <a:lnTo>
                  <a:pt x="15687" y="2184"/>
                </a:lnTo>
                <a:lnTo>
                  <a:pt x="15687" y="16879"/>
                </a:lnTo>
                <a:cubicBezTo>
                  <a:pt x="23233" y="5759"/>
                  <a:pt x="34155" y="0"/>
                  <a:pt x="48452" y="0"/>
                </a:cubicBezTo>
                <a:cubicBezTo>
                  <a:pt x="54608" y="0"/>
                  <a:pt x="60367" y="1191"/>
                  <a:pt x="65530" y="3376"/>
                </a:cubicBezTo>
                <a:cubicBezTo>
                  <a:pt x="70693" y="5560"/>
                  <a:pt x="74664" y="8539"/>
                  <a:pt x="77246" y="12113"/>
                </a:cubicBezTo>
                <a:cubicBezTo>
                  <a:pt x="79827" y="15687"/>
                  <a:pt x="81614" y="20056"/>
                  <a:pt x="82607" y="25020"/>
                </a:cubicBezTo>
                <a:cubicBezTo>
                  <a:pt x="83203" y="28198"/>
                  <a:pt x="83600" y="33956"/>
                  <a:pt x="83600" y="41899"/>
                </a:cubicBezTo>
                <a:lnTo>
                  <a:pt x="83600" y="105245"/>
                </a:lnTo>
                <a:lnTo>
                  <a:pt x="66125" y="105245"/>
                </a:lnTo>
                <a:lnTo>
                  <a:pt x="66125" y="42694"/>
                </a:lnTo>
                <a:cubicBezTo>
                  <a:pt x="66125" y="35545"/>
                  <a:pt x="65331" y="30382"/>
                  <a:pt x="64140" y="26808"/>
                </a:cubicBezTo>
                <a:cubicBezTo>
                  <a:pt x="62750" y="23233"/>
                  <a:pt x="60367" y="20453"/>
                  <a:pt x="56991" y="18269"/>
                </a:cubicBezTo>
                <a:cubicBezTo>
                  <a:pt x="53417" y="16283"/>
                  <a:pt x="49445" y="15092"/>
                  <a:pt x="44878" y="15092"/>
                </a:cubicBezTo>
                <a:cubicBezTo>
                  <a:pt x="37332" y="15092"/>
                  <a:pt x="30779" y="17475"/>
                  <a:pt x="25418" y="22240"/>
                </a:cubicBezTo>
                <a:cubicBezTo>
                  <a:pt x="20056" y="27006"/>
                  <a:pt x="17475" y="35942"/>
                  <a:pt x="17475" y="49048"/>
                </a:cubicBezTo>
                <a:lnTo>
                  <a:pt x="17475" y="105245"/>
                </a:lnTo>
                <a:lnTo>
                  <a:pt x="0" y="10524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1AE1E0-0322-4420-89B2-316F9206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380" y="722969"/>
            <a:ext cx="106039" cy="142180"/>
          </a:xfrm>
          <a:custGeom xmlns:a="http://schemas.openxmlformats.org/drawingml/2006/main">
            <a:pathLst>
              <a:path w="106039" h="142180">
                <a:moveTo>
                  <a:pt x="0" y="142180"/>
                </a:moveTo>
                <a:lnTo>
                  <a:pt x="0" y="0"/>
                </a:lnTo>
                <a:lnTo>
                  <a:pt x="102862" y="0"/>
                </a:lnTo>
                <a:lnTo>
                  <a:pt x="102862" y="16879"/>
                </a:lnTo>
                <a:lnTo>
                  <a:pt x="18865" y="16879"/>
                </a:lnTo>
                <a:lnTo>
                  <a:pt x="18865" y="60367"/>
                </a:lnTo>
                <a:lnTo>
                  <a:pt x="97500" y="60367"/>
                </a:lnTo>
                <a:lnTo>
                  <a:pt x="97500" y="77047"/>
                </a:lnTo>
                <a:lnTo>
                  <a:pt x="18865" y="77047"/>
                </a:lnTo>
                <a:lnTo>
                  <a:pt x="18865" y="125499"/>
                </a:lnTo>
                <a:lnTo>
                  <a:pt x="106039" y="125499"/>
                </a:lnTo>
                <a:lnTo>
                  <a:pt x="106039" y="142180"/>
                </a:lnTo>
                <a:lnTo>
                  <a:pt x="0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6E0E3B-9092-42F9-846C-CD13DF77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532" y="762088"/>
            <a:ext cx="96507" cy="103060"/>
          </a:xfrm>
          <a:custGeom xmlns:a="http://schemas.openxmlformats.org/drawingml/2006/main">
            <a:pathLst>
              <a:path w="96507" h="103060">
                <a:moveTo>
                  <a:pt x="0" y="103060"/>
                </a:moveTo>
                <a:lnTo>
                  <a:pt x="37729" y="49445"/>
                </a:lnTo>
                <a:lnTo>
                  <a:pt x="2780" y="0"/>
                </a:lnTo>
                <a:lnTo>
                  <a:pt x="24623" y="0"/>
                </a:lnTo>
                <a:lnTo>
                  <a:pt x="40509" y="24226"/>
                </a:lnTo>
                <a:cubicBezTo>
                  <a:pt x="43289" y="28992"/>
                  <a:pt x="45672" y="32765"/>
                  <a:pt x="47658" y="35743"/>
                </a:cubicBezTo>
                <a:cubicBezTo>
                  <a:pt x="50438" y="31573"/>
                  <a:pt x="53218" y="27800"/>
                  <a:pt x="55601" y="24425"/>
                </a:cubicBezTo>
                <a:lnTo>
                  <a:pt x="72877" y="0"/>
                </a:lnTo>
                <a:lnTo>
                  <a:pt x="93727" y="0"/>
                </a:lnTo>
                <a:lnTo>
                  <a:pt x="58182" y="48651"/>
                </a:lnTo>
                <a:lnTo>
                  <a:pt x="96507" y="103060"/>
                </a:lnTo>
                <a:lnTo>
                  <a:pt x="75061" y="103060"/>
                </a:lnTo>
                <a:lnTo>
                  <a:pt x="53814" y="71090"/>
                </a:lnTo>
                <a:lnTo>
                  <a:pt x="48254" y="62352"/>
                </a:lnTo>
                <a:lnTo>
                  <a:pt x="21247" y="103060"/>
                </a:lnTo>
                <a:lnTo>
                  <a:pt x="0" y="10306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9EB9AA-EE12-4A4B-9CF8-F7E3978F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9535" y="759904"/>
            <a:ext cx="89359" cy="144562"/>
          </a:xfrm>
          <a:custGeom xmlns:a="http://schemas.openxmlformats.org/drawingml/2006/main">
            <a:pathLst>
              <a:path w="89359" h="144562">
                <a:moveTo>
                  <a:pt x="0" y="144562"/>
                </a:moveTo>
                <a:lnTo>
                  <a:pt x="0" y="2184"/>
                </a:lnTo>
                <a:lnTo>
                  <a:pt x="15886" y="2184"/>
                </a:lnTo>
                <a:lnTo>
                  <a:pt x="15886" y="15687"/>
                </a:lnTo>
                <a:cubicBezTo>
                  <a:pt x="19460" y="10524"/>
                  <a:pt x="23829" y="6553"/>
                  <a:pt x="28595" y="3971"/>
                </a:cubicBezTo>
                <a:cubicBezTo>
                  <a:pt x="33361" y="1390"/>
                  <a:pt x="38921" y="0"/>
                  <a:pt x="45672" y="0"/>
                </a:cubicBezTo>
                <a:cubicBezTo>
                  <a:pt x="54409" y="0"/>
                  <a:pt x="62154" y="2383"/>
                  <a:pt x="68905" y="6752"/>
                </a:cubicBezTo>
                <a:cubicBezTo>
                  <a:pt x="75657" y="11319"/>
                  <a:pt x="80621" y="17673"/>
                  <a:pt x="84196" y="26013"/>
                </a:cubicBezTo>
                <a:cubicBezTo>
                  <a:pt x="87571" y="34353"/>
                  <a:pt x="89359" y="43289"/>
                  <a:pt x="89359" y="53019"/>
                </a:cubicBezTo>
                <a:cubicBezTo>
                  <a:pt x="89359" y="63544"/>
                  <a:pt x="87373" y="73076"/>
                  <a:pt x="83600" y="81416"/>
                </a:cubicBezTo>
                <a:cubicBezTo>
                  <a:pt x="79827" y="89954"/>
                  <a:pt x="74267" y="96507"/>
                  <a:pt x="67118" y="100876"/>
                </a:cubicBezTo>
                <a:cubicBezTo>
                  <a:pt x="59970" y="105245"/>
                  <a:pt x="52424" y="107429"/>
                  <a:pt x="44481" y="107429"/>
                </a:cubicBezTo>
                <a:cubicBezTo>
                  <a:pt x="38523" y="107429"/>
                  <a:pt x="33361" y="106237"/>
                  <a:pt x="28793" y="103855"/>
                </a:cubicBezTo>
                <a:cubicBezTo>
                  <a:pt x="24028" y="101472"/>
                  <a:pt x="20255" y="98493"/>
                  <a:pt x="17475" y="94522"/>
                </a:cubicBezTo>
                <a:lnTo>
                  <a:pt x="17475" y="144562"/>
                </a:lnTo>
                <a:lnTo>
                  <a:pt x="0" y="144562"/>
                </a:lnTo>
                <a:close/>
                <a:moveTo>
                  <a:pt x="15886" y="54409"/>
                </a:moveTo>
                <a:cubicBezTo>
                  <a:pt x="15886" y="67714"/>
                  <a:pt x="18467" y="77444"/>
                  <a:pt x="23829" y="83799"/>
                </a:cubicBezTo>
                <a:cubicBezTo>
                  <a:pt x="29190" y="90153"/>
                  <a:pt x="35743" y="93132"/>
                  <a:pt x="43289" y="93132"/>
                </a:cubicBezTo>
                <a:cubicBezTo>
                  <a:pt x="51034" y="93132"/>
                  <a:pt x="57587" y="89954"/>
                  <a:pt x="63147" y="83401"/>
                </a:cubicBezTo>
                <a:cubicBezTo>
                  <a:pt x="68707" y="76848"/>
                  <a:pt x="71487" y="66721"/>
                  <a:pt x="71487" y="52821"/>
                </a:cubicBezTo>
                <a:cubicBezTo>
                  <a:pt x="71487" y="39715"/>
                  <a:pt x="68707" y="29985"/>
                  <a:pt x="63345" y="23432"/>
                </a:cubicBezTo>
                <a:cubicBezTo>
                  <a:pt x="57984" y="17077"/>
                  <a:pt x="51629" y="13702"/>
                  <a:pt x="44084" y="13702"/>
                </a:cubicBezTo>
                <a:cubicBezTo>
                  <a:pt x="36538" y="13702"/>
                  <a:pt x="29985" y="17276"/>
                  <a:pt x="24425" y="24226"/>
                </a:cubicBezTo>
                <a:cubicBezTo>
                  <a:pt x="18666" y="31176"/>
                  <a:pt x="15886" y="41304"/>
                  <a:pt x="15886" y="5440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97257C-E74B-4F71-87AE-65F5B35B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4184" y="759904"/>
            <a:ext cx="94919" cy="107429"/>
          </a:xfrm>
          <a:custGeom xmlns:a="http://schemas.openxmlformats.org/drawingml/2006/main">
            <a:pathLst>
              <a:path w="94919" h="107429">
                <a:moveTo>
                  <a:pt x="76253" y="72083"/>
                </a:moveTo>
                <a:lnTo>
                  <a:pt x="94323" y="74267"/>
                </a:lnTo>
                <a:cubicBezTo>
                  <a:pt x="91344" y="84990"/>
                  <a:pt x="85983" y="93132"/>
                  <a:pt x="78437" y="98890"/>
                </a:cubicBezTo>
                <a:cubicBezTo>
                  <a:pt x="70693" y="104649"/>
                  <a:pt x="60962" y="107429"/>
                  <a:pt x="49048" y="107429"/>
                </a:cubicBezTo>
                <a:cubicBezTo>
                  <a:pt x="33956" y="107429"/>
                  <a:pt x="21843" y="102862"/>
                  <a:pt x="13106" y="93727"/>
                </a:cubicBezTo>
                <a:cubicBezTo>
                  <a:pt x="4369" y="84593"/>
                  <a:pt x="0" y="71487"/>
                  <a:pt x="0" y="54608"/>
                </a:cubicBezTo>
                <a:cubicBezTo>
                  <a:pt x="0" y="37332"/>
                  <a:pt x="4369" y="23829"/>
                  <a:pt x="13305" y="14297"/>
                </a:cubicBezTo>
                <a:cubicBezTo>
                  <a:pt x="22042" y="4766"/>
                  <a:pt x="33758" y="0"/>
                  <a:pt x="48055" y="0"/>
                </a:cubicBezTo>
                <a:cubicBezTo>
                  <a:pt x="61757" y="0"/>
                  <a:pt x="73076" y="4766"/>
                  <a:pt x="81813" y="14099"/>
                </a:cubicBezTo>
                <a:cubicBezTo>
                  <a:pt x="90550" y="23432"/>
                  <a:pt x="94919" y="36538"/>
                  <a:pt x="94919" y="53615"/>
                </a:cubicBezTo>
                <a:cubicBezTo>
                  <a:pt x="94919" y="54807"/>
                  <a:pt x="94720" y="56197"/>
                  <a:pt x="94720" y="58182"/>
                </a:cubicBezTo>
                <a:lnTo>
                  <a:pt x="17872" y="58182"/>
                </a:lnTo>
                <a:cubicBezTo>
                  <a:pt x="18467" y="69700"/>
                  <a:pt x="21645" y="78238"/>
                  <a:pt x="27403" y="84196"/>
                </a:cubicBezTo>
                <a:cubicBezTo>
                  <a:pt x="33162" y="90153"/>
                  <a:pt x="40311" y="93132"/>
                  <a:pt x="49048" y="93132"/>
                </a:cubicBezTo>
                <a:cubicBezTo>
                  <a:pt x="55402" y="93132"/>
                  <a:pt x="60962" y="91543"/>
                  <a:pt x="65530" y="88167"/>
                </a:cubicBezTo>
                <a:cubicBezTo>
                  <a:pt x="69898" y="84990"/>
                  <a:pt x="73473" y="79628"/>
                  <a:pt x="76253" y="72083"/>
                </a:cubicBezTo>
                <a:close/>
                <a:moveTo>
                  <a:pt x="18865" y="43885"/>
                </a:moveTo>
                <a:lnTo>
                  <a:pt x="76451" y="43885"/>
                </a:lnTo>
                <a:cubicBezTo>
                  <a:pt x="75657" y="35148"/>
                  <a:pt x="73473" y="28793"/>
                  <a:pt x="69898" y="24425"/>
                </a:cubicBezTo>
                <a:cubicBezTo>
                  <a:pt x="64338" y="17673"/>
                  <a:pt x="56991" y="14297"/>
                  <a:pt x="48254" y="14297"/>
                </a:cubicBezTo>
                <a:cubicBezTo>
                  <a:pt x="40112" y="14297"/>
                  <a:pt x="33361" y="17077"/>
                  <a:pt x="27999" y="22439"/>
                </a:cubicBezTo>
                <a:cubicBezTo>
                  <a:pt x="22439" y="27800"/>
                  <a:pt x="19460" y="34949"/>
                  <a:pt x="18865" y="438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104CAE-0B7B-4CC3-9428-14ACFB08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0151" y="759904"/>
            <a:ext cx="55998" cy="105245"/>
          </a:xfrm>
          <a:custGeom xmlns:a="http://schemas.openxmlformats.org/drawingml/2006/main">
            <a:pathLst>
              <a:path w="55998" h="105245">
                <a:moveTo>
                  <a:pt x="0" y="105245"/>
                </a:moveTo>
                <a:lnTo>
                  <a:pt x="0" y="2184"/>
                </a:lnTo>
                <a:lnTo>
                  <a:pt x="15687" y="2184"/>
                </a:lnTo>
                <a:lnTo>
                  <a:pt x="15687" y="17872"/>
                </a:lnTo>
                <a:cubicBezTo>
                  <a:pt x="19659" y="10723"/>
                  <a:pt x="23233" y="5957"/>
                  <a:pt x="26808" y="3574"/>
                </a:cubicBezTo>
                <a:cubicBezTo>
                  <a:pt x="30183" y="1191"/>
                  <a:pt x="33956" y="0"/>
                  <a:pt x="37928" y="0"/>
                </a:cubicBezTo>
                <a:cubicBezTo>
                  <a:pt x="43885" y="0"/>
                  <a:pt x="49842" y="1986"/>
                  <a:pt x="55998" y="5560"/>
                </a:cubicBezTo>
                <a:lnTo>
                  <a:pt x="49842" y="21843"/>
                </a:lnTo>
                <a:cubicBezTo>
                  <a:pt x="45474" y="19460"/>
                  <a:pt x="41304" y="18070"/>
                  <a:pt x="37133" y="18070"/>
                </a:cubicBezTo>
                <a:cubicBezTo>
                  <a:pt x="33162" y="18070"/>
                  <a:pt x="29786" y="19262"/>
                  <a:pt x="26808" y="21446"/>
                </a:cubicBezTo>
                <a:cubicBezTo>
                  <a:pt x="23630" y="23829"/>
                  <a:pt x="21446" y="27006"/>
                  <a:pt x="20255" y="30978"/>
                </a:cubicBezTo>
                <a:cubicBezTo>
                  <a:pt x="18269" y="37332"/>
                  <a:pt x="17475" y="44084"/>
                  <a:pt x="17475" y="51431"/>
                </a:cubicBezTo>
                <a:lnTo>
                  <a:pt x="17475" y="105245"/>
                </a:lnTo>
                <a:lnTo>
                  <a:pt x="0" y="10524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EA9178-BF2D-452B-8C0E-BDCFA380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6944" y="726146"/>
            <a:ext cx="50239" cy="140194"/>
          </a:xfrm>
          <a:custGeom xmlns:a="http://schemas.openxmlformats.org/drawingml/2006/main">
            <a:pathLst>
              <a:path w="50239" h="140194">
                <a:moveTo>
                  <a:pt x="47658" y="123315"/>
                </a:moveTo>
                <a:lnTo>
                  <a:pt x="50239" y="138804"/>
                </a:lnTo>
                <a:cubicBezTo>
                  <a:pt x="45076" y="139598"/>
                  <a:pt x="40708" y="140194"/>
                  <a:pt x="36935" y="140194"/>
                </a:cubicBezTo>
                <a:cubicBezTo>
                  <a:pt x="30581" y="140194"/>
                  <a:pt x="25616" y="139201"/>
                  <a:pt x="22240" y="137414"/>
                </a:cubicBezTo>
                <a:cubicBezTo>
                  <a:pt x="18666" y="135428"/>
                  <a:pt x="16283" y="132846"/>
                  <a:pt x="14893" y="129471"/>
                </a:cubicBezTo>
                <a:cubicBezTo>
                  <a:pt x="13305" y="126294"/>
                  <a:pt x="12709" y="119343"/>
                  <a:pt x="12709" y="108819"/>
                </a:cubicBezTo>
                <a:lnTo>
                  <a:pt x="12709" y="49644"/>
                </a:lnTo>
                <a:lnTo>
                  <a:pt x="0" y="49644"/>
                </a:lnTo>
                <a:lnTo>
                  <a:pt x="0" y="35942"/>
                </a:lnTo>
                <a:lnTo>
                  <a:pt x="12709" y="35942"/>
                </a:lnTo>
                <a:lnTo>
                  <a:pt x="12709" y="10524"/>
                </a:lnTo>
                <a:lnTo>
                  <a:pt x="29985" y="0"/>
                </a:lnTo>
                <a:lnTo>
                  <a:pt x="29985" y="35942"/>
                </a:lnTo>
                <a:lnTo>
                  <a:pt x="47658" y="35942"/>
                </a:lnTo>
                <a:lnTo>
                  <a:pt x="47658" y="49644"/>
                </a:lnTo>
                <a:lnTo>
                  <a:pt x="29985" y="49644"/>
                </a:lnTo>
                <a:lnTo>
                  <a:pt x="29985" y="109812"/>
                </a:lnTo>
                <a:cubicBezTo>
                  <a:pt x="29985" y="114975"/>
                  <a:pt x="30183" y="118152"/>
                  <a:pt x="30978" y="119542"/>
                </a:cubicBezTo>
                <a:cubicBezTo>
                  <a:pt x="31573" y="120932"/>
                  <a:pt x="32566" y="122123"/>
                  <a:pt x="33956" y="122918"/>
                </a:cubicBezTo>
                <a:cubicBezTo>
                  <a:pt x="35346" y="123712"/>
                  <a:pt x="37332" y="124109"/>
                  <a:pt x="39914" y="124109"/>
                </a:cubicBezTo>
                <a:cubicBezTo>
                  <a:pt x="41899" y="124109"/>
                  <a:pt x="44481" y="123911"/>
                  <a:pt x="47658" y="12331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A03174-3122-41D4-8E88-3DA61393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686" y="720586"/>
            <a:ext cx="46864" cy="186065"/>
          </a:xfrm>
          <a:custGeom xmlns:a="http://schemas.openxmlformats.org/drawingml/2006/main">
            <a:pathLst>
              <a:path w="46864" h="186065">
                <a:moveTo>
                  <a:pt x="12510" y="186065"/>
                </a:moveTo>
                <a:lnTo>
                  <a:pt x="0" y="186065"/>
                </a:lnTo>
                <a:cubicBezTo>
                  <a:pt x="19262" y="155087"/>
                  <a:pt x="28992" y="124308"/>
                  <a:pt x="28992" y="93132"/>
                </a:cubicBezTo>
                <a:cubicBezTo>
                  <a:pt x="28992" y="81018"/>
                  <a:pt x="27602" y="68905"/>
                  <a:pt x="24822" y="56991"/>
                </a:cubicBezTo>
                <a:cubicBezTo>
                  <a:pt x="22439" y="47459"/>
                  <a:pt x="19460" y="38126"/>
                  <a:pt x="15489" y="28992"/>
                </a:cubicBezTo>
                <a:cubicBezTo>
                  <a:pt x="12907" y="23432"/>
                  <a:pt x="7744" y="13702"/>
                  <a:pt x="0" y="0"/>
                </a:cubicBezTo>
                <a:lnTo>
                  <a:pt x="12510" y="0"/>
                </a:lnTo>
                <a:cubicBezTo>
                  <a:pt x="24425" y="16283"/>
                  <a:pt x="33361" y="32566"/>
                  <a:pt x="39318" y="48849"/>
                </a:cubicBezTo>
                <a:cubicBezTo>
                  <a:pt x="44282" y="63147"/>
                  <a:pt x="46864" y="77841"/>
                  <a:pt x="46864" y="93132"/>
                </a:cubicBezTo>
                <a:cubicBezTo>
                  <a:pt x="46864" y="110606"/>
                  <a:pt x="43488" y="127485"/>
                  <a:pt x="36736" y="143768"/>
                </a:cubicBezTo>
                <a:cubicBezTo>
                  <a:pt x="29985" y="159853"/>
                  <a:pt x="22042" y="173951"/>
                  <a:pt x="12510" y="18606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7C6BB3-0494-479E-B285-E7FCA7B8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0966" y="224078"/>
            <a:ext cx="397149" cy="10"/>
          </a:xfrm>
          <a:custGeom xmlns:a="http://schemas.openxmlformats.org/drawingml/2006/main">
            <a:pathLst>
              <a:path w="397149" h="1" fill="none">
                <a:moveTo>
                  <a:pt x="0" y="0"/>
                </a:moveTo>
                <a:lnTo>
                  <a:pt x="198575" y="0"/>
                </a:lnTo>
                <a:lnTo>
                  <a:pt x="3971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276" cap="rnd">
            <a:solidFill>
              <a:srgbClr val="B58900"/>
            </a:solidFill>
            <a:round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F715FB-3B79-421F-ACE6-F759D003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5516" y="148819"/>
            <a:ext cx="138605" cy="155683"/>
          </a:xfrm>
          <a:custGeom xmlns:a="http://schemas.openxmlformats.org/drawingml/2006/main">
            <a:pathLst>
              <a:path w="138605" h="155683">
                <a:moveTo>
                  <a:pt x="114578" y="129471"/>
                </a:moveTo>
                <a:cubicBezTo>
                  <a:pt x="123315" y="135627"/>
                  <a:pt x="131258" y="139995"/>
                  <a:pt x="138605" y="142775"/>
                </a:cubicBezTo>
                <a:lnTo>
                  <a:pt x="133045" y="155683"/>
                </a:lnTo>
                <a:cubicBezTo>
                  <a:pt x="122719" y="151910"/>
                  <a:pt x="112592" y="146151"/>
                  <a:pt x="102663" y="138407"/>
                </a:cubicBezTo>
                <a:cubicBezTo>
                  <a:pt x="91940" y="144165"/>
                  <a:pt x="80423" y="146945"/>
                  <a:pt x="67714" y="146945"/>
                </a:cubicBezTo>
                <a:cubicBezTo>
                  <a:pt x="54807" y="146945"/>
                  <a:pt x="43091" y="143967"/>
                  <a:pt x="32566" y="137811"/>
                </a:cubicBezTo>
                <a:cubicBezTo>
                  <a:pt x="22042" y="131655"/>
                  <a:pt x="13900" y="122918"/>
                  <a:pt x="8340" y="111798"/>
                </a:cubicBezTo>
                <a:cubicBezTo>
                  <a:pt x="2780" y="100677"/>
                  <a:pt x="0" y="87969"/>
                  <a:pt x="0" y="73671"/>
                </a:cubicBezTo>
                <a:cubicBezTo>
                  <a:pt x="0" y="59771"/>
                  <a:pt x="2780" y="46864"/>
                  <a:pt x="8539" y="35346"/>
                </a:cubicBezTo>
                <a:cubicBezTo>
                  <a:pt x="14099" y="23829"/>
                  <a:pt x="22240" y="15092"/>
                  <a:pt x="32765" y="9134"/>
                </a:cubicBezTo>
                <a:cubicBezTo>
                  <a:pt x="43289" y="3177"/>
                  <a:pt x="55005" y="0"/>
                  <a:pt x="68111" y="0"/>
                </a:cubicBezTo>
                <a:cubicBezTo>
                  <a:pt x="81217" y="0"/>
                  <a:pt x="92933" y="3177"/>
                  <a:pt x="103457" y="9532"/>
                </a:cubicBezTo>
                <a:cubicBezTo>
                  <a:pt x="113982" y="15886"/>
                  <a:pt x="122123" y="24623"/>
                  <a:pt x="127684" y="35743"/>
                </a:cubicBezTo>
                <a:cubicBezTo>
                  <a:pt x="133244" y="46864"/>
                  <a:pt x="136024" y="59572"/>
                  <a:pt x="136024" y="73671"/>
                </a:cubicBezTo>
                <a:cubicBezTo>
                  <a:pt x="136024" y="85387"/>
                  <a:pt x="134237" y="95912"/>
                  <a:pt x="130662" y="105245"/>
                </a:cubicBezTo>
                <a:cubicBezTo>
                  <a:pt x="127088" y="114578"/>
                  <a:pt x="121726" y="122719"/>
                  <a:pt x="114578" y="129471"/>
                </a:cubicBezTo>
                <a:close/>
                <a:moveTo>
                  <a:pt x="73076" y="105443"/>
                </a:moveTo>
                <a:cubicBezTo>
                  <a:pt x="83799" y="108620"/>
                  <a:pt x="92734" y="113188"/>
                  <a:pt x="99883" y="119145"/>
                </a:cubicBezTo>
                <a:cubicBezTo>
                  <a:pt x="111003" y="109018"/>
                  <a:pt x="116563" y="93926"/>
                  <a:pt x="116563" y="73671"/>
                </a:cubicBezTo>
                <a:cubicBezTo>
                  <a:pt x="116563" y="62154"/>
                  <a:pt x="114578" y="52225"/>
                  <a:pt x="110606" y="43488"/>
                </a:cubicBezTo>
                <a:cubicBezTo>
                  <a:pt x="106635" y="34949"/>
                  <a:pt x="101075" y="28198"/>
                  <a:pt x="93529" y="23432"/>
                </a:cubicBezTo>
                <a:cubicBezTo>
                  <a:pt x="85983" y="18666"/>
                  <a:pt x="77444" y="16283"/>
                  <a:pt x="68111" y="16283"/>
                </a:cubicBezTo>
                <a:cubicBezTo>
                  <a:pt x="54012" y="16283"/>
                  <a:pt x="42296" y="21247"/>
                  <a:pt x="33162" y="30779"/>
                </a:cubicBezTo>
                <a:cubicBezTo>
                  <a:pt x="24028" y="40311"/>
                  <a:pt x="19460" y="54608"/>
                  <a:pt x="19460" y="73671"/>
                </a:cubicBezTo>
                <a:cubicBezTo>
                  <a:pt x="19460" y="92337"/>
                  <a:pt x="24028" y="106436"/>
                  <a:pt x="33162" y="116365"/>
                </a:cubicBezTo>
                <a:cubicBezTo>
                  <a:pt x="42296" y="126294"/>
                  <a:pt x="53814" y="131059"/>
                  <a:pt x="68111" y="131059"/>
                </a:cubicBezTo>
                <a:cubicBezTo>
                  <a:pt x="74863" y="131059"/>
                  <a:pt x="81217" y="129868"/>
                  <a:pt x="87174" y="127286"/>
                </a:cubicBezTo>
                <a:cubicBezTo>
                  <a:pt x="81217" y="123513"/>
                  <a:pt x="75061" y="120733"/>
                  <a:pt x="68508" y="119145"/>
                </a:cubicBezTo>
                <a:lnTo>
                  <a:pt x="73076" y="105443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AE454F-71DD-4429-82EA-4D3F1836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064" y="190519"/>
            <a:ext cx="141187" cy="103060"/>
          </a:xfrm>
          <a:custGeom xmlns:a="http://schemas.openxmlformats.org/drawingml/2006/main">
            <a:pathLst>
              <a:path w="141187" h="103060">
                <a:moveTo>
                  <a:pt x="31573" y="103060"/>
                </a:moveTo>
                <a:lnTo>
                  <a:pt x="0" y="0"/>
                </a:lnTo>
                <a:lnTo>
                  <a:pt x="18070" y="0"/>
                </a:lnTo>
                <a:lnTo>
                  <a:pt x="34353" y="59572"/>
                </a:lnTo>
                <a:lnTo>
                  <a:pt x="40509" y="81614"/>
                </a:lnTo>
                <a:cubicBezTo>
                  <a:pt x="40708" y="80621"/>
                  <a:pt x="42495" y="73473"/>
                  <a:pt x="45871" y="60367"/>
                </a:cubicBezTo>
                <a:lnTo>
                  <a:pt x="62154" y="0"/>
                </a:lnTo>
                <a:lnTo>
                  <a:pt x="80224" y="0"/>
                </a:lnTo>
                <a:lnTo>
                  <a:pt x="95514" y="59771"/>
                </a:lnTo>
                <a:lnTo>
                  <a:pt x="100677" y="79430"/>
                </a:lnTo>
                <a:lnTo>
                  <a:pt x="106635" y="59572"/>
                </a:lnTo>
                <a:lnTo>
                  <a:pt x="124308" y="0"/>
                </a:lnTo>
                <a:lnTo>
                  <a:pt x="141187" y="0"/>
                </a:lnTo>
                <a:lnTo>
                  <a:pt x="109018" y="103060"/>
                </a:lnTo>
                <a:lnTo>
                  <a:pt x="90947" y="103060"/>
                </a:lnTo>
                <a:lnTo>
                  <a:pt x="74466" y="41304"/>
                </a:lnTo>
                <a:lnTo>
                  <a:pt x="70494" y="23829"/>
                </a:lnTo>
                <a:lnTo>
                  <a:pt x="49644" y="103060"/>
                </a:lnTo>
                <a:lnTo>
                  <a:pt x="31573" y="10306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A5C118-A1B7-4395-835C-9C8FDB43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186" y="188335"/>
            <a:ext cx="94919" cy="107429"/>
          </a:xfrm>
          <a:custGeom xmlns:a="http://schemas.openxmlformats.org/drawingml/2006/main">
            <a:pathLst>
              <a:path w="94919" h="107429">
                <a:moveTo>
                  <a:pt x="76253" y="72083"/>
                </a:moveTo>
                <a:lnTo>
                  <a:pt x="94323" y="74267"/>
                </a:lnTo>
                <a:cubicBezTo>
                  <a:pt x="91344" y="84990"/>
                  <a:pt x="85983" y="93132"/>
                  <a:pt x="78437" y="98890"/>
                </a:cubicBezTo>
                <a:cubicBezTo>
                  <a:pt x="70693" y="104649"/>
                  <a:pt x="60962" y="107429"/>
                  <a:pt x="49048" y="107429"/>
                </a:cubicBezTo>
                <a:cubicBezTo>
                  <a:pt x="33956" y="107429"/>
                  <a:pt x="21843" y="102862"/>
                  <a:pt x="13106" y="93727"/>
                </a:cubicBezTo>
                <a:cubicBezTo>
                  <a:pt x="4369" y="84593"/>
                  <a:pt x="0" y="71487"/>
                  <a:pt x="0" y="54608"/>
                </a:cubicBezTo>
                <a:cubicBezTo>
                  <a:pt x="0" y="37332"/>
                  <a:pt x="4369" y="23829"/>
                  <a:pt x="13305" y="14297"/>
                </a:cubicBezTo>
                <a:cubicBezTo>
                  <a:pt x="22042" y="4766"/>
                  <a:pt x="33758" y="0"/>
                  <a:pt x="48055" y="0"/>
                </a:cubicBezTo>
                <a:cubicBezTo>
                  <a:pt x="61757" y="0"/>
                  <a:pt x="73076" y="4766"/>
                  <a:pt x="81813" y="14099"/>
                </a:cubicBezTo>
                <a:cubicBezTo>
                  <a:pt x="90550" y="23432"/>
                  <a:pt x="94919" y="36538"/>
                  <a:pt x="94919" y="53615"/>
                </a:cubicBezTo>
                <a:cubicBezTo>
                  <a:pt x="94919" y="54807"/>
                  <a:pt x="94720" y="56197"/>
                  <a:pt x="94720" y="58182"/>
                </a:cubicBezTo>
                <a:lnTo>
                  <a:pt x="17872" y="58182"/>
                </a:lnTo>
                <a:cubicBezTo>
                  <a:pt x="18467" y="69700"/>
                  <a:pt x="21645" y="78238"/>
                  <a:pt x="27403" y="84196"/>
                </a:cubicBezTo>
                <a:cubicBezTo>
                  <a:pt x="33162" y="90153"/>
                  <a:pt x="40311" y="93132"/>
                  <a:pt x="49048" y="93132"/>
                </a:cubicBezTo>
                <a:cubicBezTo>
                  <a:pt x="55402" y="93132"/>
                  <a:pt x="60962" y="91543"/>
                  <a:pt x="65530" y="88167"/>
                </a:cubicBezTo>
                <a:cubicBezTo>
                  <a:pt x="69898" y="84990"/>
                  <a:pt x="73473" y="79628"/>
                  <a:pt x="76253" y="72083"/>
                </a:cubicBezTo>
                <a:close/>
                <a:moveTo>
                  <a:pt x="18865" y="43885"/>
                </a:moveTo>
                <a:lnTo>
                  <a:pt x="76451" y="43885"/>
                </a:lnTo>
                <a:cubicBezTo>
                  <a:pt x="75657" y="35148"/>
                  <a:pt x="73473" y="28793"/>
                  <a:pt x="69898" y="24425"/>
                </a:cubicBezTo>
                <a:cubicBezTo>
                  <a:pt x="64338" y="17673"/>
                  <a:pt x="56991" y="14297"/>
                  <a:pt x="48254" y="14297"/>
                </a:cubicBezTo>
                <a:cubicBezTo>
                  <a:pt x="40112" y="14297"/>
                  <a:pt x="33361" y="17077"/>
                  <a:pt x="27999" y="22439"/>
                </a:cubicBezTo>
                <a:cubicBezTo>
                  <a:pt x="22439" y="27800"/>
                  <a:pt x="19460" y="34949"/>
                  <a:pt x="18865" y="438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BA227D-6184-47B4-89F2-F6EFCD82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8353" y="188335"/>
            <a:ext cx="83600" cy="105245"/>
          </a:xfrm>
          <a:custGeom xmlns:a="http://schemas.openxmlformats.org/drawingml/2006/main">
            <a:pathLst>
              <a:path w="83600" h="105245">
                <a:moveTo>
                  <a:pt x="0" y="105245"/>
                </a:moveTo>
                <a:lnTo>
                  <a:pt x="0" y="2184"/>
                </a:lnTo>
                <a:lnTo>
                  <a:pt x="15687" y="2184"/>
                </a:lnTo>
                <a:lnTo>
                  <a:pt x="15687" y="16879"/>
                </a:lnTo>
                <a:cubicBezTo>
                  <a:pt x="23233" y="5759"/>
                  <a:pt x="34155" y="0"/>
                  <a:pt x="48452" y="0"/>
                </a:cubicBezTo>
                <a:cubicBezTo>
                  <a:pt x="54608" y="0"/>
                  <a:pt x="60367" y="1191"/>
                  <a:pt x="65530" y="3376"/>
                </a:cubicBezTo>
                <a:cubicBezTo>
                  <a:pt x="70693" y="5560"/>
                  <a:pt x="74664" y="8539"/>
                  <a:pt x="77246" y="12113"/>
                </a:cubicBezTo>
                <a:cubicBezTo>
                  <a:pt x="79827" y="15687"/>
                  <a:pt x="81614" y="20056"/>
                  <a:pt x="82607" y="25020"/>
                </a:cubicBezTo>
                <a:cubicBezTo>
                  <a:pt x="83203" y="28198"/>
                  <a:pt x="83600" y="33956"/>
                  <a:pt x="83600" y="41899"/>
                </a:cubicBezTo>
                <a:lnTo>
                  <a:pt x="83600" y="105245"/>
                </a:lnTo>
                <a:lnTo>
                  <a:pt x="66125" y="105245"/>
                </a:lnTo>
                <a:lnTo>
                  <a:pt x="66125" y="42694"/>
                </a:lnTo>
                <a:cubicBezTo>
                  <a:pt x="66125" y="35545"/>
                  <a:pt x="65331" y="30382"/>
                  <a:pt x="64140" y="26808"/>
                </a:cubicBezTo>
                <a:cubicBezTo>
                  <a:pt x="62750" y="23233"/>
                  <a:pt x="60367" y="20453"/>
                  <a:pt x="56991" y="18269"/>
                </a:cubicBezTo>
                <a:cubicBezTo>
                  <a:pt x="53417" y="16283"/>
                  <a:pt x="49445" y="15092"/>
                  <a:pt x="44878" y="15092"/>
                </a:cubicBezTo>
                <a:cubicBezTo>
                  <a:pt x="37332" y="15092"/>
                  <a:pt x="30779" y="17475"/>
                  <a:pt x="25418" y="22240"/>
                </a:cubicBezTo>
                <a:cubicBezTo>
                  <a:pt x="20056" y="27006"/>
                  <a:pt x="17475" y="35942"/>
                  <a:pt x="17475" y="49048"/>
                </a:cubicBezTo>
                <a:lnTo>
                  <a:pt x="17475" y="105245"/>
                </a:lnTo>
                <a:lnTo>
                  <a:pt x="0" y="10524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AFD8F5-DA48-4CB1-9B33-A5299378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1413" y="150804"/>
            <a:ext cx="94124" cy="142775"/>
          </a:xfrm>
          <a:custGeom xmlns:a="http://schemas.openxmlformats.org/drawingml/2006/main">
            <a:pathLst>
              <a:path w="94124" h="142775">
                <a:moveTo>
                  <a:pt x="94124" y="126095"/>
                </a:moveTo>
                <a:lnTo>
                  <a:pt x="94124" y="142775"/>
                </a:lnTo>
                <a:lnTo>
                  <a:pt x="199" y="142775"/>
                </a:lnTo>
                <a:cubicBezTo>
                  <a:pt x="0" y="138605"/>
                  <a:pt x="794" y="134634"/>
                  <a:pt x="2383" y="130662"/>
                </a:cubicBezTo>
                <a:cubicBezTo>
                  <a:pt x="4766" y="124308"/>
                  <a:pt x="8539" y="118152"/>
                  <a:pt x="13702" y="111798"/>
                </a:cubicBezTo>
                <a:cubicBezTo>
                  <a:pt x="18865" y="105642"/>
                  <a:pt x="26609" y="98493"/>
                  <a:pt x="36538" y="90153"/>
                </a:cubicBezTo>
                <a:cubicBezTo>
                  <a:pt x="52027" y="77643"/>
                  <a:pt x="62352" y="67714"/>
                  <a:pt x="67913" y="60168"/>
                </a:cubicBezTo>
                <a:cubicBezTo>
                  <a:pt x="73274" y="52821"/>
                  <a:pt x="76054" y="45871"/>
                  <a:pt x="76054" y="39119"/>
                </a:cubicBezTo>
                <a:cubicBezTo>
                  <a:pt x="76054" y="32368"/>
                  <a:pt x="73473" y="26410"/>
                  <a:pt x="68508" y="21645"/>
                </a:cubicBezTo>
                <a:cubicBezTo>
                  <a:pt x="63544" y="16879"/>
                  <a:pt x="57190" y="14496"/>
                  <a:pt x="49247" y="14496"/>
                </a:cubicBezTo>
                <a:cubicBezTo>
                  <a:pt x="40906" y="14496"/>
                  <a:pt x="34155" y="17077"/>
                  <a:pt x="29190" y="22042"/>
                </a:cubicBezTo>
                <a:cubicBezTo>
                  <a:pt x="24028" y="27205"/>
                  <a:pt x="21446" y="34155"/>
                  <a:pt x="21446" y="43091"/>
                </a:cubicBezTo>
                <a:lnTo>
                  <a:pt x="3574" y="41105"/>
                </a:lnTo>
                <a:cubicBezTo>
                  <a:pt x="4766" y="27800"/>
                  <a:pt x="9333" y="17673"/>
                  <a:pt x="17276" y="10524"/>
                </a:cubicBezTo>
                <a:cubicBezTo>
                  <a:pt x="25219" y="3574"/>
                  <a:pt x="36141" y="0"/>
                  <a:pt x="49644" y="0"/>
                </a:cubicBezTo>
                <a:cubicBezTo>
                  <a:pt x="63147" y="0"/>
                  <a:pt x="74068" y="3971"/>
                  <a:pt x="82011" y="11517"/>
                </a:cubicBezTo>
                <a:cubicBezTo>
                  <a:pt x="89954" y="19063"/>
                  <a:pt x="93926" y="28396"/>
                  <a:pt x="93926" y="39516"/>
                </a:cubicBezTo>
                <a:cubicBezTo>
                  <a:pt x="93926" y="45275"/>
                  <a:pt x="92734" y="50835"/>
                  <a:pt x="90352" y="56395"/>
                </a:cubicBezTo>
                <a:cubicBezTo>
                  <a:pt x="87969" y="61955"/>
                  <a:pt x="84196" y="67714"/>
                  <a:pt x="78834" y="73671"/>
                </a:cubicBezTo>
                <a:cubicBezTo>
                  <a:pt x="73473" y="79827"/>
                  <a:pt x="64537" y="88167"/>
                  <a:pt x="52027" y="98692"/>
                </a:cubicBezTo>
                <a:cubicBezTo>
                  <a:pt x="41502" y="107429"/>
                  <a:pt x="34751" y="113386"/>
                  <a:pt x="31772" y="116563"/>
                </a:cubicBezTo>
                <a:cubicBezTo>
                  <a:pt x="28793" y="119741"/>
                  <a:pt x="26410" y="122918"/>
                  <a:pt x="24425" y="126095"/>
                </a:cubicBezTo>
                <a:lnTo>
                  <a:pt x="94124" y="1260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9FB861-370E-43A1-A3F2-9C931DC0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132" y="273722"/>
            <a:ext cx="19857" cy="19857"/>
          </a:xfrm>
          <a:custGeom xmlns:a="http://schemas.openxmlformats.org/drawingml/2006/main">
            <a:pathLst>
              <a:path w="19857" h="19857">
                <a:moveTo>
                  <a:pt x="0" y="19857"/>
                </a:moveTo>
                <a:lnTo>
                  <a:pt x="0" y="0"/>
                </a:lnTo>
                <a:lnTo>
                  <a:pt x="19857" y="0"/>
                </a:lnTo>
                <a:lnTo>
                  <a:pt x="19857" y="19857"/>
                </a:lnTo>
                <a:lnTo>
                  <a:pt x="0" y="19857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555328-C37E-491F-B71E-2E86B35E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606" y="153386"/>
            <a:ext cx="94124" cy="142378"/>
          </a:xfrm>
          <a:custGeom xmlns:a="http://schemas.openxmlformats.org/drawingml/2006/main">
            <a:pathLst>
              <a:path w="94124" h="142378">
                <a:moveTo>
                  <a:pt x="0" y="102862"/>
                </a:moveTo>
                <a:lnTo>
                  <a:pt x="18269" y="101472"/>
                </a:lnTo>
                <a:cubicBezTo>
                  <a:pt x="19460" y="110408"/>
                  <a:pt x="22638" y="117159"/>
                  <a:pt x="27602" y="121528"/>
                </a:cubicBezTo>
                <a:cubicBezTo>
                  <a:pt x="32566" y="126095"/>
                  <a:pt x="38523" y="128279"/>
                  <a:pt x="45474" y="128279"/>
                </a:cubicBezTo>
                <a:cubicBezTo>
                  <a:pt x="53814" y="128279"/>
                  <a:pt x="60962" y="125102"/>
                  <a:pt x="66920" y="118748"/>
                </a:cubicBezTo>
                <a:cubicBezTo>
                  <a:pt x="72678" y="112393"/>
                  <a:pt x="75657" y="104053"/>
                  <a:pt x="75657" y="93529"/>
                </a:cubicBezTo>
                <a:cubicBezTo>
                  <a:pt x="75657" y="83600"/>
                  <a:pt x="72678" y="75856"/>
                  <a:pt x="67118" y="70097"/>
                </a:cubicBezTo>
                <a:cubicBezTo>
                  <a:pt x="61558" y="64338"/>
                  <a:pt x="54211" y="61360"/>
                  <a:pt x="45275" y="61360"/>
                </a:cubicBezTo>
                <a:cubicBezTo>
                  <a:pt x="39715" y="61360"/>
                  <a:pt x="34552" y="62750"/>
                  <a:pt x="29985" y="65331"/>
                </a:cubicBezTo>
                <a:cubicBezTo>
                  <a:pt x="25418" y="67913"/>
                  <a:pt x="21843" y="71090"/>
                  <a:pt x="19460" y="75061"/>
                </a:cubicBezTo>
                <a:lnTo>
                  <a:pt x="2979" y="73076"/>
                </a:lnTo>
                <a:lnTo>
                  <a:pt x="16680" y="0"/>
                </a:lnTo>
                <a:lnTo>
                  <a:pt x="87373" y="0"/>
                </a:lnTo>
                <a:lnTo>
                  <a:pt x="87373" y="16680"/>
                </a:lnTo>
                <a:lnTo>
                  <a:pt x="30779" y="16680"/>
                </a:lnTo>
                <a:lnTo>
                  <a:pt x="23035" y="54807"/>
                </a:lnTo>
                <a:cubicBezTo>
                  <a:pt x="31573" y="48849"/>
                  <a:pt x="40509" y="45871"/>
                  <a:pt x="49842" y="45871"/>
                </a:cubicBezTo>
                <a:cubicBezTo>
                  <a:pt x="62154" y="45871"/>
                  <a:pt x="72678" y="50239"/>
                  <a:pt x="81217" y="58778"/>
                </a:cubicBezTo>
                <a:cubicBezTo>
                  <a:pt x="89756" y="67515"/>
                  <a:pt x="94124" y="78437"/>
                  <a:pt x="94124" y="91940"/>
                </a:cubicBezTo>
                <a:cubicBezTo>
                  <a:pt x="94124" y="104847"/>
                  <a:pt x="90352" y="115968"/>
                  <a:pt x="82806" y="125301"/>
                </a:cubicBezTo>
                <a:cubicBezTo>
                  <a:pt x="73671" y="136818"/>
                  <a:pt x="61360" y="142378"/>
                  <a:pt x="45474" y="142378"/>
                </a:cubicBezTo>
                <a:cubicBezTo>
                  <a:pt x="32566" y="142378"/>
                  <a:pt x="22042" y="138804"/>
                  <a:pt x="13900" y="131655"/>
                </a:cubicBezTo>
                <a:cubicBezTo>
                  <a:pt x="5560" y="124506"/>
                  <a:pt x="993" y="114975"/>
                  <a:pt x="0" y="10286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832D05-B386-4CAA-9C77-2EDE7D9F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027" y="233411"/>
            <a:ext cx="53615" cy="17475"/>
          </a:xfrm>
          <a:custGeom xmlns:a="http://schemas.openxmlformats.org/drawingml/2006/main">
            <a:pathLst>
              <a:path w="53615" h="17475">
                <a:moveTo>
                  <a:pt x="0" y="17475"/>
                </a:moveTo>
                <a:lnTo>
                  <a:pt x="0" y="0"/>
                </a:lnTo>
                <a:lnTo>
                  <a:pt x="53615" y="0"/>
                </a:lnTo>
                <a:lnTo>
                  <a:pt x="53615" y="17475"/>
                </a:lnTo>
                <a:lnTo>
                  <a:pt x="0" y="1747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67EF96-557D-49E3-9BF9-BEE01BC6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592" y="151400"/>
            <a:ext cx="130066" cy="142180"/>
          </a:xfrm>
          <a:custGeom xmlns:a="http://schemas.openxmlformats.org/drawingml/2006/main">
            <a:pathLst>
              <a:path w="130066" h="142180">
                <a:moveTo>
                  <a:pt x="55204" y="142180"/>
                </a:moveTo>
                <a:lnTo>
                  <a:pt x="0" y="0"/>
                </a:lnTo>
                <a:lnTo>
                  <a:pt x="20453" y="0"/>
                </a:lnTo>
                <a:lnTo>
                  <a:pt x="57388" y="103259"/>
                </a:lnTo>
                <a:cubicBezTo>
                  <a:pt x="60168" y="111599"/>
                  <a:pt x="62750" y="119343"/>
                  <a:pt x="64934" y="126492"/>
                </a:cubicBezTo>
                <a:cubicBezTo>
                  <a:pt x="66920" y="118946"/>
                  <a:pt x="69501" y="111202"/>
                  <a:pt x="72480" y="103259"/>
                </a:cubicBezTo>
                <a:lnTo>
                  <a:pt x="111003" y="0"/>
                </a:lnTo>
                <a:lnTo>
                  <a:pt x="130066" y="0"/>
                </a:lnTo>
                <a:lnTo>
                  <a:pt x="74466" y="142180"/>
                </a:lnTo>
                <a:lnTo>
                  <a:pt x="55204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7334FC-325E-4333-AE13-77575E65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4744" y="151400"/>
            <a:ext cx="88961" cy="142180"/>
          </a:xfrm>
          <a:custGeom xmlns:a="http://schemas.openxmlformats.org/drawingml/2006/main">
            <a:pathLst>
              <a:path w="88961" h="142180">
                <a:moveTo>
                  <a:pt x="0" y="142180"/>
                </a:moveTo>
                <a:lnTo>
                  <a:pt x="0" y="0"/>
                </a:lnTo>
                <a:lnTo>
                  <a:pt x="18865" y="0"/>
                </a:lnTo>
                <a:lnTo>
                  <a:pt x="18865" y="125499"/>
                </a:lnTo>
                <a:lnTo>
                  <a:pt x="88961" y="125499"/>
                </a:lnTo>
                <a:lnTo>
                  <a:pt x="88961" y="142180"/>
                </a:lnTo>
                <a:lnTo>
                  <a:pt x="0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511AEB-F0BE-477B-8757-579229B3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7009" y="233411"/>
            <a:ext cx="53615" cy="17475"/>
          </a:xfrm>
          <a:custGeom xmlns:a="http://schemas.openxmlformats.org/drawingml/2006/main">
            <a:pathLst>
              <a:path w="53615" h="17475">
                <a:moveTo>
                  <a:pt x="0" y="17475"/>
                </a:moveTo>
                <a:lnTo>
                  <a:pt x="0" y="0"/>
                </a:lnTo>
                <a:lnTo>
                  <a:pt x="53615" y="0"/>
                </a:lnTo>
                <a:lnTo>
                  <a:pt x="53615" y="17475"/>
                </a:lnTo>
                <a:lnTo>
                  <a:pt x="0" y="1747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F47E41-4323-48A9-AB7D-46FB0A77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120" y="150804"/>
            <a:ext cx="93132" cy="145158"/>
          </a:xfrm>
          <a:custGeom xmlns:a="http://schemas.openxmlformats.org/drawingml/2006/main">
            <a:pathLst>
              <a:path w="93132" h="145158">
                <a:moveTo>
                  <a:pt x="0" y="105245"/>
                </a:moveTo>
                <a:lnTo>
                  <a:pt x="17475" y="102862"/>
                </a:lnTo>
                <a:cubicBezTo>
                  <a:pt x="19460" y="112790"/>
                  <a:pt x="22836" y="119939"/>
                  <a:pt x="27602" y="124308"/>
                </a:cubicBezTo>
                <a:cubicBezTo>
                  <a:pt x="32368" y="128676"/>
                  <a:pt x="38325" y="130861"/>
                  <a:pt x="45275" y="130861"/>
                </a:cubicBezTo>
                <a:cubicBezTo>
                  <a:pt x="53417" y="130861"/>
                  <a:pt x="60367" y="128081"/>
                  <a:pt x="65927" y="122322"/>
                </a:cubicBezTo>
                <a:cubicBezTo>
                  <a:pt x="71487" y="116762"/>
                  <a:pt x="74466" y="109613"/>
                  <a:pt x="74466" y="101273"/>
                </a:cubicBezTo>
                <a:cubicBezTo>
                  <a:pt x="74466" y="93330"/>
                  <a:pt x="71685" y="86579"/>
                  <a:pt x="66523" y="81416"/>
                </a:cubicBezTo>
                <a:cubicBezTo>
                  <a:pt x="61360" y="76253"/>
                  <a:pt x="54608" y="73473"/>
                  <a:pt x="46665" y="73473"/>
                </a:cubicBezTo>
                <a:cubicBezTo>
                  <a:pt x="43289" y="73473"/>
                  <a:pt x="39119" y="74267"/>
                  <a:pt x="34353" y="75458"/>
                </a:cubicBezTo>
                <a:lnTo>
                  <a:pt x="36339" y="60168"/>
                </a:lnTo>
                <a:cubicBezTo>
                  <a:pt x="37531" y="60367"/>
                  <a:pt x="38325" y="60367"/>
                  <a:pt x="39119" y="60367"/>
                </a:cubicBezTo>
                <a:cubicBezTo>
                  <a:pt x="46466" y="60367"/>
                  <a:pt x="53218" y="58580"/>
                  <a:pt x="59175" y="54608"/>
                </a:cubicBezTo>
                <a:cubicBezTo>
                  <a:pt x="65133" y="50637"/>
                  <a:pt x="68111" y="44679"/>
                  <a:pt x="68111" y="36538"/>
                </a:cubicBezTo>
                <a:cubicBezTo>
                  <a:pt x="68111" y="30183"/>
                  <a:pt x="65927" y="25020"/>
                  <a:pt x="61558" y="20850"/>
                </a:cubicBezTo>
                <a:cubicBezTo>
                  <a:pt x="57190" y="16680"/>
                  <a:pt x="51629" y="14496"/>
                  <a:pt x="44878" y="14496"/>
                </a:cubicBezTo>
                <a:cubicBezTo>
                  <a:pt x="38126" y="14496"/>
                  <a:pt x="32368" y="16680"/>
                  <a:pt x="27800" y="20850"/>
                </a:cubicBezTo>
                <a:cubicBezTo>
                  <a:pt x="23233" y="25219"/>
                  <a:pt x="20453" y="31573"/>
                  <a:pt x="19262" y="39914"/>
                </a:cubicBezTo>
                <a:lnTo>
                  <a:pt x="1787" y="36935"/>
                </a:lnTo>
                <a:cubicBezTo>
                  <a:pt x="3773" y="25219"/>
                  <a:pt x="8737" y="16085"/>
                  <a:pt x="16283" y="9730"/>
                </a:cubicBezTo>
                <a:cubicBezTo>
                  <a:pt x="23829" y="3376"/>
                  <a:pt x="33162" y="0"/>
                  <a:pt x="44481" y="0"/>
                </a:cubicBezTo>
                <a:cubicBezTo>
                  <a:pt x="52225" y="0"/>
                  <a:pt x="59374" y="1787"/>
                  <a:pt x="65927" y="5163"/>
                </a:cubicBezTo>
                <a:cubicBezTo>
                  <a:pt x="72281" y="8539"/>
                  <a:pt x="77246" y="13106"/>
                  <a:pt x="80820" y="18666"/>
                </a:cubicBezTo>
                <a:cubicBezTo>
                  <a:pt x="84394" y="24425"/>
                  <a:pt x="86181" y="30581"/>
                  <a:pt x="86181" y="36935"/>
                </a:cubicBezTo>
                <a:cubicBezTo>
                  <a:pt x="86181" y="43289"/>
                  <a:pt x="84394" y="48849"/>
                  <a:pt x="81217" y="53814"/>
                </a:cubicBezTo>
                <a:cubicBezTo>
                  <a:pt x="77841" y="58977"/>
                  <a:pt x="72877" y="62948"/>
                  <a:pt x="66523" y="65728"/>
                </a:cubicBezTo>
                <a:cubicBezTo>
                  <a:pt x="74863" y="67714"/>
                  <a:pt x="81217" y="71884"/>
                  <a:pt x="85983" y="77841"/>
                </a:cubicBezTo>
                <a:cubicBezTo>
                  <a:pt x="90749" y="83997"/>
                  <a:pt x="93132" y="91742"/>
                  <a:pt x="93132" y="100876"/>
                </a:cubicBezTo>
                <a:cubicBezTo>
                  <a:pt x="93132" y="113188"/>
                  <a:pt x="88564" y="123712"/>
                  <a:pt x="79430" y="132251"/>
                </a:cubicBezTo>
                <a:cubicBezTo>
                  <a:pt x="70295" y="140988"/>
                  <a:pt x="58977" y="145158"/>
                  <a:pt x="45275" y="145158"/>
                </a:cubicBezTo>
                <a:cubicBezTo>
                  <a:pt x="32566" y="145158"/>
                  <a:pt x="22240" y="141584"/>
                  <a:pt x="14099" y="134038"/>
                </a:cubicBezTo>
                <a:cubicBezTo>
                  <a:pt x="5759" y="126691"/>
                  <a:pt x="1191" y="117159"/>
                  <a:pt x="0" y="10524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C9536A-89C4-4378-B276-F90A711C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1684" y="151400"/>
            <a:ext cx="107429" cy="142180"/>
          </a:xfrm>
          <a:custGeom xmlns:a="http://schemas.openxmlformats.org/drawingml/2006/main">
            <a:pathLst>
              <a:path w="107429" h="142180">
                <a:moveTo>
                  <a:pt x="0" y="142180"/>
                </a:moveTo>
                <a:lnTo>
                  <a:pt x="0" y="0"/>
                </a:lnTo>
                <a:lnTo>
                  <a:pt x="53417" y="0"/>
                </a:lnTo>
                <a:cubicBezTo>
                  <a:pt x="64140" y="0"/>
                  <a:pt x="72877" y="1589"/>
                  <a:pt x="79430" y="4369"/>
                </a:cubicBezTo>
                <a:cubicBezTo>
                  <a:pt x="85983" y="7347"/>
                  <a:pt x="91146" y="11716"/>
                  <a:pt x="94919" y="17673"/>
                </a:cubicBezTo>
                <a:cubicBezTo>
                  <a:pt x="98493" y="23630"/>
                  <a:pt x="100479" y="29985"/>
                  <a:pt x="100479" y="36339"/>
                </a:cubicBezTo>
                <a:cubicBezTo>
                  <a:pt x="100479" y="42495"/>
                  <a:pt x="98692" y="48254"/>
                  <a:pt x="95514" y="53615"/>
                </a:cubicBezTo>
                <a:cubicBezTo>
                  <a:pt x="92139" y="58977"/>
                  <a:pt x="87174" y="63345"/>
                  <a:pt x="80621" y="66523"/>
                </a:cubicBezTo>
                <a:cubicBezTo>
                  <a:pt x="89160" y="69104"/>
                  <a:pt x="95713" y="73473"/>
                  <a:pt x="100479" y="79430"/>
                </a:cubicBezTo>
                <a:cubicBezTo>
                  <a:pt x="105046" y="85586"/>
                  <a:pt x="107429" y="92734"/>
                  <a:pt x="107429" y="100876"/>
                </a:cubicBezTo>
                <a:cubicBezTo>
                  <a:pt x="107429" y="107628"/>
                  <a:pt x="105840" y="113982"/>
                  <a:pt x="103060" y="119542"/>
                </a:cubicBezTo>
                <a:cubicBezTo>
                  <a:pt x="100280" y="125301"/>
                  <a:pt x="96706" y="129669"/>
                  <a:pt x="92734" y="132846"/>
                </a:cubicBezTo>
                <a:cubicBezTo>
                  <a:pt x="88564" y="136024"/>
                  <a:pt x="83401" y="138208"/>
                  <a:pt x="77246" y="139797"/>
                </a:cubicBezTo>
                <a:cubicBezTo>
                  <a:pt x="70891" y="141385"/>
                  <a:pt x="63345" y="142180"/>
                  <a:pt x="54211" y="142180"/>
                </a:cubicBezTo>
                <a:lnTo>
                  <a:pt x="0" y="142180"/>
                </a:lnTo>
                <a:close/>
                <a:moveTo>
                  <a:pt x="18865" y="59771"/>
                </a:moveTo>
                <a:lnTo>
                  <a:pt x="49644" y="59771"/>
                </a:lnTo>
                <a:cubicBezTo>
                  <a:pt x="57984" y="59771"/>
                  <a:pt x="63941" y="59374"/>
                  <a:pt x="67515" y="58182"/>
                </a:cubicBezTo>
                <a:cubicBezTo>
                  <a:pt x="72281" y="56792"/>
                  <a:pt x="75856" y="54409"/>
                  <a:pt x="78238" y="51034"/>
                </a:cubicBezTo>
                <a:cubicBezTo>
                  <a:pt x="80621" y="47857"/>
                  <a:pt x="82011" y="43686"/>
                  <a:pt x="82011" y="38722"/>
                </a:cubicBezTo>
                <a:cubicBezTo>
                  <a:pt x="82011" y="33956"/>
                  <a:pt x="80820" y="29786"/>
                  <a:pt x="78636" y="26212"/>
                </a:cubicBezTo>
                <a:cubicBezTo>
                  <a:pt x="76253" y="22638"/>
                  <a:pt x="73076" y="20255"/>
                  <a:pt x="68905" y="18865"/>
                </a:cubicBezTo>
                <a:cubicBezTo>
                  <a:pt x="64537" y="17673"/>
                  <a:pt x="57388" y="16879"/>
                  <a:pt x="47261" y="16879"/>
                </a:cubicBezTo>
                <a:lnTo>
                  <a:pt x="18865" y="16879"/>
                </a:lnTo>
                <a:lnTo>
                  <a:pt x="18865" y="59771"/>
                </a:lnTo>
                <a:close/>
                <a:moveTo>
                  <a:pt x="18865" y="125499"/>
                </a:moveTo>
                <a:lnTo>
                  <a:pt x="54211" y="125499"/>
                </a:lnTo>
                <a:cubicBezTo>
                  <a:pt x="60168" y="125499"/>
                  <a:pt x="64537" y="125301"/>
                  <a:pt x="67118" y="124705"/>
                </a:cubicBezTo>
                <a:cubicBezTo>
                  <a:pt x="71288" y="123911"/>
                  <a:pt x="74863" y="122719"/>
                  <a:pt x="77841" y="120932"/>
                </a:cubicBezTo>
                <a:cubicBezTo>
                  <a:pt x="80621" y="119145"/>
                  <a:pt x="83004" y="116563"/>
                  <a:pt x="84990" y="112989"/>
                </a:cubicBezTo>
                <a:cubicBezTo>
                  <a:pt x="86976" y="109613"/>
                  <a:pt x="87969" y="105642"/>
                  <a:pt x="87969" y="100876"/>
                </a:cubicBezTo>
                <a:cubicBezTo>
                  <a:pt x="87969" y="95713"/>
                  <a:pt x="86579" y="91146"/>
                  <a:pt x="83799" y="87174"/>
                </a:cubicBezTo>
                <a:cubicBezTo>
                  <a:pt x="81018" y="83203"/>
                  <a:pt x="77246" y="80423"/>
                  <a:pt x="72480" y="78834"/>
                </a:cubicBezTo>
                <a:cubicBezTo>
                  <a:pt x="67714" y="77246"/>
                  <a:pt x="60764" y="76451"/>
                  <a:pt x="51629" y="76451"/>
                </a:cubicBezTo>
                <a:lnTo>
                  <a:pt x="18865" y="76451"/>
                </a:lnTo>
                <a:lnTo>
                  <a:pt x="18865" y="12549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6C02D6-629A-4A9D-8E63-C44A2A25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6954" y="149017"/>
            <a:ext cx="46864" cy="186065"/>
          </a:xfrm>
          <a:custGeom xmlns:a="http://schemas.openxmlformats.org/drawingml/2006/main">
            <a:pathLst>
              <a:path w="46864" h="186065">
                <a:moveTo>
                  <a:pt x="34353" y="186065"/>
                </a:moveTo>
                <a:cubicBezTo>
                  <a:pt x="24623" y="173951"/>
                  <a:pt x="16482" y="159853"/>
                  <a:pt x="9929" y="143768"/>
                </a:cubicBezTo>
                <a:cubicBezTo>
                  <a:pt x="3177" y="127485"/>
                  <a:pt x="0" y="110606"/>
                  <a:pt x="0" y="93132"/>
                </a:cubicBezTo>
                <a:cubicBezTo>
                  <a:pt x="0" y="77841"/>
                  <a:pt x="2383" y="63147"/>
                  <a:pt x="7347" y="48849"/>
                </a:cubicBezTo>
                <a:cubicBezTo>
                  <a:pt x="13106" y="32566"/>
                  <a:pt x="22042" y="16283"/>
                  <a:pt x="34353" y="0"/>
                </a:cubicBezTo>
                <a:lnTo>
                  <a:pt x="46864" y="0"/>
                </a:lnTo>
                <a:cubicBezTo>
                  <a:pt x="38921" y="13503"/>
                  <a:pt x="33758" y="23233"/>
                  <a:pt x="31375" y="28793"/>
                </a:cubicBezTo>
                <a:cubicBezTo>
                  <a:pt x="27403" y="37729"/>
                  <a:pt x="24226" y="47062"/>
                  <a:pt x="22042" y="56792"/>
                </a:cubicBezTo>
                <a:cubicBezTo>
                  <a:pt x="19262" y="68905"/>
                  <a:pt x="17872" y="81018"/>
                  <a:pt x="17872" y="93132"/>
                </a:cubicBezTo>
                <a:cubicBezTo>
                  <a:pt x="17872" y="124308"/>
                  <a:pt x="27403" y="155087"/>
                  <a:pt x="46864" y="186065"/>
                </a:cubicBezTo>
                <a:lnTo>
                  <a:pt x="34353" y="18606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F784C6-A32E-49AF-9A70-F45C3CEF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491" y="149017"/>
            <a:ext cx="131456" cy="146747"/>
          </a:xfrm>
          <a:custGeom xmlns:a="http://schemas.openxmlformats.org/drawingml/2006/main">
            <a:pathLst>
              <a:path w="131456" h="146747">
                <a:moveTo>
                  <a:pt x="71288" y="88763"/>
                </a:moveTo>
                <a:lnTo>
                  <a:pt x="71288" y="72083"/>
                </a:lnTo>
                <a:lnTo>
                  <a:pt x="131456" y="72083"/>
                </a:lnTo>
                <a:lnTo>
                  <a:pt x="131456" y="124705"/>
                </a:lnTo>
                <a:cubicBezTo>
                  <a:pt x="122322" y="132251"/>
                  <a:pt x="112790" y="137811"/>
                  <a:pt x="102862" y="141385"/>
                </a:cubicBezTo>
                <a:cubicBezTo>
                  <a:pt x="92933" y="144960"/>
                  <a:pt x="83004" y="146747"/>
                  <a:pt x="72678" y="146747"/>
                </a:cubicBezTo>
                <a:cubicBezTo>
                  <a:pt x="58580" y="146747"/>
                  <a:pt x="45871" y="143967"/>
                  <a:pt x="34552" y="138009"/>
                </a:cubicBezTo>
                <a:cubicBezTo>
                  <a:pt x="23035" y="132052"/>
                  <a:pt x="14496" y="123513"/>
                  <a:pt x="8737" y="112195"/>
                </a:cubicBezTo>
                <a:cubicBezTo>
                  <a:pt x="2780" y="100876"/>
                  <a:pt x="0" y="88167"/>
                  <a:pt x="0" y="74267"/>
                </a:cubicBezTo>
                <a:cubicBezTo>
                  <a:pt x="0" y="60367"/>
                  <a:pt x="2780" y="47459"/>
                  <a:pt x="8737" y="35545"/>
                </a:cubicBezTo>
                <a:cubicBezTo>
                  <a:pt x="14496" y="23630"/>
                  <a:pt x="22836" y="14695"/>
                  <a:pt x="33758" y="8737"/>
                </a:cubicBezTo>
                <a:cubicBezTo>
                  <a:pt x="44481" y="2979"/>
                  <a:pt x="56991" y="0"/>
                  <a:pt x="71288" y="0"/>
                </a:cubicBezTo>
                <a:cubicBezTo>
                  <a:pt x="81416" y="0"/>
                  <a:pt x="90749" y="1787"/>
                  <a:pt x="99089" y="4964"/>
                </a:cubicBezTo>
                <a:cubicBezTo>
                  <a:pt x="107429" y="8340"/>
                  <a:pt x="113783" y="12907"/>
                  <a:pt x="118549" y="18865"/>
                </a:cubicBezTo>
                <a:cubicBezTo>
                  <a:pt x="123315" y="24822"/>
                  <a:pt x="126889" y="32566"/>
                  <a:pt x="129471" y="42098"/>
                </a:cubicBezTo>
                <a:lnTo>
                  <a:pt x="112393" y="46864"/>
                </a:lnTo>
                <a:cubicBezTo>
                  <a:pt x="110209" y="39715"/>
                  <a:pt x="107628" y="33956"/>
                  <a:pt x="104450" y="29786"/>
                </a:cubicBezTo>
                <a:cubicBezTo>
                  <a:pt x="101273" y="25815"/>
                  <a:pt x="96706" y="22439"/>
                  <a:pt x="90749" y="19857"/>
                </a:cubicBezTo>
                <a:cubicBezTo>
                  <a:pt x="84791" y="17475"/>
                  <a:pt x="78437" y="16085"/>
                  <a:pt x="71288" y="16085"/>
                </a:cubicBezTo>
                <a:cubicBezTo>
                  <a:pt x="62551" y="16085"/>
                  <a:pt x="55204" y="17475"/>
                  <a:pt x="48849" y="20056"/>
                </a:cubicBezTo>
                <a:cubicBezTo>
                  <a:pt x="42495" y="22836"/>
                  <a:pt x="37531" y="26212"/>
                  <a:pt x="33758" y="30382"/>
                </a:cubicBezTo>
                <a:cubicBezTo>
                  <a:pt x="29786" y="34751"/>
                  <a:pt x="26808" y="39318"/>
                  <a:pt x="24822" y="44481"/>
                </a:cubicBezTo>
                <a:cubicBezTo>
                  <a:pt x="21247" y="53218"/>
                  <a:pt x="19460" y="62750"/>
                  <a:pt x="19460" y="73076"/>
                </a:cubicBezTo>
                <a:cubicBezTo>
                  <a:pt x="19460" y="85784"/>
                  <a:pt x="21645" y="96309"/>
                  <a:pt x="26013" y="104847"/>
                </a:cubicBezTo>
                <a:cubicBezTo>
                  <a:pt x="30382" y="113386"/>
                  <a:pt x="36736" y="119741"/>
                  <a:pt x="45076" y="123911"/>
                </a:cubicBezTo>
                <a:cubicBezTo>
                  <a:pt x="53417" y="128081"/>
                  <a:pt x="62154" y="130066"/>
                  <a:pt x="71685" y="130066"/>
                </a:cubicBezTo>
                <a:cubicBezTo>
                  <a:pt x="79628" y="130066"/>
                  <a:pt x="87571" y="128478"/>
                  <a:pt x="95316" y="125301"/>
                </a:cubicBezTo>
                <a:cubicBezTo>
                  <a:pt x="103060" y="122123"/>
                  <a:pt x="109018" y="118946"/>
                  <a:pt x="113188" y="115372"/>
                </a:cubicBezTo>
                <a:lnTo>
                  <a:pt x="113188" y="88763"/>
                </a:lnTo>
                <a:lnTo>
                  <a:pt x="71288" y="88763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2F3237-0CAB-4154-B761-15B1CF71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805" y="188335"/>
            <a:ext cx="94919" cy="107429"/>
          </a:xfrm>
          <a:custGeom xmlns:a="http://schemas.openxmlformats.org/drawingml/2006/main">
            <a:pathLst>
              <a:path w="94919" h="107429">
                <a:moveTo>
                  <a:pt x="76253" y="72083"/>
                </a:moveTo>
                <a:lnTo>
                  <a:pt x="94323" y="74267"/>
                </a:lnTo>
                <a:cubicBezTo>
                  <a:pt x="91344" y="84990"/>
                  <a:pt x="85983" y="93132"/>
                  <a:pt x="78437" y="98890"/>
                </a:cubicBezTo>
                <a:cubicBezTo>
                  <a:pt x="70693" y="104649"/>
                  <a:pt x="60962" y="107429"/>
                  <a:pt x="49048" y="107429"/>
                </a:cubicBezTo>
                <a:cubicBezTo>
                  <a:pt x="33956" y="107429"/>
                  <a:pt x="21843" y="102862"/>
                  <a:pt x="13106" y="93727"/>
                </a:cubicBezTo>
                <a:cubicBezTo>
                  <a:pt x="4369" y="84593"/>
                  <a:pt x="0" y="71487"/>
                  <a:pt x="0" y="54608"/>
                </a:cubicBezTo>
                <a:cubicBezTo>
                  <a:pt x="0" y="37332"/>
                  <a:pt x="4369" y="23829"/>
                  <a:pt x="13305" y="14297"/>
                </a:cubicBezTo>
                <a:cubicBezTo>
                  <a:pt x="22042" y="4766"/>
                  <a:pt x="33758" y="0"/>
                  <a:pt x="48055" y="0"/>
                </a:cubicBezTo>
                <a:cubicBezTo>
                  <a:pt x="61757" y="0"/>
                  <a:pt x="73076" y="4766"/>
                  <a:pt x="81813" y="14099"/>
                </a:cubicBezTo>
                <a:cubicBezTo>
                  <a:pt x="90550" y="23432"/>
                  <a:pt x="94919" y="36538"/>
                  <a:pt x="94919" y="53615"/>
                </a:cubicBezTo>
                <a:cubicBezTo>
                  <a:pt x="94919" y="54807"/>
                  <a:pt x="94720" y="56197"/>
                  <a:pt x="94720" y="58182"/>
                </a:cubicBezTo>
                <a:lnTo>
                  <a:pt x="17872" y="58182"/>
                </a:lnTo>
                <a:cubicBezTo>
                  <a:pt x="18467" y="69700"/>
                  <a:pt x="21645" y="78238"/>
                  <a:pt x="27403" y="84196"/>
                </a:cubicBezTo>
                <a:cubicBezTo>
                  <a:pt x="33162" y="90153"/>
                  <a:pt x="40311" y="93132"/>
                  <a:pt x="49048" y="93132"/>
                </a:cubicBezTo>
                <a:cubicBezTo>
                  <a:pt x="55402" y="93132"/>
                  <a:pt x="60962" y="91543"/>
                  <a:pt x="65530" y="88167"/>
                </a:cubicBezTo>
                <a:cubicBezTo>
                  <a:pt x="69898" y="84990"/>
                  <a:pt x="73473" y="79628"/>
                  <a:pt x="76253" y="72083"/>
                </a:cubicBezTo>
                <a:close/>
                <a:moveTo>
                  <a:pt x="18865" y="43885"/>
                </a:moveTo>
                <a:lnTo>
                  <a:pt x="76451" y="43885"/>
                </a:lnTo>
                <a:cubicBezTo>
                  <a:pt x="75657" y="35148"/>
                  <a:pt x="73473" y="28793"/>
                  <a:pt x="69898" y="24425"/>
                </a:cubicBezTo>
                <a:cubicBezTo>
                  <a:pt x="64338" y="17673"/>
                  <a:pt x="56991" y="14297"/>
                  <a:pt x="48254" y="14297"/>
                </a:cubicBezTo>
                <a:cubicBezTo>
                  <a:pt x="40112" y="14297"/>
                  <a:pt x="33361" y="17077"/>
                  <a:pt x="27999" y="22439"/>
                </a:cubicBezTo>
                <a:cubicBezTo>
                  <a:pt x="22439" y="27800"/>
                  <a:pt x="19460" y="34949"/>
                  <a:pt x="18865" y="438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2F3232-08CA-4762-9137-E8431B17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971" y="188335"/>
            <a:ext cx="83600" cy="105245"/>
          </a:xfrm>
          <a:custGeom xmlns:a="http://schemas.openxmlformats.org/drawingml/2006/main">
            <a:pathLst>
              <a:path w="83600" h="105245">
                <a:moveTo>
                  <a:pt x="0" y="105245"/>
                </a:moveTo>
                <a:lnTo>
                  <a:pt x="0" y="2184"/>
                </a:lnTo>
                <a:lnTo>
                  <a:pt x="15687" y="2184"/>
                </a:lnTo>
                <a:lnTo>
                  <a:pt x="15687" y="16879"/>
                </a:lnTo>
                <a:cubicBezTo>
                  <a:pt x="23233" y="5759"/>
                  <a:pt x="34155" y="0"/>
                  <a:pt x="48452" y="0"/>
                </a:cubicBezTo>
                <a:cubicBezTo>
                  <a:pt x="54608" y="0"/>
                  <a:pt x="60367" y="1191"/>
                  <a:pt x="65530" y="3376"/>
                </a:cubicBezTo>
                <a:cubicBezTo>
                  <a:pt x="70693" y="5560"/>
                  <a:pt x="74664" y="8539"/>
                  <a:pt x="77246" y="12113"/>
                </a:cubicBezTo>
                <a:cubicBezTo>
                  <a:pt x="79827" y="15687"/>
                  <a:pt x="81614" y="20056"/>
                  <a:pt x="82607" y="25020"/>
                </a:cubicBezTo>
                <a:cubicBezTo>
                  <a:pt x="83203" y="28198"/>
                  <a:pt x="83600" y="33956"/>
                  <a:pt x="83600" y="41899"/>
                </a:cubicBezTo>
                <a:lnTo>
                  <a:pt x="83600" y="105245"/>
                </a:lnTo>
                <a:lnTo>
                  <a:pt x="66125" y="105245"/>
                </a:lnTo>
                <a:lnTo>
                  <a:pt x="66125" y="42694"/>
                </a:lnTo>
                <a:cubicBezTo>
                  <a:pt x="66125" y="35545"/>
                  <a:pt x="65331" y="30382"/>
                  <a:pt x="64140" y="26808"/>
                </a:cubicBezTo>
                <a:cubicBezTo>
                  <a:pt x="62750" y="23233"/>
                  <a:pt x="60367" y="20453"/>
                  <a:pt x="56991" y="18269"/>
                </a:cubicBezTo>
                <a:cubicBezTo>
                  <a:pt x="53417" y="16283"/>
                  <a:pt x="49445" y="15092"/>
                  <a:pt x="44878" y="15092"/>
                </a:cubicBezTo>
                <a:cubicBezTo>
                  <a:pt x="37332" y="15092"/>
                  <a:pt x="30779" y="17475"/>
                  <a:pt x="25418" y="22240"/>
                </a:cubicBezTo>
                <a:cubicBezTo>
                  <a:pt x="20056" y="27006"/>
                  <a:pt x="17475" y="35942"/>
                  <a:pt x="17475" y="49048"/>
                </a:cubicBezTo>
                <a:lnTo>
                  <a:pt x="17475" y="105245"/>
                </a:lnTo>
                <a:lnTo>
                  <a:pt x="0" y="10524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A11C29-7044-4954-9073-D128A616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620" y="188335"/>
            <a:ext cx="94919" cy="107429"/>
          </a:xfrm>
          <a:custGeom xmlns:a="http://schemas.openxmlformats.org/drawingml/2006/main">
            <a:pathLst>
              <a:path w="94919" h="107429">
                <a:moveTo>
                  <a:pt x="76253" y="72083"/>
                </a:moveTo>
                <a:lnTo>
                  <a:pt x="94323" y="74267"/>
                </a:lnTo>
                <a:cubicBezTo>
                  <a:pt x="91344" y="84990"/>
                  <a:pt x="85983" y="93132"/>
                  <a:pt x="78437" y="98890"/>
                </a:cubicBezTo>
                <a:cubicBezTo>
                  <a:pt x="70693" y="104649"/>
                  <a:pt x="60962" y="107429"/>
                  <a:pt x="49048" y="107429"/>
                </a:cubicBezTo>
                <a:cubicBezTo>
                  <a:pt x="33956" y="107429"/>
                  <a:pt x="21843" y="102862"/>
                  <a:pt x="13106" y="93727"/>
                </a:cubicBezTo>
                <a:cubicBezTo>
                  <a:pt x="4369" y="84593"/>
                  <a:pt x="0" y="71487"/>
                  <a:pt x="0" y="54608"/>
                </a:cubicBezTo>
                <a:cubicBezTo>
                  <a:pt x="0" y="37332"/>
                  <a:pt x="4369" y="23829"/>
                  <a:pt x="13305" y="14297"/>
                </a:cubicBezTo>
                <a:cubicBezTo>
                  <a:pt x="22042" y="4766"/>
                  <a:pt x="33758" y="0"/>
                  <a:pt x="48055" y="0"/>
                </a:cubicBezTo>
                <a:cubicBezTo>
                  <a:pt x="61757" y="0"/>
                  <a:pt x="73076" y="4766"/>
                  <a:pt x="81813" y="14099"/>
                </a:cubicBezTo>
                <a:cubicBezTo>
                  <a:pt x="90550" y="23432"/>
                  <a:pt x="94919" y="36538"/>
                  <a:pt x="94919" y="53615"/>
                </a:cubicBezTo>
                <a:cubicBezTo>
                  <a:pt x="94919" y="54807"/>
                  <a:pt x="94720" y="56197"/>
                  <a:pt x="94720" y="58182"/>
                </a:cubicBezTo>
                <a:lnTo>
                  <a:pt x="17872" y="58182"/>
                </a:lnTo>
                <a:cubicBezTo>
                  <a:pt x="18467" y="69700"/>
                  <a:pt x="21645" y="78238"/>
                  <a:pt x="27403" y="84196"/>
                </a:cubicBezTo>
                <a:cubicBezTo>
                  <a:pt x="33162" y="90153"/>
                  <a:pt x="40311" y="93132"/>
                  <a:pt x="49048" y="93132"/>
                </a:cubicBezTo>
                <a:cubicBezTo>
                  <a:pt x="55402" y="93132"/>
                  <a:pt x="60962" y="91543"/>
                  <a:pt x="65530" y="88167"/>
                </a:cubicBezTo>
                <a:cubicBezTo>
                  <a:pt x="69898" y="84990"/>
                  <a:pt x="73473" y="79628"/>
                  <a:pt x="76253" y="72083"/>
                </a:cubicBezTo>
                <a:close/>
                <a:moveTo>
                  <a:pt x="18865" y="43885"/>
                </a:moveTo>
                <a:lnTo>
                  <a:pt x="76451" y="43885"/>
                </a:lnTo>
                <a:cubicBezTo>
                  <a:pt x="75657" y="35148"/>
                  <a:pt x="73473" y="28793"/>
                  <a:pt x="69898" y="24425"/>
                </a:cubicBezTo>
                <a:cubicBezTo>
                  <a:pt x="64338" y="17673"/>
                  <a:pt x="56991" y="14297"/>
                  <a:pt x="48254" y="14297"/>
                </a:cubicBezTo>
                <a:cubicBezTo>
                  <a:pt x="40112" y="14297"/>
                  <a:pt x="33361" y="17077"/>
                  <a:pt x="27999" y="22439"/>
                </a:cubicBezTo>
                <a:cubicBezTo>
                  <a:pt x="22439" y="27800"/>
                  <a:pt x="19460" y="34949"/>
                  <a:pt x="18865" y="438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B7682C-C78F-4E60-810F-EBD3239F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9587" y="188335"/>
            <a:ext cx="55998" cy="105245"/>
          </a:xfrm>
          <a:custGeom xmlns:a="http://schemas.openxmlformats.org/drawingml/2006/main">
            <a:pathLst>
              <a:path w="55998" h="105245">
                <a:moveTo>
                  <a:pt x="0" y="105245"/>
                </a:moveTo>
                <a:lnTo>
                  <a:pt x="0" y="2184"/>
                </a:lnTo>
                <a:lnTo>
                  <a:pt x="15687" y="2184"/>
                </a:lnTo>
                <a:lnTo>
                  <a:pt x="15687" y="17872"/>
                </a:lnTo>
                <a:cubicBezTo>
                  <a:pt x="19659" y="10723"/>
                  <a:pt x="23233" y="5957"/>
                  <a:pt x="26808" y="3574"/>
                </a:cubicBezTo>
                <a:cubicBezTo>
                  <a:pt x="30183" y="1191"/>
                  <a:pt x="33956" y="0"/>
                  <a:pt x="37928" y="0"/>
                </a:cubicBezTo>
                <a:cubicBezTo>
                  <a:pt x="43885" y="0"/>
                  <a:pt x="49842" y="1986"/>
                  <a:pt x="55998" y="5560"/>
                </a:cubicBezTo>
                <a:lnTo>
                  <a:pt x="49842" y="21843"/>
                </a:lnTo>
                <a:cubicBezTo>
                  <a:pt x="45474" y="19460"/>
                  <a:pt x="41304" y="18070"/>
                  <a:pt x="37133" y="18070"/>
                </a:cubicBezTo>
                <a:cubicBezTo>
                  <a:pt x="33162" y="18070"/>
                  <a:pt x="29786" y="19262"/>
                  <a:pt x="26808" y="21446"/>
                </a:cubicBezTo>
                <a:cubicBezTo>
                  <a:pt x="23630" y="23829"/>
                  <a:pt x="21446" y="27006"/>
                  <a:pt x="20255" y="30978"/>
                </a:cubicBezTo>
                <a:cubicBezTo>
                  <a:pt x="18269" y="37332"/>
                  <a:pt x="17475" y="44084"/>
                  <a:pt x="17475" y="51431"/>
                </a:cubicBezTo>
                <a:lnTo>
                  <a:pt x="17475" y="105245"/>
                </a:lnTo>
                <a:lnTo>
                  <a:pt x="0" y="10524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8F1097-A9A0-40C9-9585-EB9A901A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954" y="188335"/>
            <a:ext cx="94919" cy="107429"/>
          </a:xfrm>
          <a:custGeom xmlns:a="http://schemas.openxmlformats.org/drawingml/2006/main">
            <a:pathLst>
              <a:path w="94919" h="107429">
                <a:moveTo>
                  <a:pt x="73076" y="92536"/>
                </a:moveTo>
                <a:cubicBezTo>
                  <a:pt x="66523" y="98096"/>
                  <a:pt x="60367" y="102067"/>
                  <a:pt x="54409" y="104252"/>
                </a:cubicBezTo>
                <a:cubicBezTo>
                  <a:pt x="48452" y="106237"/>
                  <a:pt x="41899" y="107429"/>
                  <a:pt x="35148" y="107429"/>
                </a:cubicBezTo>
                <a:cubicBezTo>
                  <a:pt x="23829" y="107429"/>
                  <a:pt x="15092" y="104847"/>
                  <a:pt x="9134" y="99287"/>
                </a:cubicBezTo>
                <a:cubicBezTo>
                  <a:pt x="2979" y="93727"/>
                  <a:pt x="0" y="86777"/>
                  <a:pt x="0" y="78040"/>
                </a:cubicBezTo>
                <a:cubicBezTo>
                  <a:pt x="0" y="73076"/>
                  <a:pt x="993" y="68508"/>
                  <a:pt x="3376" y="64338"/>
                </a:cubicBezTo>
                <a:cubicBezTo>
                  <a:pt x="5759" y="60168"/>
                  <a:pt x="8737" y="56792"/>
                  <a:pt x="12510" y="54211"/>
                </a:cubicBezTo>
                <a:cubicBezTo>
                  <a:pt x="16085" y="51828"/>
                  <a:pt x="20255" y="49842"/>
                  <a:pt x="25020" y="48452"/>
                </a:cubicBezTo>
                <a:cubicBezTo>
                  <a:pt x="28396" y="47658"/>
                  <a:pt x="33559" y="46864"/>
                  <a:pt x="40509" y="45871"/>
                </a:cubicBezTo>
                <a:cubicBezTo>
                  <a:pt x="54608" y="44282"/>
                  <a:pt x="64934" y="42296"/>
                  <a:pt x="71685" y="39914"/>
                </a:cubicBezTo>
                <a:cubicBezTo>
                  <a:pt x="71685" y="37531"/>
                  <a:pt x="71685" y="36141"/>
                  <a:pt x="71685" y="35346"/>
                </a:cubicBezTo>
                <a:cubicBezTo>
                  <a:pt x="71685" y="28198"/>
                  <a:pt x="70097" y="23233"/>
                  <a:pt x="66920" y="20255"/>
                </a:cubicBezTo>
                <a:cubicBezTo>
                  <a:pt x="62352" y="16283"/>
                  <a:pt x="55601" y="14297"/>
                  <a:pt x="46864" y="14297"/>
                </a:cubicBezTo>
                <a:cubicBezTo>
                  <a:pt x="38523" y="14297"/>
                  <a:pt x="32566" y="15886"/>
                  <a:pt x="28595" y="18666"/>
                </a:cubicBezTo>
                <a:cubicBezTo>
                  <a:pt x="24623" y="21645"/>
                  <a:pt x="21843" y="26808"/>
                  <a:pt x="20056" y="33956"/>
                </a:cubicBezTo>
                <a:lnTo>
                  <a:pt x="2979" y="31573"/>
                </a:lnTo>
                <a:cubicBezTo>
                  <a:pt x="4567" y="24425"/>
                  <a:pt x="7149" y="18467"/>
                  <a:pt x="10723" y="13900"/>
                </a:cubicBezTo>
                <a:cubicBezTo>
                  <a:pt x="14297" y="9532"/>
                  <a:pt x="19262" y="5957"/>
                  <a:pt x="26013" y="3574"/>
                </a:cubicBezTo>
                <a:cubicBezTo>
                  <a:pt x="32765" y="1191"/>
                  <a:pt x="40509" y="0"/>
                  <a:pt x="49445" y="0"/>
                </a:cubicBezTo>
                <a:cubicBezTo>
                  <a:pt x="58182" y="0"/>
                  <a:pt x="65331" y="1191"/>
                  <a:pt x="70891" y="3177"/>
                </a:cubicBezTo>
                <a:cubicBezTo>
                  <a:pt x="76451" y="5163"/>
                  <a:pt x="80423" y="7744"/>
                  <a:pt x="83004" y="10922"/>
                </a:cubicBezTo>
                <a:cubicBezTo>
                  <a:pt x="85586" y="14099"/>
                  <a:pt x="87373" y="17872"/>
                  <a:pt x="88366" y="22638"/>
                </a:cubicBezTo>
                <a:cubicBezTo>
                  <a:pt x="88961" y="25815"/>
                  <a:pt x="89359" y="31176"/>
                  <a:pt x="89359" y="38921"/>
                </a:cubicBezTo>
                <a:lnTo>
                  <a:pt x="89359" y="62154"/>
                </a:lnTo>
                <a:cubicBezTo>
                  <a:pt x="89359" y="78437"/>
                  <a:pt x="89557" y="88564"/>
                  <a:pt x="90352" y="92933"/>
                </a:cubicBezTo>
                <a:cubicBezTo>
                  <a:pt x="91146" y="97302"/>
                  <a:pt x="92536" y="101273"/>
                  <a:pt x="94919" y="105245"/>
                </a:cubicBezTo>
                <a:lnTo>
                  <a:pt x="76650" y="105245"/>
                </a:lnTo>
                <a:cubicBezTo>
                  <a:pt x="74664" y="101670"/>
                  <a:pt x="73473" y="97500"/>
                  <a:pt x="73076" y="92536"/>
                </a:cubicBezTo>
                <a:close/>
                <a:moveTo>
                  <a:pt x="71685" y="53615"/>
                </a:moveTo>
                <a:cubicBezTo>
                  <a:pt x="65331" y="56197"/>
                  <a:pt x="55799" y="58381"/>
                  <a:pt x="43091" y="60168"/>
                </a:cubicBezTo>
                <a:cubicBezTo>
                  <a:pt x="35942" y="61360"/>
                  <a:pt x="30779" y="62551"/>
                  <a:pt x="27800" y="63742"/>
                </a:cubicBezTo>
                <a:cubicBezTo>
                  <a:pt x="24822" y="64934"/>
                  <a:pt x="22638" y="66920"/>
                  <a:pt x="21049" y="69303"/>
                </a:cubicBezTo>
                <a:cubicBezTo>
                  <a:pt x="19460" y="71884"/>
                  <a:pt x="18666" y="74664"/>
                  <a:pt x="18666" y="77643"/>
                </a:cubicBezTo>
                <a:cubicBezTo>
                  <a:pt x="18666" y="82409"/>
                  <a:pt x="20255" y="86181"/>
                  <a:pt x="23829" y="89359"/>
                </a:cubicBezTo>
                <a:cubicBezTo>
                  <a:pt x="27403" y="92536"/>
                  <a:pt x="32566" y="93926"/>
                  <a:pt x="39318" y="93926"/>
                </a:cubicBezTo>
                <a:cubicBezTo>
                  <a:pt x="46069" y="93926"/>
                  <a:pt x="52027" y="92536"/>
                  <a:pt x="57190" y="89557"/>
                </a:cubicBezTo>
                <a:cubicBezTo>
                  <a:pt x="62352" y="86579"/>
                  <a:pt x="66324" y="82607"/>
                  <a:pt x="68905" y="77444"/>
                </a:cubicBezTo>
                <a:cubicBezTo>
                  <a:pt x="70693" y="73473"/>
                  <a:pt x="71685" y="67714"/>
                  <a:pt x="71685" y="59970"/>
                </a:cubicBezTo>
                <a:lnTo>
                  <a:pt x="71685" y="5361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98D896-B481-4291-AE01-0A008E8A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5921" y="151400"/>
            <a:ext cx="17475" cy="142180"/>
          </a:xfrm>
          <a:custGeom xmlns:a="http://schemas.openxmlformats.org/drawingml/2006/main">
            <a:pathLst>
              <a:path w="17475" h="142180">
                <a:moveTo>
                  <a:pt x="0" y="142180"/>
                </a:moveTo>
                <a:lnTo>
                  <a:pt x="0" y="0"/>
                </a:lnTo>
                <a:lnTo>
                  <a:pt x="17475" y="0"/>
                </a:lnTo>
                <a:lnTo>
                  <a:pt x="17475" y="142180"/>
                </a:lnTo>
                <a:lnTo>
                  <a:pt x="0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AEAF43-4C41-4147-BB4B-5852A9D7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3294" y="151400"/>
            <a:ext cx="130066" cy="142180"/>
          </a:xfrm>
          <a:custGeom xmlns:a="http://schemas.openxmlformats.org/drawingml/2006/main">
            <a:pathLst>
              <a:path w="130066" h="142180">
                <a:moveTo>
                  <a:pt x="55204" y="142180"/>
                </a:moveTo>
                <a:lnTo>
                  <a:pt x="0" y="0"/>
                </a:lnTo>
                <a:lnTo>
                  <a:pt x="20453" y="0"/>
                </a:lnTo>
                <a:lnTo>
                  <a:pt x="57388" y="103259"/>
                </a:lnTo>
                <a:cubicBezTo>
                  <a:pt x="60168" y="111599"/>
                  <a:pt x="62750" y="119343"/>
                  <a:pt x="64934" y="126492"/>
                </a:cubicBezTo>
                <a:cubicBezTo>
                  <a:pt x="66920" y="118946"/>
                  <a:pt x="69501" y="111202"/>
                  <a:pt x="72480" y="103259"/>
                </a:cubicBezTo>
                <a:lnTo>
                  <a:pt x="111003" y="0"/>
                </a:lnTo>
                <a:lnTo>
                  <a:pt x="130066" y="0"/>
                </a:lnTo>
                <a:lnTo>
                  <a:pt x="74466" y="142180"/>
                </a:lnTo>
                <a:lnTo>
                  <a:pt x="55204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3D2C25-2515-4470-94EB-58121962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4509" y="151400"/>
            <a:ext cx="17475" cy="142180"/>
          </a:xfrm>
          <a:custGeom xmlns:a="http://schemas.openxmlformats.org/drawingml/2006/main">
            <a:pathLst>
              <a:path w="17475" h="142180">
                <a:moveTo>
                  <a:pt x="0" y="20056"/>
                </a:moveTo>
                <a:lnTo>
                  <a:pt x="0" y="0"/>
                </a:lnTo>
                <a:lnTo>
                  <a:pt x="17475" y="0"/>
                </a:lnTo>
                <a:lnTo>
                  <a:pt x="17475" y="20056"/>
                </a:lnTo>
                <a:lnTo>
                  <a:pt x="0" y="20056"/>
                </a:lnTo>
                <a:close/>
                <a:moveTo>
                  <a:pt x="0" y="142180"/>
                </a:moveTo>
                <a:lnTo>
                  <a:pt x="0" y="39119"/>
                </a:lnTo>
                <a:lnTo>
                  <a:pt x="17475" y="39119"/>
                </a:lnTo>
                <a:lnTo>
                  <a:pt x="17475" y="142180"/>
                </a:lnTo>
                <a:lnTo>
                  <a:pt x="0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D78A24-423F-4B5D-9C74-270F1738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2238" y="151400"/>
            <a:ext cx="89359" cy="144364"/>
          </a:xfrm>
          <a:custGeom xmlns:a="http://schemas.openxmlformats.org/drawingml/2006/main">
            <a:pathLst>
              <a:path w="89359" h="144364">
                <a:moveTo>
                  <a:pt x="73076" y="142180"/>
                </a:moveTo>
                <a:lnTo>
                  <a:pt x="73076" y="129272"/>
                </a:lnTo>
                <a:cubicBezTo>
                  <a:pt x="66523" y="139399"/>
                  <a:pt x="56991" y="144364"/>
                  <a:pt x="44282" y="144364"/>
                </a:cubicBezTo>
                <a:cubicBezTo>
                  <a:pt x="35942" y="144364"/>
                  <a:pt x="28396" y="142180"/>
                  <a:pt x="21645" y="137612"/>
                </a:cubicBezTo>
                <a:cubicBezTo>
                  <a:pt x="14695" y="133244"/>
                  <a:pt x="9333" y="126889"/>
                  <a:pt x="5560" y="118748"/>
                </a:cubicBezTo>
                <a:cubicBezTo>
                  <a:pt x="1787" y="110805"/>
                  <a:pt x="0" y="101472"/>
                  <a:pt x="0" y="90749"/>
                </a:cubicBezTo>
                <a:cubicBezTo>
                  <a:pt x="0" y="80621"/>
                  <a:pt x="1589" y="71288"/>
                  <a:pt x="5163" y="62948"/>
                </a:cubicBezTo>
                <a:cubicBezTo>
                  <a:pt x="8539" y="54608"/>
                  <a:pt x="13702" y="48055"/>
                  <a:pt x="20453" y="43686"/>
                </a:cubicBezTo>
                <a:cubicBezTo>
                  <a:pt x="27205" y="39318"/>
                  <a:pt x="34949" y="36935"/>
                  <a:pt x="43488" y="36935"/>
                </a:cubicBezTo>
                <a:cubicBezTo>
                  <a:pt x="49644" y="36935"/>
                  <a:pt x="55204" y="38325"/>
                  <a:pt x="60168" y="40906"/>
                </a:cubicBezTo>
                <a:cubicBezTo>
                  <a:pt x="64934" y="43488"/>
                  <a:pt x="68905" y="46864"/>
                  <a:pt x="71884" y="51034"/>
                </a:cubicBezTo>
                <a:lnTo>
                  <a:pt x="71884" y="0"/>
                </a:lnTo>
                <a:lnTo>
                  <a:pt x="89359" y="0"/>
                </a:lnTo>
                <a:lnTo>
                  <a:pt x="89359" y="142180"/>
                </a:lnTo>
                <a:lnTo>
                  <a:pt x="73076" y="142180"/>
                </a:lnTo>
                <a:close/>
                <a:moveTo>
                  <a:pt x="18070" y="90749"/>
                </a:moveTo>
                <a:cubicBezTo>
                  <a:pt x="18070" y="104053"/>
                  <a:pt x="20652" y="113982"/>
                  <a:pt x="26212" y="120336"/>
                </a:cubicBezTo>
                <a:cubicBezTo>
                  <a:pt x="31772" y="126889"/>
                  <a:pt x="38325" y="130066"/>
                  <a:pt x="45871" y="130066"/>
                </a:cubicBezTo>
                <a:cubicBezTo>
                  <a:pt x="53417" y="130066"/>
                  <a:pt x="59970" y="127088"/>
                  <a:pt x="65331" y="120733"/>
                </a:cubicBezTo>
                <a:cubicBezTo>
                  <a:pt x="70693" y="114578"/>
                  <a:pt x="73473" y="105046"/>
                  <a:pt x="73473" y="92337"/>
                </a:cubicBezTo>
                <a:cubicBezTo>
                  <a:pt x="73473" y="78238"/>
                  <a:pt x="70693" y="67913"/>
                  <a:pt x="65331" y="61161"/>
                </a:cubicBezTo>
                <a:cubicBezTo>
                  <a:pt x="59771" y="54608"/>
                  <a:pt x="53218" y="51232"/>
                  <a:pt x="45275" y="51232"/>
                </a:cubicBezTo>
                <a:cubicBezTo>
                  <a:pt x="37332" y="51232"/>
                  <a:pt x="30978" y="54409"/>
                  <a:pt x="25815" y="60764"/>
                </a:cubicBezTo>
                <a:cubicBezTo>
                  <a:pt x="20652" y="67118"/>
                  <a:pt x="18070" y="77246"/>
                  <a:pt x="18070" y="9074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996B3B-12FC-46BD-A99B-9D08560F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241" y="188335"/>
            <a:ext cx="94919" cy="107429"/>
          </a:xfrm>
          <a:custGeom xmlns:a="http://schemas.openxmlformats.org/drawingml/2006/main">
            <a:pathLst>
              <a:path w="94919" h="107429">
                <a:moveTo>
                  <a:pt x="76253" y="72083"/>
                </a:moveTo>
                <a:lnTo>
                  <a:pt x="94323" y="74267"/>
                </a:lnTo>
                <a:cubicBezTo>
                  <a:pt x="91344" y="84990"/>
                  <a:pt x="85983" y="93132"/>
                  <a:pt x="78437" y="98890"/>
                </a:cubicBezTo>
                <a:cubicBezTo>
                  <a:pt x="70693" y="104649"/>
                  <a:pt x="60962" y="107429"/>
                  <a:pt x="49048" y="107429"/>
                </a:cubicBezTo>
                <a:cubicBezTo>
                  <a:pt x="33956" y="107429"/>
                  <a:pt x="21843" y="102862"/>
                  <a:pt x="13106" y="93727"/>
                </a:cubicBezTo>
                <a:cubicBezTo>
                  <a:pt x="4369" y="84593"/>
                  <a:pt x="0" y="71487"/>
                  <a:pt x="0" y="54608"/>
                </a:cubicBezTo>
                <a:cubicBezTo>
                  <a:pt x="0" y="37332"/>
                  <a:pt x="4369" y="23829"/>
                  <a:pt x="13305" y="14297"/>
                </a:cubicBezTo>
                <a:cubicBezTo>
                  <a:pt x="22042" y="4766"/>
                  <a:pt x="33758" y="0"/>
                  <a:pt x="48055" y="0"/>
                </a:cubicBezTo>
                <a:cubicBezTo>
                  <a:pt x="61757" y="0"/>
                  <a:pt x="73076" y="4766"/>
                  <a:pt x="81813" y="14099"/>
                </a:cubicBezTo>
                <a:cubicBezTo>
                  <a:pt x="90550" y="23432"/>
                  <a:pt x="94919" y="36538"/>
                  <a:pt x="94919" y="53615"/>
                </a:cubicBezTo>
                <a:cubicBezTo>
                  <a:pt x="94919" y="54807"/>
                  <a:pt x="94720" y="56197"/>
                  <a:pt x="94720" y="58182"/>
                </a:cubicBezTo>
                <a:lnTo>
                  <a:pt x="17872" y="58182"/>
                </a:lnTo>
                <a:cubicBezTo>
                  <a:pt x="18467" y="69700"/>
                  <a:pt x="21645" y="78238"/>
                  <a:pt x="27403" y="84196"/>
                </a:cubicBezTo>
                <a:cubicBezTo>
                  <a:pt x="33162" y="90153"/>
                  <a:pt x="40311" y="93132"/>
                  <a:pt x="49048" y="93132"/>
                </a:cubicBezTo>
                <a:cubicBezTo>
                  <a:pt x="55402" y="93132"/>
                  <a:pt x="60962" y="91543"/>
                  <a:pt x="65530" y="88167"/>
                </a:cubicBezTo>
                <a:cubicBezTo>
                  <a:pt x="69898" y="84990"/>
                  <a:pt x="73473" y="79628"/>
                  <a:pt x="76253" y="72083"/>
                </a:cubicBezTo>
                <a:close/>
                <a:moveTo>
                  <a:pt x="18865" y="43885"/>
                </a:moveTo>
                <a:lnTo>
                  <a:pt x="76451" y="43885"/>
                </a:lnTo>
                <a:cubicBezTo>
                  <a:pt x="75657" y="35148"/>
                  <a:pt x="73473" y="28793"/>
                  <a:pt x="69898" y="24425"/>
                </a:cubicBezTo>
                <a:cubicBezTo>
                  <a:pt x="64338" y="17673"/>
                  <a:pt x="56991" y="14297"/>
                  <a:pt x="48254" y="14297"/>
                </a:cubicBezTo>
                <a:cubicBezTo>
                  <a:pt x="40112" y="14297"/>
                  <a:pt x="33361" y="17077"/>
                  <a:pt x="27999" y="22439"/>
                </a:cubicBezTo>
                <a:cubicBezTo>
                  <a:pt x="22439" y="27800"/>
                  <a:pt x="19460" y="34949"/>
                  <a:pt x="18865" y="438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685EDD-5560-4BD2-9517-E20812C0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855" y="188335"/>
            <a:ext cx="96507" cy="107429"/>
          </a:xfrm>
          <a:custGeom xmlns:a="http://schemas.openxmlformats.org/drawingml/2006/main">
            <a:pathLst>
              <a:path w="96507" h="107429">
                <a:moveTo>
                  <a:pt x="0" y="53814"/>
                </a:moveTo>
                <a:cubicBezTo>
                  <a:pt x="0" y="34751"/>
                  <a:pt x="5163" y="20652"/>
                  <a:pt x="15886" y="11319"/>
                </a:cubicBezTo>
                <a:cubicBezTo>
                  <a:pt x="24623" y="3773"/>
                  <a:pt x="35545" y="0"/>
                  <a:pt x="48254" y="0"/>
                </a:cubicBezTo>
                <a:cubicBezTo>
                  <a:pt x="62352" y="0"/>
                  <a:pt x="73870" y="4766"/>
                  <a:pt x="83004" y="13900"/>
                </a:cubicBezTo>
                <a:cubicBezTo>
                  <a:pt x="91940" y="23233"/>
                  <a:pt x="96507" y="35942"/>
                  <a:pt x="96507" y="52225"/>
                </a:cubicBezTo>
                <a:cubicBezTo>
                  <a:pt x="96507" y="65530"/>
                  <a:pt x="94522" y="76054"/>
                  <a:pt x="90550" y="83600"/>
                </a:cubicBezTo>
                <a:cubicBezTo>
                  <a:pt x="86579" y="91146"/>
                  <a:pt x="80621" y="97103"/>
                  <a:pt x="73076" y="101273"/>
                </a:cubicBezTo>
                <a:cubicBezTo>
                  <a:pt x="65530" y="105245"/>
                  <a:pt x="57190" y="107429"/>
                  <a:pt x="48254" y="107429"/>
                </a:cubicBezTo>
                <a:cubicBezTo>
                  <a:pt x="33758" y="107429"/>
                  <a:pt x="22042" y="102862"/>
                  <a:pt x="13305" y="93727"/>
                </a:cubicBezTo>
                <a:cubicBezTo>
                  <a:pt x="4369" y="84593"/>
                  <a:pt x="0" y="71288"/>
                  <a:pt x="0" y="53814"/>
                </a:cubicBezTo>
                <a:close/>
                <a:moveTo>
                  <a:pt x="18070" y="53814"/>
                </a:moveTo>
                <a:cubicBezTo>
                  <a:pt x="18070" y="66920"/>
                  <a:pt x="20850" y="76848"/>
                  <a:pt x="26609" y="83401"/>
                </a:cubicBezTo>
                <a:cubicBezTo>
                  <a:pt x="32169" y="89954"/>
                  <a:pt x="39516" y="93132"/>
                  <a:pt x="48254" y="93132"/>
                </a:cubicBezTo>
                <a:cubicBezTo>
                  <a:pt x="56991" y="93132"/>
                  <a:pt x="64140" y="89954"/>
                  <a:pt x="69898" y="83401"/>
                </a:cubicBezTo>
                <a:cubicBezTo>
                  <a:pt x="75657" y="76848"/>
                  <a:pt x="78636" y="66721"/>
                  <a:pt x="78636" y="53218"/>
                </a:cubicBezTo>
                <a:cubicBezTo>
                  <a:pt x="78636" y="40509"/>
                  <a:pt x="75657" y="30978"/>
                  <a:pt x="69898" y="24226"/>
                </a:cubicBezTo>
                <a:cubicBezTo>
                  <a:pt x="63941" y="17673"/>
                  <a:pt x="56792" y="14297"/>
                  <a:pt x="48254" y="14297"/>
                </a:cubicBezTo>
                <a:cubicBezTo>
                  <a:pt x="39516" y="14297"/>
                  <a:pt x="32169" y="17673"/>
                  <a:pt x="26609" y="24226"/>
                </a:cubicBezTo>
                <a:cubicBezTo>
                  <a:pt x="20850" y="30779"/>
                  <a:pt x="18070" y="40708"/>
                  <a:pt x="18070" y="5381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B8AB82-F971-4B9F-B8DF-77D95E45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6410" y="151400"/>
            <a:ext cx="88961" cy="142180"/>
          </a:xfrm>
          <a:custGeom xmlns:a="http://schemas.openxmlformats.org/drawingml/2006/main">
            <a:pathLst>
              <a:path w="88961" h="142180">
                <a:moveTo>
                  <a:pt x="0" y="142180"/>
                </a:moveTo>
                <a:lnTo>
                  <a:pt x="0" y="0"/>
                </a:lnTo>
                <a:lnTo>
                  <a:pt x="18865" y="0"/>
                </a:lnTo>
                <a:lnTo>
                  <a:pt x="18865" y="125499"/>
                </a:lnTo>
                <a:lnTo>
                  <a:pt x="88961" y="125499"/>
                </a:lnTo>
                <a:lnTo>
                  <a:pt x="88961" y="142180"/>
                </a:lnTo>
                <a:lnTo>
                  <a:pt x="0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0297BF-C9A8-4FEA-8E76-EBDA277E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17" y="151400"/>
            <a:ext cx="88961" cy="142180"/>
          </a:xfrm>
          <a:custGeom xmlns:a="http://schemas.openxmlformats.org/drawingml/2006/main">
            <a:pathLst>
              <a:path w="88961" h="142180">
                <a:moveTo>
                  <a:pt x="0" y="142180"/>
                </a:moveTo>
                <a:lnTo>
                  <a:pt x="0" y="0"/>
                </a:lnTo>
                <a:lnTo>
                  <a:pt x="18865" y="0"/>
                </a:lnTo>
                <a:lnTo>
                  <a:pt x="18865" y="125499"/>
                </a:lnTo>
                <a:lnTo>
                  <a:pt x="88961" y="125499"/>
                </a:lnTo>
                <a:lnTo>
                  <a:pt x="88961" y="142180"/>
                </a:lnTo>
                <a:lnTo>
                  <a:pt x="0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200723-6320-4CFA-9825-67250197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423" y="151400"/>
            <a:ext cx="135627" cy="142180"/>
          </a:xfrm>
          <a:custGeom xmlns:a="http://schemas.openxmlformats.org/drawingml/2006/main">
            <a:pathLst>
              <a:path w="135627" h="142180">
                <a:moveTo>
                  <a:pt x="0" y="142180"/>
                </a:moveTo>
                <a:lnTo>
                  <a:pt x="0" y="0"/>
                </a:lnTo>
                <a:lnTo>
                  <a:pt x="28396" y="0"/>
                </a:lnTo>
                <a:lnTo>
                  <a:pt x="61955" y="100677"/>
                </a:lnTo>
                <a:cubicBezTo>
                  <a:pt x="65133" y="110209"/>
                  <a:pt x="67317" y="117159"/>
                  <a:pt x="68707" y="121726"/>
                </a:cubicBezTo>
                <a:cubicBezTo>
                  <a:pt x="70295" y="116563"/>
                  <a:pt x="72877" y="109018"/>
                  <a:pt x="76253" y="98890"/>
                </a:cubicBezTo>
                <a:lnTo>
                  <a:pt x="110408" y="0"/>
                </a:lnTo>
                <a:lnTo>
                  <a:pt x="135627" y="0"/>
                </a:lnTo>
                <a:lnTo>
                  <a:pt x="135627" y="142180"/>
                </a:lnTo>
                <a:lnTo>
                  <a:pt x="117556" y="142180"/>
                </a:lnTo>
                <a:lnTo>
                  <a:pt x="117556" y="23233"/>
                </a:lnTo>
                <a:lnTo>
                  <a:pt x="76253" y="142180"/>
                </a:lnTo>
                <a:lnTo>
                  <a:pt x="59374" y="142180"/>
                </a:lnTo>
                <a:lnTo>
                  <a:pt x="18269" y="21247"/>
                </a:lnTo>
                <a:lnTo>
                  <a:pt x="18269" y="142180"/>
                </a:lnTo>
                <a:lnTo>
                  <a:pt x="0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9C48F0-9B7A-4968-ACC5-C231C2E2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0254" y="149017"/>
            <a:ext cx="46864" cy="186065"/>
          </a:xfrm>
          <a:custGeom xmlns:a="http://schemas.openxmlformats.org/drawingml/2006/main">
            <a:pathLst>
              <a:path w="46864" h="186065">
                <a:moveTo>
                  <a:pt x="12510" y="186065"/>
                </a:moveTo>
                <a:lnTo>
                  <a:pt x="0" y="186065"/>
                </a:lnTo>
                <a:cubicBezTo>
                  <a:pt x="19262" y="155087"/>
                  <a:pt x="28992" y="124308"/>
                  <a:pt x="28992" y="93132"/>
                </a:cubicBezTo>
                <a:cubicBezTo>
                  <a:pt x="28992" y="81018"/>
                  <a:pt x="27602" y="68905"/>
                  <a:pt x="24822" y="56991"/>
                </a:cubicBezTo>
                <a:cubicBezTo>
                  <a:pt x="22439" y="47459"/>
                  <a:pt x="19460" y="38126"/>
                  <a:pt x="15489" y="28992"/>
                </a:cubicBezTo>
                <a:cubicBezTo>
                  <a:pt x="12907" y="23432"/>
                  <a:pt x="7744" y="13702"/>
                  <a:pt x="0" y="0"/>
                </a:cubicBezTo>
                <a:lnTo>
                  <a:pt x="12510" y="0"/>
                </a:lnTo>
                <a:cubicBezTo>
                  <a:pt x="24425" y="16283"/>
                  <a:pt x="33361" y="32566"/>
                  <a:pt x="39318" y="48849"/>
                </a:cubicBezTo>
                <a:cubicBezTo>
                  <a:pt x="44282" y="63147"/>
                  <a:pt x="46864" y="77841"/>
                  <a:pt x="46864" y="93132"/>
                </a:cubicBezTo>
                <a:cubicBezTo>
                  <a:pt x="46864" y="110606"/>
                  <a:pt x="43488" y="127485"/>
                  <a:pt x="36736" y="143768"/>
                </a:cubicBezTo>
                <a:cubicBezTo>
                  <a:pt x="29985" y="159853"/>
                  <a:pt x="22042" y="173951"/>
                  <a:pt x="12510" y="18606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40937C-65C7-46A6-AAE0-B69D92DE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0966" y="509752"/>
            <a:ext cx="397149" cy="10"/>
          </a:xfrm>
          <a:custGeom xmlns:a="http://schemas.openxmlformats.org/drawingml/2006/main">
            <a:pathLst>
              <a:path w="397149" h="1" fill="none">
                <a:moveTo>
                  <a:pt x="0" y="0"/>
                </a:moveTo>
                <a:lnTo>
                  <a:pt x="198575" y="0"/>
                </a:lnTo>
                <a:lnTo>
                  <a:pt x="3971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276" cap="rnd">
            <a:solidFill>
              <a:srgbClr val="F781BF"/>
            </a:solidFill>
            <a:round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E8F66C-B138-4A51-8B47-250703BE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73" y="437078"/>
            <a:ext cx="88961" cy="142180"/>
          </a:xfrm>
          <a:custGeom xmlns:a="http://schemas.openxmlformats.org/drawingml/2006/main">
            <a:pathLst>
              <a:path w="88961" h="142180">
                <a:moveTo>
                  <a:pt x="0" y="142180"/>
                </a:moveTo>
                <a:lnTo>
                  <a:pt x="0" y="0"/>
                </a:lnTo>
                <a:lnTo>
                  <a:pt x="18865" y="0"/>
                </a:lnTo>
                <a:lnTo>
                  <a:pt x="18865" y="125499"/>
                </a:lnTo>
                <a:lnTo>
                  <a:pt x="88961" y="125499"/>
                </a:lnTo>
                <a:lnTo>
                  <a:pt x="88961" y="142180"/>
                </a:lnTo>
                <a:lnTo>
                  <a:pt x="0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F1401E-7AA7-4220-B845-FBAF6F6D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880" y="437078"/>
            <a:ext cx="88961" cy="142180"/>
          </a:xfrm>
          <a:custGeom xmlns:a="http://schemas.openxmlformats.org/drawingml/2006/main">
            <a:pathLst>
              <a:path w="88961" h="142180">
                <a:moveTo>
                  <a:pt x="0" y="142180"/>
                </a:moveTo>
                <a:lnTo>
                  <a:pt x="0" y="0"/>
                </a:lnTo>
                <a:lnTo>
                  <a:pt x="18865" y="0"/>
                </a:lnTo>
                <a:lnTo>
                  <a:pt x="18865" y="125499"/>
                </a:lnTo>
                <a:lnTo>
                  <a:pt x="88961" y="125499"/>
                </a:lnTo>
                <a:lnTo>
                  <a:pt x="88961" y="142180"/>
                </a:lnTo>
                <a:lnTo>
                  <a:pt x="0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BC0203-B5E6-42B7-91D8-BE4B66D9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941" y="474013"/>
            <a:ext cx="94919" cy="107429"/>
          </a:xfrm>
          <a:custGeom xmlns:a="http://schemas.openxmlformats.org/drawingml/2006/main">
            <a:pathLst>
              <a:path w="94919" h="107429">
                <a:moveTo>
                  <a:pt x="73076" y="92536"/>
                </a:moveTo>
                <a:cubicBezTo>
                  <a:pt x="66523" y="98096"/>
                  <a:pt x="60367" y="102067"/>
                  <a:pt x="54409" y="104252"/>
                </a:cubicBezTo>
                <a:cubicBezTo>
                  <a:pt x="48452" y="106237"/>
                  <a:pt x="41899" y="107429"/>
                  <a:pt x="35148" y="107429"/>
                </a:cubicBezTo>
                <a:cubicBezTo>
                  <a:pt x="23829" y="107429"/>
                  <a:pt x="15092" y="104847"/>
                  <a:pt x="9134" y="99287"/>
                </a:cubicBezTo>
                <a:cubicBezTo>
                  <a:pt x="2979" y="93727"/>
                  <a:pt x="0" y="86777"/>
                  <a:pt x="0" y="78040"/>
                </a:cubicBezTo>
                <a:cubicBezTo>
                  <a:pt x="0" y="73076"/>
                  <a:pt x="993" y="68508"/>
                  <a:pt x="3376" y="64338"/>
                </a:cubicBezTo>
                <a:cubicBezTo>
                  <a:pt x="5759" y="60168"/>
                  <a:pt x="8737" y="56792"/>
                  <a:pt x="12510" y="54211"/>
                </a:cubicBezTo>
                <a:cubicBezTo>
                  <a:pt x="16085" y="51828"/>
                  <a:pt x="20255" y="49842"/>
                  <a:pt x="25020" y="48452"/>
                </a:cubicBezTo>
                <a:cubicBezTo>
                  <a:pt x="28396" y="47658"/>
                  <a:pt x="33559" y="46864"/>
                  <a:pt x="40509" y="45871"/>
                </a:cubicBezTo>
                <a:cubicBezTo>
                  <a:pt x="54608" y="44282"/>
                  <a:pt x="64934" y="42296"/>
                  <a:pt x="71685" y="39914"/>
                </a:cubicBezTo>
                <a:cubicBezTo>
                  <a:pt x="71685" y="37531"/>
                  <a:pt x="71685" y="36141"/>
                  <a:pt x="71685" y="35346"/>
                </a:cubicBezTo>
                <a:cubicBezTo>
                  <a:pt x="71685" y="28198"/>
                  <a:pt x="70097" y="23233"/>
                  <a:pt x="66920" y="20255"/>
                </a:cubicBezTo>
                <a:cubicBezTo>
                  <a:pt x="62352" y="16283"/>
                  <a:pt x="55601" y="14297"/>
                  <a:pt x="46864" y="14297"/>
                </a:cubicBezTo>
                <a:cubicBezTo>
                  <a:pt x="38523" y="14297"/>
                  <a:pt x="32566" y="15886"/>
                  <a:pt x="28595" y="18666"/>
                </a:cubicBezTo>
                <a:cubicBezTo>
                  <a:pt x="24623" y="21645"/>
                  <a:pt x="21843" y="26808"/>
                  <a:pt x="20056" y="33956"/>
                </a:cubicBezTo>
                <a:lnTo>
                  <a:pt x="2979" y="31573"/>
                </a:lnTo>
                <a:cubicBezTo>
                  <a:pt x="4567" y="24425"/>
                  <a:pt x="7149" y="18467"/>
                  <a:pt x="10723" y="13900"/>
                </a:cubicBezTo>
                <a:cubicBezTo>
                  <a:pt x="14297" y="9532"/>
                  <a:pt x="19262" y="5957"/>
                  <a:pt x="26013" y="3574"/>
                </a:cubicBezTo>
                <a:cubicBezTo>
                  <a:pt x="32765" y="1191"/>
                  <a:pt x="40509" y="0"/>
                  <a:pt x="49445" y="0"/>
                </a:cubicBezTo>
                <a:cubicBezTo>
                  <a:pt x="58182" y="0"/>
                  <a:pt x="65331" y="1191"/>
                  <a:pt x="70891" y="3177"/>
                </a:cubicBezTo>
                <a:cubicBezTo>
                  <a:pt x="76451" y="5163"/>
                  <a:pt x="80423" y="7744"/>
                  <a:pt x="83004" y="10922"/>
                </a:cubicBezTo>
                <a:cubicBezTo>
                  <a:pt x="85586" y="14099"/>
                  <a:pt x="87373" y="17872"/>
                  <a:pt x="88366" y="22638"/>
                </a:cubicBezTo>
                <a:cubicBezTo>
                  <a:pt x="88961" y="25815"/>
                  <a:pt x="89359" y="31176"/>
                  <a:pt x="89359" y="38921"/>
                </a:cubicBezTo>
                <a:lnTo>
                  <a:pt x="89359" y="62154"/>
                </a:lnTo>
                <a:cubicBezTo>
                  <a:pt x="89359" y="78437"/>
                  <a:pt x="89557" y="88564"/>
                  <a:pt x="90352" y="92933"/>
                </a:cubicBezTo>
                <a:cubicBezTo>
                  <a:pt x="91146" y="97302"/>
                  <a:pt x="92536" y="101273"/>
                  <a:pt x="94919" y="105245"/>
                </a:cubicBezTo>
                <a:lnTo>
                  <a:pt x="76650" y="105245"/>
                </a:lnTo>
                <a:cubicBezTo>
                  <a:pt x="74664" y="101670"/>
                  <a:pt x="73473" y="97500"/>
                  <a:pt x="73076" y="92536"/>
                </a:cubicBezTo>
                <a:close/>
                <a:moveTo>
                  <a:pt x="71685" y="53615"/>
                </a:moveTo>
                <a:cubicBezTo>
                  <a:pt x="65331" y="56197"/>
                  <a:pt x="55799" y="58381"/>
                  <a:pt x="43091" y="60168"/>
                </a:cubicBezTo>
                <a:cubicBezTo>
                  <a:pt x="35942" y="61360"/>
                  <a:pt x="30779" y="62551"/>
                  <a:pt x="27800" y="63742"/>
                </a:cubicBezTo>
                <a:cubicBezTo>
                  <a:pt x="24822" y="64934"/>
                  <a:pt x="22638" y="66920"/>
                  <a:pt x="21049" y="69303"/>
                </a:cubicBezTo>
                <a:cubicBezTo>
                  <a:pt x="19460" y="71884"/>
                  <a:pt x="18666" y="74664"/>
                  <a:pt x="18666" y="77643"/>
                </a:cubicBezTo>
                <a:cubicBezTo>
                  <a:pt x="18666" y="82409"/>
                  <a:pt x="20255" y="86181"/>
                  <a:pt x="23829" y="89359"/>
                </a:cubicBezTo>
                <a:cubicBezTo>
                  <a:pt x="27403" y="92536"/>
                  <a:pt x="32566" y="93926"/>
                  <a:pt x="39318" y="93926"/>
                </a:cubicBezTo>
                <a:cubicBezTo>
                  <a:pt x="46069" y="93926"/>
                  <a:pt x="52027" y="92536"/>
                  <a:pt x="57190" y="89557"/>
                </a:cubicBezTo>
                <a:cubicBezTo>
                  <a:pt x="62352" y="86579"/>
                  <a:pt x="66324" y="82607"/>
                  <a:pt x="68905" y="77444"/>
                </a:cubicBezTo>
                <a:cubicBezTo>
                  <a:pt x="70693" y="73473"/>
                  <a:pt x="71685" y="67714"/>
                  <a:pt x="71685" y="59970"/>
                </a:cubicBezTo>
                <a:lnTo>
                  <a:pt x="71685" y="5361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98EE7E-1753-4409-BFEB-104184E8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8994" y="437078"/>
            <a:ext cx="130066" cy="142180"/>
          </a:xfrm>
          <a:custGeom xmlns:a="http://schemas.openxmlformats.org/drawingml/2006/main">
            <a:pathLst>
              <a:path w="130066" h="142180">
                <a:moveTo>
                  <a:pt x="55204" y="142180"/>
                </a:moveTo>
                <a:lnTo>
                  <a:pt x="0" y="0"/>
                </a:lnTo>
                <a:lnTo>
                  <a:pt x="20453" y="0"/>
                </a:lnTo>
                <a:lnTo>
                  <a:pt x="57388" y="103259"/>
                </a:lnTo>
                <a:cubicBezTo>
                  <a:pt x="60168" y="111599"/>
                  <a:pt x="62750" y="119343"/>
                  <a:pt x="64934" y="126492"/>
                </a:cubicBezTo>
                <a:cubicBezTo>
                  <a:pt x="66920" y="118946"/>
                  <a:pt x="69501" y="111202"/>
                  <a:pt x="72480" y="103259"/>
                </a:cubicBezTo>
                <a:lnTo>
                  <a:pt x="111003" y="0"/>
                </a:lnTo>
                <a:lnTo>
                  <a:pt x="130066" y="0"/>
                </a:lnTo>
                <a:lnTo>
                  <a:pt x="74466" y="142180"/>
                </a:lnTo>
                <a:lnTo>
                  <a:pt x="55204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50B7A7-BDA6-46D2-9387-E6555930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023" y="437078"/>
            <a:ext cx="132648" cy="142180"/>
          </a:xfrm>
          <a:custGeom xmlns:a="http://schemas.openxmlformats.org/drawingml/2006/main">
            <a:pathLst>
              <a:path w="132648" h="142180">
                <a:moveTo>
                  <a:pt x="0" y="142180"/>
                </a:moveTo>
                <a:lnTo>
                  <a:pt x="54211" y="0"/>
                </a:lnTo>
                <a:lnTo>
                  <a:pt x="74466" y="0"/>
                </a:lnTo>
                <a:lnTo>
                  <a:pt x="132648" y="142180"/>
                </a:lnTo>
                <a:lnTo>
                  <a:pt x="111400" y="142180"/>
                </a:lnTo>
                <a:lnTo>
                  <a:pt x="94720" y="99089"/>
                </a:lnTo>
                <a:lnTo>
                  <a:pt x="35346" y="99089"/>
                </a:lnTo>
                <a:lnTo>
                  <a:pt x="19659" y="142180"/>
                </a:lnTo>
                <a:lnTo>
                  <a:pt x="0" y="142180"/>
                </a:lnTo>
                <a:close/>
                <a:moveTo>
                  <a:pt x="40708" y="83799"/>
                </a:moveTo>
                <a:lnTo>
                  <a:pt x="88961" y="83799"/>
                </a:lnTo>
                <a:lnTo>
                  <a:pt x="74068" y="44481"/>
                </a:lnTo>
                <a:cubicBezTo>
                  <a:pt x="69501" y="32566"/>
                  <a:pt x="66125" y="22638"/>
                  <a:pt x="63941" y="14893"/>
                </a:cubicBezTo>
                <a:cubicBezTo>
                  <a:pt x="62154" y="24028"/>
                  <a:pt x="59572" y="33162"/>
                  <a:pt x="56395" y="42098"/>
                </a:cubicBezTo>
                <a:lnTo>
                  <a:pt x="40708" y="8379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9E2074-8EE3-4663-9FFA-0E32DCEB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4827" y="519090"/>
            <a:ext cx="53615" cy="17475"/>
          </a:xfrm>
          <a:custGeom xmlns:a="http://schemas.openxmlformats.org/drawingml/2006/main">
            <a:pathLst>
              <a:path w="53615" h="17475">
                <a:moveTo>
                  <a:pt x="0" y="17475"/>
                </a:moveTo>
                <a:lnTo>
                  <a:pt x="0" y="0"/>
                </a:lnTo>
                <a:lnTo>
                  <a:pt x="53615" y="0"/>
                </a:lnTo>
                <a:lnTo>
                  <a:pt x="53615" y="17475"/>
                </a:lnTo>
                <a:lnTo>
                  <a:pt x="0" y="1747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D62AEB-A9D6-44ED-B3AF-1BB131B9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3533" y="434695"/>
            <a:ext cx="113188" cy="146747"/>
          </a:xfrm>
          <a:custGeom xmlns:a="http://schemas.openxmlformats.org/drawingml/2006/main">
            <a:pathLst>
              <a:path w="113188" h="146747">
                <a:moveTo>
                  <a:pt x="0" y="98890"/>
                </a:moveTo>
                <a:lnTo>
                  <a:pt x="17673" y="97302"/>
                </a:lnTo>
                <a:cubicBezTo>
                  <a:pt x="18467" y="104450"/>
                  <a:pt x="20453" y="110408"/>
                  <a:pt x="23630" y="114975"/>
                </a:cubicBezTo>
                <a:cubicBezTo>
                  <a:pt x="26609" y="119542"/>
                  <a:pt x="31375" y="123116"/>
                  <a:pt x="37928" y="125896"/>
                </a:cubicBezTo>
                <a:cubicBezTo>
                  <a:pt x="44282" y="128676"/>
                  <a:pt x="51629" y="130066"/>
                  <a:pt x="59771" y="130066"/>
                </a:cubicBezTo>
                <a:cubicBezTo>
                  <a:pt x="66920" y="130066"/>
                  <a:pt x="73076" y="129074"/>
                  <a:pt x="78636" y="126889"/>
                </a:cubicBezTo>
                <a:cubicBezTo>
                  <a:pt x="84196" y="124904"/>
                  <a:pt x="88167" y="121925"/>
                  <a:pt x="90947" y="118152"/>
                </a:cubicBezTo>
                <a:cubicBezTo>
                  <a:pt x="93529" y="114578"/>
                  <a:pt x="94919" y="110408"/>
                  <a:pt x="94919" y="106039"/>
                </a:cubicBezTo>
                <a:cubicBezTo>
                  <a:pt x="94919" y="101670"/>
                  <a:pt x="93529" y="97699"/>
                  <a:pt x="90947" y="94323"/>
                </a:cubicBezTo>
                <a:cubicBezTo>
                  <a:pt x="88366" y="91146"/>
                  <a:pt x="84196" y="88366"/>
                  <a:pt x="78238" y="85983"/>
                </a:cubicBezTo>
                <a:cubicBezTo>
                  <a:pt x="74466" y="84394"/>
                  <a:pt x="66125" y="82210"/>
                  <a:pt x="53019" y="79033"/>
                </a:cubicBezTo>
                <a:cubicBezTo>
                  <a:pt x="39914" y="75856"/>
                  <a:pt x="30779" y="72877"/>
                  <a:pt x="25616" y="70097"/>
                </a:cubicBezTo>
                <a:cubicBezTo>
                  <a:pt x="18865" y="66523"/>
                  <a:pt x="13702" y="62154"/>
                  <a:pt x="10326" y="56991"/>
                </a:cubicBezTo>
                <a:cubicBezTo>
                  <a:pt x="6950" y="51828"/>
                  <a:pt x="5362" y="45871"/>
                  <a:pt x="5362" y="39119"/>
                </a:cubicBezTo>
                <a:cubicBezTo>
                  <a:pt x="5362" y="31971"/>
                  <a:pt x="7347" y="25418"/>
                  <a:pt x="11517" y="19063"/>
                </a:cubicBezTo>
                <a:cubicBezTo>
                  <a:pt x="15489" y="12907"/>
                  <a:pt x="21446" y="8142"/>
                  <a:pt x="29389" y="4964"/>
                </a:cubicBezTo>
                <a:cubicBezTo>
                  <a:pt x="37133" y="1787"/>
                  <a:pt x="45871" y="0"/>
                  <a:pt x="55402" y="0"/>
                </a:cubicBezTo>
                <a:cubicBezTo>
                  <a:pt x="65927" y="0"/>
                  <a:pt x="75260" y="1787"/>
                  <a:pt x="83203" y="5163"/>
                </a:cubicBezTo>
                <a:cubicBezTo>
                  <a:pt x="91146" y="8539"/>
                  <a:pt x="97500" y="13503"/>
                  <a:pt x="101869" y="20056"/>
                </a:cubicBezTo>
                <a:cubicBezTo>
                  <a:pt x="106237" y="26808"/>
                  <a:pt x="108422" y="34155"/>
                  <a:pt x="108819" y="42495"/>
                </a:cubicBezTo>
                <a:lnTo>
                  <a:pt x="90749" y="43885"/>
                </a:lnTo>
                <a:cubicBezTo>
                  <a:pt x="89756" y="34949"/>
                  <a:pt x="86579" y="28198"/>
                  <a:pt x="81018" y="23432"/>
                </a:cubicBezTo>
                <a:cubicBezTo>
                  <a:pt x="75458" y="18865"/>
                  <a:pt x="67118" y="16482"/>
                  <a:pt x="56197" y="16482"/>
                </a:cubicBezTo>
                <a:cubicBezTo>
                  <a:pt x="44679" y="16482"/>
                  <a:pt x="36538" y="18666"/>
                  <a:pt x="31375" y="22836"/>
                </a:cubicBezTo>
                <a:cubicBezTo>
                  <a:pt x="26212" y="27006"/>
                  <a:pt x="23630" y="31971"/>
                  <a:pt x="23630" y="37928"/>
                </a:cubicBezTo>
                <a:cubicBezTo>
                  <a:pt x="23630" y="43091"/>
                  <a:pt x="25418" y="47261"/>
                  <a:pt x="28992" y="50438"/>
                </a:cubicBezTo>
                <a:cubicBezTo>
                  <a:pt x="32566" y="53814"/>
                  <a:pt x="42098" y="57190"/>
                  <a:pt x="57388" y="60764"/>
                </a:cubicBezTo>
                <a:cubicBezTo>
                  <a:pt x="72678" y="64338"/>
                  <a:pt x="83203" y="67317"/>
                  <a:pt x="88961" y="69700"/>
                </a:cubicBezTo>
                <a:cubicBezTo>
                  <a:pt x="97103" y="73671"/>
                  <a:pt x="103259" y="78437"/>
                  <a:pt x="107230" y="84196"/>
                </a:cubicBezTo>
                <a:cubicBezTo>
                  <a:pt x="111202" y="90153"/>
                  <a:pt x="113188" y="96904"/>
                  <a:pt x="113188" y="104450"/>
                </a:cubicBezTo>
                <a:cubicBezTo>
                  <a:pt x="113188" y="111996"/>
                  <a:pt x="111003" y="119145"/>
                  <a:pt x="106635" y="125896"/>
                </a:cubicBezTo>
                <a:cubicBezTo>
                  <a:pt x="102266" y="132648"/>
                  <a:pt x="95912" y="137811"/>
                  <a:pt x="87969" y="141385"/>
                </a:cubicBezTo>
                <a:cubicBezTo>
                  <a:pt x="79827" y="144960"/>
                  <a:pt x="70693" y="146747"/>
                  <a:pt x="60565" y="146747"/>
                </a:cubicBezTo>
                <a:cubicBezTo>
                  <a:pt x="47658" y="146747"/>
                  <a:pt x="36935" y="144960"/>
                  <a:pt x="28198" y="141385"/>
                </a:cubicBezTo>
                <a:cubicBezTo>
                  <a:pt x="19460" y="137811"/>
                  <a:pt x="12709" y="132052"/>
                  <a:pt x="7744" y="124506"/>
                </a:cubicBezTo>
                <a:cubicBezTo>
                  <a:pt x="2780" y="116961"/>
                  <a:pt x="199" y="108422"/>
                  <a:pt x="0" y="98890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A65D7A-3013-4079-9841-6A5DADB4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614" y="437078"/>
            <a:ext cx="112790" cy="142180"/>
          </a:xfrm>
          <a:custGeom xmlns:a="http://schemas.openxmlformats.org/drawingml/2006/main">
            <a:pathLst>
              <a:path w="112790" h="142180">
                <a:moveTo>
                  <a:pt x="46864" y="142180"/>
                </a:moveTo>
                <a:lnTo>
                  <a:pt x="46864" y="16879"/>
                </a:lnTo>
                <a:lnTo>
                  <a:pt x="0" y="16879"/>
                </a:lnTo>
                <a:lnTo>
                  <a:pt x="0" y="0"/>
                </a:lnTo>
                <a:lnTo>
                  <a:pt x="112790" y="0"/>
                </a:lnTo>
                <a:lnTo>
                  <a:pt x="112790" y="16879"/>
                </a:lnTo>
                <a:lnTo>
                  <a:pt x="65728" y="16879"/>
                </a:lnTo>
                <a:lnTo>
                  <a:pt x="65728" y="142180"/>
                </a:lnTo>
                <a:lnTo>
                  <a:pt x="46864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9811AB-B245-4B58-AEA0-4843E06A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870" y="519090"/>
            <a:ext cx="53615" cy="17475"/>
          </a:xfrm>
          <a:custGeom xmlns:a="http://schemas.openxmlformats.org/drawingml/2006/main">
            <a:pathLst>
              <a:path w="53615" h="17475">
                <a:moveTo>
                  <a:pt x="0" y="17475"/>
                </a:moveTo>
                <a:lnTo>
                  <a:pt x="0" y="0"/>
                </a:lnTo>
                <a:lnTo>
                  <a:pt x="53615" y="0"/>
                </a:lnTo>
                <a:lnTo>
                  <a:pt x="53615" y="17475"/>
                </a:lnTo>
                <a:lnTo>
                  <a:pt x="0" y="1747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CD12BB-2634-46E6-B4DD-39E718B4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2973" y="438865"/>
            <a:ext cx="92139" cy="140392"/>
          </a:xfrm>
          <a:custGeom xmlns:a="http://schemas.openxmlformats.org/drawingml/2006/main">
            <a:pathLst>
              <a:path w="92139" h="140392">
                <a:moveTo>
                  <a:pt x="0" y="16879"/>
                </a:moveTo>
                <a:lnTo>
                  <a:pt x="0" y="0"/>
                </a:lnTo>
                <a:lnTo>
                  <a:pt x="92139" y="0"/>
                </a:lnTo>
                <a:lnTo>
                  <a:pt x="92139" y="13702"/>
                </a:lnTo>
                <a:cubicBezTo>
                  <a:pt x="83004" y="23432"/>
                  <a:pt x="73870" y="36339"/>
                  <a:pt x="65133" y="52225"/>
                </a:cubicBezTo>
                <a:cubicBezTo>
                  <a:pt x="56197" y="68111"/>
                  <a:pt x="49247" y="84593"/>
                  <a:pt x="44481" y="101273"/>
                </a:cubicBezTo>
                <a:cubicBezTo>
                  <a:pt x="40906" y="113188"/>
                  <a:pt x="38722" y="126294"/>
                  <a:pt x="37928" y="140392"/>
                </a:cubicBezTo>
                <a:lnTo>
                  <a:pt x="19857" y="140392"/>
                </a:lnTo>
                <a:cubicBezTo>
                  <a:pt x="20056" y="129272"/>
                  <a:pt x="22240" y="115769"/>
                  <a:pt x="26410" y="99883"/>
                </a:cubicBezTo>
                <a:cubicBezTo>
                  <a:pt x="30581" y="83997"/>
                  <a:pt x="36538" y="68707"/>
                  <a:pt x="44481" y="54012"/>
                </a:cubicBezTo>
                <a:cubicBezTo>
                  <a:pt x="52424" y="39318"/>
                  <a:pt x="60764" y="27006"/>
                  <a:pt x="69700" y="16879"/>
                </a:cubicBezTo>
                <a:lnTo>
                  <a:pt x="0" y="1687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3DAD7C-BA1A-4F63-B5CA-11CA1E34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544" y="437078"/>
            <a:ext cx="107429" cy="142180"/>
          </a:xfrm>
          <a:custGeom xmlns:a="http://schemas.openxmlformats.org/drawingml/2006/main">
            <a:pathLst>
              <a:path w="107429" h="142180">
                <a:moveTo>
                  <a:pt x="0" y="142180"/>
                </a:moveTo>
                <a:lnTo>
                  <a:pt x="0" y="0"/>
                </a:lnTo>
                <a:lnTo>
                  <a:pt x="53417" y="0"/>
                </a:lnTo>
                <a:cubicBezTo>
                  <a:pt x="64140" y="0"/>
                  <a:pt x="72877" y="1589"/>
                  <a:pt x="79430" y="4369"/>
                </a:cubicBezTo>
                <a:cubicBezTo>
                  <a:pt x="85983" y="7347"/>
                  <a:pt x="91146" y="11716"/>
                  <a:pt x="94919" y="17673"/>
                </a:cubicBezTo>
                <a:cubicBezTo>
                  <a:pt x="98493" y="23630"/>
                  <a:pt x="100479" y="29985"/>
                  <a:pt x="100479" y="36339"/>
                </a:cubicBezTo>
                <a:cubicBezTo>
                  <a:pt x="100479" y="42495"/>
                  <a:pt x="98692" y="48254"/>
                  <a:pt x="95514" y="53615"/>
                </a:cubicBezTo>
                <a:cubicBezTo>
                  <a:pt x="92139" y="58977"/>
                  <a:pt x="87174" y="63345"/>
                  <a:pt x="80621" y="66523"/>
                </a:cubicBezTo>
                <a:cubicBezTo>
                  <a:pt x="89160" y="69104"/>
                  <a:pt x="95713" y="73473"/>
                  <a:pt x="100479" y="79430"/>
                </a:cubicBezTo>
                <a:cubicBezTo>
                  <a:pt x="105046" y="85586"/>
                  <a:pt x="107429" y="92734"/>
                  <a:pt x="107429" y="100876"/>
                </a:cubicBezTo>
                <a:cubicBezTo>
                  <a:pt x="107429" y="107628"/>
                  <a:pt x="105840" y="113982"/>
                  <a:pt x="103060" y="119542"/>
                </a:cubicBezTo>
                <a:cubicBezTo>
                  <a:pt x="100280" y="125301"/>
                  <a:pt x="96706" y="129669"/>
                  <a:pt x="92734" y="132846"/>
                </a:cubicBezTo>
                <a:cubicBezTo>
                  <a:pt x="88564" y="136024"/>
                  <a:pt x="83401" y="138208"/>
                  <a:pt x="77246" y="139797"/>
                </a:cubicBezTo>
                <a:cubicBezTo>
                  <a:pt x="70891" y="141385"/>
                  <a:pt x="63345" y="142180"/>
                  <a:pt x="54211" y="142180"/>
                </a:cubicBezTo>
                <a:lnTo>
                  <a:pt x="0" y="142180"/>
                </a:lnTo>
                <a:close/>
                <a:moveTo>
                  <a:pt x="18865" y="59771"/>
                </a:moveTo>
                <a:lnTo>
                  <a:pt x="49644" y="59771"/>
                </a:lnTo>
                <a:cubicBezTo>
                  <a:pt x="57984" y="59771"/>
                  <a:pt x="63941" y="59374"/>
                  <a:pt x="67515" y="58182"/>
                </a:cubicBezTo>
                <a:cubicBezTo>
                  <a:pt x="72281" y="56792"/>
                  <a:pt x="75856" y="54409"/>
                  <a:pt x="78238" y="51034"/>
                </a:cubicBezTo>
                <a:cubicBezTo>
                  <a:pt x="80621" y="47857"/>
                  <a:pt x="82011" y="43686"/>
                  <a:pt x="82011" y="38722"/>
                </a:cubicBezTo>
                <a:cubicBezTo>
                  <a:pt x="82011" y="33956"/>
                  <a:pt x="80820" y="29786"/>
                  <a:pt x="78636" y="26212"/>
                </a:cubicBezTo>
                <a:cubicBezTo>
                  <a:pt x="76253" y="22638"/>
                  <a:pt x="73076" y="20255"/>
                  <a:pt x="68905" y="18865"/>
                </a:cubicBezTo>
                <a:cubicBezTo>
                  <a:pt x="64537" y="17673"/>
                  <a:pt x="57388" y="16879"/>
                  <a:pt x="47261" y="16879"/>
                </a:cubicBezTo>
                <a:lnTo>
                  <a:pt x="18865" y="16879"/>
                </a:lnTo>
                <a:lnTo>
                  <a:pt x="18865" y="59771"/>
                </a:lnTo>
                <a:close/>
                <a:moveTo>
                  <a:pt x="18865" y="125499"/>
                </a:moveTo>
                <a:lnTo>
                  <a:pt x="54211" y="125499"/>
                </a:lnTo>
                <a:cubicBezTo>
                  <a:pt x="60168" y="125499"/>
                  <a:pt x="64537" y="125301"/>
                  <a:pt x="67118" y="124705"/>
                </a:cubicBezTo>
                <a:cubicBezTo>
                  <a:pt x="71288" y="123911"/>
                  <a:pt x="74863" y="122719"/>
                  <a:pt x="77841" y="120932"/>
                </a:cubicBezTo>
                <a:cubicBezTo>
                  <a:pt x="80621" y="119145"/>
                  <a:pt x="83004" y="116563"/>
                  <a:pt x="84990" y="112989"/>
                </a:cubicBezTo>
                <a:cubicBezTo>
                  <a:pt x="86976" y="109613"/>
                  <a:pt x="87969" y="105642"/>
                  <a:pt x="87969" y="100876"/>
                </a:cubicBezTo>
                <a:cubicBezTo>
                  <a:pt x="87969" y="95713"/>
                  <a:pt x="86579" y="91146"/>
                  <a:pt x="83799" y="87174"/>
                </a:cubicBezTo>
                <a:cubicBezTo>
                  <a:pt x="81018" y="83203"/>
                  <a:pt x="77246" y="80423"/>
                  <a:pt x="72480" y="78834"/>
                </a:cubicBezTo>
                <a:cubicBezTo>
                  <a:pt x="67714" y="77246"/>
                  <a:pt x="60764" y="76451"/>
                  <a:pt x="51629" y="76451"/>
                </a:cubicBezTo>
                <a:lnTo>
                  <a:pt x="18865" y="76451"/>
                </a:lnTo>
                <a:lnTo>
                  <a:pt x="18865" y="12549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0CB087-4B5A-4EB1-8F9E-4D39D597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814" y="434695"/>
            <a:ext cx="46864" cy="186065"/>
          </a:xfrm>
          <a:custGeom xmlns:a="http://schemas.openxmlformats.org/drawingml/2006/main">
            <a:pathLst>
              <a:path w="46864" h="186065">
                <a:moveTo>
                  <a:pt x="34353" y="186065"/>
                </a:moveTo>
                <a:cubicBezTo>
                  <a:pt x="24623" y="173951"/>
                  <a:pt x="16482" y="159853"/>
                  <a:pt x="9929" y="143768"/>
                </a:cubicBezTo>
                <a:cubicBezTo>
                  <a:pt x="3177" y="127485"/>
                  <a:pt x="0" y="110606"/>
                  <a:pt x="0" y="93132"/>
                </a:cubicBezTo>
                <a:cubicBezTo>
                  <a:pt x="0" y="77841"/>
                  <a:pt x="2383" y="63147"/>
                  <a:pt x="7347" y="48849"/>
                </a:cubicBezTo>
                <a:cubicBezTo>
                  <a:pt x="13106" y="32566"/>
                  <a:pt x="22042" y="16283"/>
                  <a:pt x="34353" y="0"/>
                </a:cubicBezTo>
                <a:lnTo>
                  <a:pt x="46864" y="0"/>
                </a:lnTo>
                <a:cubicBezTo>
                  <a:pt x="38921" y="13503"/>
                  <a:pt x="33758" y="23233"/>
                  <a:pt x="31375" y="28793"/>
                </a:cubicBezTo>
                <a:cubicBezTo>
                  <a:pt x="27403" y="37729"/>
                  <a:pt x="24226" y="47062"/>
                  <a:pt x="22042" y="56792"/>
                </a:cubicBezTo>
                <a:cubicBezTo>
                  <a:pt x="19262" y="68905"/>
                  <a:pt x="17872" y="81018"/>
                  <a:pt x="17872" y="93132"/>
                </a:cubicBezTo>
                <a:cubicBezTo>
                  <a:pt x="17872" y="124308"/>
                  <a:pt x="27403" y="155087"/>
                  <a:pt x="46864" y="186065"/>
                </a:cubicBezTo>
                <a:lnTo>
                  <a:pt x="34353" y="18606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09B5F3-DCDA-4B10-B9E9-5D335363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393" y="437078"/>
            <a:ext cx="112790" cy="142180"/>
          </a:xfrm>
          <a:custGeom xmlns:a="http://schemas.openxmlformats.org/drawingml/2006/main">
            <a:pathLst>
              <a:path w="112790" h="142180">
                <a:moveTo>
                  <a:pt x="46864" y="142180"/>
                </a:moveTo>
                <a:lnTo>
                  <a:pt x="46864" y="16879"/>
                </a:lnTo>
                <a:lnTo>
                  <a:pt x="0" y="16879"/>
                </a:lnTo>
                <a:lnTo>
                  <a:pt x="0" y="0"/>
                </a:lnTo>
                <a:lnTo>
                  <a:pt x="112790" y="0"/>
                </a:lnTo>
                <a:lnTo>
                  <a:pt x="112790" y="16879"/>
                </a:lnTo>
                <a:lnTo>
                  <a:pt x="65728" y="16879"/>
                </a:lnTo>
                <a:lnTo>
                  <a:pt x="65728" y="142180"/>
                </a:lnTo>
                <a:lnTo>
                  <a:pt x="46864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79646B-E50A-495A-819E-1BA66B01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62" y="474013"/>
            <a:ext cx="94919" cy="107429"/>
          </a:xfrm>
          <a:custGeom xmlns:a="http://schemas.openxmlformats.org/drawingml/2006/main">
            <a:pathLst>
              <a:path w="94919" h="107429">
                <a:moveTo>
                  <a:pt x="76253" y="72083"/>
                </a:moveTo>
                <a:lnTo>
                  <a:pt x="94323" y="74267"/>
                </a:lnTo>
                <a:cubicBezTo>
                  <a:pt x="91344" y="84990"/>
                  <a:pt x="85983" y="93132"/>
                  <a:pt x="78437" y="98890"/>
                </a:cubicBezTo>
                <a:cubicBezTo>
                  <a:pt x="70693" y="104649"/>
                  <a:pt x="60962" y="107429"/>
                  <a:pt x="49048" y="107429"/>
                </a:cubicBezTo>
                <a:cubicBezTo>
                  <a:pt x="33956" y="107429"/>
                  <a:pt x="21843" y="102862"/>
                  <a:pt x="13106" y="93727"/>
                </a:cubicBezTo>
                <a:cubicBezTo>
                  <a:pt x="4369" y="84593"/>
                  <a:pt x="0" y="71487"/>
                  <a:pt x="0" y="54608"/>
                </a:cubicBezTo>
                <a:cubicBezTo>
                  <a:pt x="0" y="37332"/>
                  <a:pt x="4369" y="23829"/>
                  <a:pt x="13305" y="14297"/>
                </a:cubicBezTo>
                <a:cubicBezTo>
                  <a:pt x="22042" y="4766"/>
                  <a:pt x="33758" y="0"/>
                  <a:pt x="48055" y="0"/>
                </a:cubicBezTo>
                <a:cubicBezTo>
                  <a:pt x="61757" y="0"/>
                  <a:pt x="73076" y="4766"/>
                  <a:pt x="81813" y="14099"/>
                </a:cubicBezTo>
                <a:cubicBezTo>
                  <a:pt x="90550" y="23432"/>
                  <a:pt x="94919" y="36538"/>
                  <a:pt x="94919" y="53615"/>
                </a:cubicBezTo>
                <a:cubicBezTo>
                  <a:pt x="94919" y="54807"/>
                  <a:pt x="94720" y="56197"/>
                  <a:pt x="94720" y="58182"/>
                </a:cubicBezTo>
                <a:lnTo>
                  <a:pt x="17872" y="58182"/>
                </a:lnTo>
                <a:cubicBezTo>
                  <a:pt x="18467" y="69700"/>
                  <a:pt x="21645" y="78238"/>
                  <a:pt x="27403" y="84196"/>
                </a:cubicBezTo>
                <a:cubicBezTo>
                  <a:pt x="33162" y="90153"/>
                  <a:pt x="40311" y="93132"/>
                  <a:pt x="49048" y="93132"/>
                </a:cubicBezTo>
                <a:cubicBezTo>
                  <a:pt x="55402" y="93132"/>
                  <a:pt x="60962" y="91543"/>
                  <a:pt x="65530" y="88167"/>
                </a:cubicBezTo>
                <a:cubicBezTo>
                  <a:pt x="69898" y="84990"/>
                  <a:pt x="73473" y="79628"/>
                  <a:pt x="76253" y="72083"/>
                </a:cubicBezTo>
                <a:close/>
                <a:moveTo>
                  <a:pt x="18865" y="43885"/>
                </a:moveTo>
                <a:lnTo>
                  <a:pt x="76451" y="43885"/>
                </a:lnTo>
                <a:cubicBezTo>
                  <a:pt x="75657" y="35148"/>
                  <a:pt x="73473" y="28793"/>
                  <a:pt x="69898" y="24425"/>
                </a:cubicBezTo>
                <a:cubicBezTo>
                  <a:pt x="64338" y="17673"/>
                  <a:pt x="56991" y="14297"/>
                  <a:pt x="48254" y="14297"/>
                </a:cubicBezTo>
                <a:cubicBezTo>
                  <a:pt x="40112" y="14297"/>
                  <a:pt x="33361" y="17077"/>
                  <a:pt x="27999" y="22439"/>
                </a:cubicBezTo>
                <a:cubicBezTo>
                  <a:pt x="22439" y="27800"/>
                  <a:pt x="19460" y="34949"/>
                  <a:pt x="18865" y="438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2E322F-E518-4F67-AC1E-68F37283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0729" y="474013"/>
            <a:ext cx="139598" cy="105245"/>
          </a:xfrm>
          <a:custGeom xmlns:a="http://schemas.openxmlformats.org/drawingml/2006/main">
            <a:pathLst>
              <a:path w="139598" h="105245">
                <a:moveTo>
                  <a:pt x="0" y="105245"/>
                </a:moveTo>
                <a:lnTo>
                  <a:pt x="0" y="2184"/>
                </a:lnTo>
                <a:lnTo>
                  <a:pt x="15687" y="2184"/>
                </a:lnTo>
                <a:lnTo>
                  <a:pt x="15687" y="16680"/>
                </a:lnTo>
                <a:cubicBezTo>
                  <a:pt x="18865" y="11716"/>
                  <a:pt x="23035" y="7744"/>
                  <a:pt x="28396" y="4567"/>
                </a:cubicBezTo>
                <a:cubicBezTo>
                  <a:pt x="33758" y="1589"/>
                  <a:pt x="39914" y="0"/>
                  <a:pt x="46864" y="0"/>
                </a:cubicBezTo>
                <a:cubicBezTo>
                  <a:pt x="54409" y="0"/>
                  <a:pt x="60565" y="1589"/>
                  <a:pt x="65530" y="4766"/>
                </a:cubicBezTo>
                <a:cubicBezTo>
                  <a:pt x="70295" y="7943"/>
                  <a:pt x="73870" y="12510"/>
                  <a:pt x="75856" y="18070"/>
                </a:cubicBezTo>
                <a:cubicBezTo>
                  <a:pt x="83997" y="6156"/>
                  <a:pt x="94522" y="0"/>
                  <a:pt x="107628" y="0"/>
                </a:cubicBezTo>
                <a:cubicBezTo>
                  <a:pt x="117953" y="0"/>
                  <a:pt x="125698" y="2979"/>
                  <a:pt x="131258" y="8539"/>
                </a:cubicBezTo>
                <a:cubicBezTo>
                  <a:pt x="136818" y="14099"/>
                  <a:pt x="139598" y="22836"/>
                  <a:pt x="139598" y="34552"/>
                </a:cubicBezTo>
                <a:lnTo>
                  <a:pt x="139598" y="105245"/>
                </a:lnTo>
                <a:lnTo>
                  <a:pt x="122123" y="105245"/>
                </a:lnTo>
                <a:lnTo>
                  <a:pt x="122123" y="40311"/>
                </a:lnTo>
                <a:cubicBezTo>
                  <a:pt x="122123" y="33559"/>
                  <a:pt x="121528" y="28595"/>
                  <a:pt x="120336" y="25418"/>
                </a:cubicBezTo>
                <a:cubicBezTo>
                  <a:pt x="119145" y="22240"/>
                  <a:pt x="117159" y="19857"/>
                  <a:pt x="114180" y="17872"/>
                </a:cubicBezTo>
                <a:cubicBezTo>
                  <a:pt x="111202" y="16085"/>
                  <a:pt x="107826" y="15092"/>
                  <a:pt x="103855" y="15092"/>
                </a:cubicBezTo>
                <a:cubicBezTo>
                  <a:pt x="96507" y="15092"/>
                  <a:pt x="90550" y="17673"/>
                  <a:pt x="85784" y="22439"/>
                </a:cubicBezTo>
                <a:cubicBezTo>
                  <a:pt x="81018" y="27205"/>
                  <a:pt x="78636" y="34949"/>
                  <a:pt x="78636" y="45474"/>
                </a:cubicBezTo>
                <a:lnTo>
                  <a:pt x="78636" y="105245"/>
                </a:lnTo>
                <a:lnTo>
                  <a:pt x="61161" y="105245"/>
                </a:lnTo>
                <a:lnTo>
                  <a:pt x="61161" y="38325"/>
                </a:lnTo>
                <a:cubicBezTo>
                  <a:pt x="61161" y="30581"/>
                  <a:pt x="59572" y="24822"/>
                  <a:pt x="56792" y="20850"/>
                </a:cubicBezTo>
                <a:cubicBezTo>
                  <a:pt x="54012" y="17077"/>
                  <a:pt x="49247" y="15092"/>
                  <a:pt x="42892" y="15092"/>
                </a:cubicBezTo>
                <a:cubicBezTo>
                  <a:pt x="37928" y="15092"/>
                  <a:pt x="33361" y="16482"/>
                  <a:pt x="29190" y="19063"/>
                </a:cubicBezTo>
                <a:cubicBezTo>
                  <a:pt x="25020" y="21645"/>
                  <a:pt x="22042" y="25418"/>
                  <a:pt x="20255" y="30382"/>
                </a:cubicBezTo>
                <a:cubicBezTo>
                  <a:pt x="18269" y="35346"/>
                  <a:pt x="17475" y="42495"/>
                  <a:pt x="17475" y="51828"/>
                </a:cubicBezTo>
                <a:lnTo>
                  <a:pt x="17475" y="105245"/>
                </a:lnTo>
                <a:lnTo>
                  <a:pt x="0" y="10524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374AFF-26DB-48F4-A31C-BBB33080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6141" y="474013"/>
            <a:ext cx="89359" cy="144562"/>
          </a:xfrm>
          <a:custGeom xmlns:a="http://schemas.openxmlformats.org/drawingml/2006/main">
            <a:pathLst>
              <a:path w="89359" h="144562">
                <a:moveTo>
                  <a:pt x="0" y="144562"/>
                </a:moveTo>
                <a:lnTo>
                  <a:pt x="0" y="2184"/>
                </a:lnTo>
                <a:lnTo>
                  <a:pt x="15886" y="2184"/>
                </a:lnTo>
                <a:lnTo>
                  <a:pt x="15886" y="15687"/>
                </a:lnTo>
                <a:cubicBezTo>
                  <a:pt x="19460" y="10524"/>
                  <a:pt x="23829" y="6553"/>
                  <a:pt x="28595" y="3971"/>
                </a:cubicBezTo>
                <a:cubicBezTo>
                  <a:pt x="33361" y="1390"/>
                  <a:pt x="38921" y="0"/>
                  <a:pt x="45672" y="0"/>
                </a:cubicBezTo>
                <a:cubicBezTo>
                  <a:pt x="54409" y="0"/>
                  <a:pt x="62154" y="2383"/>
                  <a:pt x="68905" y="6752"/>
                </a:cubicBezTo>
                <a:cubicBezTo>
                  <a:pt x="75657" y="11319"/>
                  <a:pt x="80621" y="17673"/>
                  <a:pt x="84196" y="26013"/>
                </a:cubicBezTo>
                <a:cubicBezTo>
                  <a:pt x="87571" y="34353"/>
                  <a:pt x="89359" y="43289"/>
                  <a:pt x="89359" y="53019"/>
                </a:cubicBezTo>
                <a:cubicBezTo>
                  <a:pt x="89359" y="63544"/>
                  <a:pt x="87373" y="73076"/>
                  <a:pt x="83600" y="81416"/>
                </a:cubicBezTo>
                <a:cubicBezTo>
                  <a:pt x="79827" y="89954"/>
                  <a:pt x="74267" y="96507"/>
                  <a:pt x="67118" y="100876"/>
                </a:cubicBezTo>
                <a:cubicBezTo>
                  <a:pt x="59970" y="105245"/>
                  <a:pt x="52424" y="107429"/>
                  <a:pt x="44481" y="107429"/>
                </a:cubicBezTo>
                <a:cubicBezTo>
                  <a:pt x="38523" y="107429"/>
                  <a:pt x="33361" y="106237"/>
                  <a:pt x="28793" y="103855"/>
                </a:cubicBezTo>
                <a:cubicBezTo>
                  <a:pt x="24028" y="101472"/>
                  <a:pt x="20255" y="98493"/>
                  <a:pt x="17475" y="94522"/>
                </a:cubicBezTo>
                <a:lnTo>
                  <a:pt x="17475" y="144562"/>
                </a:lnTo>
                <a:lnTo>
                  <a:pt x="0" y="144562"/>
                </a:lnTo>
                <a:close/>
                <a:moveTo>
                  <a:pt x="15886" y="54409"/>
                </a:moveTo>
                <a:cubicBezTo>
                  <a:pt x="15886" y="67714"/>
                  <a:pt x="18467" y="77444"/>
                  <a:pt x="23829" y="83799"/>
                </a:cubicBezTo>
                <a:cubicBezTo>
                  <a:pt x="29190" y="90153"/>
                  <a:pt x="35743" y="93132"/>
                  <a:pt x="43289" y="93132"/>
                </a:cubicBezTo>
                <a:cubicBezTo>
                  <a:pt x="51034" y="93132"/>
                  <a:pt x="57587" y="89954"/>
                  <a:pt x="63147" y="83401"/>
                </a:cubicBezTo>
                <a:cubicBezTo>
                  <a:pt x="68707" y="76848"/>
                  <a:pt x="71487" y="66721"/>
                  <a:pt x="71487" y="52821"/>
                </a:cubicBezTo>
                <a:cubicBezTo>
                  <a:pt x="71487" y="39715"/>
                  <a:pt x="68707" y="29985"/>
                  <a:pt x="63345" y="23432"/>
                </a:cubicBezTo>
                <a:cubicBezTo>
                  <a:pt x="57984" y="17077"/>
                  <a:pt x="51629" y="13702"/>
                  <a:pt x="44084" y="13702"/>
                </a:cubicBezTo>
                <a:cubicBezTo>
                  <a:pt x="36538" y="13702"/>
                  <a:pt x="29985" y="17276"/>
                  <a:pt x="24425" y="24226"/>
                </a:cubicBezTo>
                <a:cubicBezTo>
                  <a:pt x="18666" y="31176"/>
                  <a:pt x="15886" y="41304"/>
                  <a:pt x="15886" y="5440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3D88D7-008E-4236-AF8E-0A6727C7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9996" y="474013"/>
            <a:ext cx="96507" cy="107429"/>
          </a:xfrm>
          <a:custGeom xmlns:a="http://schemas.openxmlformats.org/drawingml/2006/main">
            <a:pathLst>
              <a:path w="96507" h="107429">
                <a:moveTo>
                  <a:pt x="0" y="53814"/>
                </a:moveTo>
                <a:cubicBezTo>
                  <a:pt x="0" y="34751"/>
                  <a:pt x="5163" y="20652"/>
                  <a:pt x="15886" y="11319"/>
                </a:cubicBezTo>
                <a:cubicBezTo>
                  <a:pt x="24623" y="3773"/>
                  <a:pt x="35545" y="0"/>
                  <a:pt x="48254" y="0"/>
                </a:cubicBezTo>
                <a:cubicBezTo>
                  <a:pt x="62352" y="0"/>
                  <a:pt x="73870" y="4766"/>
                  <a:pt x="83004" y="13900"/>
                </a:cubicBezTo>
                <a:cubicBezTo>
                  <a:pt x="91940" y="23233"/>
                  <a:pt x="96507" y="35942"/>
                  <a:pt x="96507" y="52225"/>
                </a:cubicBezTo>
                <a:cubicBezTo>
                  <a:pt x="96507" y="65530"/>
                  <a:pt x="94522" y="76054"/>
                  <a:pt x="90550" y="83600"/>
                </a:cubicBezTo>
                <a:cubicBezTo>
                  <a:pt x="86579" y="91146"/>
                  <a:pt x="80621" y="97103"/>
                  <a:pt x="73076" y="101273"/>
                </a:cubicBezTo>
                <a:cubicBezTo>
                  <a:pt x="65530" y="105245"/>
                  <a:pt x="57190" y="107429"/>
                  <a:pt x="48254" y="107429"/>
                </a:cubicBezTo>
                <a:cubicBezTo>
                  <a:pt x="33758" y="107429"/>
                  <a:pt x="22042" y="102862"/>
                  <a:pt x="13305" y="93727"/>
                </a:cubicBezTo>
                <a:cubicBezTo>
                  <a:pt x="4369" y="84593"/>
                  <a:pt x="0" y="71288"/>
                  <a:pt x="0" y="53814"/>
                </a:cubicBezTo>
                <a:close/>
                <a:moveTo>
                  <a:pt x="18070" y="53814"/>
                </a:moveTo>
                <a:cubicBezTo>
                  <a:pt x="18070" y="66920"/>
                  <a:pt x="20850" y="76848"/>
                  <a:pt x="26609" y="83401"/>
                </a:cubicBezTo>
                <a:cubicBezTo>
                  <a:pt x="32169" y="89954"/>
                  <a:pt x="39516" y="93132"/>
                  <a:pt x="48254" y="93132"/>
                </a:cubicBezTo>
                <a:cubicBezTo>
                  <a:pt x="56991" y="93132"/>
                  <a:pt x="64140" y="89954"/>
                  <a:pt x="69898" y="83401"/>
                </a:cubicBezTo>
                <a:cubicBezTo>
                  <a:pt x="75657" y="76848"/>
                  <a:pt x="78636" y="66721"/>
                  <a:pt x="78636" y="53218"/>
                </a:cubicBezTo>
                <a:cubicBezTo>
                  <a:pt x="78636" y="40509"/>
                  <a:pt x="75657" y="30978"/>
                  <a:pt x="69898" y="24226"/>
                </a:cubicBezTo>
                <a:cubicBezTo>
                  <a:pt x="63941" y="17673"/>
                  <a:pt x="56792" y="14297"/>
                  <a:pt x="48254" y="14297"/>
                </a:cubicBezTo>
                <a:cubicBezTo>
                  <a:pt x="39516" y="14297"/>
                  <a:pt x="32169" y="17673"/>
                  <a:pt x="26609" y="24226"/>
                </a:cubicBezTo>
                <a:cubicBezTo>
                  <a:pt x="20850" y="30779"/>
                  <a:pt x="18070" y="40708"/>
                  <a:pt x="18070" y="5381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41E09F-1A40-4CB2-A52A-8BB9CC95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758" y="474013"/>
            <a:ext cx="55998" cy="105245"/>
          </a:xfrm>
          <a:custGeom xmlns:a="http://schemas.openxmlformats.org/drawingml/2006/main">
            <a:pathLst>
              <a:path w="55998" h="105245">
                <a:moveTo>
                  <a:pt x="0" y="105245"/>
                </a:moveTo>
                <a:lnTo>
                  <a:pt x="0" y="2184"/>
                </a:lnTo>
                <a:lnTo>
                  <a:pt x="15687" y="2184"/>
                </a:lnTo>
                <a:lnTo>
                  <a:pt x="15687" y="17872"/>
                </a:lnTo>
                <a:cubicBezTo>
                  <a:pt x="19659" y="10723"/>
                  <a:pt x="23233" y="5957"/>
                  <a:pt x="26808" y="3574"/>
                </a:cubicBezTo>
                <a:cubicBezTo>
                  <a:pt x="30183" y="1191"/>
                  <a:pt x="33956" y="0"/>
                  <a:pt x="37928" y="0"/>
                </a:cubicBezTo>
                <a:cubicBezTo>
                  <a:pt x="43885" y="0"/>
                  <a:pt x="49842" y="1986"/>
                  <a:pt x="55998" y="5560"/>
                </a:cubicBezTo>
                <a:lnTo>
                  <a:pt x="49842" y="21843"/>
                </a:lnTo>
                <a:cubicBezTo>
                  <a:pt x="45474" y="19460"/>
                  <a:pt x="41304" y="18070"/>
                  <a:pt x="37133" y="18070"/>
                </a:cubicBezTo>
                <a:cubicBezTo>
                  <a:pt x="33162" y="18070"/>
                  <a:pt x="29786" y="19262"/>
                  <a:pt x="26808" y="21446"/>
                </a:cubicBezTo>
                <a:cubicBezTo>
                  <a:pt x="23630" y="23829"/>
                  <a:pt x="21446" y="27006"/>
                  <a:pt x="20255" y="30978"/>
                </a:cubicBezTo>
                <a:cubicBezTo>
                  <a:pt x="18269" y="37332"/>
                  <a:pt x="17475" y="44084"/>
                  <a:pt x="17475" y="51431"/>
                </a:cubicBezTo>
                <a:lnTo>
                  <a:pt x="17475" y="105245"/>
                </a:lnTo>
                <a:lnTo>
                  <a:pt x="0" y="10524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C3D449-C3AA-43D5-A334-5CE17421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7124" y="474013"/>
            <a:ext cx="94919" cy="107429"/>
          </a:xfrm>
          <a:custGeom xmlns:a="http://schemas.openxmlformats.org/drawingml/2006/main">
            <a:pathLst>
              <a:path w="94919" h="107429">
                <a:moveTo>
                  <a:pt x="73076" y="92536"/>
                </a:moveTo>
                <a:cubicBezTo>
                  <a:pt x="66523" y="98096"/>
                  <a:pt x="60367" y="102067"/>
                  <a:pt x="54409" y="104252"/>
                </a:cubicBezTo>
                <a:cubicBezTo>
                  <a:pt x="48452" y="106237"/>
                  <a:pt x="41899" y="107429"/>
                  <a:pt x="35148" y="107429"/>
                </a:cubicBezTo>
                <a:cubicBezTo>
                  <a:pt x="23829" y="107429"/>
                  <a:pt x="15092" y="104847"/>
                  <a:pt x="9134" y="99287"/>
                </a:cubicBezTo>
                <a:cubicBezTo>
                  <a:pt x="2979" y="93727"/>
                  <a:pt x="0" y="86777"/>
                  <a:pt x="0" y="78040"/>
                </a:cubicBezTo>
                <a:cubicBezTo>
                  <a:pt x="0" y="73076"/>
                  <a:pt x="993" y="68508"/>
                  <a:pt x="3376" y="64338"/>
                </a:cubicBezTo>
                <a:cubicBezTo>
                  <a:pt x="5759" y="60168"/>
                  <a:pt x="8737" y="56792"/>
                  <a:pt x="12510" y="54211"/>
                </a:cubicBezTo>
                <a:cubicBezTo>
                  <a:pt x="16085" y="51828"/>
                  <a:pt x="20255" y="49842"/>
                  <a:pt x="25020" y="48452"/>
                </a:cubicBezTo>
                <a:cubicBezTo>
                  <a:pt x="28396" y="47658"/>
                  <a:pt x="33559" y="46864"/>
                  <a:pt x="40509" y="45871"/>
                </a:cubicBezTo>
                <a:cubicBezTo>
                  <a:pt x="54608" y="44282"/>
                  <a:pt x="64934" y="42296"/>
                  <a:pt x="71685" y="39914"/>
                </a:cubicBezTo>
                <a:cubicBezTo>
                  <a:pt x="71685" y="37531"/>
                  <a:pt x="71685" y="36141"/>
                  <a:pt x="71685" y="35346"/>
                </a:cubicBezTo>
                <a:cubicBezTo>
                  <a:pt x="71685" y="28198"/>
                  <a:pt x="70097" y="23233"/>
                  <a:pt x="66920" y="20255"/>
                </a:cubicBezTo>
                <a:cubicBezTo>
                  <a:pt x="62352" y="16283"/>
                  <a:pt x="55601" y="14297"/>
                  <a:pt x="46864" y="14297"/>
                </a:cubicBezTo>
                <a:cubicBezTo>
                  <a:pt x="38523" y="14297"/>
                  <a:pt x="32566" y="15886"/>
                  <a:pt x="28595" y="18666"/>
                </a:cubicBezTo>
                <a:cubicBezTo>
                  <a:pt x="24623" y="21645"/>
                  <a:pt x="21843" y="26808"/>
                  <a:pt x="20056" y="33956"/>
                </a:cubicBezTo>
                <a:lnTo>
                  <a:pt x="2979" y="31573"/>
                </a:lnTo>
                <a:cubicBezTo>
                  <a:pt x="4567" y="24425"/>
                  <a:pt x="7149" y="18467"/>
                  <a:pt x="10723" y="13900"/>
                </a:cubicBezTo>
                <a:cubicBezTo>
                  <a:pt x="14297" y="9532"/>
                  <a:pt x="19262" y="5957"/>
                  <a:pt x="26013" y="3574"/>
                </a:cubicBezTo>
                <a:cubicBezTo>
                  <a:pt x="32765" y="1191"/>
                  <a:pt x="40509" y="0"/>
                  <a:pt x="49445" y="0"/>
                </a:cubicBezTo>
                <a:cubicBezTo>
                  <a:pt x="58182" y="0"/>
                  <a:pt x="65331" y="1191"/>
                  <a:pt x="70891" y="3177"/>
                </a:cubicBezTo>
                <a:cubicBezTo>
                  <a:pt x="76451" y="5163"/>
                  <a:pt x="80423" y="7744"/>
                  <a:pt x="83004" y="10922"/>
                </a:cubicBezTo>
                <a:cubicBezTo>
                  <a:pt x="85586" y="14099"/>
                  <a:pt x="87373" y="17872"/>
                  <a:pt x="88366" y="22638"/>
                </a:cubicBezTo>
                <a:cubicBezTo>
                  <a:pt x="88961" y="25815"/>
                  <a:pt x="89359" y="31176"/>
                  <a:pt x="89359" y="38921"/>
                </a:cubicBezTo>
                <a:lnTo>
                  <a:pt x="89359" y="62154"/>
                </a:lnTo>
                <a:cubicBezTo>
                  <a:pt x="89359" y="78437"/>
                  <a:pt x="89557" y="88564"/>
                  <a:pt x="90352" y="92933"/>
                </a:cubicBezTo>
                <a:cubicBezTo>
                  <a:pt x="91146" y="97302"/>
                  <a:pt x="92536" y="101273"/>
                  <a:pt x="94919" y="105245"/>
                </a:cubicBezTo>
                <a:lnTo>
                  <a:pt x="76650" y="105245"/>
                </a:lnTo>
                <a:cubicBezTo>
                  <a:pt x="74664" y="101670"/>
                  <a:pt x="73473" y="97500"/>
                  <a:pt x="73076" y="92536"/>
                </a:cubicBezTo>
                <a:close/>
                <a:moveTo>
                  <a:pt x="71685" y="53615"/>
                </a:moveTo>
                <a:cubicBezTo>
                  <a:pt x="65331" y="56197"/>
                  <a:pt x="55799" y="58381"/>
                  <a:pt x="43091" y="60168"/>
                </a:cubicBezTo>
                <a:cubicBezTo>
                  <a:pt x="35942" y="61360"/>
                  <a:pt x="30779" y="62551"/>
                  <a:pt x="27800" y="63742"/>
                </a:cubicBezTo>
                <a:cubicBezTo>
                  <a:pt x="24822" y="64934"/>
                  <a:pt x="22638" y="66920"/>
                  <a:pt x="21049" y="69303"/>
                </a:cubicBezTo>
                <a:cubicBezTo>
                  <a:pt x="19460" y="71884"/>
                  <a:pt x="18666" y="74664"/>
                  <a:pt x="18666" y="77643"/>
                </a:cubicBezTo>
                <a:cubicBezTo>
                  <a:pt x="18666" y="82409"/>
                  <a:pt x="20255" y="86181"/>
                  <a:pt x="23829" y="89359"/>
                </a:cubicBezTo>
                <a:cubicBezTo>
                  <a:pt x="27403" y="92536"/>
                  <a:pt x="32566" y="93926"/>
                  <a:pt x="39318" y="93926"/>
                </a:cubicBezTo>
                <a:cubicBezTo>
                  <a:pt x="46069" y="93926"/>
                  <a:pt x="52027" y="92536"/>
                  <a:pt x="57190" y="89557"/>
                </a:cubicBezTo>
                <a:cubicBezTo>
                  <a:pt x="62352" y="86579"/>
                  <a:pt x="66324" y="82607"/>
                  <a:pt x="68905" y="77444"/>
                </a:cubicBezTo>
                <a:cubicBezTo>
                  <a:pt x="70693" y="73473"/>
                  <a:pt x="71685" y="67714"/>
                  <a:pt x="71685" y="59970"/>
                </a:cubicBezTo>
                <a:lnTo>
                  <a:pt x="71685" y="5361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159D43-9DB4-4DA0-953D-E3548033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092" y="437078"/>
            <a:ext cx="17475" cy="142180"/>
          </a:xfrm>
          <a:custGeom xmlns:a="http://schemas.openxmlformats.org/drawingml/2006/main">
            <a:pathLst>
              <a:path w="17475" h="142180">
                <a:moveTo>
                  <a:pt x="0" y="142180"/>
                </a:moveTo>
                <a:lnTo>
                  <a:pt x="0" y="0"/>
                </a:lnTo>
                <a:lnTo>
                  <a:pt x="17475" y="0"/>
                </a:lnTo>
                <a:lnTo>
                  <a:pt x="17475" y="142180"/>
                </a:lnTo>
                <a:lnTo>
                  <a:pt x="0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30EC9A-8E86-4E38-AC5C-AE6BC858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0465" y="437078"/>
            <a:ext cx="130066" cy="142180"/>
          </a:xfrm>
          <a:custGeom xmlns:a="http://schemas.openxmlformats.org/drawingml/2006/main">
            <a:pathLst>
              <a:path w="130066" h="142180">
                <a:moveTo>
                  <a:pt x="55204" y="142180"/>
                </a:moveTo>
                <a:lnTo>
                  <a:pt x="0" y="0"/>
                </a:lnTo>
                <a:lnTo>
                  <a:pt x="20453" y="0"/>
                </a:lnTo>
                <a:lnTo>
                  <a:pt x="57388" y="103259"/>
                </a:lnTo>
                <a:cubicBezTo>
                  <a:pt x="60168" y="111599"/>
                  <a:pt x="62750" y="119343"/>
                  <a:pt x="64934" y="126492"/>
                </a:cubicBezTo>
                <a:cubicBezTo>
                  <a:pt x="66920" y="118946"/>
                  <a:pt x="69501" y="111202"/>
                  <a:pt x="72480" y="103259"/>
                </a:cubicBezTo>
                <a:lnTo>
                  <a:pt x="111003" y="0"/>
                </a:lnTo>
                <a:lnTo>
                  <a:pt x="130066" y="0"/>
                </a:lnTo>
                <a:lnTo>
                  <a:pt x="74466" y="142180"/>
                </a:lnTo>
                <a:lnTo>
                  <a:pt x="55204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1CEECF-6BEF-433A-A41F-B784CE4B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1680" y="437078"/>
            <a:ext cx="17475" cy="142180"/>
          </a:xfrm>
          <a:custGeom xmlns:a="http://schemas.openxmlformats.org/drawingml/2006/main">
            <a:pathLst>
              <a:path w="17475" h="142180">
                <a:moveTo>
                  <a:pt x="0" y="20056"/>
                </a:moveTo>
                <a:lnTo>
                  <a:pt x="0" y="0"/>
                </a:lnTo>
                <a:lnTo>
                  <a:pt x="17475" y="0"/>
                </a:lnTo>
                <a:lnTo>
                  <a:pt x="17475" y="20056"/>
                </a:lnTo>
                <a:lnTo>
                  <a:pt x="0" y="20056"/>
                </a:lnTo>
                <a:close/>
                <a:moveTo>
                  <a:pt x="0" y="142180"/>
                </a:moveTo>
                <a:lnTo>
                  <a:pt x="0" y="39119"/>
                </a:lnTo>
                <a:lnTo>
                  <a:pt x="17475" y="39119"/>
                </a:lnTo>
                <a:lnTo>
                  <a:pt x="17475" y="142180"/>
                </a:lnTo>
                <a:lnTo>
                  <a:pt x="0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DE2B33-28C8-4B46-B069-BCF170E5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9409" y="437078"/>
            <a:ext cx="89359" cy="144364"/>
          </a:xfrm>
          <a:custGeom xmlns:a="http://schemas.openxmlformats.org/drawingml/2006/main">
            <a:pathLst>
              <a:path w="89359" h="144364">
                <a:moveTo>
                  <a:pt x="73076" y="142180"/>
                </a:moveTo>
                <a:lnTo>
                  <a:pt x="73076" y="129272"/>
                </a:lnTo>
                <a:cubicBezTo>
                  <a:pt x="66523" y="139399"/>
                  <a:pt x="56991" y="144364"/>
                  <a:pt x="44282" y="144364"/>
                </a:cubicBezTo>
                <a:cubicBezTo>
                  <a:pt x="35942" y="144364"/>
                  <a:pt x="28396" y="142180"/>
                  <a:pt x="21645" y="137612"/>
                </a:cubicBezTo>
                <a:cubicBezTo>
                  <a:pt x="14695" y="133244"/>
                  <a:pt x="9333" y="126889"/>
                  <a:pt x="5560" y="118748"/>
                </a:cubicBezTo>
                <a:cubicBezTo>
                  <a:pt x="1787" y="110805"/>
                  <a:pt x="0" y="101472"/>
                  <a:pt x="0" y="90749"/>
                </a:cubicBezTo>
                <a:cubicBezTo>
                  <a:pt x="0" y="80621"/>
                  <a:pt x="1589" y="71288"/>
                  <a:pt x="5163" y="62948"/>
                </a:cubicBezTo>
                <a:cubicBezTo>
                  <a:pt x="8539" y="54608"/>
                  <a:pt x="13702" y="48055"/>
                  <a:pt x="20453" y="43686"/>
                </a:cubicBezTo>
                <a:cubicBezTo>
                  <a:pt x="27205" y="39318"/>
                  <a:pt x="34949" y="36935"/>
                  <a:pt x="43488" y="36935"/>
                </a:cubicBezTo>
                <a:cubicBezTo>
                  <a:pt x="49644" y="36935"/>
                  <a:pt x="55204" y="38325"/>
                  <a:pt x="60168" y="40906"/>
                </a:cubicBezTo>
                <a:cubicBezTo>
                  <a:pt x="64934" y="43488"/>
                  <a:pt x="68905" y="46864"/>
                  <a:pt x="71884" y="51034"/>
                </a:cubicBezTo>
                <a:lnTo>
                  <a:pt x="71884" y="0"/>
                </a:lnTo>
                <a:lnTo>
                  <a:pt x="89359" y="0"/>
                </a:lnTo>
                <a:lnTo>
                  <a:pt x="89359" y="142180"/>
                </a:lnTo>
                <a:lnTo>
                  <a:pt x="73076" y="142180"/>
                </a:lnTo>
                <a:close/>
                <a:moveTo>
                  <a:pt x="18070" y="90749"/>
                </a:moveTo>
                <a:cubicBezTo>
                  <a:pt x="18070" y="104053"/>
                  <a:pt x="20652" y="113982"/>
                  <a:pt x="26212" y="120336"/>
                </a:cubicBezTo>
                <a:cubicBezTo>
                  <a:pt x="31772" y="126889"/>
                  <a:pt x="38325" y="130066"/>
                  <a:pt x="45871" y="130066"/>
                </a:cubicBezTo>
                <a:cubicBezTo>
                  <a:pt x="53417" y="130066"/>
                  <a:pt x="59970" y="127088"/>
                  <a:pt x="65331" y="120733"/>
                </a:cubicBezTo>
                <a:cubicBezTo>
                  <a:pt x="70693" y="114578"/>
                  <a:pt x="73473" y="105046"/>
                  <a:pt x="73473" y="92337"/>
                </a:cubicBezTo>
                <a:cubicBezTo>
                  <a:pt x="73473" y="78238"/>
                  <a:pt x="70693" y="67913"/>
                  <a:pt x="65331" y="61161"/>
                </a:cubicBezTo>
                <a:cubicBezTo>
                  <a:pt x="59771" y="54608"/>
                  <a:pt x="53218" y="51232"/>
                  <a:pt x="45275" y="51232"/>
                </a:cubicBezTo>
                <a:cubicBezTo>
                  <a:pt x="37332" y="51232"/>
                  <a:pt x="30978" y="54409"/>
                  <a:pt x="25815" y="60764"/>
                </a:cubicBezTo>
                <a:cubicBezTo>
                  <a:pt x="20652" y="67118"/>
                  <a:pt x="18070" y="77246"/>
                  <a:pt x="18070" y="9074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99161D-9A89-4B49-92F3-CE8EA167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412" y="474013"/>
            <a:ext cx="94919" cy="107429"/>
          </a:xfrm>
          <a:custGeom xmlns:a="http://schemas.openxmlformats.org/drawingml/2006/main">
            <a:pathLst>
              <a:path w="94919" h="107429">
                <a:moveTo>
                  <a:pt x="76253" y="72083"/>
                </a:moveTo>
                <a:lnTo>
                  <a:pt x="94323" y="74267"/>
                </a:lnTo>
                <a:cubicBezTo>
                  <a:pt x="91344" y="84990"/>
                  <a:pt x="85983" y="93132"/>
                  <a:pt x="78437" y="98890"/>
                </a:cubicBezTo>
                <a:cubicBezTo>
                  <a:pt x="70693" y="104649"/>
                  <a:pt x="60962" y="107429"/>
                  <a:pt x="49048" y="107429"/>
                </a:cubicBezTo>
                <a:cubicBezTo>
                  <a:pt x="33956" y="107429"/>
                  <a:pt x="21843" y="102862"/>
                  <a:pt x="13106" y="93727"/>
                </a:cubicBezTo>
                <a:cubicBezTo>
                  <a:pt x="4369" y="84593"/>
                  <a:pt x="0" y="71487"/>
                  <a:pt x="0" y="54608"/>
                </a:cubicBezTo>
                <a:cubicBezTo>
                  <a:pt x="0" y="37332"/>
                  <a:pt x="4369" y="23829"/>
                  <a:pt x="13305" y="14297"/>
                </a:cubicBezTo>
                <a:cubicBezTo>
                  <a:pt x="22042" y="4766"/>
                  <a:pt x="33758" y="0"/>
                  <a:pt x="48055" y="0"/>
                </a:cubicBezTo>
                <a:cubicBezTo>
                  <a:pt x="61757" y="0"/>
                  <a:pt x="73076" y="4766"/>
                  <a:pt x="81813" y="14099"/>
                </a:cubicBezTo>
                <a:cubicBezTo>
                  <a:pt x="90550" y="23432"/>
                  <a:pt x="94919" y="36538"/>
                  <a:pt x="94919" y="53615"/>
                </a:cubicBezTo>
                <a:cubicBezTo>
                  <a:pt x="94919" y="54807"/>
                  <a:pt x="94720" y="56197"/>
                  <a:pt x="94720" y="58182"/>
                </a:cubicBezTo>
                <a:lnTo>
                  <a:pt x="17872" y="58182"/>
                </a:lnTo>
                <a:cubicBezTo>
                  <a:pt x="18467" y="69700"/>
                  <a:pt x="21645" y="78238"/>
                  <a:pt x="27403" y="84196"/>
                </a:cubicBezTo>
                <a:cubicBezTo>
                  <a:pt x="33162" y="90153"/>
                  <a:pt x="40311" y="93132"/>
                  <a:pt x="49048" y="93132"/>
                </a:cubicBezTo>
                <a:cubicBezTo>
                  <a:pt x="55402" y="93132"/>
                  <a:pt x="60962" y="91543"/>
                  <a:pt x="65530" y="88167"/>
                </a:cubicBezTo>
                <a:cubicBezTo>
                  <a:pt x="69898" y="84990"/>
                  <a:pt x="73473" y="79628"/>
                  <a:pt x="76253" y="72083"/>
                </a:cubicBezTo>
                <a:close/>
                <a:moveTo>
                  <a:pt x="18865" y="43885"/>
                </a:moveTo>
                <a:lnTo>
                  <a:pt x="76451" y="43885"/>
                </a:lnTo>
                <a:cubicBezTo>
                  <a:pt x="75657" y="35148"/>
                  <a:pt x="73473" y="28793"/>
                  <a:pt x="69898" y="24425"/>
                </a:cubicBezTo>
                <a:cubicBezTo>
                  <a:pt x="64338" y="17673"/>
                  <a:pt x="56991" y="14297"/>
                  <a:pt x="48254" y="14297"/>
                </a:cubicBezTo>
                <a:cubicBezTo>
                  <a:pt x="40112" y="14297"/>
                  <a:pt x="33361" y="17077"/>
                  <a:pt x="27999" y="22439"/>
                </a:cubicBezTo>
                <a:cubicBezTo>
                  <a:pt x="22439" y="27800"/>
                  <a:pt x="19460" y="34949"/>
                  <a:pt x="18865" y="438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ACA125-32A4-43E3-A55F-7F2AB6B3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026" y="474013"/>
            <a:ext cx="96507" cy="107429"/>
          </a:xfrm>
          <a:custGeom xmlns:a="http://schemas.openxmlformats.org/drawingml/2006/main">
            <a:pathLst>
              <a:path w="96507" h="107429">
                <a:moveTo>
                  <a:pt x="0" y="53814"/>
                </a:moveTo>
                <a:cubicBezTo>
                  <a:pt x="0" y="34751"/>
                  <a:pt x="5163" y="20652"/>
                  <a:pt x="15886" y="11319"/>
                </a:cubicBezTo>
                <a:cubicBezTo>
                  <a:pt x="24623" y="3773"/>
                  <a:pt x="35545" y="0"/>
                  <a:pt x="48254" y="0"/>
                </a:cubicBezTo>
                <a:cubicBezTo>
                  <a:pt x="62352" y="0"/>
                  <a:pt x="73870" y="4766"/>
                  <a:pt x="83004" y="13900"/>
                </a:cubicBezTo>
                <a:cubicBezTo>
                  <a:pt x="91940" y="23233"/>
                  <a:pt x="96507" y="35942"/>
                  <a:pt x="96507" y="52225"/>
                </a:cubicBezTo>
                <a:cubicBezTo>
                  <a:pt x="96507" y="65530"/>
                  <a:pt x="94522" y="76054"/>
                  <a:pt x="90550" y="83600"/>
                </a:cubicBezTo>
                <a:cubicBezTo>
                  <a:pt x="86579" y="91146"/>
                  <a:pt x="80621" y="97103"/>
                  <a:pt x="73076" y="101273"/>
                </a:cubicBezTo>
                <a:cubicBezTo>
                  <a:pt x="65530" y="105245"/>
                  <a:pt x="57190" y="107429"/>
                  <a:pt x="48254" y="107429"/>
                </a:cubicBezTo>
                <a:cubicBezTo>
                  <a:pt x="33758" y="107429"/>
                  <a:pt x="22042" y="102862"/>
                  <a:pt x="13305" y="93727"/>
                </a:cubicBezTo>
                <a:cubicBezTo>
                  <a:pt x="4369" y="84593"/>
                  <a:pt x="0" y="71288"/>
                  <a:pt x="0" y="53814"/>
                </a:cubicBezTo>
                <a:close/>
                <a:moveTo>
                  <a:pt x="18070" y="53814"/>
                </a:moveTo>
                <a:cubicBezTo>
                  <a:pt x="18070" y="66920"/>
                  <a:pt x="20850" y="76848"/>
                  <a:pt x="26609" y="83401"/>
                </a:cubicBezTo>
                <a:cubicBezTo>
                  <a:pt x="32169" y="89954"/>
                  <a:pt x="39516" y="93132"/>
                  <a:pt x="48254" y="93132"/>
                </a:cubicBezTo>
                <a:cubicBezTo>
                  <a:pt x="56991" y="93132"/>
                  <a:pt x="64140" y="89954"/>
                  <a:pt x="69898" y="83401"/>
                </a:cubicBezTo>
                <a:cubicBezTo>
                  <a:pt x="75657" y="76848"/>
                  <a:pt x="78636" y="66721"/>
                  <a:pt x="78636" y="53218"/>
                </a:cubicBezTo>
                <a:cubicBezTo>
                  <a:pt x="78636" y="40509"/>
                  <a:pt x="75657" y="30978"/>
                  <a:pt x="69898" y="24226"/>
                </a:cubicBezTo>
                <a:cubicBezTo>
                  <a:pt x="63941" y="17673"/>
                  <a:pt x="56792" y="14297"/>
                  <a:pt x="48254" y="14297"/>
                </a:cubicBezTo>
                <a:cubicBezTo>
                  <a:pt x="39516" y="14297"/>
                  <a:pt x="32169" y="17673"/>
                  <a:pt x="26609" y="24226"/>
                </a:cubicBezTo>
                <a:cubicBezTo>
                  <a:pt x="20850" y="30779"/>
                  <a:pt x="18070" y="40708"/>
                  <a:pt x="18070" y="5381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4D47FD-8EE3-4E9D-9FA2-6B182FDF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3580" y="437078"/>
            <a:ext cx="88961" cy="142180"/>
          </a:xfrm>
          <a:custGeom xmlns:a="http://schemas.openxmlformats.org/drawingml/2006/main">
            <a:pathLst>
              <a:path w="88961" h="142180">
                <a:moveTo>
                  <a:pt x="0" y="142180"/>
                </a:moveTo>
                <a:lnTo>
                  <a:pt x="0" y="0"/>
                </a:lnTo>
                <a:lnTo>
                  <a:pt x="18865" y="0"/>
                </a:lnTo>
                <a:lnTo>
                  <a:pt x="18865" y="125499"/>
                </a:lnTo>
                <a:lnTo>
                  <a:pt x="88961" y="125499"/>
                </a:lnTo>
                <a:lnTo>
                  <a:pt x="88961" y="142180"/>
                </a:lnTo>
                <a:lnTo>
                  <a:pt x="0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7A1788-671A-4F67-84C0-550B88AD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988" y="437078"/>
            <a:ext cx="88961" cy="142180"/>
          </a:xfrm>
          <a:custGeom xmlns:a="http://schemas.openxmlformats.org/drawingml/2006/main">
            <a:pathLst>
              <a:path w="88961" h="142180">
                <a:moveTo>
                  <a:pt x="0" y="142180"/>
                </a:moveTo>
                <a:lnTo>
                  <a:pt x="0" y="0"/>
                </a:lnTo>
                <a:lnTo>
                  <a:pt x="18865" y="0"/>
                </a:lnTo>
                <a:lnTo>
                  <a:pt x="18865" y="125499"/>
                </a:lnTo>
                <a:lnTo>
                  <a:pt x="88961" y="125499"/>
                </a:lnTo>
                <a:lnTo>
                  <a:pt x="88961" y="142180"/>
                </a:lnTo>
                <a:lnTo>
                  <a:pt x="0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A22095-22CA-4B7D-8478-355065F7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4594" y="437078"/>
            <a:ext cx="135627" cy="142180"/>
          </a:xfrm>
          <a:custGeom xmlns:a="http://schemas.openxmlformats.org/drawingml/2006/main">
            <a:pathLst>
              <a:path w="135627" h="142180">
                <a:moveTo>
                  <a:pt x="0" y="142180"/>
                </a:moveTo>
                <a:lnTo>
                  <a:pt x="0" y="0"/>
                </a:lnTo>
                <a:lnTo>
                  <a:pt x="28396" y="0"/>
                </a:lnTo>
                <a:lnTo>
                  <a:pt x="61955" y="100677"/>
                </a:lnTo>
                <a:cubicBezTo>
                  <a:pt x="65133" y="110209"/>
                  <a:pt x="67317" y="117159"/>
                  <a:pt x="68707" y="121726"/>
                </a:cubicBezTo>
                <a:cubicBezTo>
                  <a:pt x="70295" y="116563"/>
                  <a:pt x="72877" y="109018"/>
                  <a:pt x="76253" y="98890"/>
                </a:cubicBezTo>
                <a:lnTo>
                  <a:pt x="110408" y="0"/>
                </a:lnTo>
                <a:lnTo>
                  <a:pt x="135627" y="0"/>
                </a:lnTo>
                <a:lnTo>
                  <a:pt x="135627" y="142180"/>
                </a:lnTo>
                <a:lnTo>
                  <a:pt x="117556" y="142180"/>
                </a:lnTo>
                <a:lnTo>
                  <a:pt x="117556" y="23233"/>
                </a:lnTo>
                <a:lnTo>
                  <a:pt x="76253" y="142180"/>
                </a:lnTo>
                <a:lnTo>
                  <a:pt x="59374" y="142180"/>
                </a:lnTo>
                <a:lnTo>
                  <a:pt x="18269" y="21247"/>
                </a:lnTo>
                <a:lnTo>
                  <a:pt x="18269" y="142180"/>
                </a:lnTo>
                <a:lnTo>
                  <a:pt x="0" y="1421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B8A7D9-DE1A-4D77-9BF2-F9B7534A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7424" y="434695"/>
            <a:ext cx="46864" cy="186065"/>
          </a:xfrm>
          <a:custGeom xmlns:a="http://schemas.openxmlformats.org/drawingml/2006/main">
            <a:pathLst>
              <a:path w="46864" h="186065">
                <a:moveTo>
                  <a:pt x="12510" y="186065"/>
                </a:moveTo>
                <a:lnTo>
                  <a:pt x="0" y="186065"/>
                </a:lnTo>
                <a:cubicBezTo>
                  <a:pt x="19262" y="155087"/>
                  <a:pt x="28992" y="124308"/>
                  <a:pt x="28992" y="93132"/>
                </a:cubicBezTo>
                <a:cubicBezTo>
                  <a:pt x="28992" y="81018"/>
                  <a:pt x="27602" y="68905"/>
                  <a:pt x="24822" y="56991"/>
                </a:cubicBezTo>
                <a:cubicBezTo>
                  <a:pt x="22439" y="47459"/>
                  <a:pt x="19460" y="38126"/>
                  <a:pt x="15489" y="28992"/>
                </a:cubicBezTo>
                <a:cubicBezTo>
                  <a:pt x="12907" y="23432"/>
                  <a:pt x="7744" y="13702"/>
                  <a:pt x="0" y="0"/>
                </a:cubicBezTo>
                <a:lnTo>
                  <a:pt x="12510" y="0"/>
                </a:lnTo>
                <a:cubicBezTo>
                  <a:pt x="24425" y="16283"/>
                  <a:pt x="33361" y="32566"/>
                  <a:pt x="39318" y="48849"/>
                </a:cubicBezTo>
                <a:cubicBezTo>
                  <a:pt x="44282" y="63147"/>
                  <a:pt x="46864" y="77841"/>
                  <a:pt x="46864" y="93132"/>
                </a:cubicBezTo>
                <a:cubicBezTo>
                  <a:pt x="46864" y="110606"/>
                  <a:pt x="43488" y="127485"/>
                  <a:pt x="36736" y="143768"/>
                </a:cubicBezTo>
                <a:cubicBezTo>
                  <a:pt x="29985" y="159853"/>
                  <a:pt x="22042" y="173951"/>
                  <a:pt x="12510" y="18606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9D62B3-AB0A-4523-BD8D-ED9E70B3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0966" y="792987"/>
            <a:ext cx="397149" cy="10"/>
          </a:xfrm>
          <a:custGeom xmlns:a="http://schemas.openxmlformats.org/drawingml/2006/main">
            <a:pathLst>
              <a:path w="397149" h="1" fill="none">
                <a:moveTo>
                  <a:pt x="0" y="0"/>
                </a:moveTo>
                <a:lnTo>
                  <a:pt x="198575" y="0"/>
                </a:lnTo>
                <a:lnTo>
                  <a:pt x="3971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276" cap="rnd">
            <a:solidFill>
              <a:srgbClr val="999999"/>
            </a:solidFill>
            <a:round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E3B502-EB33-47E7-B32F-ED4F3316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509" y="717721"/>
            <a:ext cx="136024" cy="146945"/>
          </a:xfrm>
          <a:custGeom xmlns:a="http://schemas.openxmlformats.org/drawingml/2006/main">
            <a:pathLst>
              <a:path w="136024" h="146945">
                <a:moveTo>
                  <a:pt x="0" y="75458"/>
                </a:moveTo>
                <a:cubicBezTo>
                  <a:pt x="0" y="52027"/>
                  <a:pt x="6354" y="33559"/>
                  <a:pt x="19063" y="20056"/>
                </a:cubicBezTo>
                <a:cubicBezTo>
                  <a:pt x="31772" y="6752"/>
                  <a:pt x="48055" y="0"/>
                  <a:pt x="68111" y="0"/>
                </a:cubicBezTo>
                <a:cubicBezTo>
                  <a:pt x="81217" y="0"/>
                  <a:pt x="92933" y="3177"/>
                  <a:pt x="103457" y="9532"/>
                </a:cubicBezTo>
                <a:cubicBezTo>
                  <a:pt x="113982" y="15886"/>
                  <a:pt x="122123" y="24623"/>
                  <a:pt x="127684" y="35743"/>
                </a:cubicBezTo>
                <a:cubicBezTo>
                  <a:pt x="133244" y="47062"/>
                  <a:pt x="136024" y="59771"/>
                  <a:pt x="136024" y="73870"/>
                </a:cubicBezTo>
                <a:cubicBezTo>
                  <a:pt x="136024" y="88366"/>
                  <a:pt x="133045" y="101273"/>
                  <a:pt x="127286" y="112592"/>
                </a:cubicBezTo>
                <a:cubicBezTo>
                  <a:pt x="121329" y="124109"/>
                  <a:pt x="113188" y="132648"/>
                  <a:pt x="102465" y="138407"/>
                </a:cubicBezTo>
                <a:cubicBezTo>
                  <a:pt x="91742" y="144165"/>
                  <a:pt x="80423" y="146945"/>
                  <a:pt x="68111" y="146945"/>
                </a:cubicBezTo>
                <a:cubicBezTo>
                  <a:pt x="54608" y="146945"/>
                  <a:pt x="42694" y="143768"/>
                  <a:pt x="32169" y="137414"/>
                </a:cubicBezTo>
                <a:cubicBezTo>
                  <a:pt x="21446" y="131059"/>
                  <a:pt x="13503" y="122322"/>
                  <a:pt x="8142" y="111202"/>
                </a:cubicBezTo>
                <a:cubicBezTo>
                  <a:pt x="2581" y="100082"/>
                  <a:pt x="0" y="88167"/>
                  <a:pt x="0" y="75458"/>
                </a:cubicBezTo>
                <a:close/>
                <a:moveTo>
                  <a:pt x="19460" y="75856"/>
                </a:moveTo>
                <a:cubicBezTo>
                  <a:pt x="19460" y="92933"/>
                  <a:pt x="24028" y="106436"/>
                  <a:pt x="33162" y="116365"/>
                </a:cubicBezTo>
                <a:cubicBezTo>
                  <a:pt x="42296" y="126294"/>
                  <a:pt x="54012" y="131059"/>
                  <a:pt x="67913" y="131059"/>
                </a:cubicBezTo>
                <a:cubicBezTo>
                  <a:pt x="82011" y="131059"/>
                  <a:pt x="93727" y="126095"/>
                  <a:pt x="102862" y="116166"/>
                </a:cubicBezTo>
                <a:cubicBezTo>
                  <a:pt x="111996" y="106237"/>
                  <a:pt x="116563" y="92139"/>
                  <a:pt x="116563" y="73870"/>
                </a:cubicBezTo>
                <a:cubicBezTo>
                  <a:pt x="116563" y="62352"/>
                  <a:pt x="114578" y="52225"/>
                  <a:pt x="110606" y="43488"/>
                </a:cubicBezTo>
                <a:cubicBezTo>
                  <a:pt x="106635" y="34949"/>
                  <a:pt x="101075" y="28198"/>
                  <a:pt x="93529" y="23432"/>
                </a:cubicBezTo>
                <a:cubicBezTo>
                  <a:pt x="85983" y="18666"/>
                  <a:pt x="77444" y="16283"/>
                  <a:pt x="68310" y="16283"/>
                </a:cubicBezTo>
                <a:cubicBezTo>
                  <a:pt x="54807" y="16283"/>
                  <a:pt x="43289" y="20850"/>
                  <a:pt x="33758" y="29985"/>
                </a:cubicBezTo>
                <a:cubicBezTo>
                  <a:pt x="24226" y="39119"/>
                  <a:pt x="19460" y="54409"/>
                  <a:pt x="19460" y="75856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62836A-1CC9-4CB7-8547-B9B413E4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177" y="759422"/>
            <a:ext cx="83401" cy="105245"/>
          </a:xfrm>
          <a:custGeom xmlns:a="http://schemas.openxmlformats.org/drawingml/2006/main">
            <a:pathLst>
              <a:path w="83401" h="105245">
                <a:moveTo>
                  <a:pt x="67913" y="103060"/>
                </a:moveTo>
                <a:lnTo>
                  <a:pt x="67913" y="87969"/>
                </a:lnTo>
                <a:cubicBezTo>
                  <a:pt x="59771" y="99486"/>
                  <a:pt x="48849" y="105245"/>
                  <a:pt x="35148" y="105245"/>
                </a:cubicBezTo>
                <a:cubicBezTo>
                  <a:pt x="28992" y="105245"/>
                  <a:pt x="23233" y="104053"/>
                  <a:pt x="18070" y="101869"/>
                </a:cubicBezTo>
                <a:cubicBezTo>
                  <a:pt x="12907" y="99685"/>
                  <a:pt x="8936" y="96706"/>
                  <a:pt x="6354" y="93132"/>
                </a:cubicBezTo>
                <a:cubicBezTo>
                  <a:pt x="3773" y="89557"/>
                  <a:pt x="1986" y="85387"/>
                  <a:pt x="993" y="80224"/>
                </a:cubicBezTo>
                <a:cubicBezTo>
                  <a:pt x="199" y="76848"/>
                  <a:pt x="0" y="71487"/>
                  <a:pt x="0" y="63941"/>
                </a:cubicBezTo>
                <a:lnTo>
                  <a:pt x="0" y="0"/>
                </a:lnTo>
                <a:lnTo>
                  <a:pt x="17475" y="0"/>
                </a:lnTo>
                <a:lnTo>
                  <a:pt x="17475" y="57190"/>
                </a:lnTo>
                <a:cubicBezTo>
                  <a:pt x="17475" y="66324"/>
                  <a:pt x="17673" y="72480"/>
                  <a:pt x="18467" y="75657"/>
                </a:cubicBezTo>
                <a:cubicBezTo>
                  <a:pt x="19659" y="80224"/>
                  <a:pt x="21843" y="83799"/>
                  <a:pt x="25418" y="86380"/>
                </a:cubicBezTo>
                <a:cubicBezTo>
                  <a:pt x="28992" y="89160"/>
                  <a:pt x="33361" y="90352"/>
                  <a:pt x="38523" y="90352"/>
                </a:cubicBezTo>
                <a:cubicBezTo>
                  <a:pt x="43686" y="90352"/>
                  <a:pt x="48651" y="89160"/>
                  <a:pt x="53417" y="86380"/>
                </a:cubicBezTo>
                <a:cubicBezTo>
                  <a:pt x="57984" y="83799"/>
                  <a:pt x="61161" y="80224"/>
                  <a:pt x="63147" y="75458"/>
                </a:cubicBezTo>
                <a:cubicBezTo>
                  <a:pt x="64934" y="70891"/>
                  <a:pt x="65927" y="64140"/>
                  <a:pt x="65927" y="55204"/>
                </a:cubicBezTo>
                <a:lnTo>
                  <a:pt x="65927" y="0"/>
                </a:lnTo>
                <a:lnTo>
                  <a:pt x="83401" y="0"/>
                </a:lnTo>
                <a:lnTo>
                  <a:pt x="83401" y="103060"/>
                </a:lnTo>
                <a:lnTo>
                  <a:pt x="67913" y="10306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AD4252-E653-444C-89A8-06338ED3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783" y="757238"/>
            <a:ext cx="55998" cy="105245"/>
          </a:xfrm>
          <a:custGeom xmlns:a="http://schemas.openxmlformats.org/drawingml/2006/main">
            <a:pathLst>
              <a:path w="55998" h="105245">
                <a:moveTo>
                  <a:pt x="0" y="105245"/>
                </a:moveTo>
                <a:lnTo>
                  <a:pt x="0" y="2184"/>
                </a:lnTo>
                <a:lnTo>
                  <a:pt x="15687" y="2184"/>
                </a:lnTo>
                <a:lnTo>
                  <a:pt x="15687" y="17872"/>
                </a:lnTo>
                <a:cubicBezTo>
                  <a:pt x="19659" y="10723"/>
                  <a:pt x="23233" y="5957"/>
                  <a:pt x="26808" y="3574"/>
                </a:cubicBezTo>
                <a:cubicBezTo>
                  <a:pt x="30183" y="1191"/>
                  <a:pt x="33956" y="0"/>
                  <a:pt x="37928" y="0"/>
                </a:cubicBezTo>
                <a:cubicBezTo>
                  <a:pt x="43885" y="0"/>
                  <a:pt x="49842" y="1986"/>
                  <a:pt x="55998" y="5560"/>
                </a:cubicBezTo>
                <a:lnTo>
                  <a:pt x="49842" y="21843"/>
                </a:lnTo>
                <a:cubicBezTo>
                  <a:pt x="45474" y="19460"/>
                  <a:pt x="41304" y="18070"/>
                  <a:pt x="37133" y="18070"/>
                </a:cubicBezTo>
                <a:cubicBezTo>
                  <a:pt x="33162" y="18070"/>
                  <a:pt x="29786" y="19262"/>
                  <a:pt x="26808" y="21446"/>
                </a:cubicBezTo>
                <a:cubicBezTo>
                  <a:pt x="23630" y="23829"/>
                  <a:pt x="21446" y="27006"/>
                  <a:pt x="20255" y="30978"/>
                </a:cubicBezTo>
                <a:cubicBezTo>
                  <a:pt x="18269" y="37332"/>
                  <a:pt x="17475" y="44084"/>
                  <a:pt x="17475" y="51431"/>
                </a:cubicBezTo>
                <a:lnTo>
                  <a:pt x="17475" y="105245"/>
                </a:lnTo>
                <a:lnTo>
                  <a:pt x="0" y="10524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442D25-3BA2-4D9C-B11C-93E4E933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4157" y="757238"/>
            <a:ext cx="85387" cy="107429"/>
          </a:xfrm>
          <a:custGeom xmlns:a="http://schemas.openxmlformats.org/drawingml/2006/main">
            <a:pathLst>
              <a:path w="85387" h="107429">
                <a:moveTo>
                  <a:pt x="0" y="74466"/>
                </a:moveTo>
                <a:lnTo>
                  <a:pt x="17276" y="71884"/>
                </a:lnTo>
                <a:cubicBezTo>
                  <a:pt x="18070" y="78834"/>
                  <a:pt x="20850" y="84196"/>
                  <a:pt x="25219" y="87770"/>
                </a:cubicBezTo>
                <a:cubicBezTo>
                  <a:pt x="29588" y="91344"/>
                  <a:pt x="35942" y="93132"/>
                  <a:pt x="43885" y="93132"/>
                </a:cubicBezTo>
                <a:cubicBezTo>
                  <a:pt x="51828" y="93132"/>
                  <a:pt x="57785" y="91543"/>
                  <a:pt x="61757" y="88366"/>
                </a:cubicBezTo>
                <a:cubicBezTo>
                  <a:pt x="65530" y="85189"/>
                  <a:pt x="67515" y="81217"/>
                  <a:pt x="67515" y="76848"/>
                </a:cubicBezTo>
                <a:cubicBezTo>
                  <a:pt x="67515" y="72877"/>
                  <a:pt x="65728" y="69898"/>
                  <a:pt x="62352" y="67515"/>
                </a:cubicBezTo>
                <a:cubicBezTo>
                  <a:pt x="59970" y="65927"/>
                  <a:pt x="54012" y="63941"/>
                  <a:pt x="44481" y="61558"/>
                </a:cubicBezTo>
                <a:cubicBezTo>
                  <a:pt x="31772" y="58381"/>
                  <a:pt x="22836" y="55601"/>
                  <a:pt x="17872" y="53218"/>
                </a:cubicBezTo>
                <a:cubicBezTo>
                  <a:pt x="12907" y="50835"/>
                  <a:pt x="9134" y="47658"/>
                  <a:pt x="6553" y="43488"/>
                </a:cubicBezTo>
                <a:cubicBezTo>
                  <a:pt x="3971" y="39318"/>
                  <a:pt x="2780" y="34751"/>
                  <a:pt x="2780" y="29588"/>
                </a:cubicBezTo>
                <a:cubicBezTo>
                  <a:pt x="2780" y="25020"/>
                  <a:pt x="3773" y="20850"/>
                  <a:pt x="5957" y="16879"/>
                </a:cubicBezTo>
                <a:cubicBezTo>
                  <a:pt x="7943" y="12907"/>
                  <a:pt x="10922" y="9730"/>
                  <a:pt x="14496" y="7149"/>
                </a:cubicBezTo>
                <a:cubicBezTo>
                  <a:pt x="17276" y="5163"/>
                  <a:pt x="20850" y="3574"/>
                  <a:pt x="25616" y="2184"/>
                </a:cubicBezTo>
                <a:cubicBezTo>
                  <a:pt x="30382" y="794"/>
                  <a:pt x="35346" y="0"/>
                  <a:pt x="40708" y="0"/>
                </a:cubicBezTo>
                <a:cubicBezTo>
                  <a:pt x="48651" y="0"/>
                  <a:pt x="55799" y="1191"/>
                  <a:pt x="61955" y="3574"/>
                </a:cubicBezTo>
                <a:cubicBezTo>
                  <a:pt x="68111" y="5957"/>
                  <a:pt x="72678" y="8936"/>
                  <a:pt x="75657" y="12907"/>
                </a:cubicBezTo>
                <a:cubicBezTo>
                  <a:pt x="78437" y="16879"/>
                  <a:pt x="80423" y="22240"/>
                  <a:pt x="81614" y="28793"/>
                </a:cubicBezTo>
                <a:lnTo>
                  <a:pt x="64537" y="31176"/>
                </a:lnTo>
                <a:cubicBezTo>
                  <a:pt x="63742" y="26013"/>
                  <a:pt x="61360" y="21843"/>
                  <a:pt x="57785" y="18865"/>
                </a:cubicBezTo>
                <a:cubicBezTo>
                  <a:pt x="54012" y="15886"/>
                  <a:pt x="48849" y="14297"/>
                  <a:pt x="42098" y="14297"/>
                </a:cubicBezTo>
                <a:cubicBezTo>
                  <a:pt x="33956" y="14297"/>
                  <a:pt x="28198" y="15687"/>
                  <a:pt x="24822" y="18269"/>
                </a:cubicBezTo>
                <a:cubicBezTo>
                  <a:pt x="21247" y="21049"/>
                  <a:pt x="19659" y="24028"/>
                  <a:pt x="19659" y="27602"/>
                </a:cubicBezTo>
                <a:cubicBezTo>
                  <a:pt x="19659" y="29985"/>
                  <a:pt x="20255" y="31971"/>
                  <a:pt x="21843" y="33758"/>
                </a:cubicBezTo>
                <a:cubicBezTo>
                  <a:pt x="23233" y="35743"/>
                  <a:pt x="25418" y="37133"/>
                  <a:pt x="28595" y="38325"/>
                </a:cubicBezTo>
                <a:cubicBezTo>
                  <a:pt x="30183" y="39119"/>
                  <a:pt x="35346" y="40509"/>
                  <a:pt x="43885" y="42892"/>
                </a:cubicBezTo>
                <a:cubicBezTo>
                  <a:pt x="56197" y="46069"/>
                  <a:pt x="64934" y="48849"/>
                  <a:pt x="69700" y="50835"/>
                </a:cubicBezTo>
                <a:cubicBezTo>
                  <a:pt x="74466" y="53019"/>
                  <a:pt x="78437" y="56197"/>
                  <a:pt x="81217" y="60168"/>
                </a:cubicBezTo>
                <a:cubicBezTo>
                  <a:pt x="83997" y="64140"/>
                  <a:pt x="85387" y="69104"/>
                  <a:pt x="85387" y="75061"/>
                </a:cubicBezTo>
                <a:cubicBezTo>
                  <a:pt x="85387" y="81018"/>
                  <a:pt x="83600" y="86380"/>
                  <a:pt x="80224" y="91543"/>
                </a:cubicBezTo>
                <a:cubicBezTo>
                  <a:pt x="76848" y="96706"/>
                  <a:pt x="71884" y="100479"/>
                  <a:pt x="65530" y="103259"/>
                </a:cubicBezTo>
                <a:cubicBezTo>
                  <a:pt x="59175" y="106039"/>
                  <a:pt x="51828" y="107429"/>
                  <a:pt x="43885" y="107429"/>
                </a:cubicBezTo>
                <a:cubicBezTo>
                  <a:pt x="30382" y="107429"/>
                  <a:pt x="20255" y="104847"/>
                  <a:pt x="13305" y="99287"/>
                </a:cubicBezTo>
                <a:cubicBezTo>
                  <a:pt x="6156" y="93727"/>
                  <a:pt x="1787" y="85586"/>
                  <a:pt x="0" y="74466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7D650D-DC63-4E09-9E35-D5B4D509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746" y="3621621"/>
            <a:ext cx="77231" cy="111712"/>
          </a:xfrm>
          <a:custGeom xmlns:a="http://schemas.openxmlformats.org/drawingml/2006/main">
            <a:pathLst>
              <a:path w="77231" h="111712">
                <a:moveTo>
                  <a:pt x="48367" y="111712"/>
                </a:moveTo>
                <a:lnTo>
                  <a:pt x="48367" y="85033"/>
                </a:lnTo>
                <a:lnTo>
                  <a:pt x="0" y="85033"/>
                </a:lnTo>
                <a:lnTo>
                  <a:pt x="0" y="72395"/>
                </a:lnTo>
                <a:lnTo>
                  <a:pt x="50864" y="0"/>
                </a:lnTo>
                <a:lnTo>
                  <a:pt x="62097" y="0"/>
                </a:lnTo>
                <a:lnTo>
                  <a:pt x="62097" y="72395"/>
                </a:lnTo>
                <a:lnTo>
                  <a:pt x="77231" y="72395"/>
                </a:lnTo>
                <a:lnTo>
                  <a:pt x="77231" y="85033"/>
                </a:lnTo>
                <a:lnTo>
                  <a:pt x="62097" y="85033"/>
                </a:lnTo>
                <a:lnTo>
                  <a:pt x="62097" y="111712"/>
                </a:lnTo>
                <a:lnTo>
                  <a:pt x="48367" y="111712"/>
                </a:lnTo>
                <a:close/>
                <a:moveTo>
                  <a:pt x="48367" y="72395"/>
                </a:moveTo>
                <a:lnTo>
                  <a:pt x="48367" y="21999"/>
                </a:lnTo>
                <a:lnTo>
                  <a:pt x="13418" y="72395"/>
                </a:lnTo>
                <a:lnTo>
                  <a:pt x="48367" y="723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609CB0-6829-4E96-82BD-EE09D738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2019" y="3621153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2D83D0-F27D-41F9-A315-E022FCE1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413" y="3717731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9D89A4-F0F8-40D6-8EF4-BE0976D1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142" y="3621153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54CCE4-7C7A-4AB2-B12F-CC0F0C2D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199" y="3267137"/>
            <a:ext cx="77231" cy="111712"/>
          </a:xfrm>
          <a:custGeom xmlns:a="http://schemas.openxmlformats.org/drawingml/2006/main">
            <a:pathLst>
              <a:path w="77231" h="111712">
                <a:moveTo>
                  <a:pt x="48367" y="111712"/>
                </a:moveTo>
                <a:lnTo>
                  <a:pt x="48367" y="85033"/>
                </a:lnTo>
                <a:lnTo>
                  <a:pt x="0" y="85033"/>
                </a:lnTo>
                <a:lnTo>
                  <a:pt x="0" y="72395"/>
                </a:lnTo>
                <a:lnTo>
                  <a:pt x="50864" y="0"/>
                </a:lnTo>
                <a:lnTo>
                  <a:pt x="62097" y="0"/>
                </a:lnTo>
                <a:lnTo>
                  <a:pt x="62097" y="72395"/>
                </a:lnTo>
                <a:lnTo>
                  <a:pt x="77231" y="72395"/>
                </a:lnTo>
                <a:lnTo>
                  <a:pt x="77231" y="85033"/>
                </a:lnTo>
                <a:lnTo>
                  <a:pt x="62097" y="85033"/>
                </a:lnTo>
                <a:lnTo>
                  <a:pt x="62097" y="111712"/>
                </a:lnTo>
                <a:lnTo>
                  <a:pt x="48367" y="111712"/>
                </a:lnTo>
                <a:close/>
                <a:moveTo>
                  <a:pt x="48367" y="72395"/>
                </a:moveTo>
                <a:lnTo>
                  <a:pt x="48367" y="21999"/>
                </a:lnTo>
                <a:lnTo>
                  <a:pt x="13418" y="72395"/>
                </a:lnTo>
                <a:lnTo>
                  <a:pt x="48367" y="723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BD8E93-A95A-447E-94A9-8CA85E8C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473" y="3268697"/>
            <a:ext cx="73955" cy="111868"/>
          </a:xfrm>
          <a:custGeom xmlns:a="http://schemas.openxmlformats.org/drawingml/2006/main">
            <a:pathLst>
              <a:path w="73955" h="111868">
                <a:moveTo>
                  <a:pt x="0" y="80820"/>
                </a:moveTo>
                <a:lnTo>
                  <a:pt x="14354" y="79728"/>
                </a:lnTo>
                <a:cubicBezTo>
                  <a:pt x="15290" y="86749"/>
                  <a:pt x="17787" y="92054"/>
                  <a:pt x="21687" y="95486"/>
                </a:cubicBezTo>
                <a:cubicBezTo>
                  <a:pt x="25588" y="99075"/>
                  <a:pt x="30268" y="100791"/>
                  <a:pt x="35729" y="100791"/>
                </a:cubicBezTo>
                <a:cubicBezTo>
                  <a:pt x="42282" y="100791"/>
                  <a:pt x="47899" y="98294"/>
                  <a:pt x="52580" y="93302"/>
                </a:cubicBezTo>
                <a:cubicBezTo>
                  <a:pt x="57104" y="88309"/>
                  <a:pt x="59445" y="81756"/>
                  <a:pt x="59445" y="73487"/>
                </a:cubicBezTo>
                <a:cubicBezTo>
                  <a:pt x="59445" y="65686"/>
                  <a:pt x="57104" y="59601"/>
                  <a:pt x="52736" y="55076"/>
                </a:cubicBezTo>
                <a:cubicBezTo>
                  <a:pt x="48367" y="50551"/>
                  <a:pt x="42594" y="48211"/>
                  <a:pt x="35573" y="48211"/>
                </a:cubicBezTo>
                <a:cubicBezTo>
                  <a:pt x="31205" y="48211"/>
                  <a:pt x="27148" y="49303"/>
                  <a:pt x="23559" y="51332"/>
                </a:cubicBezTo>
                <a:cubicBezTo>
                  <a:pt x="19971" y="53360"/>
                  <a:pt x="17163" y="55856"/>
                  <a:pt x="15290" y="58977"/>
                </a:cubicBezTo>
                <a:lnTo>
                  <a:pt x="2340" y="57416"/>
                </a:lnTo>
                <a:lnTo>
                  <a:pt x="13106" y="0"/>
                </a:lnTo>
                <a:lnTo>
                  <a:pt x="68650" y="0"/>
                </a:lnTo>
                <a:lnTo>
                  <a:pt x="68650" y="13106"/>
                </a:lnTo>
                <a:lnTo>
                  <a:pt x="24184" y="13106"/>
                </a:lnTo>
                <a:lnTo>
                  <a:pt x="18099" y="43062"/>
                </a:lnTo>
                <a:cubicBezTo>
                  <a:pt x="24808" y="38382"/>
                  <a:pt x="31829" y="36041"/>
                  <a:pt x="39162" y="36041"/>
                </a:cubicBezTo>
                <a:cubicBezTo>
                  <a:pt x="48835" y="36041"/>
                  <a:pt x="57104" y="39474"/>
                  <a:pt x="63813" y="46183"/>
                </a:cubicBezTo>
                <a:cubicBezTo>
                  <a:pt x="70522" y="53048"/>
                  <a:pt x="73955" y="61629"/>
                  <a:pt x="73955" y="72239"/>
                </a:cubicBezTo>
                <a:cubicBezTo>
                  <a:pt x="73955" y="82380"/>
                  <a:pt x="70990" y="91117"/>
                  <a:pt x="65062" y="98451"/>
                </a:cubicBezTo>
                <a:cubicBezTo>
                  <a:pt x="57885" y="107500"/>
                  <a:pt x="48211" y="111868"/>
                  <a:pt x="35729" y="111868"/>
                </a:cubicBezTo>
                <a:cubicBezTo>
                  <a:pt x="25588" y="111868"/>
                  <a:pt x="17319" y="109060"/>
                  <a:pt x="10922" y="103443"/>
                </a:cubicBezTo>
                <a:cubicBezTo>
                  <a:pt x="4369" y="97826"/>
                  <a:pt x="780" y="90337"/>
                  <a:pt x="0" y="80820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6F40BA-654D-4281-BA44-AD204A5A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867" y="3363247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1FE130-CEC2-42E5-AFC7-01959B12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596" y="3266669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317A65-DAE8-492C-9BD1-38613B9A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178" y="2914227"/>
            <a:ext cx="73955" cy="111868"/>
          </a:xfrm>
          <a:custGeom xmlns:a="http://schemas.openxmlformats.org/drawingml/2006/main">
            <a:pathLst>
              <a:path w="73955" h="111868">
                <a:moveTo>
                  <a:pt x="0" y="80820"/>
                </a:moveTo>
                <a:lnTo>
                  <a:pt x="14354" y="79728"/>
                </a:lnTo>
                <a:cubicBezTo>
                  <a:pt x="15290" y="86749"/>
                  <a:pt x="17787" y="92054"/>
                  <a:pt x="21687" y="95486"/>
                </a:cubicBezTo>
                <a:cubicBezTo>
                  <a:pt x="25588" y="99075"/>
                  <a:pt x="30268" y="100791"/>
                  <a:pt x="35729" y="100791"/>
                </a:cubicBezTo>
                <a:cubicBezTo>
                  <a:pt x="42282" y="100791"/>
                  <a:pt x="47899" y="98294"/>
                  <a:pt x="52580" y="93302"/>
                </a:cubicBezTo>
                <a:cubicBezTo>
                  <a:pt x="57104" y="88309"/>
                  <a:pt x="59445" y="81756"/>
                  <a:pt x="59445" y="73487"/>
                </a:cubicBezTo>
                <a:cubicBezTo>
                  <a:pt x="59445" y="65686"/>
                  <a:pt x="57104" y="59601"/>
                  <a:pt x="52736" y="55076"/>
                </a:cubicBezTo>
                <a:cubicBezTo>
                  <a:pt x="48367" y="50551"/>
                  <a:pt x="42594" y="48211"/>
                  <a:pt x="35573" y="48211"/>
                </a:cubicBezTo>
                <a:cubicBezTo>
                  <a:pt x="31205" y="48211"/>
                  <a:pt x="27148" y="49303"/>
                  <a:pt x="23559" y="51332"/>
                </a:cubicBezTo>
                <a:cubicBezTo>
                  <a:pt x="19971" y="53360"/>
                  <a:pt x="17163" y="55856"/>
                  <a:pt x="15290" y="58977"/>
                </a:cubicBezTo>
                <a:lnTo>
                  <a:pt x="2340" y="57416"/>
                </a:lnTo>
                <a:lnTo>
                  <a:pt x="13106" y="0"/>
                </a:lnTo>
                <a:lnTo>
                  <a:pt x="68650" y="0"/>
                </a:lnTo>
                <a:lnTo>
                  <a:pt x="68650" y="13106"/>
                </a:lnTo>
                <a:lnTo>
                  <a:pt x="24184" y="13106"/>
                </a:lnTo>
                <a:lnTo>
                  <a:pt x="18099" y="43062"/>
                </a:lnTo>
                <a:cubicBezTo>
                  <a:pt x="24808" y="38382"/>
                  <a:pt x="31829" y="36041"/>
                  <a:pt x="39162" y="36041"/>
                </a:cubicBezTo>
                <a:cubicBezTo>
                  <a:pt x="48835" y="36041"/>
                  <a:pt x="57104" y="39474"/>
                  <a:pt x="63813" y="46183"/>
                </a:cubicBezTo>
                <a:cubicBezTo>
                  <a:pt x="70522" y="53048"/>
                  <a:pt x="73955" y="61629"/>
                  <a:pt x="73955" y="72239"/>
                </a:cubicBezTo>
                <a:cubicBezTo>
                  <a:pt x="73955" y="82380"/>
                  <a:pt x="70990" y="91117"/>
                  <a:pt x="65062" y="98451"/>
                </a:cubicBezTo>
                <a:cubicBezTo>
                  <a:pt x="57885" y="107500"/>
                  <a:pt x="48211" y="111868"/>
                  <a:pt x="35729" y="111868"/>
                </a:cubicBezTo>
                <a:cubicBezTo>
                  <a:pt x="25588" y="111868"/>
                  <a:pt x="17319" y="109060"/>
                  <a:pt x="10922" y="103443"/>
                </a:cubicBezTo>
                <a:cubicBezTo>
                  <a:pt x="4369" y="97826"/>
                  <a:pt x="780" y="90337"/>
                  <a:pt x="0" y="80820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89341B-4E28-4A85-AFCC-A94C37CB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926" y="2912199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D8D46C-B759-4A6B-B71C-634A0B57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320" y="3008777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7979E3-231A-4B54-9ECB-6702295F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050" y="2912199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9B4BEB-8334-4EC8-A309-8530B803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631" y="2559743"/>
            <a:ext cx="73955" cy="111868"/>
          </a:xfrm>
          <a:custGeom xmlns:a="http://schemas.openxmlformats.org/drawingml/2006/main">
            <a:pathLst>
              <a:path w="73955" h="111868">
                <a:moveTo>
                  <a:pt x="0" y="80820"/>
                </a:moveTo>
                <a:lnTo>
                  <a:pt x="14354" y="79728"/>
                </a:lnTo>
                <a:cubicBezTo>
                  <a:pt x="15290" y="86749"/>
                  <a:pt x="17787" y="92054"/>
                  <a:pt x="21687" y="95486"/>
                </a:cubicBezTo>
                <a:cubicBezTo>
                  <a:pt x="25588" y="99075"/>
                  <a:pt x="30268" y="100791"/>
                  <a:pt x="35729" y="100791"/>
                </a:cubicBezTo>
                <a:cubicBezTo>
                  <a:pt x="42282" y="100791"/>
                  <a:pt x="47899" y="98294"/>
                  <a:pt x="52580" y="93302"/>
                </a:cubicBezTo>
                <a:cubicBezTo>
                  <a:pt x="57104" y="88309"/>
                  <a:pt x="59445" y="81756"/>
                  <a:pt x="59445" y="73487"/>
                </a:cubicBezTo>
                <a:cubicBezTo>
                  <a:pt x="59445" y="65686"/>
                  <a:pt x="57104" y="59601"/>
                  <a:pt x="52736" y="55076"/>
                </a:cubicBezTo>
                <a:cubicBezTo>
                  <a:pt x="48367" y="50551"/>
                  <a:pt x="42594" y="48211"/>
                  <a:pt x="35573" y="48211"/>
                </a:cubicBezTo>
                <a:cubicBezTo>
                  <a:pt x="31205" y="48211"/>
                  <a:pt x="27148" y="49303"/>
                  <a:pt x="23559" y="51332"/>
                </a:cubicBezTo>
                <a:cubicBezTo>
                  <a:pt x="19971" y="53360"/>
                  <a:pt x="17163" y="55856"/>
                  <a:pt x="15290" y="58977"/>
                </a:cubicBezTo>
                <a:lnTo>
                  <a:pt x="2340" y="57416"/>
                </a:lnTo>
                <a:lnTo>
                  <a:pt x="13106" y="0"/>
                </a:lnTo>
                <a:lnTo>
                  <a:pt x="68650" y="0"/>
                </a:lnTo>
                <a:lnTo>
                  <a:pt x="68650" y="13106"/>
                </a:lnTo>
                <a:lnTo>
                  <a:pt x="24184" y="13106"/>
                </a:lnTo>
                <a:lnTo>
                  <a:pt x="18099" y="43062"/>
                </a:lnTo>
                <a:cubicBezTo>
                  <a:pt x="24808" y="38382"/>
                  <a:pt x="31829" y="36041"/>
                  <a:pt x="39162" y="36041"/>
                </a:cubicBezTo>
                <a:cubicBezTo>
                  <a:pt x="48835" y="36041"/>
                  <a:pt x="57104" y="39474"/>
                  <a:pt x="63813" y="46183"/>
                </a:cubicBezTo>
                <a:cubicBezTo>
                  <a:pt x="70522" y="53048"/>
                  <a:pt x="73955" y="61629"/>
                  <a:pt x="73955" y="72239"/>
                </a:cubicBezTo>
                <a:cubicBezTo>
                  <a:pt x="73955" y="82380"/>
                  <a:pt x="70990" y="91117"/>
                  <a:pt x="65062" y="98451"/>
                </a:cubicBezTo>
                <a:cubicBezTo>
                  <a:pt x="57885" y="107500"/>
                  <a:pt x="48211" y="111868"/>
                  <a:pt x="35729" y="111868"/>
                </a:cubicBezTo>
                <a:cubicBezTo>
                  <a:pt x="25588" y="111868"/>
                  <a:pt x="17319" y="109060"/>
                  <a:pt x="10922" y="103443"/>
                </a:cubicBezTo>
                <a:cubicBezTo>
                  <a:pt x="4369" y="97826"/>
                  <a:pt x="780" y="90337"/>
                  <a:pt x="0" y="80820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96C7B6-4FD6-4D72-B7DC-3B6DA025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380" y="2559743"/>
            <a:ext cx="73955" cy="111868"/>
          </a:xfrm>
          <a:custGeom xmlns:a="http://schemas.openxmlformats.org/drawingml/2006/main">
            <a:pathLst>
              <a:path w="73955" h="111868">
                <a:moveTo>
                  <a:pt x="0" y="80820"/>
                </a:moveTo>
                <a:lnTo>
                  <a:pt x="14354" y="79728"/>
                </a:lnTo>
                <a:cubicBezTo>
                  <a:pt x="15290" y="86749"/>
                  <a:pt x="17787" y="92054"/>
                  <a:pt x="21687" y="95486"/>
                </a:cubicBezTo>
                <a:cubicBezTo>
                  <a:pt x="25588" y="99075"/>
                  <a:pt x="30268" y="100791"/>
                  <a:pt x="35729" y="100791"/>
                </a:cubicBezTo>
                <a:cubicBezTo>
                  <a:pt x="42282" y="100791"/>
                  <a:pt x="47899" y="98294"/>
                  <a:pt x="52580" y="93302"/>
                </a:cubicBezTo>
                <a:cubicBezTo>
                  <a:pt x="57104" y="88309"/>
                  <a:pt x="59445" y="81756"/>
                  <a:pt x="59445" y="73487"/>
                </a:cubicBezTo>
                <a:cubicBezTo>
                  <a:pt x="59445" y="65686"/>
                  <a:pt x="57104" y="59601"/>
                  <a:pt x="52736" y="55076"/>
                </a:cubicBezTo>
                <a:cubicBezTo>
                  <a:pt x="48367" y="50551"/>
                  <a:pt x="42594" y="48211"/>
                  <a:pt x="35573" y="48211"/>
                </a:cubicBezTo>
                <a:cubicBezTo>
                  <a:pt x="31205" y="48211"/>
                  <a:pt x="27148" y="49303"/>
                  <a:pt x="23559" y="51332"/>
                </a:cubicBezTo>
                <a:cubicBezTo>
                  <a:pt x="19971" y="53360"/>
                  <a:pt x="17163" y="55856"/>
                  <a:pt x="15290" y="58977"/>
                </a:cubicBezTo>
                <a:lnTo>
                  <a:pt x="2340" y="57416"/>
                </a:lnTo>
                <a:lnTo>
                  <a:pt x="13106" y="0"/>
                </a:lnTo>
                <a:lnTo>
                  <a:pt x="68650" y="0"/>
                </a:lnTo>
                <a:lnTo>
                  <a:pt x="68650" y="13106"/>
                </a:lnTo>
                <a:lnTo>
                  <a:pt x="24184" y="13106"/>
                </a:lnTo>
                <a:lnTo>
                  <a:pt x="18099" y="43062"/>
                </a:lnTo>
                <a:cubicBezTo>
                  <a:pt x="24808" y="38382"/>
                  <a:pt x="31829" y="36041"/>
                  <a:pt x="39162" y="36041"/>
                </a:cubicBezTo>
                <a:cubicBezTo>
                  <a:pt x="48835" y="36041"/>
                  <a:pt x="57104" y="39474"/>
                  <a:pt x="63813" y="46183"/>
                </a:cubicBezTo>
                <a:cubicBezTo>
                  <a:pt x="70522" y="53048"/>
                  <a:pt x="73955" y="61629"/>
                  <a:pt x="73955" y="72239"/>
                </a:cubicBezTo>
                <a:cubicBezTo>
                  <a:pt x="73955" y="82380"/>
                  <a:pt x="70990" y="91117"/>
                  <a:pt x="65062" y="98451"/>
                </a:cubicBezTo>
                <a:cubicBezTo>
                  <a:pt x="57885" y="107500"/>
                  <a:pt x="48211" y="111868"/>
                  <a:pt x="35729" y="111868"/>
                </a:cubicBezTo>
                <a:cubicBezTo>
                  <a:pt x="25588" y="111868"/>
                  <a:pt x="17319" y="109060"/>
                  <a:pt x="10922" y="103443"/>
                </a:cubicBezTo>
                <a:cubicBezTo>
                  <a:pt x="4369" y="97826"/>
                  <a:pt x="780" y="90337"/>
                  <a:pt x="0" y="80820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A6F60A-E62C-4202-B334-F71E1ED3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774" y="2654293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BBE412-E324-4F45-A8B1-BA8E3DCB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503" y="2557715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5E1887-1283-4CCB-84EE-C75698EA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8586" y="3432535"/>
            <a:ext cx="73175" cy="114053"/>
          </a:xfrm>
          <a:custGeom xmlns:a="http://schemas.openxmlformats.org/drawingml/2006/main">
            <a:pathLst>
              <a:path w="73175" h="114053">
                <a:moveTo>
                  <a:pt x="0" y="82692"/>
                </a:moveTo>
                <a:lnTo>
                  <a:pt x="13730" y="80820"/>
                </a:lnTo>
                <a:cubicBezTo>
                  <a:pt x="15290" y="88621"/>
                  <a:pt x="17943" y="94238"/>
                  <a:pt x="21687" y="97670"/>
                </a:cubicBezTo>
                <a:cubicBezTo>
                  <a:pt x="25432" y="101103"/>
                  <a:pt x="30112" y="102819"/>
                  <a:pt x="35573" y="102819"/>
                </a:cubicBezTo>
                <a:cubicBezTo>
                  <a:pt x="41970" y="102819"/>
                  <a:pt x="47431" y="100635"/>
                  <a:pt x="51800" y="96110"/>
                </a:cubicBezTo>
                <a:cubicBezTo>
                  <a:pt x="56168" y="91742"/>
                  <a:pt x="58509" y="86125"/>
                  <a:pt x="58509" y="79572"/>
                </a:cubicBezTo>
                <a:cubicBezTo>
                  <a:pt x="58509" y="73331"/>
                  <a:pt x="56324" y="68026"/>
                  <a:pt x="52268" y="63969"/>
                </a:cubicBezTo>
                <a:cubicBezTo>
                  <a:pt x="48211" y="59913"/>
                  <a:pt x="42906" y="57729"/>
                  <a:pt x="36665" y="57729"/>
                </a:cubicBezTo>
                <a:cubicBezTo>
                  <a:pt x="34013" y="57729"/>
                  <a:pt x="30737" y="58353"/>
                  <a:pt x="26992" y="59289"/>
                </a:cubicBezTo>
                <a:lnTo>
                  <a:pt x="28552" y="47275"/>
                </a:lnTo>
                <a:cubicBezTo>
                  <a:pt x="29488" y="47431"/>
                  <a:pt x="30112" y="47431"/>
                  <a:pt x="30737" y="47431"/>
                </a:cubicBezTo>
                <a:cubicBezTo>
                  <a:pt x="36509" y="47431"/>
                  <a:pt x="41814" y="46027"/>
                  <a:pt x="46495" y="42906"/>
                </a:cubicBezTo>
                <a:cubicBezTo>
                  <a:pt x="51176" y="39786"/>
                  <a:pt x="53516" y="35105"/>
                  <a:pt x="53516" y="28708"/>
                </a:cubicBezTo>
                <a:cubicBezTo>
                  <a:pt x="53516" y="23715"/>
                  <a:pt x="51800" y="19659"/>
                  <a:pt x="48367" y="16382"/>
                </a:cubicBezTo>
                <a:cubicBezTo>
                  <a:pt x="44935" y="13106"/>
                  <a:pt x="40566" y="11390"/>
                  <a:pt x="35261" y="11390"/>
                </a:cubicBezTo>
                <a:cubicBezTo>
                  <a:pt x="29956" y="11390"/>
                  <a:pt x="25432" y="13106"/>
                  <a:pt x="21843" y="16382"/>
                </a:cubicBezTo>
                <a:cubicBezTo>
                  <a:pt x="18255" y="19815"/>
                  <a:pt x="16070" y="24808"/>
                  <a:pt x="15134" y="31361"/>
                </a:cubicBezTo>
                <a:lnTo>
                  <a:pt x="1404" y="29020"/>
                </a:lnTo>
                <a:cubicBezTo>
                  <a:pt x="2964" y="19815"/>
                  <a:pt x="6865" y="12638"/>
                  <a:pt x="12794" y="7645"/>
                </a:cubicBezTo>
                <a:cubicBezTo>
                  <a:pt x="18723" y="2652"/>
                  <a:pt x="26056" y="0"/>
                  <a:pt x="34949" y="0"/>
                </a:cubicBezTo>
                <a:cubicBezTo>
                  <a:pt x="41034" y="0"/>
                  <a:pt x="46651" y="1404"/>
                  <a:pt x="51800" y="4057"/>
                </a:cubicBezTo>
                <a:cubicBezTo>
                  <a:pt x="56792" y="6709"/>
                  <a:pt x="60693" y="10298"/>
                  <a:pt x="63501" y="14666"/>
                </a:cubicBezTo>
                <a:cubicBezTo>
                  <a:pt x="66310" y="19191"/>
                  <a:pt x="67714" y="24028"/>
                  <a:pt x="67714" y="29020"/>
                </a:cubicBezTo>
                <a:cubicBezTo>
                  <a:pt x="67714" y="34013"/>
                  <a:pt x="66310" y="38382"/>
                  <a:pt x="63813" y="42282"/>
                </a:cubicBezTo>
                <a:cubicBezTo>
                  <a:pt x="61161" y="46339"/>
                  <a:pt x="57260" y="49459"/>
                  <a:pt x="52268" y="51644"/>
                </a:cubicBezTo>
                <a:cubicBezTo>
                  <a:pt x="58821" y="53204"/>
                  <a:pt x="63813" y="56480"/>
                  <a:pt x="67558" y="61161"/>
                </a:cubicBezTo>
                <a:cubicBezTo>
                  <a:pt x="71303" y="65998"/>
                  <a:pt x="73175" y="72083"/>
                  <a:pt x="73175" y="79260"/>
                </a:cubicBezTo>
                <a:cubicBezTo>
                  <a:pt x="73175" y="88933"/>
                  <a:pt x="69586" y="97202"/>
                  <a:pt x="62409" y="103911"/>
                </a:cubicBezTo>
                <a:cubicBezTo>
                  <a:pt x="55232" y="110776"/>
                  <a:pt x="46339" y="114053"/>
                  <a:pt x="35573" y="114053"/>
                </a:cubicBezTo>
                <a:cubicBezTo>
                  <a:pt x="25588" y="114053"/>
                  <a:pt x="17475" y="111244"/>
                  <a:pt x="11078" y="105316"/>
                </a:cubicBezTo>
                <a:cubicBezTo>
                  <a:pt x="4525" y="99543"/>
                  <a:pt x="936" y="92054"/>
                  <a:pt x="0" y="8269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1A0FF4-34DD-4A9E-B131-06657218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711" y="3432535"/>
            <a:ext cx="73643" cy="113897"/>
          </a:xfrm>
          <a:custGeom xmlns:a="http://schemas.openxmlformats.org/drawingml/2006/main">
            <a:pathLst>
              <a:path w="73643" h="113897">
                <a:moveTo>
                  <a:pt x="71771" y="27772"/>
                </a:moveTo>
                <a:lnTo>
                  <a:pt x="58041" y="28864"/>
                </a:lnTo>
                <a:cubicBezTo>
                  <a:pt x="56792" y="23559"/>
                  <a:pt x="55076" y="19659"/>
                  <a:pt x="52892" y="17163"/>
                </a:cubicBezTo>
                <a:cubicBezTo>
                  <a:pt x="49147" y="13418"/>
                  <a:pt x="44467" y="11390"/>
                  <a:pt x="39162" y="11390"/>
                </a:cubicBezTo>
                <a:cubicBezTo>
                  <a:pt x="34793" y="11390"/>
                  <a:pt x="30893" y="12638"/>
                  <a:pt x="27616" y="14978"/>
                </a:cubicBezTo>
                <a:cubicBezTo>
                  <a:pt x="23247" y="18099"/>
                  <a:pt x="19971" y="22779"/>
                  <a:pt x="17475" y="28708"/>
                </a:cubicBezTo>
                <a:cubicBezTo>
                  <a:pt x="14978" y="34793"/>
                  <a:pt x="13574" y="43374"/>
                  <a:pt x="13574" y="54608"/>
                </a:cubicBezTo>
                <a:cubicBezTo>
                  <a:pt x="16850" y="49615"/>
                  <a:pt x="20907" y="46027"/>
                  <a:pt x="25744" y="43530"/>
                </a:cubicBezTo>
                <a:cubicBezTo>
                  <a:pt x="30424" y="41034"/>
                  <a:pt x="35417" y="39786"/>
                  <a:pt x="40722" y="39786"/>
                </a:cubicBezTo>
                <a:cubicBezTo>
                  <a:pt x="49771" y="39786"/>
                  <a:pt x="57572" y="43218"/>
                  <a:pt x="63969" y="49927"/>
                </a:cubicBezTo>
                <a:cubicBezTo>
                  <a:pt x="70366" y="56636"/>
                  <a:pt x="73643" y="65374"/>
                  <a:pt x="73643" y="75983"/>
                </a:cubicBezTo>
                <a:cubicBezTo>
                  <a:pt x="73643" y="83004"/>
                  <a:pt x="72083" y="89557"/>
                  <a:pt x="69118" y="95486"/>
                </a:cubicBezTo>
                <a:cubicBezTo>
                  <a:pt x="65998" y="101571"/>
                  <a:pt x="61941" y="106096"/>
                  <a:pt x="56636" y="109216"/>
                </a:cubicBezTo>
                <a:cubicBezTo>
                  <a:pt x="51332" y="112337"/>
                  <a:pt x="45403" y="113897"/>
                  <a:pt x="38694" y="113897"/>
                </a:cubicBezTo>
                <a:cubicBezTo>
                  <a:pt x="27148" y="113897"/>
                  <a:pt x="17943" y="109840"/>
                  <a:pt x="10766" y="101415"/>
                </a:cubicBezTo>
                <a:cubicBezTo>
                  <a:pt x="3589" y="93146"/>
                  <a:pt x="0" y="79260"/>
                  <a:pt x="0" y="59913"/>
                </a:cubicBezTo>
                <a:cubicBezTo>
                  <a:pt x="0" y="38382"/>
                  <a:pt x="3901" y="22779"/>
                  <a:pt x="11858" y="12794"/>
                </a:cubicBezTo>
                <a:cubicBezTo>
                  <a:pt x="18723" y="4369"/>
                  <a:pt x="28084" y="0"/>
                  <a:pt x="39942" y="0"/>
                </a:cubicBezTo>
                <a:cubicBezTo>
                  <a:pt x="48679" y="0"/>
                  <a:pt x="56012" y="2496"/>
                  <a:pt x="61629" y="7489"/>
                </a:cubicBezTo>
                <a:cubicBezTo>
                  <a:pt x="67246" y="12482"/>
                  <a:pt x="70522" y="19191"/>
                  <a:pt x="71771" y="27772"/>
                </a:cubicBezTo>
                <a:close/>
                <a:moveTo>
                  <a:pt x="15758" y="75983"/>
                </a:moveTo>
                <a:cubicBezTo>
                  <a:pt x="15758" y="80664"/>
                  <a:pt x="16694" y="85189"/>
                  <a:pt x="18723" y="89557"/>
                </a:cubicBezTo>
                <a:cubicBezTo>
                  <a:pt x="20595" y="93926"/>
                  <a:pt x="23403" y="97202"/>
                  <a:pt x="27148" y="99387"/>
                </a:cubicBezTo>
                <a:cubicBezTo>
                  <a:pt x="30737" y="101727"/>
                  <a:pt x="34481" y="102819"/>
                  <a:pt x="38538" y="102819"/>
                </a:cubicBezTo>
                <a:cubicBezTo>
                  <a:pt x="44155" y="102819"/>
                  <a:pt x="49147" y="100479"/>
                  <a:pt x="53360" y="95798"/>
                </a:cubicBezTo>
                <a:cubicBezTo>
                  <a:pt x="57416" y="91117"/>
                  <a:pt x="59601" y="84877"/>
                  <a:pt x="59601" y="76763"/>
                </a:cubicBezTo>
                <a:cubicBezTo>
                  <a:pt x="59601" y="69118"/>
                  <a:pt x="57416" y="63033"/>
                  <a:pt x="53360" y="58509"/>
                </a:cubicBezTo>
                <a:cubicBezTo>
                  <a:pt x="49303" y="54140"/>
                  <a:pt x="44155" y="51800"/>
                  <a:pt x="37914" y="51800"/>
                </a:cubicBezTo>
                <a:cubicBezTo>
                  <a:pt x="31673" y="51800"/>
                  <a:pt x="26524" y="54140"/>
                  <a:pt x="22155" y="58509"/>
                </a:cubicBezTo>
                <a:cubicBezTo>
                  <a:pt x="17787" y="63033"/>
                  <a:pt x="15758" y="68806"/>
                  <a:pt x="15758" y="75983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F4B402-41C6-429A-AE49-55BDF3B0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729" y="3529114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6A2372-C76F-4A17-B00F-F9B6C2BF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458" y="3432535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E313E1-C834-4CFC-A7F7-679053C6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7" y="2889448"/>
            <a:ext cx="73175" cy="114053"/>
          </a:xfrm>
          <a:custGeom xmlns:a="http://schemas.openxmlformats.org/drawingml/2006/main">
            <a:pathLst>
              <a:path w="73175" h="114053">
                <a:moveTo>
                  <a:pt x="0" y="82692"/>
                </a:moveTo>
                <a:lnTo>
                  <a:pt x="13730" y="80820"/>
                </a:lnTo>
                <a:cubicBezTo>
                  <a:pt x="15290" y="88621"/>
                  <a:pt x="17943" y="94238"/>
                  <a:pt x="21687" y="97670"/>
                </a:cubicBezTo>
                <a:cubicBezTo>
                  <a:pt x="25432" y="101103"/>
                  <a:pt x="30112" y="102819"/>
                  <a:pt x="35573" y="102819"/>
                </a:cubicBezTo>
                <a:cubicBezTo>
                  <a:pt x="41970" y="102819"/>
                  <a:pt x="47431" y="100635"/>
                  <a:pt x="51800" y="96110"/>
                </a:cubicBezTo>
                <a:cubicBezTo>
                  <a:pt x="56168" y="91742"/>
                  <a:pt x="58509" y="86125"/>
                  <a:pt x="58509" y="79572"/>
                </a:cubicBezTo>
                <a:cubicBezTo>
                  <a:pt x="58509" y="73331"/>
                  <a:pt x="56324" y="68026"/>
                  <a:pt x="52268" y="63969"/>
                </a:cubicBezTo>
                <a:cubicBezTo>
                  <a:pt x="48211" y="59913"/>
                  <a:pt x="42906" y="57729"/>
                  <a:pt x="36665" y="57729"/>
                </a:cubicBezTo>
                <a:cubicBezTo>
                  <a:pt x="34013" y="57729"/>
                  <a:pt x="30737" y="58353"/>
                  <a:pt x="26992" y="59289"/>
                </a:cubicBezTo>
                <a:lnTo>
                  <a:pt x="28552" y="47275"/>
                </a:lnTo>
                <a:cubicBezTo>
                  <a:pt x="29488" y="47431"/>
                  <a:pt x="30112" y="47431"/>
                  <a:pt x="30737" y="47431"/>
                </a:cubicBezTo>
                <a:cubicBezTo>
                  <a:pt x="36509" y="47431"/>
                  <a:pt x="41814" y="46027"/>
                  <a:pt x="46495" y="42906"/>
                </a:cubicBezTo>
                <a:cubicBezTo>
                  <a:pt x="51176" y="39786"/>
                  <a:pt x="53516" y="35105"/>
                  <a:pt x="53516" y="28708"/>
                </a:cubicBezTo>
                <a:cubicBezTo>
                  <a:pt x="53516" y="23715"/>
                  <a:pt x="51800" y="19659"/>
                  <a:pt x="48367" y="16382"/>
                </a:cubicBezTo>
                <a:cubicBezTo>
                  <a:pt x="44935" y="13106"/>
                  <a:pt x="40566" y="11390"/>
                  <a:pt x="35261" y="11390"/>
                </a:cubicBezTo>
                <a:cubicBezTo>
                  <a:pt x="29956" y="11390"/>
                  <a:pt x="25432" y="13106"/>
                  <a:pt x="21843" y="16382"/>
                </a:cubicBezTo>
                <a:cubicBezTo>
                  <a:pt x="18255" y="19815"/>
                  <a:pt x="16070" y="24808"/>
                  <a:pt x="15134" y="31361"/>
                </a:cubicBezTo>
                <a:lnTo>
                  <a:pt x="1404" y="29020"/>
                </a:lnTo>
                <a:cubicBezTo>
                  <a:pt x="2964" y="19815"/>
                  <a:pt x="6865" y="12638"/>
                  <a:pt x="12794" y="7645"/>
                </a:cubicBezTo>
                <a:cubicBezTo>
                  <a:pt x="18723" y="2652"/>
                  <a:pt x="26056" y="0"/>
                  <a:pt x="34949" y="0"/>
                </a:cubicBezTo>
                <a:cubicBezTo>
                  <a:pt x="41034" y="0"/>
                  <a:pt x="46651" y="1404"/>
                  <a:pt x="51800" y="4057"/>
                </a:cubicBezTo>
                <a:cubicBezTo>
                  <a:pt x="56792" y="6709"/>
                  <a:pt x="60693" y="10298"/>
                  <a:pt x="63501" y="14666"/>
                </a:cubicBezTo>
                <a:cubicBezTo>
                  <a:pt x="66310" y="19191"/>
                  <a:pt x="67714" y="24028"/>
                  <a:pt x="67714" y="29020"/>
                </a:cubicBezTo>
                <a:cubicBezTo>
                  <a:pt x="67714" y="34013"/>
                  <a:pt x="66310" y="38382"/>
                  <a:pt x="63813" y="42282"/>
                </a:cubicBezTo>
                <a:cubicBezTo>
                  <a:pt x="61161" y="46339"/>
                  <a:pt x="57260" y="49459"/>
                  <a:pt x="52268" y="51644"/>
                </a:cubicBezTo>
                <a:cubicBezTo>
                  <a:pt x="58821" y="53204"/>
                  <a:pt x="63813" y="56480"/>
                  <a:pt x="67558" y="61161"/>
                </a:cubicBezTo>
                <a:cubicBezTo>
                  <a:pt x="71303" y="65998"/>
                  <a:pt x="73175" y="72083"/>
                  <a:pt x="73175" y="79260"/>
                </a:cubicBezTo>
                <a:cubicBezTo>
                  <a:pt x="73175" y="88933"/>
                  <a:pt x="69586" y="97202"/>
                  <a:pt x="62409" y="103911"/>
                </a:cubicBezTo>
                <a:cubicBezTo>
                  <a:pt x="55232" y="110776"/>
                  <a:pt x="46339" y="114053"/>
                  <a:pt x="35573" y="114053"/>
                </a:cubicBezTo>
                <a:cubicBezTo>
                  <a:pt x="25588" y="114053"/>
                  <a:pt x="17475" y="111244"/>
                  <a:pt x="11078" y="105316"/>
                </a:cubicBezTo>
                <a:cubicBezTo>
                  <a:pt x="4525" y="99543"/>
                  <a:pt x="936" y="92054"/>
                  <a:pt x="0" y="8269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28408F-A4BF-4EEB-A661-DCB4FEF5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885" y="2891320"/>
            <a:ext cx="72395" cy="110308"/>
          </a:xfrm>
          <a:custGeom xmlns:a="http://schemas.openxmlformats.org/drawingml/2006/main">
            <a:pathLst>
              <a:path w="72395" h="110308">
                <a:moveTo>
                  <a:pt x="0" y="13262"/>
                </a:moveTo>
                <a:lnTo>
                  <a:pt x="0" y="0"/>
                </a:lnTo>
                <a:lnTo>
                  <a:pt x="72395" y="0"/>
                </a:lnTo>
                <a:lnTo>
                  <a:pt x="72395" y="10766"/>
                </a:lnTo>
                <a:cubicBezTo>
                  <a:pt x="65218" y="18411"/>
                  <a:pt x="58041" y="28552"/>
                  <a:pt x="51176" y="41034"/>
                </a:cubicBezTo>
                <a:cubicBezTo>
                  <a:pt x="44155" y="53516"/>
                  <a:pt x="38694" y="66466"/>
                  <a:pt x="34949" y="79572"/>
                </a:cubicBezTo>
                <a:cubicBezTo>
                  <a:pt x="32141" y="88933"/>
                  <a:pt x="30424" y="99231"/>
                  <a:pt x="29800" y="110308"/>
                </a:cubicBezTo>
                <a:lnTo>
                  <a:pt x="15602" y="110308"/>
                </a:lnTo>
                <a:cubicBezTo>
                  <a:pt x="15758" y="101571"/>
                  <a:pt x="17475" y="90961"/>
                  <a:pt x="20751" y="78480"/>
                </a:cubicBezTo>
                <a:cubicBezTo>
                  <a:pt x="24028" y="65998"/>
                  <a:pt x="28708" y="53984"/>
                  <a:pt x="34949" y="42438"/>
                </a:cubicBezTo>
                <a:cubicBezTo>
                  <a:pt x="41190" y="30893"/>
                  <a:pt x="47743" y="21219"/>
                  <a:pt x="54764" y="13262"/>
                </a:cubicBezTo>
                <a:lnTo>
                  <a:pt x="0" y="1326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01FA99-4414-47E5-A30A-4F6331CD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499" y="2986026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9A49DF-70E3-4B9E-BF74-18C11FF8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228" y="2889448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B3BB05-0BCE-4578-B69C-11895FCF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0112" y="2346360"/>
            <a:ext cx="73175" cy="114053"/>
          </a:xfrm>
          <a:custGeom xmlns:a="http://schemas.openxmlformats.org/drawingml/2006/main">
            <a:pathLst>
              <a:path w="73175" h="114053">
                <a:moveTo>
                  <a:pt x="0" y="82692"/>
                </a:moveTo>
                <a:lnTo>
                  <a:pt x="13730" y="80820"/>
                </a:lnTo>
                <a:cubicBezTo>
                  <a:pt x="15290" y="88621"/>
                  <a:pt x="17943" y="94238"/>
                  <a:pt x="21687" y="97670"/>
                </a:cubicBezTo>
                <a:cubicBezTo>
                  <a:pt x="25432" y="101103"/>
                  <a:pt x="30112" y="102819"/>
                  <a:pt x="35573" y="102819"/>
                </a:cubicBezTo>
                <a:cubicBezTo>
                  <a:pt x="41970" y="102819"/>
                  <a:pt x="47431" y="100635"/>
                  <a:pt x="51800" y="96110"/>
                </a:cubicBezTo>
                <a:cubicBezTo>
                  <a:pt x="56168" y="91742"/>
                  <a:pt x="58509" y="86125"/>
                  <a:pt x="58509" y="79572"/>
                </a:cubicBezTo>
                <a:cubicBezTo>
                  <a:pt x="58509" y="73331"/>
                  <a:pt x="56324" y="68026"/>
                  <a:pt x="52268" y="63969"/>
                </a:cubicBezTo>
                <a:cubicBezTo>
                  <a:pt x="48211" y="59913"/>
                  <a:pt x="42906" y="57729"/>
                  <a:pt x="36665" y="57729"/>
                </a:cubicBezTo>
                <a:cubicBezTo>
                  <a:pt x="34013" y="57729"/>
                  <a:pt x="30737" y="58353"/>
                  <a:pt x="26992" y="59289"/>
                </a:cubicBezTo>
                <a:lnTo>
                  <a:pt x="28552" y="47275"/>
                </a:lnTo>
                <a:cubicBezTo>
                  <a:pt x="29488" y="47431"/>
                  <a:pt x="30112" y="47431"/>
                  <a:pt x="30737" y="47431"/>
                </a:cubicBezTo>
                <a:cubicBezTo>
                  <a:pt x="36509" y="47431"/>
                  <a:pt x="41814" y="46027"/>
                  <a:pt x="46495" y="42906"/>
                </a:cubicBezTo>
                <a:cubicBezTo>
                  <a:pt x="51176" y="39786"/>
                  <a:pt x="53516" y="35105"/>
                  <a:pt x="53516" y="28708"/>
                </a:cubicBezTo>
                <a:cubicBezTo>
                  <a:pt x="53516" y="23715"/>
                  <a:pt x="51800" y="19659"/>
                  <a:pt x="48367" y="16382"/>
                </a:cubicBezTo>
                <a:cubicBezTo>
                  <a:pt x="44935" y="13106"/>
                  <a:pt x="40566" y="11390"/>
                  <a:pt x="35261" y="11390"/>
                </a:cubicBezTo>
                <a:cubicBezTo>
                  <a:pt x="29956" y="11390"/>
                  <a:pt x="25432" y="13106"/>
                  <a:pt x="21843" y="16382"/>
                </a:cubicBezTo>
                <a:cubicBezTo>
                  <a:pt x="18255" y="19815"/>
                  <a:pt x="16070" y="24808"/>
                  <a:pt x="15134" y="31361"/>
                </a:cubicBezTo>
                <a:lnTo>
                  <a:pt x="1404" y="29020"/>
                </a:lnTo>
                <a:cubicBezTo>
                  <a:pt x="2964" y="19815"/>
                  <a:pt x="6865" y="12638"/>
                  <a:pt x="12794" y="7645"/>
                </a:cubicBezTo>
                <a:cubicBezTo>
                  <a:pt x="18723" y="2652"/>
                  <a:pt x="26056" y="0"/>
                  <a:pt x="34949" y="0"/>
                </a:cubicBezTo>
                <a:cubicBezTo>
                  <a:pt x="41034" y="0"/>
                  <a:pt x="46651" y="1404"/>
                  <a:pt x="51800" y="4057"/>
                </a:cubicBezTo>
                <a:cubicBezTo>
                  <a:pt x="56792" y="6709"/>
                  <a:pt x="60693" y="10298"/>
                  <a:pt x="63501" y="14666"/>
                </a:cubicBezTo>
                <a:cubicBezTo>
                  <a:pt x="66310" y="19191"/>
                  <a:pt x="67714" y="24028"/>
                  <a:pt x="67714" y="29020"/>
                </a:cubicBezTo>
                <a:cubicBezTo>
                  <a:pt x="67714" y="34013"/>
                  <a:pt x="66310" y="38382"/>
                  <a:pt x="63813" y="42282"/>
                </a:cubicBezTo>
                <a:cubicBezTo>
                  <a:pt x="61161" y="46339"/>
                  <a:pt x="57260" y="49459"/>
                  <a:pt x="52268" y="51644"/>
                </a:cubicBezTo>
                <a:cubicBezTo>
                  <a:pt x="58821" y="53204"/>
                  <a:pt x="63813" y="56480"/>
                  <a:pt x="67558" y="61161"/>
                </a:cubicBezTo>
                <a:cubicBezTo>
                  <a:pt x="71303" y="65998"/>
                  <a:pt x="73175" y="72083"/>
                  <a:pt x="73175" y="79260"/>
                </a:cubicBezTo>
                <a:cubicBezTo>
                  <a:pt x="73175" y="88933"/>
                  <a:pt x="69586" y="97202"/>
                  <a:pt x="62409" y="103911"/>
                </a:cubicBezTo>
                <a:cubicBezTo>
                  <a:pt x="55232" y="110776"/>
                  <a:pt x="46339" y="114053"/>
                  <a:pt x="35573" y="114053"/>
                </a:cubicBezTo>
                <a:cubicBezTo>
                  <a:pt x="25588" y="114053"/>
                  <a:pt x="17475" y="111244"/>
                  <a:pt x="11078" y="105316"/>
                </a:cubicBezTo>
                <a:cubicBezTo>
                  <a:pt x="4525" y="99543"/>
                  <a:pt x="936" y="92054"/>
                  <a:pt x="0" y="8269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BD8963-D5FE-463B-B1B0-C8C0B90C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705" y="2346360"/>
            <a:ext cx="73487" cy="113897"/>
          </a:xfrm>
          <a:custGeom xmlns:a="http://schemas.openxmlformats.org/drawingml/2006/main">
            <a:pathLst>
              <a:path w="73487" h="113897">
                <a:moveTo>
                  <a:pt x="21219" y="51644"/>
                </a:moveTo>
                <a:cubicBezTo>
                  <a:pt x="15446" y="49615"/>
                  <a:pt x="11234" y="46651"/>
                  <a:pt x="8425" y="42750"/>
                </a:cubicBezTo>
                <a:cubicBezTo>
                  <a:pt x="5617" y="39006"/>
                  <a:pt x="4369" y="34325"/>
                  <a:pt x="4369" y="28864"/>
                </a:cubicBezTo>
                <a:cubicBezTo>
                  <a:pt x="4369" y="20751"/>
                  <a:pt x="7177" y="14042"/>
                  <a:pt x="13106" y="8425"/>
                </a:cubicBezTo>
                <a:cubicBezTo>
                  <a:pt x="19035" y="2808"/>
                  <a:pt x="26836" y="0"/>
                  <a:pt x="36509" y="0"/>
                </a:cubicBezTo>
                <a:cubicBezTo>
                  <a:pt x="46183" y="0"/>
                  <a:pt x="54140" y="2964"/>
                  <a:pt x="60069" y="8581"/>
                </a:cubicBezTo>
                <a:cubicBezTo>
                  <a:pt x="65998" y="14198"/>
                  <a:pt x="68962" y="21063"/>
                  <a:pt x="68962" y="29176"/>
                </a:cubicBezTo>
                <a:cubicBezTo>
                  <a:pt x="68962" y="34481"/>
                  <a:pt x="67558" y="39006"/>
                  <a:pt x="64906" y="42750"/>
                </a:cubicBezTo>
                <a:cubicBezTo>
                  <a:pt x="62097" y="46651"/>
                  <a:pt x="58041" y="49615"/>
                  <a:pt x="52424" y="51644"/>
                </a:cubicBezTo>
                <a:cubicBezTo>
                  <a:pt x="59289" y="53828"/>
                  <a:pt x="64438" y="57416"/>
                  <a:pt x="68026" y="62409"/>
                </a:cubicBezTo>
                <a:cubicBezTo>
                  <a:pt x="71615" y="67402"/>
                  <a:pt x="73487" y="73331"/>
                  <a:pt x="73487" y="80196"/>
                </a:cubicBezTo>
                <a:cubicBezTo>
                  <a:pt x="73487" y="89869"/>
                  <a:pt x="70054" y="97826"/>
                  <a:pt x="63345" y="104223"/>
                </a:cubicBezTo>
                <a:cubicBezTo>
                  <a:pt x="56480" y="110776"/>
                  <a:pt x="47587" y="113897"/>
                  <a:pt x="36665" y="113897"/>
                </a:cubicBezTo>
                <a:cubicBezTo>
                  <a:pt x="25588" y="113897"/>
                  <a:pt x="16694" y="110776"/>
                  <a:pt x="9985" y="104223"/>
                </a:cubicBezTo>
                <a:cubicBezTo>
                  <a:pt x="3276" y="97826"/>
                  <a:pt x="0" y="89713"/>
                  <a:pt x="0" y="79884"/>
                </a:cubicBezTo>
                <a:cubicBezTo>
                  <a:pt x="0" y="72707"/>
                  <a:pt x="1716" y="66622"/>
                  <a:pt x="5461" y="61629"/>
                </a:cubicBezTo>
                <a:cubicBezTo>
                  <a:pt x="9049" y="56792"/>
                  <a:pt x="14354" y="53516"/>
                  <a:pt x="21219" y="51644"/>
                </a:cubicBezTo>
                <a:close/>
                <a:moveTo>
                  <a:pt x="18411" y="28396"/>
                </a:moveTo>
                <a:cubicBezTo>
                  <a:pt x="18411" y="33701"/>
                  <a:pt x="20127" y="38070"/>
                  <a:pt x="23559" y="41346"/>
                </a:cubicBezTo>
                <a:cubicBezTo>
                  <a:pt x="26992" y="44779"/>
                  <a:pt x="31361" y="46339"/>
                  <a:pt x="36821" y="46339"/>
                </a:cubicBezTo>
                <a:cubicBezTo>
                  <a:pt x="42126" y="46339"/>
                  <a:pt x="46339" y="44779"/>
                  <a:pt x="49771" y="41346"/>
                </a:cubicBezTo>
                <a:cubicBezTo>
                  <a:pt x="53204" y="38070"/>
                  <a:pt x="54920" y="34013"/>
                  <a:pt x="54920" y="29176"/>
                </a:cubicBezTo>
                <a:cubicBezTo>
                  <a:pt x="54920" y="24184"/>
                  <a:pt x="53048" y="19971"/>
                  <a:pt x="49615" y="16538"/>
                </a:cubicBezTo>
                <a:cubicBezTo>
                  <a:pt x="46183" y="13106"/>
                  <a:pt x="41814" y="11390"/>
                  <a:pt x="36665" y="11390"/>
                </a:cubicBezTo>
                <a:cubicBezTo>
                  <a:pt x="31361" y="11390"/>
                  <a:pt x="26992" y="13106"/>
                  <a:pt x="23559" y="16382"/>
                </a:cubicBezTo>
                <a:cubicBezTo>
                  <a:pt x="20127" y="19815"/>
                  <a:pt x="18411" y="23715"/>
                  <a:pt x="18411" y="28396"/>
                </a:cubicBezTo>
                <a:close/>
                <a:moveTo>
                  <a:pt x="14042" y="79884"/>
                </a:moveTo>
                <a:cubicBezTo>
                  <a:pt x="14042" y="83940"/>
                  <a:pt x="14978" y="87685"/>
                  <a:pt x="16850" y="91273"/>
                </a:cubicBezTo>
                <a:cubicBezTo>
                  <a:pt x="18723" y="95018"/>
                  <a:pt x="21375" y="97826"/>
                  <a:pt x="25120" y="99855"/>
                </a:cubicBezTo>
                <a:cubicBezTo>
                  <a:pt x="28708" y="101883"/>
                  <a:pt x="32609" y="102819"/>
                  <a:pt x="36821" y="102819"/>
                </a:cubicBezTo>
                <a:cubicBezTo>
                  <a:pt x="43374" y="102819"/>
                  <a:pt x="48679" y="100791"/>
                  <a:pt x="53048" y="96578"/>
                </a:cubicBezTo>
                <a:cubicBezTo>
                  <a:pt x="57260" y="92366"/>
                  <a:pt x="59445" y="86905"/>
                  <a:pt x="59445" y="80352"/>
                </a:cubicBezTo>
                <a:cubicBezTo>
                  <a:pt x="59445" y="73799"/>
                  <a:pt x="57260" y="68494"/>
                  <a:pt x="52892" y="64125"/>
                </a:cubicBezTo>
                <a:cubicBezTo>
                  <a:pt x="48523" y="59757"/>
                  <a:pt x="42906" y="57572"/>
                  <a:pt x="36353" y="57572"/>
                </a:cubicBezTo>
                <a:cubicBezTo>
                  <a:pt x="29800" y="57572"/>
                  <a:pt x="24496" y="59757"/>
                  <a:pt x="20283" y="63969"/>
                </a:cubicBezTo>
                <a:cubicBezTo>
                  <a:pt x="16070" y="68338"/>
                  <a:pt x="14042" y="73643"/>
                  <a:pt x="14042" y="7988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7C278E-5587-45E3-AE50-E6FDD1C5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1254" y="2442939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CD75A1-C183-4CFE-BAF7-EDB755C8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984" y="2346360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4192D2-961C-42AC-A334-1BA3B75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867" y="1803258"/>
            <a:ext cx="73175" cy="114053"/>
          </a:xfrm>
          <a:custGeom xmlns:a="http://schemas.openxmlformats.org/drawingml/2006/main">
            <a:pathLst>
              <a:path w="73175" h="114053">
                <a:moveTo>
                  <a:pt x="0" y="82692"/>
                </a:moveTo>
                <a:lnTo>
                  <a:pt x="13730" y="80820"/>
                </a:lnTo>
                <a:cubicBezTo>
                  <a:pt x="15290" y="88621"/>
                  <a:pt x="17943" y="94238"/>
                  <a:pt x="21687" y="97670"/>
                </a:cubicBezTo>
                <a:cubicBezTo>
                  <a:pt x="25432" y="101103"/>
                  <a:pt x="30112" y="102819"/>
                  <a:pt x="35573" y="102819"/>
                </a:cubicBezTo>
                <a:cubicBezTo>
                  <a:pt x="41970" y="102819"/>
                  <a:pt x="47431" y="100635"/>
                  <a:pt x="51800" y="96110"/>
                </a:cubicBezTo>
                <a:cubicBezTo>
                  <a:pt x="56168" y="91742"/>
                  <a:pt x="58509" y="86125"/>
                  <a:pt x="58509" y="79572"/>
                </a:cubicBezTo>
                <a:cubicBezTo>
                  <a:pt x="58509" y="73331"/>
                  <a:pt x="56324" y="68026"/>
                  <a:pt x="52268" y="63969"/>
                </a:cubicBezTo>
                <a:cubicBezTo>
                  <a:pt x="48211" y="59913"/>
                  <a:pt x="42906" y="57729"/>
                  <a:pt x="36665" y="57729"/>
                </a:cubicBezTo>
                <a:cubicBezTo>
                  <a:pt x="34013" y="57729"/>
                  <a:pt x="30737" y="58353"/>
                  <a:pt x="26992" y="59289"/>
                </a:cubicBezTo>
                <a:lnTo>
                  <a:pt x="28552" y="47275"/>
                </a:lnTo>
                <a:cubicBezTo>
                  <a:pt x="29488" y="47431"/>
                  <a:pt x="30112" y="47431"/>
                  <a:pt x="30737" y="47431"/>
                </a:cubicBezTo>
                <a:cubicBezTo>
                  <a:pt x="36509" y="47431"/>
                  <a:pt x="41814" y="46027"/>
                  <a:pt x="46495" y="42906"/>
                </a:cubicBezTo>
                <a:cubicBezTo>
                  <a:pt x="51176" y="39786"/>
                  <a:pt x="53516" y="35105"/>
                  <a:pt x="53516" y="28708"/>
                </a:cubicBezTo>
                <a:cubicBezTo>
                  <a:pt x="53516" y="23715"/>
                  <a:pt x="51800" y="19659"/>
                  <a:pt x="48367" y="16382"/>
                </a:cubicBezTo>
                <a:cubicBezTo>
                  <a:pt x="44935" y="13106"/>
                  <a:pt x="40566" y="11390"/>
                  <a:pt x="35261" y="11390"/>
                </a:cubicBezTo>
                <a:cubicBezTo>
                  <a:pt x="29956" y="11390"/>
                  <a:pt x="25432" y="13106"/>
                  <a:pt x="21843" y="16382"/>
                </a:cubicBezTo>
                <a:cubicBezTo>
                  <a:pt x="18255" y="19815"/>
                  <a:pt x="16070" y="24808"/>
                  <a:pt x="15134" y="31361"/>
                </a:cubicBezTo>
                <a:lnTo>
                  <a:pt x="1404" y="29020"/>
                </a:lnTo>
                <a:cubicBezTo>
                  <a:pt x="2964" y="19815"/>
                  <a:pt x="6865" y="12638"/>
                  <a:pt x="12794" y="7645"/>
                </a:cubicBezTo>
                <a:cubicBezTo>
                  <a:pt x="18723" y="2652"/>
                  <a:pt x="26056" y="0"/>
                  <a:pt x="34949" y="0"/>
                </a:cubicBezTo>
                <a:cubicBezTo>
                  <a:pt x="41034" y="0"/>
                  <a:pt x="46651" y="1404"/>
                  <a:pt x="51800" y="4057"/>
                </a:cubicBezTo>
                <a:cubicBezTo>
                  <a:pt x="56792" y="6709"/>
                  <a:pt x="60693" y="10298"/>
                  <a:pt x="63501" y="14666"/>
                </a:cubicBezTo>
                <a:cubicBezTo>
                  <a:pt x="66310" y="19191"/>
                  <a:pt x="67714" y="24028"/>
                  <a:pt x="67714" y="29020"/>
                </a:cubicBezTo>
                <a:cubicBezTo>
                  <a:pt x="67714" y="34013"/>
                  <a:pt x="66310" y="38382"/>
                  <a:pt x="63813" y="42282"/>
                </a:cubicBezTo>
                <a:cubicBezTo>
                  <a:pt x="61161" y="46339"/>
                  <a:pt x="57260" y="49459"/>
                  <a:pt x="52268" y="51644"/>
                </a:cubicBezTo>
                <a:cubicBezTo>
                  <a:pt x="58821" y="53204"/>
                  <a:pt x="63813" y="56480"/>
                  <a:pt x="67558" y="61161"/>
                </a:cubicBezTo>
                <a:cubicBezTo>
                  <a:pt x="71303" y="65998"/>
                  <a:pt x="73175" y="72083"/>
                  <a:pt x="73175" y="79260"/>
                </a:cubicBezTo>
                <a:cubicBezTo>
                  <a:pt x="73175" y="88933"/>
                  <a:pt x="69586" y="97202"/>
                  <a:pt x="62409" y="103911"/>
                </a:cubicBezTo>
                <a:cubicBezTo>
                  <a:pt x="55232" y="110776"/>
                  <a:pt x="46339" y="114053"/>
                  <a:pt x="35573" y="114053"/>
                </a:cubicBezTo>
                <a:cubicBezTo>
                  <a:pt x="25588" y="114053"/>
                  <a:pt x="17475" y="111244"/>
                  <a:pt x="11078" y="105316"/>
                </a:cubicBezTo>
                <a:cubicBezTo>
                  <a:pt x="4525" y="99543"/>
                  <a:pt x="936" y="92054"/>
                  <a:pt x="0" y="8269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B36ED7-79C3-43E9-B98B-C08A72C7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616" y="1803258"/>
            <a:ext cx="73331" cy="113897"/>
          </a:xfrm>
          <a:custGeom xmlns:a="http://schemas.openxmlformats.org/drawingml/2006/main">
            <a:pathLst>
              <a:path w="73331" h="113897">
                <a:moveTo>
                  <a:pt x="2028" y="86281"/>
                </a:moveTo>
                <a:lnTo>
                  <a:pt x="15134" y="85189"/>
                </a:lnTo>
                <a:cubicBezTo>
                  <a:pt x="16226" y="91429"/>
                  <a:pt x="18411" y="95798"/>
                  <a:pt x="21531" y="98607"/>
                </a:cubicBezTo>
                <a:cubicBezTo>
                  <a:pt x="24652" y="101415"/>
                  <a:pt x="28708" y="102819"/>
                  <a:pt x="33701" y="102819"/>
                </a:cubicBezTo>
                <a:cubicBezTo>
                  <a:pt x="37758" y="102819"/>
                  <a:pt x="41502" y="101883"/>
                  <a:pt x="44623" y="100011"/>
                </a:cubicBezTo>
                <a:cubicBezTo>
                  <a:pt x="47743" y="98138"/>
                  <a:pt x="50395" y="95486"/>
                  <a:pt x="52424" y="92210"/>
                </a:cubicBezTo>
                <a:cubicBezTo>
                  <a:pt x="54452" y="89089"/>
                  <a:pt x="56168" y="84720"/>
                  <a:pt x="57572" y="79104"/>
                </a:cubicBezTo>
                <a:cubicBezTo>
                  <a:pt x="58977" y="73643"/>
                  <a:pt x="59757" y="68026"/>
                  <a:pt x="59757" y="62409"/>
                </a:cubicBezTo>
                <a:cubicBezTo>
                  <a:pt x="59757" y="61785"/>
                  <a:pt x="59601" y="60849"/>
                  <a:pt x="59601" y="59601"/>
                </a:cubicBezTo>
                <a:cubicBezTo>
                  <a:pt x="56792" y="63969"/>
                  <a:pt x="53048" y="67558"/>
                  <a:pt x="48367" y="70210"/>
                </a:cubicBezTo>
                <a:cubicBezTo>
                  <a:pt x="43686" y="73019"/>
                  <a:pt x="38538" y="74267"/>
                  <a:pt x="32921" y="74267"/>
                </a:cubicBezTo>
                <a:cubicBezTo>
                  <a:pt x="23715" y="74267"/>
                  <a:pt x="15914" y="70990"/>
                  <a:pt x="9517" y="64281"/>
                </a:cubicBezTo>
                <a:cubicBezTo>
                  <a:pt x="3120" y="57572"/>
                  <a:pt x="0" y="48679"/>
                  <a:pt x="0" y="37758"/>
                </a:cubicBezTo>
                <a:cubicBezTo>
                  <a:pt x="0" y="26524"/>
                  <a:pt x="3276" y="17319"/>
                  <a:pt x="9985" y="10454"/>
                </a:cubicBezTo>
                <a:cubicBezTo>
                  <a:pt x="16538" y="3589"/>
                  <a:pt x="24964" y="0"/>
                  <a:pt x="35105" y="0"/>
                </a:cubicBezTo>
                <a:cubicBezTo>
                  <a:pt x="42282" y="0"/>
                  <a:pt x="48835" y="2028"/>
                  <a:pt x="54920" y="5929"/>
                </a:cubicBezTo>
                <a:cubicBezTo>
                  <a:pt x="60849" y="9829"/>
                  <a:pt x="65530" y="15446"/>
                  <a:pt x="68650" y="22623"/>
                </a:cubicBezTo>
                <a:cubicBezTo>
                  <a:pt x="71771" y="29956"/>
                  <a:pt x="73331" y="40410"/>
                  <a:pt x="73331" y="53984"/>
                </a:cubicBezTo>
                <a:cubicBezTo>
                  <a:pt x="73331" y="68338"/>
                  <a:pt x="71771" y="79728"/>
                  <a:pt x="68650" y="88153"/>
                </a:cubicBezTo>
                <a:cubicBezTo>
                  <a:pt x="65530" y="96578"/>
                  <a:pt x="61005" y="102975"/>
                  <a:pt x="54920" y="107344"/>
                </a:cubicBezTo>
                <a:cubicBezTo>
                  <a:pt x="48679" y="111712"/>
                  <a:pt x="41502" y="113897"/>
                  <a:pt x="33389" y="113897"/>
                </a:cubicBezTo>
                <a:cubicBezTo>
                  <a:pt x="24652" y="113897"/>
                  <a:pt x="17475" y="111556"/>
                  <a:pt x="11858" y="106720"/>
                </a:cubicBezTo>
                <a:cubicBezTo>
                  <a:pt x="6241" y="102039"/>
                  <a:pt x="2964" y="95174"/>
                  <a:pt x="2028" y="86281"/>
                </a:cubicBezTo>
                <a:close/>
                <a:moveTo>
                  <a:pt x="58197" y="37133"/>
                </a:moveTo>
                <a:cubicBezTo>
                  <a:pt x="58197" y="29332"/>
                  <a:pt x="56012" y="23091"/>
                  <a:pt x="51800" y="18411"/>
                </a:cubicBezTo>
                <a:cubicBezTo>
                  <a:pt x="47587" y="13730"/>
                  <a:pt x="42594" y="11390"/>
                  <a:pt x="36665" y="11390"/>
                </a:cubicBezTo>
                <a:cubicBezTo>
                  <a:pt x="30581" y="11390"/>
                  <a:pt x="25276" y="13886"/>
                  <a:pt x="20751" y="18879"/>
                </a:cubicBezTo>
                <a:cubicBezTo>
                  <a:pt x="16226" y="23872"/>
                  <a:pt x="14042" y="30424"/>
                  <a:pt x="14042" y="38226"/>
                </a:cubicBezTo>
                <a:cubicBezTo>
                  <a:pt x="14042" y="45403"/>
                  <a:pt x="16070" y="51176"/>
                  <a:pt x="20439" y="55544"/>
                </a:cubicBezTo>
                <a:cubicBezTo>
                  <a:pt x="24652" y="60069"/>
                  <a:pt x="29956" y="62253"/>
                  <a:pt x="36353" y="62253"/>
                </a:cubicBezTo>
                <a:cubicBezTo>
                  <a:pt x="42594" y="62253"/>
                  <a:pt x="47899" y="60069"/>
                  <a:pt x="51956" y="55544"/>
                </a:cubicBezTo>
                <a:cubicBezTo>
                  <a:pt x="56012" y="51176"/>
                  <a:pt x="58197" y="44935"/>
                  <a:pt x="58197" y="37133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D57433-6498-4418-89F8-6C806708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7010" y="1899837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06D52F-ADB5-4F79-B1FC-9DDDB810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739" y="1803258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59B356-A045-4310-9661-14EA4FFA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096" y="3500065"/>
            <a:ext cx="73955" cy="111868"/>
          </a:xfrm>
          <a:custGeom xmlns:a="http://schemas.openxmlformats.org/drawingml/2006/main">
            <a:pathLst>
              <a:path w="73955" h="111868">
                <a:moveTo>
                  <a:pt x="0" y="80820"/>
                </a:moveTo>
                <a:lnTo>
                  <a:pt x="14354" y="79728"/>
                </a:lnTo>
                <a:cubicBezTo>
                  <a:pt x="15290" y="86749"/>
                  <a:pt x="17787" y="92054"/>
                  <a:pt x="21687" y="95486"/>
                </a:cubicBezTo>
                <a:cubicBezTo>
                  <a:pt x="25588" y="99075"/>
                  <a:pt x="30268" y="100791"/>
                  <a:pt x="35729" y="100791"/>
                </a:cubicBezTo>
                <a:cubicBezTo>
                  <a:pt x="42282" y="100791"/>
                  <a:pt x="47899" y="98294"/>
                  <a:pt x="52580" y="93302"/>
                </a:cubicBezTo>
                <a:cubicBezTo>
                  <a:pt x="57104" y="88309"/>
                  <a:pt x="59445" y="81756"/>
                  <a:pt x="59445" y="73487"/>
                </a:cubicBezTo>
                <a:cubicBezTo>
                  <a:pt x="59445" y="65686"/>
                  <a:pt x="57104" y="59601"/>
                  <a:pt x="52736" y="55076"/>
                </a:cubicBezTo>
                <a:cubicBezTo>
                  <a:pt x="48367" y="50551"/>
                  <a:pt x="42594" y="48211"/>
                  <a:pt x="35573" y="48211"/>
                </a:cubicBezTo>
                <a:cubicBezTo>
                  <a:pt x="31205" y="48211"/>
                  <a:pt x="27148" y="49303"/>
                  <a:pt x="23559" y="51332"/>
                </a:cubicBezTo>
                <a:cubicBezTo>
                  <a:pt x="19971" y="53360"/>
                  <a:pt x="17163" y="55856"/>
                  <a:pt x="15290" y="58977"/>
                </a:cubicBezTo>
                <a:lnTo>
                  <a:pt x="2340" y="57416"/>
                </a:lnTo>
                <a:lnTo>
                  <a:pt x="13106" y="0"/>
                </a:lnTo>
                <a:lnTo>
                  <a:pt x="68650" y="0"/>
                </a:lnTo>
                <a:lnTo>
                  <a:pt x="68650" y="13106"/>
                </a:lnTo>
                <a:lnTo>
                  <a:pt x="24184" y="13106"/>
                </a:lnTo>
                <a:lnTo>
                  <a:pt x="18099" y="43062"/>
                </a:lnTo>
                <a:cubicBezTo>
                  <a:pt x="24808" y="38382"/>
                  <a:pt x="31829" y="36041"/>
                  <a:pt x="39162" y="36041"/>
                </a:cubicBezTo>
                <a:cubicBezTo>
                  <a:pt x="48835" y="36041"/>
                  <a:pt x="57104" y="39474"/>
                  <a:pt x="63813" y="46183"/>
                </a:cubicBezTo>
                <a:cubicBezTo>
                  <a:pt x="70522" y="53048"/>
                  <a:pt x="73955" y="61629"/>
                  <a:pt x="73955" y="72239"/>
                </a:cubicBezTo>
                <a:cubicBezTo>
                  <a:pt x="73955" y="82380"/>
                  <a:pt x="70990" y="91117"/>
                  <a:pt x="65062" y="98451"/>
                </a:cubicBezTo>
                <a:cubicBezTo>
                  <a:pt x="57885" y="107500"/>
                  <a:pt x="48211" y="111868"/>
                  <a:pt x="35729" y="111868"/>
                </a:cubicBezTo>
                <a:cubicBezTo>
                  <a:pt x="25588" y="111868"/>
                  <a:pt x="17319" y="109060"/>
                  <a:pt x="10922" y="103443"/>
                </a:cubicBezTo>
                <a:cubicBezTo>
                  <a:pt x="4369" y="97826"/>
                  <a:pt x="780" y="90337"/>
                  <a:pt x="0" y="80820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A0C5D8-CA8C-48F0-96F8-78E0C800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844" y="3498037"/>
            <a:ext cx="73175" cy="114053"/>
          </a:xfrm>
          <a:custGeom xmlns:a="http://schemas.openxmlformats.org/drawingml/2006/main">
            <a:pathLst>
              <a:path w="73175" h="114053">
                <a:moveTo>
                  <a:pt x="0" y="82692"/>
                </a:moveTo>
                <a:lnTo>
                  <a:pt x="13730" y="80820"/>
                </a:lnTo>
                <a:cubicBezTo>
                  <a:pt x="15290" y="88621"/>
                  <a:pt x="17943" y="94238"/>
                  <a:pt x="21687" y="97670"/>
                </a:cubicBezTo>
                <a:cubicBezTo>
                  <a:pt x="25432" y="101103"/>
                  <a:pt x="30112" y="102819"/>
                  <a:pt x="35573" y="102819"/>
                </a:cubicBezTo>
                <a:cubicBezTo>
                  <a:pt x="41970" y="102819"/>
                  <a:pt x="47431" y="100635"/>
                  <a:pt x="51800" y="96110"/>
                </a:cubicBezTo>
                <a:cubicBezTo>
                  <a:pt x="56168" y="91742"/>
                  <a:pt x="58509" y="86125"/>
                  <a:pt x="58509" y="79572"/>
                </a:cubicBezTo>
                <a:cubicBezTo>
                  <a:pt x="58509" y="73331"/>
                  <a:pt x="56324" y="68026"/>
                  <a:pt x="52268" y="63969"/>
                </a:cubicBezTo>
                <a:cubicBezTo>
                  <a:pt x="48211" y="59913"/>
                  <a:pt x="42906" y="57729"/>
                  <a:pt x="36665" y="57729"/>
                </a:cubicBezTo>
                <a:cubicBezTo>
                  <a:pt x="34013" y="57729"/>
                  <a:pt x="30737" y="58353"/>
                  <a:pt x="26992" y="59289"/>
                </a:cubicBezTo>
                <a:lnTo>
                  <a:pt x="28552" y="47275"/>
                </a:lnTo>
                <a:cubicBezTo>
                  <a:pt x="29488" y="47431"/>
                  <a:pt x="30112" y="47431"/>
                  <a:pt x="30737" y="47431"/>
                </a:cubicBezTo>
                <a:cubicBezTo>
                  <a:pt x="36509" y="47431"/>
                  <a:pt x="41814" y="46027"/>
                  <a:pt x="46495" y="42906"/>
                </a:cubicBezTo>
                <a:cubicBezTo>
                  <a:pt x="51176" y="39786"/>
                  <a:pt x="53516" y="35105"/>
                  <a:pt x="53516" y="28708"/>
                </a:cubicBezTo>
                <a:cubicBezTo>
                  <a:pt x="53516" y="23715"/>
                  <a:pt x="51800" y="19659"/>
                  <a:pt x="48367" y="16382"/>
                </a:cubicBezTo>
                <a:cubicBezTo>
                  <a:pt x="44935" y="13106"/>
                  <a:pt x="40566" y="11390"/>
                  <a:pt x="35261" y="11390"/>
                </a:cubicBezTo>
                <a:cubicBezTo>
                  <a:pt x="29956" y="11390"/>
                  <a:pt x="25432" y="13106"/>
                  <a:pt x="21843" y="16382"/>
                </a:cubicBezTo>
                <a:cubicBezTo>
                  <a:pt x="18255" y="19815"/>
                  <a:pt x="16070" y="24808"/>
                  <a:pt x="15134" y="31361"/>
                </a:cubicBezTo>
                <a:lnTo>
                  <a:pt x="1404" y="29020"/>
                </a:lnTo>
                <a:cubicBezTo>
                  <a:pt x="2964" y="19815"/>
                  <a:pt x="6865" y="12638"/>
                  <a:pt x="12794" y="7645"/>
                </a:cubicBezTo>
                <a:cubicBezTo>
                  <a:pt x="18723" y="2652"/>
                  <a:pt x="26056" y="0"/>
                  <a:pt x="34949" y="0"/>
                </a:cubicBezTo>
                <a:cubicBezTo>
                  <a:pt x="41034" y="0"/>
                  <a:pt x="46651" y="1404"/>
                  <a:pt x="51800" y="4057"/>
                </a:cubicBezTo>
                <a:cubicBezTo>
                  <a:pt x="56792" y="6709"/>
                  <a:pt x="60693" y="10298"/>
                  <a:pt x="63501" y="14666"/>
                </a:cubicBezTo>
                <a:cubicBezTo>
                  <a:pt x="66310" y="19191"/>
                  <a:pt x="67714" y="24028"/>
                  <a:pt x="67714" y="29020"/>
                </a:cubicBezTo>
                <a:cubicBezTo>
                  <a:pt x="67714" y="34013"/>
                  <a:pt x="66310" y="38382"/>
                  <a:pt x="63813" y="42282"/>
                </a:cubicBezTo>
                <a:cubicBezTo>
                  <a:pt x="61161" y="46339"/>
                  <a:pt x="57260" y="49459"/>
                  <a:pt x="52268" y="51644"/>
                </a:cubicBezTo>
                <a:cubicBezTo>
                  <a:pt x="58821" y="53204"/>
                  <a:pt x="63813" y="56480"/>
                  <a:pt x="67558" y="61161"/>
                </a:cubicBezTo>
                <a:cubicBezTo>
                  <a:pt x="71303" y="65998"/>
                  <a:pt x="73175" y="72083"/>
                  <a:pt x="73175" y="79260"/>
                </a:cubicBezTo>
                <a:cubicBezTo>
                  <a:pt x="73175" y="88933"/>
                  <a:pt x="69586" y="97202"/>
                  <a:pt x="62409" y="103911"/>
                </a:cubicBezTo>
                <a:cubicBezTo>
                  <a:pt x="55232" y="110776"/>
                  <a:pt x="46339" y="114053"/>
                  <a:pt x="35573" y="114053"/>
                </a:cubicBezTo>
                <a:cubicBezTo>
                  <a:pt x="25588" y="114053"/>
                  <a:pt x="17475" y="111244"/>
                  <a:pt x="11078" y="105316"/>
                </a:cubicBezTo>
                <a:cubicBezTo>
                  <a:pt x="4525" y="99543"/>
                  <a:pt x="936" y="92054"/>
                  <a:pt x="0" y="8269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CA6018-11E8-4877-B28A-02496D3C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238" y="3594615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BC43BE-CB67-4EF8-AB84-1376F58A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968" y="3498037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0CB867-39C6-4C4D-BBA2-8F24B70F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360" y="3022479"/>
            <a:ext cx="73955" cy="111868"/>
          </a:xfrm>
          <a:custGeom xmlns:a="http://schemas.openxmlformats.org/drawingml/2006/main">
            <a:pathLst>
              <a:path w="73955" h="111868">
                <a:moveTo>
                  <a:pt x="0" y="80820"/>
                </a:moveTo>
                <a:lnTo>
                  <a:pt x="14354" y="79728"/>
                </a:lnTo>
                <a:cubicBezTo>
                  <a:pt x="15290" y="86749"/>
                  <a:pt x="17787" y="92054"/>
                  <a:pt x="21687" y="95486"/>
                </a:cubicBezTo>
                <a:cubicBezTo>
                  <a:pt x="25588" y="99075"/>
                  <a:pt x="30268" y="100791"/>
                  <a:pt x="35729" y="100791"/>
                </a:cubicBezTo>
                <a:cubicBezTo>
                  <a:pt x="42282" y="100791"/>
                  <a:pt x="47899" y="98294"/>
                  <a:pt x="52580" y="93302"/>
                </a:cubicBezTo>
                <a:cubicBezTo>
                  <a:pt x="57104" y="88309"/>
                  <a:pt x="59445" y="81756"/>
                  <a:pt x="59445" y="73487"/>
                </a:cubicBezTo>
                <a:cubicBezTo>
                  <a:pt x="59445" y="65686"/>
                  <a:pt x="57104" y="59601"/>
                  <a:pt x="52736" y="55076"/>
                </a:cubicBezTo>
                <a:cubicBezTo>
                  <a:pt x="48367" y="50551"/>
                  <a:pt x="42594" y="48211"/>
                  <a:pt x="35573" y="48211"/>
                </a:cubicBezTo>
                <a:cubicBezTo>
                  <a:pt x="31205" y="48211"/>
                  <a:pt x="27148" y="49303"/>
                  <a:pt x="23559" y="51332"/>
                </a:cubicBezTo>
                <a:cubicBezTo>
                  <a:pt x="19971" y="53360"/>
                  <a:pt x="17163" y="55856"/>
                  <a:pt x="15290" y="58977"/>
                </a:cubicBezTo>
                <a:lnTo>
                  <a:pt x="2340" y="57416"/>
                </a:lnTo>
                <a:lnTo>
                  <a:pt x="13106" y="0"/>
                </a:lnTo>
                <a:lnTo>
                  <a:pt x="68650" y="0"/>
                </a:lnTo>
                <a:lnTo>
                  <a:pt x="68650" y="13106"/>
                </a:lnTo>
                <a:lnTo>
                  <a:pt x="24184" y="13106"/>
                </a:lnTo>
                <a:lnTo>
                  <a:pt x="18099" y="43062"/>
                </a:lnTo>
                <a:cubicBezTo>
                  <a:pt x="24808" y="38382"/>
                  <a:pt x="31829" y="36041"/>
                  <a:pt x="39162" y="36041"/>
                </a:cubicBezTo>
                <a:cubicBezTo>
                  <a:pt x="48835" y="36041"/>
                  <a:pt x="57104" y="39474"/>
                  <a:pt x="63813" y="46183"/>
                </a:cubicBezTo>
                <a:cubicBezTo>
                  <a:pt x="70522" y="53048"/>
                  <a:pt x="73955" y="61629"/>
                  <a:pt x="73955" y="72239"/>
                </a:cubicBezTo>
                <a:cubicBezTo>
                  <a:pt x="73955" y="82380"/>
                  <a:pt x="70990" y="91117"/>
                  <a:pt x="65062" y="98451"/>
                </a:cubicBezTo>
                <a:cubicBezTo>
                  <a:pt x="57885" y="107500"/>
                  <a:pt x="48211" y="111868"/>
                  <a:pt x="35729" y="111868"/>
                </a:cubicBezTo>
                <a:cubicBezTo>
                  <a:pt x="25588" y="111868"/>
                  <a:pt x="17319" y="109060"/>
                  <a:pt x="10922" y="103443"/>
                </a:cubicBezTo>
                <a:cubicBezTo>
                  <a:pt x="4369" y="97826"/>
                  <a:pt x="780" y="90337"/>
                  <a:pt x="0" y="80820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5ABAD8-2CBD-4D63-ABF9-F66AED6E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485" y="3020451"/>
            <a:ext cx="73643" cy="113897"/>
          </a:xfrm>
          <a:custGeom xmlns:a="http://schemas.openxmlformats.org/drawingml/2006/main">
            <a:pathLst>
              <a:path w="73643" h="113897">
                <a:moveTo>
                  <a:pt x="71771" y="27772"/>
                </a:moveTo>
                <a:lnTo>
                  <a:pt x="58041" y="28864"/>
                </a:lnTo>
                <a:cubicBezTo>
                  <a:pt x="56792" y="23559"/>
                  <a:pt x="55076" y="19659"/>
                  <a:pt x="52892" y="17163"/>
                </a:cubicBezTo>
                <a:cubicBezTo>
                  <a:pt x="49147" y="13418"/>
                  <a:pt x="44467" y="11390"/>
                  <a:pt x="39162" y="11390"/>
                </a:cubicBezTo>
                <a:cubicBezTo>
                  <a:pt x="34793" y="11390"/>
                  <a:pt x="30893" y="12638"/>
                  <a:pt x="27616" y="14978"/>
                </a:cubicBezTo>
                <a:cubicBezTo>
                  <a:pt x="23247" y="18099"/>
                  <a:pt x="19971" y="22779"/>
                  <a:pt x="17475" y="28708"/>
                </a:cubicBezTo>
                <a:cubicBezTo>
                  <a:pt x="14978" y="34793"/>
                  <a:pt x="13574" y="43374"/>
                  <a:pt x="13574" y="54608"/>
                </a:cubicBezTo>
                <a:cubicBezTo>
                  <a:pt x="16850" y="49615"/>
                  <a:pt x="20907" y="46027"/>
                  <a:pt x="25744" y="43530"/>
                </a:cubicBezTo>
                <a:cubicBezTo>
                  <a:pt x="30424" y="41034"/>
                  <a:pt x="35417" y="39786"/>
                  <a:pt x="40722" y="39786"/>
                </a:cubicBezTo>
                <a:cubicBezTo>
                  <a:pt x="49771" y="39786"/>
                  <a:pt x="57572" y="43218"/>
                  <a:pt x="63969" y="49927"/>
                </a:cubicBezTo>
                <a:cubicBezTo>
                  <a:pt x="70366" y="56636"/>
                  <a:pt x="73643" y="65374"/>
                  <a:pt x="73643" y="75983"/>
                </a:cubicBezTo>
                <a:cubicBezTo>
                  <a:pt x="73643" y="83004"/>
                  <a:pt x="72083" y="89557"/>
                  <a:pt x="69118" y="95486"/>
                </a:cubicBezTo>
                <a:cubicBezTo>
                  <a:pt x="65998" y="101571"/>
                  <a:pt x="61941" y="106096"/>
                  <a:pt x="56636" y="109216"/>
                </a:cubicBezTo>
                <a:cubicBezTo>
                  <a:pt x="51332" y="112337"/>
                  <a:pt x="45403" y="113897"/>
                  <a:pt x="38694" y="113897"/>
                </a:cubicBezTo>
                <a:cubicBezTo>
                  <a:pt x="27148" y="113897"/>
                  <a:pt x="17943" y="109840"/>
                  <a:pt x="10766" y="101415"/>
                </a:cubicBezTo>
                <a:cubicBezTo>
                  <a:pt x="3589" y="93146"/>
                  <a:pt x="0" y="79260"/>
                  <a:pt x="0" y="59913"/>
                </a:cubicBezTo>
                <a:cubicBezTo>
                  <a:pt x="0" y="38382"/>
                  <a:pt x="3901" y="22779"/>
                  <a:pt x="11858" y="12794"/>
                </a:cubicBezTo>
                <a:cubicBezTo>
                  <a:pt x="18723" y="4369"/>
                  <a:pt x="28084" y="0"/>
                  <a:pt x="39942" y="0"/>
                </a:cubicBezTo>
                <a:cubicBezTo>
                  <a:pt x="48679" y="0"/>
                  <a:pt x="56012" y="2496"/>
                  <a:pt x="61629" y="7489"/>
                </a:cubicBezTo>
                <a:cubicBezTo>
                  <a:pt x="67246" y="12482"/>
                  <a:pt x="70522" y="19191"/>
                  <a:pt x="71771" y="27772"/>
                </a:cubicBezTo>
                <a:close/>
                <a:moveTo>
                  <a:pt x="15758" y="75983"/>
                </a:moveTo>
                <a:cubicBezTo>
                  <a:pt x="15758" y="80664"/>
                  <a:pt x="16694" y="85189"/>
                  <a:pt x="18723" y="89557"/>
                </a:cubicBezTo>
                <a:cubicBezTo>
                  <a:pt x="20595" y="93926"/>
                  <a:pt x="23403" y="97202"/>
                  <a:pt x="27148" y="99387"/>
                </a:cubicBezTo>
                <a:cubicBezTo>
                  <a:pt x="30737" y="101727"/>
                  <a:pt x="34481" y="102819"/>
                  <a:pt x="38538" y="102819"/>
                </a:cubicBezTo>
                <a:cubicBezTo>
                  <a:pt x="44155" y="102819"/>
                  <a:pt x="49147" y="100479"/>
                  <a:pt x="53360" y="95798"/>
                </a:cubicBezTo>
                <a:cubicBezTo>
                  <a:pt x="57416" y="91117"/>
                  <a:pt x="59601" y="84877"/>
                  <a:pt x="59601" y="76763"/>
                </a:cubicBezTo>
                <a:cubicBezTo>
                  <a:pt x="59601" y="69118"/>
                  <a:pt x="57416" y="63033"/>
                  <a:pt x="53360" y="58509"/>
                </a:cubicBezTo>
                <a:cubicBezTo>
                  <a:pt x="49303" y="54140"/>
                  <a:pt x="44155" y="51800"/>
                  <a:pt x="37914" y="51800"/>
                </a:cubicBezTo>
                <a:cubicBezTo>
                  <a:pt x="31673" y="51800"/>
                  <a:pt x="26524" y="54140"/>
                  <a:pt x="22155" y="58509"/>
                </a:cubicBezTo>
                <a:cubicBezTo>
                  <a:pt x="17787" y="63033"/>
                  <a:pt x="15758" y="68806"/>
                  <a:pt x="15758" y="75983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843445-931D-4CB8-94E5-EBD9A5DC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503" y="3117029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392526-37C7-44A2-A787-B49E010A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8232" y="3020451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755A89-4579-4A2F-B90B-4A3D84E1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625" y="2544892"/>
            <a:ext cx="73955" cy="111868"/>
          </a:xfrm>
          <a:custGeom xmlns:a="http://schemas.openxmlformats.org/drawingml/2006/main">
            <a:pathLst>
              <a:path w="73955" h="111868">
                <a:moveTo>
                  <a:pt x="0" y="80820"/>
                </a:moveTo>
                <a:lnTo>
                  <a:pt x="14354" y="79728"/>
                </a:lnTo>
                <a:cubicBezTo>
                  <a:pt x="15290" y="86749"/>
                  <a:pt x="17787" y="92054"/>
                  <a:pt x="21687" y="95486"/>
                </a:cubicBezTo>
                <a:cubicBezTo>
                  <a:pt x="25588" y="99075"/>
                  <a:pt x="30268" y="100791"/>
                  <a:pt x="35729" y="100791"/>
                </a:cubicBezTo>
                <a:cubicBezTo>
                  <a:pt x="42282" y="100791"/>
                  <a:pt x="47899" y="98294"/>
                  <a:pt x="52580" y="93302"/>
                </a:cubicBezTo>
                <a:cubicBezTo>
                  <a:pt x="57104" y="88309"/>
                  <a:pt x="59445" y="81756"/>
                  <a:pt x="59445" y="73487"/>
                </a:cubicBezTo>
                <a:cubicBezTo>
                  <a:pt x="59445" y="65686"/>
                  <a:pt x="57104" y="59601"/>
                  <a:pt x="52736" y="55076"/>
                </a:cubicBezTo>
                <a:cubicBezTo>
                  <a:pt x="48367" y="50551"/>
                  <a:pt x="42594" y="48211"/>
                  <a:pt x="35573" y="48211"/>
                </a:cubicBezTo>
                <a:cubicBezTo>
                  <a:pt x="31205" y="48211"/>
                  <a:pt x="27148" y="49303"/>
                  <a:pt x="23559" y="51332"/>
                </a:cubicBezTo>
                <a:cubicBezTo>
                  <a:pt x="19971" y="53360"/>
                  <a:pt x="17163" y="55856"/>
                  <a:pt x="15290" y="58977"/>
                </a:cubicBezTo>
                <a:lnTo>
                  <a:pt x="2340" y="57416"/>
                </a:lnTo>
                <a:lnTo>
                  <a:pt x="13106" y="0"/>
                </a:lnTo>
                <a:lnTo>
                  <a:pt x="68650" y="0"/>
                </a:lnTo>
                <a:lnTo>
                  <a:pt x="68650" y="13106"/>
                </a:lnTo>
                <a:lnTo>
                  <a:pt x="24184" y="13106"/>
                </a:lnTo>
                <a:lnTo>
                  <a:pt x="18099" y="43062"/>
                </a:lnTo>
                <a:cubicBezTo>
                  <a:pt x="24808" y="38382"/>
                  <a:pt x="31829" y="36041"/>
                  <a:pt x="39162" y="36041"/>
                </a:cubicBezTo>
                <a:cubicBezTo>
                  <a:pt x="48835" y="36041"/>
                  <a:pt x="57104" y="39474"/>
                  <a:pt x="63813" y="46183"/>
                </a:cubicBezTo>
                <a:cubicBezTo>
                  <a:pt x="70522" y="53048"/>
                  <a:pt x="73955" y="61629"/>
                  <a:pt x="73955" y="72239"/>
                </a:cubicBezTo>
                <a:cubicBezTo>
                  <a:pt x="73955" y="82380"/>
                  <a:pt x="70990" y="91117"/>
                  <a:pt x="65062" y="98451"/>
                </a:cubicBezTo>
                <a:cubicBezTo>
                  <a:pt x="57885" y="107500"/>
                  <a:pt x="48211" y="111868"/>
                  <a:pt x="35729" y="111868"/>
                </a:cubicBezTo>
                <a:cubicBezTo>
                  <a:pt x="25588" y="111868"/>
                  <a:pt x="17319" y="109060"/>
                  <a:pt x="10922" y="103443"/>
                </a:cubicBezTo>
                <a:cubicBezTo>
                  <a:pt x="4369" y="97826"/>
                  <a:pt x="780" y="90337"/>
                  <a:pt x="0" y="80820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738BB7-ED91-4822-B60A-3C630607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374" y="2542864"/>
            <a:ext cx="73331" cy="113897"/>
          </a:xfrm>
          <a:custGeom xmlns:a="http://schemas.openxmlformats.org/drawingml/2006/main">
            <a:pathLst>
              <a:path w="73331" h="113897">
                <a:moveTo>
                  <a:pt x="2028" y="86281"/>
                </a:moveTo>
                <a:lnTo>
                  <a:pt x="15134" y="85189"/>
                </a:lnTo>
                <a:cubicBezTo>
                  <a:pt x="16226" y="91429"/>
                  <a:pt x="18411" y="95798"/>
                  <a:pt x="21531" y="98607"/>
                </a:cubicBezTo>
                <a:cubicBezTo>
                  <a:pt x="24652" y="101415"/>
                  <a:pt x="28708" y="102819"/>
                  <a:pt x="33701" y="102819"/>
                </a:cubicBezTo>
                <a:cubicBezTo>
                  <a:pt x="37758" y="102819"/>
                  <a:pt x="41502" y="101883"/>
                  <a:pt x="44623" y="100011"/>
                </a:cubicBezTo>
                <a:cubicBezTo>
                  <a:pt x="47743" y="98138"/>
                  <a:pt x="50395" y="95486"/>
                  <a:pt x="52424" y="92210"/>
                </a:cubicBezTo>
                <a:cubicBezTo>
                  <a:pt x="54452" y="89089"/>
                  <a:pt x="56168" y="84720"/>
                  <a:pt x="57572" y="79104"/>
                </a:cubicBezTo>
                <a:cubicBezTo>
                  <a:pt x="58977" y="73643"/>
                  <a:pt x="59757" y="68026"/>
                  <a:pt x="59757" y="62409"/>
                </a:cubicBezTo>
                <a:cubicBezTo>
                  <a:pt x="59757" y="61785"/>
                  <a:pt x="59601" y="60849"/>
                  <a:pt x="59601" y="59601"/>
                </a:cubicBezTo>
                <a:cubicBezTo>
                  <a:pt x="56792" y="63969"/>
                  <a:pt x="53048" y="67558"/>
                  <a:pt x="48367" y="70210"/>
                </a:cubicBezTo>
                <a:cubicBezTo>
                  <a:pt x="43686" y="73019"/>
                  <a:pt x="38538" y="74267"/>
                  <a:pt x="32921" y="74267"/>
                </a:cubicBezTo>
                <a:cubicBezTo>
                  <a:pt x="23715" y="74267"/>
                  <a:pt x="15914" y="70990"/>
                  <a:pt x="9517" y="64281"/>
                </a:cubicBezTo>
                <a:cubicBezTo>
                  <a:pt x="3120" y="57572"/>
                  <a:pt x="0" y="48679"/>
                  <a:pt x="0" y="37758"/>
                </a:cubicBezTo>
                <a:cubicBezTo>
                  <a:pt x="0" y="26524"/>
                  <a:pt x="3276" y="17319"/>
                  <a:pt x="9985" y="10454"/>
                </a:cubicBezTo>
                <a:cubicBezTo>
                  <a:pt x="16538" y="3589"/>
                  <a:pt x="24964" y="0"/>
                  <a:pt x="35105" y="0"/>
                </a:cubicBezTo>
                <a:cubicBezTo>
                  <a:pt x="42282" y="0"/>
                  <a:pt x="48835" y="2028"/>
                  <a:pt x="54920" y="5929"/>
                </a:cubicBezTo>
                <a:cubicBezTo>
                  <a:pt x="60849" y="9829"/>
                  <a:pt x="65530" y="15446"/>
                  <a:pt x="68650" y="22623"/>
                </a:cubicBezTo>
                <a:cubicBezTo>
                  <a:pt x="71771" y="29956"/>
                  <a:pt x="73331" y="40410"/>
                  <a:pt x="73331" y="53984"/>
                </a:cubicBezTo>
                <a:cubicBezTo>
                  <a:pt x="73331" y="68338"/>
                  <a:pt x="71771" y="79728"/>
                  <a:pt x="68650" y="88153"/>
                </a:cubicBezTo>
                <a:cubicBezTo>
                  <a:pt x="65530" y="96578"/>
                  <a:pt x="61005" y="102975"/>
                  <a:pt x="54920" y="107344"/>
                </a:cubicBezTo>
                <a:cubicBezTo>
                  <a:pt x="48679" y="111712"/>
                  <a:pt x="41502" y="113897"/>
                  <a:pt x="33389" y="113897"/>
                </a:cubicBezTo>
                <a:cubicBezTo>
                  <a:pt x="24652" y="113897"/>
                  <a:pt x="17475" y="111556"/>
                  <a:pt x="11858" y="106720"/>
                </a:cubicBezTo>
                <a:cubicBezTo>
                  <a:pt x="6241" y="102039"/>
                  <a:pt x="2964" y="95174"/>
                  <a:pt x="2028" y="86281"/>
                </a:cubicBezTo>
                <a:close/>
                <a:moveTo>
                  <a:pt x="58197" y="37133"/>
                </a:moveTo>
                <a:cubicBezTo>
                  <a:pt x="58197" y="29332"/>
                  <a:pt x="56012" y="23091"/>
                  <a:pt x="51800" y="18411"/>
                </a:cubicBezTo>
                <a:cubicBezTo>
                  <a:pt x="47587" y="13730"/>
                  <a:pt x="42594" y="11390"/>
                  <a:pt x="36665" y="11390"/>
                </a:cubicBezTo>
                <a:cubicBezTo>
                  <a:pt x="30581" y="11390"/>
                  <a:pt x="25276" y="13886"/>
                  <a:pt x="20751" y="18879"/>
                </a:cubicBezTo>
                <a:cubicBezTo>
                  <a:pt x="16226" y="23872"/>
                  <a:pt x="14042" y="30424"/>
                  <a:pt x="14042" y="38226"/>
                </a:cubicBezTo>
                <a:cubicBezTo>
                  <a:pt x="14042" y="45403"/>
                  <a:pt x="16070" y="51176"/>
                  <a:pt x="20439" y="55544"/>
                </a:cubicBezTo>
                <a:cubicBezTo>
                  <a:pt x="24652" y="60069"/>
                  <a:pt x="29956" y="62253"/>
                  <a:pt x="36353" y="62253"/>
                </a:cubicBezTo>
                <a:cubicBezTo>
                  <a:pt x="42594" y="62253"/>
                  <a:pt x="47899" y="60069"/>
                  <a:pt x="51956" y="55544"/>
                </a:cubicBezTo>
                <a:cubicBezTo>
                  <a:pt x="56012" y="51176"/>
                  <a:pt x="58197" y="44935"/>
                  <a:pt x="58197" y="37133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12C676-D795-4721-8309-1E4A3D6D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768" y="2639442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39F9C5-6D12-44D1-A578-9BDF85F0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97" y="2542864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68ED16-F71B-42F5-824A-A4E0D0A0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9266" y="2065278"/>
            <a:ext cx="73643" cy="113897"/>
          </a:xfrm>
          <a:custGeom xmlns:a="http://schemas.openxmlformats.org/drawingml/2006/main">
            <a:pathLst>
              <a:path w="73643" h="113897">
                <a:moveTo>
                  <a:pt x="71771" y="27772"/>
                </a:moveTo>
                <a:lnTo>
                  <a:pt x="58041" y="28864"/>
                </a:lnTo>
                <a:cubicBezTo>
                  <a:pt x="56792" y="23559"/>
                  <a:pt x="55076" y="19659"/>
                  <a:pt x="52892" y="17163"/>
                </a:cubicBezTo>
                <a:cubicBezTo>
                  <a:pt x="49147" y="13418"/>
                  <a:pt x="44467" y="11390"/>
                  <a:pt x="39162" y="11390"/>
                </a:cubicBezTo>
                <a:cubicBezTo>
                  <a:pt x="34793" y="11390"/>
                  <a:pt x="30893" y="12638"/>
                  <a:pt x="27616" y="14978"/>
                </a:cubicBezTo>
                <a:cubicBezTo>
                  <a:pt x="23247" y="18099"/>
                  <a:pt x="19971" y="22779"/>
                  <a:pt x="17475" y="28708"/>
                </a:cubicBezTo>
                <a:cubicBezTo>
                  <a:pt x="14978" y="34793"/>
                  <a:pt x="13574" y="43374"/>
                  <a:pt x="13574" y="54608"/>
                </a:cubicBezTo>
                <a:cubicBezTo>
                  <a:pt x="16850" y="49615"/>
                  <a:pt x="20907" y="46027"/>
                  <a:pt x="25744" y="43530"/>
                </a:cubicBezTo>
                <a:cubicBezTo>
                  <a:pt x="30424" y="41034"/>
                  <a:pt x="35417" y="39786"/>
                  <a:pt x="40722" y="39786"/>
                </a:cubicBezTo>
                <a:cubicBezTo>
                  <a:pt x="49771" y="39786"/>
                  <a:pt x="57572" y="43218"/>
                  <a:pt x="63969" y="49927"/>
                </a:cubicBezTo>
                <a:cubicBezTo>
                  <a:pt x="70366" y="56636"/>
                  <a:pt x="73643" y="65374"/>
                  <a:pt x="73643" y="75983"/>
                </a:cubicBezTo>
                <a:cubicBezTo>
                  <a:pt x="73643" y="83004"/>
                  <a:pt x="72083" y="89557"/>
                  <a:pt x="69118" y="95486"/>
                </a:cubicBezTo>
                <a:cubicBezTo>
                  <a:pt x="65998" y="101571"/>
                  <a:pt x="61941" y="106096"/>
                  <a:pt x="56636" y="109216"/>
                </a:cubicBezTo>
                <a:cubicBezTo>
                  <a:pt x="51332" y="112337"/>
                  <a:pt x="45403" y="113897"/>
                  <a:pt x="38694" y="113897"/>
                </a:cubicBezTo>
                <a:cubicBezTo>
                  <a:pt x="27148" y="113897"/>
                  <a:pt x="17943" y="109840"/>
                  <a:pt x="10766" y="101415"/>
                </a:cubicBezTo>
                <a:cubicBezTo>
                  <a:pt x="3589" y="93146"/>
                  <a:pt x="0" y="79260"/>
                  <a:pt x="0" y="59913"/>
                </a:cubicBezTo>
                <a:cubicBezTo>
                  <a:pt x="0" y="38382"/>
                  <a:pt x="3901" y="22779"/>
                  <a:pt x="11858" y="12794"/>
                </a:cubicBezTo>
                <a:cubicBezTo>
                  <a:pt x="18723" y="4369"/>
                  <a:pt x="28084" y="0"/>
                  <a:pt x="39942" y="0"/>
                </a:cubicBezTo>
                <a:cubicBezTo>
                  <a:pt x="48679" y="0"/>
                  <a:pt x="56012" y="2496"/>
                  <a:pt x="61629" y="7489"/>
                </a:cubicBezTo>
                <a:cubicBezTo>
                  <a:pt x="67246" y="12482"/>
                  <a:pt x="70522" y="19191"/>
                  <a:pt x="71771" y="27772"/>
                </a:cubicBezTo>
                <a:close/>
                <a:moveTo>
                  <a:pt x="15758" y="75983"/>
                </a:moveTo>
                <a:cubicBezTo>
                  <a:pt x="15758" y="80664"/>
                  <a:pt x="16694" y="85189"/>
                  <a:pt x="18723" y="89557"/>
                </a:cubicBezTo>
                <a:cubicBezTo>
                  <a:pt x="20595" y="93926"/>
                  <a:pt x="23403" y="97202"/>
                  <a:pt x="27148" y="99387"/>
                </a:cubicBezTo>
                <a:cubicBezTo>
                  <a:pt x="30737" y="101727"/>
                  <a:pt x="34481" y="102819"/>
                  <a:pt x="38538" y="102819"/>
                </a:cubicBezTo>
                <a:cubicBezTo>
                  <a:pt x="44155" y="102819"/>
                  <a:pt x="49147" y="100479"/>
                  <a:pt x="53360" y="95798"/>
                </a:cubicBezTo>
                <a:cubicBezTo>
                  <a:pt x="57416" y="91117"/>
                  <a:pt x="59601" y="84877"/>
                  <a:pt x="59601" y="76763"/>
                </a:cubicBezTo>
                <a:cubicBezTo>
                  <a:pt x="59601" y="69118"/>
                  <a:pt x="57416" y="63033"/>
                  <a:pt x="53360" y="58509"/>
                </a:cubicBezTo>
                <a:cubicBezTo>
                  <a:pt x="49303" y="54140"/>
                  <a:pt x="44155" y="51800"/>
                  <a:pt x="37914" y="51800"/>
                </a:cubicBezTo>
                <a:cubicBezTo>
                  <a:pt x="31673" y="51800"/>
                  <a:pt x="26524" y="54140"/>
                  <a:pt x="22155" y="58509"/>
                </a:cubicBezTo>
                <a:cubicBezTo>
                  <a:pt x="17787" y="63033"/>
                  <a:pt x="15758" y="68806"/>
                  <a:pt x="15758" y="75983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75C4B2-E10B-4632-9A76-BCBAC62D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10" y="2065278"/>
            <a:ext cx="73955" cy="112181"/>
          </a:xfrm>
          <a:custGeom xmlns:a="http://schemas.openxmlformats.org/drawingml/2006/main">
            <a:pathLst>
              <a:path w="73955" h="112181">
                <a:moveTo>
                  <a:pt x="73955" y="99075"/>
                </a:moveTo>
                <a:lnTo>
                  <a:pt x="73955" y="112181"/>
                </a:lnTo>
                <a:lnTo>
                  <a:pt x="156" y="112181"/>
                </a:lnTo>
                <a:cubicBezTo>
                  <a:pt x="0" y="108904"/>
                  <a:pt x="624" y="105784"/>
                  <a:pt x="1872" y="102663"/>
                </a:cubicBezTo>
                <a:cubicBezTo>
                  <a:pt x="3745" y="97670"/>
                  <a:pt x="6709" y="92834"/>
                  <a:pt x="10766" y="87841"/>
                </a:cubicBezTo>
                <a:cubicBezTo>
                  <a:pt x="14822" y="83004"/>
                  <a:pt x="20907" y="77387"/>
                  <a:pt x="28708" y="70834"/>
                </a:cubicBezTo>
                <a:cubicBezTo>
                  <a:pt x="40878" y="61005"/>
                  <a:pt x="48991" y="53204"/>
                  <a:pt x="53360" y="47275"/>
                </a:cubicBezTo>
                <a:cubicBezTo>
                  <a:pt x="57572" y="41502"/>
                  <a:pt x="59757" y="36041"/>
                  <a:pt x="59757" y="30737"/>
                </a:cubicBezTo>
                <a:cubicBezTo>
                  <a:pt x="59757" y="25432"/>
                  <a:pt x="57729" y="20751"/>
                  <a:pt x="53828" y="17007"/>
                </a:cubicBezTo>
                <a:cubicBezTo>
                  <a:pt x="49927" y="13262"/>
                  <a:pt x="44935" y="11390"/>
                  <a:pt x="38694" y="11390"/>
                </a:cubicBezTo>
                <a:cubicBezTo>
                  <a:pt x="32141" y="11390"/>
                  <a:pt x="26836" y="13418"/>
                  <a:pt x="22935" y="17319"/>
                </a:cubicBezTo>
                <a:cubicBezTo>
                  <a:pt x="18879" y="21375"/>
                  <a:pt x="16850" y="26836"/>
                  <a:pt x="16850" y="33857"/>
                </a:cubicBezTo>
                <a:lnTo>
                  <a:pt x="2808" y="32297"/>
                </a:lnTo>
                <a:cubicBezTo>
                  <a:pt x="3745" y="21843"/>
                  <a:pt x="7333" y="13886"/>
                  <a:pt x="13574" y="8269"/>
                </a:cubicBezTo>
                <a:cubicBezTo>
                  <a:pt x="19815" y="2808"/>
                  <a:pt x="28396" y="0"/>
                  <a:pt x="39006" y="0"/>
                </a:cubicBezTo>
                <a:cubicBezTo>
                  <a:pt x="49615" y="0"/>
                  <a:pt x="58197" y="3120"/>
                  <a:pt x="64438" y="9049"/>
                </a:cubicBezTo>
                <a:cubicBezTo>
                  <a:pt x="70678" y="14978"/>
                  <a:pt x="73799" y="22311"/>
                  <a:pt x="73799" y="31049"/>
                </a:cubicBezTo>
                <a:cubicBezTo>
                  <a:pt x="73799" y="35573"/>
                  <a:pt x="72863" y="39942"/>
                  <a:pt x="70990" y="44311"/>
                </a:cubicBezTo>
                <a:cubicBezTo>
                  <a:pt x="69118" y="48679"/>
                  <a:pt x="66154" y="53204"/>
                  <a:pt x="61941" y="57885"/>
                </a:cubicBezTo>
                <a:cubicBezTo>
                  <a:pt x="57729" y="62721"/>
                  <a:pt x="50707" y="69274"/>
                  <a:pt x="40878" y="77543"/>
                </a:cubicBezTo>
                <a:cubicBezTo>
                  <a:pt x="32609" y="84408"/>
                  <a:pt x="27304" y="89089"/>
                  <a:pt x="24964" y="91586"/>
                </a:cubicBezTo>
                <a:cubicBezTo>
                  <a:pt x="22623" y="94082"/>
                  <a:pt x="20751" y="96578"/>
                  <a:pt x="19191" y="99075"/>
                </a:cubicBezTo>
                <a:lnTo>
                  <a:pt x="73955" y="9907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147D59-3FC3-4C7D-9147-1A1E592C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033" y="2161856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6FBA04-D3D5-486E-9CCA-17ADB00C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762" y="2065278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787E70-5C45-464B-9798-76F31BE6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608" y="3789048"/>
            <a:ext cx="73955" cy="111868"/>
          </a:xfrm>
          <a:custGeom xmlns:a="http://schemas.openxmlformats.org/drawingml/2006/main">
            <a:pathLst>
              <a:path w="73955" h="111868">
                <a:moveTo>
                  <a:pt x="0" y="80820"/>
                </a:moveTo>
                <a:lnTo>
                  <a:pt x="14354" y="79728"/>
                </a:lnTo>
                <a:cubicBezTo>
                  <a:pt x="15290" y="86749"/>
                  <a:pt x="17787" y="92054"/>
                  <a:pt x="21687" y="95486"/>
                </a:cubicBezTo>
                <a:cubicBezTo>
                  <a:pt x="25588" y="99075"/>
                  <a:pt x="30268" y="100791"/>
                  <a:pt x="35729" y="100791"/>
                </a:cubicBezTo>
                <a:cubicBezTo>
                  <a:pt x="42282" y="100791"/>
                  <a:pt x="47899" y="98294"/>
                  <a:pt x="52580" y="93302"/>
                </a:cubicBezTo>
                <a:cubicBezTo>
                  <a:pt x="57104" y="88309"/>
                  <a:pt x="59445" y="81756"/>
                  <a:pt x="59445" y="73487"/>
                </a:cubicBezTo>
                <a:cubicBezTo>
                  <a:pt x="59445" y="65686"/>
                  <a:pt x="57104" y="59601"/>
                  <a:pt x="52736" y="55076"/>
                </a:cubicBezTo>
                <a:cubicBezTo>
                  <a:pt x="48367" y="50551"/>
                  <a:pt x="42594" y="48211"/>
                  <a:pt x="35573" y="48211"/>
                </a:cubicBezTo>
                <a:cubicBezTo>
                  <a:pt x="31205" y="48211"/>
                  <a:pt x="27148" y="49303"/>
                  <a:pt x="23559" y="51332"/>
                </a:cubicBezTo>
                <a:cubicBezTo>
                  <a:pt x="19971" y="53360"/>
                  <a:pt x="17163" y="55856"/>
                  <a:pt x="15290" y="58977"/>
                </a:cubicBezTo>
                <a:lnTo>
                  <a:pt x="2340" y="57416"/>
                </a:lnTo>
                <a:lnTo>
                  <a:pt x="13106" y="0"/>
                </a:lnTo>
                <a:lnTo>
                  <a:pt x="68650" y="0"/>
                </a:lnTo>
                <a:lnTo>
                  <a:pt x="68650" y="13106"/>
                </a:lnTo>
                <a:lnTo>
                  <a:pt x="24184" y="13106"/>
                </a:lnTo>
                <a:lnTo>
                  <a:pt x="18099" y="43062"/>
                </a:lnTo>
                <a:cubicBezTo>
                  <a:pt x="24808" y="38382"/>
                  <a:pt x="31829" y="36041"/>
                  <a:pt x="39162" y="36041"/>
                </a:cubicBezTo>
                <a:cubicBezTo>
                  <a:pt x="48835" y="36041"/>
                  <a:pt x="57104" y="39474"/>
                  <a:pt x="63813" y="46183"/>
                </a:cubicBezTo>
                <a:cubicBezTo>
                  <a:pt x="70522" y="53048"/>
                  <a:pt x="73955" y="61629"/>
                  <a:pt x="73955" y="72239"/>
                </a:cubicBezTo>
                <a:cubicBezTo>
                  <a:pt x="73955" y="82380"/>
                  <a:pt x="70990" y="91117"/>
                  <a:pt x="65062" y="98451"/>
                </a:cubicBezTo>
                <a:cubicBezTo>
                  <a:pt x="57885" y="107500"/>
                  <a:pt x="48211" y="111868"/>
                  <a:pt x="35729" y="111868"/>
                </a:cubicBezTo>
                <a:cubicBezTo>
                  <a:pt x="25588" y="111868"/>
                  <a:pt x="17319" y="109060"/>
                  <a:pt x="10922" y="103443"/>
                </a:cubicBezTo>
                <a:cubicBezTo>
                  <a:pt x="4369" y="97826"/>
                  <a:pt x="780" y="90337"/>
                  <a:pt x="0" y="80820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DA60FD-E3A3-4E44-BA31-D5A7D120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1356" y="3787020"/>
            <a:ext cx="73175" cy="114053"/>
          </a:xfrm>
          <a:custGeom xmlns:a="http://schemas.openxmlformats.org/drawingml/2006/main">
            <a:pathLst>
              <a:path w="73175" h="114053">
                <a:moveTo>
                  <a:pt x="0" y="82692"/>
                </a:moveTo>
                <a:lnTo>
                  <a:pt x="13730" y="80820"/>
                </a:lnTo>
                <a:cubicBezTo>
                  <a:pt x="15290" y="88621"/>
                  <a:pt x="17943" y="94238"/>
                  <a:pt x="21687" y="97670"/>
                </a:cubicBezTo>
                <a:cubicBezTo>
                  <a:pt x="25432" y="101103"/>
                  <a:pt x="30112" y="102819"/>
                  <a:pt x="35573" y="102819"/>
                </a:cubicBezTo>
                <a:cubicBezTo>
                  <a:pt x="41970" y="102819"/>
                  <a:pt x="47431" y="100635"/>
                  <a:pt x="51800" y="96110"/>
                </a:cubicBezTo>
                <a:cubicBezTo>
                  <a:pt x="56168" y="91742"/>
                  <a:pt x="58509" y="86125"/>
                  <a:pt x="58509" y="79572"/>
                </a:cubicBezTo>
                <a:cubicBezTo>
                  <a:pt x="58509" y="73331"/>
                  <a:pt x="56324" y="68026"/>
                  <a:pt x="52268" y="63969"/>
                </a:cubicBezTo>
                <a:cubicBezTo>
                  <a:pt x="48211" y="59913"/>
                  <a:pt x="42906" y="57729"/>
                  <a:pt x="36665" y="57729"/>
                </a:cubicBezTo>
                <a:cubicBezTo>
                  <a:pt x="34013" y="57729"/>
                  <a:pt x="30737" y="58353"/>
                  <a:pt x="26992" y="59289"/>
                </a:cubicBezTo>
                <a:lnTo>
                  <a:pt x="28552" y="47275"/>
                </a:lnTo>
                <a:cubicBezTo>
                  <a:pt x="29488" y="47431"/>
                  <a:pt x="30112" y="47431"/>
                  <a:pt x="30737" y="47431"/>
                </a:cubicBezTo>
                <a:cubicBezTo>
                  <a:pt x="36509" y="47431"/>
                  <a:pt x="41814" y="46027"/>
                  <a:pt x="46495" y="42906"/>
                </a:cubicBezTo>
                <a:cubicBezTo>
                  <a:pt x="51176" y="39786"/>
                  <a:pt x="53516" y="35105"/>
                  <a:pt x="53516" y="28708"/>
                </a:cubicBezTo>
                <a:cubicBezTo>
                  <a:pt x="53516" y="23715"/>
                  <a:pt x="51800" y="19659"/>
                  <a:pt x="48367" y="16382"/>
                </a:cubicBezTo>
                <a:cubicBezTo>
                  <a:pt x="44935" y="13106"/>
                  <a:pt x="40566" y="11390"/>
                  <a:pt x="35261" y="11390"/>
                </a:cubicBezTo>
                <a:cubicBezTo>
                  <a:pt x="29956" y="11390"/>
                  <a:pt x="25432" y="13106"/>
                  <a:pt x="21843" y="16382"/>
                </a:cubicBezTo>
                <a:cubicBezTo>
                  <a:pt x="18255" y="19815"/>
                  <a:pt x="16070" y="24808"/>
                  <a:pt x="15134" y="31361"/>
                </a:cubicBezTo>
                <a:lnTo>
                  <a:pt x="1404" y="29020"/>
                </a:lnTo>
                <a:cubicBezTo>
                  <a:pt x="2964" y="19815"/>
                  <a:pt x="6865" y="12638"/>
                  <a:pt x="12794" y="7645"/>
                </a:cubicBezTo>
                <a:cubicBezTo>
                  <a:pt x="18723" y="2652"/>
                  <a:pt x="26056" y="0"/>
                  <a:pt x="34949" y="0"/>
                </a:cubicBezTo>
                <a:cubicBezTo>
                  <a:pt x="41034" y="0"/>
                  <a:pt x="46651" y="1404"/>
                  <a:pt x="51800" y="4057"/>
                </a:cubicBezTo>
                <a:cubicBezTo>
                  <a:pt x="56792" y="6709"/>
                  <a:pt x="60693" y="10298"/>
                  <a:pt x="63501" y="14666"/>
                </a:cubicBezTo>
                <a:cubicBezTo>
                  <a:pt x="66310" y="19191"/>
                  <a:pt x="67714" y="24028"/>
                  <a:pt x="67714" y="29020"/>
                </a:cubicBezTo>
                <a:cubicBezTo>
                  <a:pt x="67714" y="34013"/>
                  <a:pt x="66310" y="38382"/>
                  <a:pt x="63813" y="42282"/>
                </a:cubicBezTo>
                <a:cubicBezTo>
                  <a:pt x="61161" y="46339"/>
                  <a:pt x="57260" y="49459"/>
                  <a:pt x="52268" y="51644"/>
                </a:cubicBezTo>
                <a:cubicBezTo>
                  <a:pt x="58821" y="53204"/>
                  <a:pt x="63813" y="56480"/>
                  <a:pt x="67558" y="61161"/>
                </a:cubicBezTo>
                <a:cubicBezTo>
                  <a:pt x="71303" y="65998"/>
                  <a:pt x="73175" y="72083"/>
                  <a:pt x="73175" y="79260"/>
                </a:cubicBezTo>
                <a:cubicBezTo>
                  <a:pt x="73175" y="88933"/>
                  <a:pt x="69586" y="97202"/>
                  <a:pt x="62409" y="103911"/>
                </a:cubicBezTo>
                <a:cubicBezTo>
                  <a:pt x="55232" y="110776"/>
                  <a:pt x="46339" y="114053"/>
                  <a:pt x="35573" y="114053"/>
                </a:cubicBezTo>
                <a:cubicBezTo>
                  <a:pt x="25588" y="114053"/>
                  <a:pt x="17475" y="111244"/>
                  <a:pt x="11078" y="105316"/>
                </a:cubicBezTo>
                <a:cubicBezTo>
                  <a:pt x="4525" y="99543"/>
                  <a:pt x="936" y="92054"/>
                  <a:pt x="0" y="8269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C91BCE-D927-4BDA-96E8-EA6C91C3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50" y="3883598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8CF904-637B-403C-BA53-5EA3C674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1480" y="3787020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93F2CE-1284-43CC-9526-1134513D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399" y="3600430"/>
            <a:ext cx="73955" cy="111868"/>
          </a:xfrm>
          <a:custGeom xmlns:a="http://schemas.openxmlformats.org/drawingml/2006/main">
            <a:pathLst>
              <a:path w="73955" h="111868">
                <a:moveTo>
                  <a:pt x="0" y="80820"/>
                </a:moveTo>
                <a:lnTo>
                  <a:pt x="14354" y="79728"/>
                </a:lnTo>
                <a:cubicBezTo>
                  <a:pt x="15290" y="86749"/>
                  <a:pt x="17787" y="92054"/>
                  <a:pt x="21687" y="95486"/>
                </a:cubicBezTo>
                <a:cubicBezTo>
                  <a:pt x="25588" y="99075"/>
                  <a:pt x="30268" y="100791"/>
                  <a:pt x="35729" y="100791"/>
                </a:cubicBezTo>
                <a:cubicBezTo>
                  <a:pt x="42282" y="100791"/>
                  <a:pt x="47899" y="98294"/>
                  <a:pt x="52580" y="93302"/>
                </a:cubicBezTo>
                <a:cubicBezTo>
                  <a:pt x="57104" y="88309"/>
                  <a:pt x="59445" y="81756"/>
                  <a:pt x="59445" y="73487"/>
                </a:cubicBezTo>
                <a:cubicBezTo>
                  <a:pt x="59445" y="65686"/>
                  <a:pt x="57104" y="59601"/>
                  <a:pt x="52736" y="55076"/>
                </a:cubicBezTo>
                <a:cubicBezTo>
                  <a:pt x="48367" y="50551"/>
                  <a:pt x="42594" y="48211"/>
                  <a:pt x="35573" y="48211"/>
                </a:cubicBezTo>
                <a:cubicBezTo>
                  <a:pt x="31205" y="48211"/>
                  <a:pt x="27148" y="49303"/>
                  <a:pt x="23559" y="51332"/>
                </a:cubicBezTo>
                <a:cubicBezTo>
                  <a:pt x="19971" y="53360"/>
                  <a:pt x="17163" y="55856"/>
                  <a:pt x="15290" y="58977"/>
                </a:cubicBezTo>
                <a:lnTo>
                  <a:pt x="2340" y="57416"/>
                </a:lnTo>
                <a:lnTo>
                  <a:pt x="13106" y="0"/>
                </a:lnTo>
                <a:lnTo>
                  <a:pt x="68650" y="0"/>
                </a:lnTo>
                <a:lnTo>
                  <a:pt x="68650" y="13106"/>
                </a:lnTo>
                <a:lnTo>
                  <a:pt x="24184" y="13106"/>
                </a:lnTo>
                <a:lnTo>
                  <a:pt x="18099" y="43062"/>
                </a:lnTo>
                <a:cubicBezTo>
                  <a:pt x="24808" y="38382"/>
                  <a:pt x="31829" y="36041"/>
                  <a:pt x="39162" y="36041"/>
                </a:cubicBezTo>
                <a:cubicBezTo>
                  <a:pt x="48835" y="36041"/>
                  <a:pt x="57104" y="39474"/>
                  <a:pt x="63813" y="46183"/>
                </a:cubicBezTo>
                <a:cubicBezTo>
                  <a:pt x="70522" y="53048"/>
                  <a:pt x="73955" y="61629"/>
                  <a:pt x="73955" y="72239"/>
                </a:cubicBezTo>
                <a:cubicBezTo>
                  <a:pt x="73955" y="82380"/>
                  <a:pt x="70990" y="91117"/>
                  <a:pt x="65062" y="98451"/>
                </a:cubicBezTo>
                <a:cubicBezTo>
                  <a:pt x="57885" y="107500"/>
                  <a:pt x="48211" y="111868"/>
                  <a:pt x="35729" y="111868"/>
                </a:cubicBezTo>
                <a:cubicBezTo>
                  <a:pt x="25588" y="111868"/>
                  <a:pt x="17319" y="109060"/>
                  <a:pt x="10922" y="103443"/>
                </a:cubicBezTo>
                <a:cubicBezTo>
                  <a:pt x="4369" y="97826"/>
                  <a:pt x="780" y="90337"/>
                  <a:pt x="0" y="80820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DCFE9A-0B29-4444-9001-F2A74517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523" y="3598402"/>
            <a:ext cx="73643" cy="113897"/>
          </a:xfrm>
          <a:custGeom xmlns:a="http://schemas.openxmlformats.org/drawingml/2006/main">
            <a:pathLst>
              <a:path w="73643" h="113897">
                <a:moveTo>
                  <a:pt x="71771" y="27772"/>
                </a:moveTo>
                <a:lnTo>
                  <a:pt x="58041" y="28864"/>
                </a:lnTo>
                <a:cubicBezTo>
                  <a:pt x="56792" y="23559"/>
                  <a:pt x="55076" y="19659"/>
                  <a:pt x="52892" y="17163"/>
                </a:cubicBezTo>
                <a:cubicBezTo>
                  <a:pt x="49147" y="13418"/>
                  <a:pt x="44467" y="11390"/>
                  <a:pt x="39162" y="11390"/>
                </a:cubicBezTo>
                <a:cubicBezTo>
                  <a:pt x="34793" y="11390"/>
                  <a:pt x="30893" y="12638"/>
                  <a:pt x="27616" y="14978"/>
                </a:cubicBezTo>
                <a:cubicBezTo>
                  <a:pt x="23247" y="18099"/>
                  <a:pt x="19971" y="22779"/>
                  <a:pt x="17475" y="28708"/>
                </a:cubicBezTo>
                <a:cubicBezTo>
                  <a:pt x="14978" y="34793"/>
                  <a:pt x="13574" y="43374"/>
                  <a:pt x="13574" y="54608"/>
                </a:cubicBezTo>
                <a:cubicBezTo>
                  <a:pt x="16850" y="49615"/>
                  <a:pt x="20907" y="46027"/>
                  <a:pt x="25744" y="43530"/>
                </a:cubicBezTo>
                <a:cubicBezTo>
                  <a:pt x="30424" y="41034"/>
                  <a:pt x="35417" y="39786"/>
                  <a:pt x="40722" y="39786"/>
                </a:cubicBezTo>
                <a:cubicBezTo>
                  <a:pt x="49771" y="39786"/>
                  <a:pt x="57572" y="43218"/>
                  <a:pt x="63969" y="49927"/>
                </a:cubicBezTo>
                <a:cubicBezTo>
                  <a:pt x="70366" y="56636"/>
                  <a:pt x="73643" y="65374"/>
                  <a:pt x="73643" y="75983"/>
                </a:cubicBezTo>
                <a:cubicBezTo>
                  <a:pt x="73643" y="83004"/>
                  <a:pt x="72083" y="89557"/>
                  <a:pt x="69118" y="95486"/>
                </a:cubicBezTo>
                <a:cubicBezTo>
                  <a:pt x="65998" y="101571"/>
                  <a:pt x="61941" y="106096"/>
                  <a:pt x="56636" y="109216"/>
                </a:cubicBezTo>
                <a:cubicBezTo>
                  <a:pt x="51332" y="112337"/>
                  <a:pt x="45403" y="113897"/>
                  <a:pt x="38694" y="113897"/>
                </a:cubicBezTo>
                <a:cubicBezTo>
                  <a:pt x="27148" y="113897"/>
                  <a:pt x="17943" y="109840"/>
                  <a:pt x="10766" y="101415"/>
                </a:cubicBezTo>
                <a:cubicBezTo>
                  <a:pt x="3589" y="93146"/>
                  <a:pt x="0" y="79260"/>
                  <a:pt x="0" y="59913"/>
                </a:cubicBezTo>
                <a:cubicBezTo>
                  <a:pt x="0" y="38382"/>
                  <a:pt x="3901" y="22779"/>
                  <a:pt x="11858" y="12794"/>
                </a:cubicBezTo>
                <a:cubicBezTo>
                  <a:pt x="18723" y="4369"/>
                  <a:pt x="28084" y="0"/>
                  <a:pt x="39942" y="0"/>
                </a:cubicBezTo>
                <a:cubicBezTo>
                  <a:pt x="48679" y="0"/>
                  <a:pt x="56012" y="2496"/>
                  <a:pt x="61629" y="7489"/>
                </a:cubicBezTo>
                <a:cubicBezTo>
                  <a:pt x="67246" y="12482"/>
                  <a:pt x="70522" y="19191"/>
                  <a:pt x="71771" y="27772"/>
                </a:cubicBezTo>
                <a:close/>
                <a:moveTo>
                  <a:pt x="15758" y="75983"/>
                </a:moveTo>
                <a:cubicBezTo>
                  <a:pt x="15758" y="80664"/>
                  <a:pt x="16694" y="85189"/>
                  <a:pt x="18723" y="89557"/>
                </a:cubicBezTo>
                <a:cubicBezTo>
                  <a:pt x="20595" y="93926"/>
                  <a:pt x="23403" y="97202"/>
                  <a:pt x="27148" y="99387"/>
                </a:cubicBezTo>
                <a:cubicBezTo>
                  <a:pt x="30737" y="101727"/>
                  <a:pt x="34481" y="102819"/>
                  <a:pt x="38538" y="102819"/>
                </a:cubicBezTo>
                <a:cubicBezTo>
                  <a:pt x="44155" y="102819"/>
                  <a:pt x="49147" y="100479"/>
                  <a:pt x="53360" y="95798"/>
                </a:cubicBezTo>
                <a:cubicBezTo>
                  <a:pt x="57416" y="91117"/>
                  <a:pt x="59601" y="84877"/>
                  <a:pt x="59601" y="76763"/>
                </a:cubicBezTo>
                <a:cubicBezTo>
                  <a:pt x="59601" y="69118"/>
                  <a:pt x="57416" y="63033"/>
                  <a:pt x="53360" y="58509"/>
                </a:cubicBezTo>
                <a:cubicBezTo>
                  <a:pt x="49303" y="54140"/>
                  <a:pt x="44155" y="51800"/>
                  <a:pt x="37914" y="51800"/>
                </a:cubicBezTo>
                <a:cubicBezTo>
                  <a:pt x="31673" y="51800"/>
                  <a:pt x="26524" y="54140"/>
                  <a:pt x="22155" y="58509"/>
                </a:cubicBezTo>
                <a:cubicBezTo>
                  <a:pt x="17787" y="63033"/>
                  <a:pt x="15758" y="68806"/>
                  <a:pt x="15758" y="75983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19CF02-FED4-4C22-A2CA-79AC5F45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7541" y="3694980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EA440D-4DFA-418A-8AB7-1180600E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270" y="3598402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C1023C-4CA2-4794-96A9-852A69E5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189" y="3411813"/>
            <a:ext cx="73955" cy="111868"/>
          </a:xfrm>
          <a:custGeom xmlns:a="http://schemas.openxmlformats.org/drawingml/2006/main">
            <a:pathLst>
              <a:path w="73955" h="111868">
                <a:moveTo>
                  <a:pt x="0" y="80820"/>
                </a:moveTo>
                <a:lnTo>
                  <a:pt x="14354" y="79728"/>
                </a:lnTo>
                <a:cubicBezTo>
                  <a:pt x="15290" y="86749"/>
                  <a:pt x="17787" y="92054"/>
                  <a:pt x="21687" y="95486"/>
                </a:cubicBezTo>
                <a:cubicBezTo>
                  <a:pt x="25588" y="99075"/>
                  <a:pt x="30268" y="100791"/>
                  <a:pt x="35729" y="100791"/>
                </a:cubicBezTo>
                <a:cubicBezTo>
                  <a:pt x="42282" y="100791"/>
                  <a:pt x="47899" y="98294"/>
                  <a:pt x="52580" y="93302"/>
                </a:cubicBezTo>
                <a:cubicBezTo>
                  <a:pt x="57104" y="88309"/>
                  <a:pt x="59445" y="81756"/>
                  <a:pt x="59445" y="73487"/>
                </a:cubicBezTo>
                <a:cubicBezTo>
                  <a:pt x="59445" y="65686"/>
                  <a:pt x="57104" y="59601"/>
                  <a:pt x="52736" y="55076"/>
                </a:cubicBezTo>
                <a:cubicBezTo>
                  <a:pt x="48367" y="50551"/>
                  <a:pt x="42594" y="48211"/>
                  <a:pt x="35573" y="48211"/>
                </a:cubicBezTo>
                <a:cubicBezTo>
                  <a:pt x="31205" y="48211"/>
                  <a:pt x="27148" y="49303"/>
                  <a:pt x="23559" y="51332"/>
                </a:cubicBezTo>
                <a:cubicBezTo>
                  <a:pt x="19971" y="53360"/>
                  <a:pt x="17163" y="55856"/>
                  <a:pt x="15290" y="58977"/>
                </a:cubicBezTo>
                <a:lnTo>
                  <a:pt x="2340" y="57416"/>
                </a:lnTo>
                <a:lnTo>
                  <a:pt x="13106" y="0"/>
                </a:lnTo>
                <a:lnTo>
                  <a:pt x="68650" y="0"/>
                </a:lnTo>
                <a:lnTo>
                  <a:pt x="68650" y="13106"/>
                </a:lnTo>
                <a:lnTo>
                  <a:pt x="24184" y="13106"/>
                </a:lnTo>
                <a:lnTo>
                  <a:pt x="18099" y="43062"/>
                </a:lnTo>
                <a:cubicBezTo>
                  <a:pt x="24808" y="38382"/>
                  <a:pt x="31829" y="36041"/>
                  <a:pt x="39162" y="36041"/>
                </a:cubicBezTo>
                <a:cubicBezTo>
                  <a:pt x="48835" y="36041"/>
                  <a:pt x="57104" y="39474"/>
                  <a:pt x="63813" y="46183"/>
                </a:cubicBezTo>
                <a:cubicBezTo>
                  <a:pt x="70522" y="53048"/>
                  <a:pt x="73955" y="61629"/>
                  <a:pt x="73955" y="72239"/>
                </a:cubicBezTo>
                <a:cubicBezTo>
                  <a:pt x="73955" y="82380"/>
                  <a:pt x="70990" y="91117"/>
                  <a:pt x="65062" y="98451"/>
                </a:cubicBezTo>
                <a:cubicBezTo>
                  <a:pt x="57885" y="107500"/>
                  <a:pt x="48211" y="111868"/>
                  <a:pt x="35729" y="111868"/>
                </a:cubicBezTo>
                <a:cubicBezTo>
                  <a:pt x="25588" y="111868"/>
                  <a:pt x="17319" y="109060"/>
                  <a:pt x="10922" y="103443"/>
                </a:cubicBezTo>
                <a:cubicBezTo>
                  <a:pt x="4369" y="97826"/>
                  <a:pt x="780" y="90337"/>
                  <a:pt x="0" y="80820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9A4B07-A3B3-4149-9F52-06E0E67A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938" y="3409785"/>
            <a:ext cx="73331" cy="113897"/>
          </a:xfrm>
          <a:custGeom xmlns:a="http://schemas.openxmlformats.org/drawingml/2006/main">
            <a:pathLst>
              <a:path w="73331" h="113897">
                <a:moveTo>
                  <a:pt x="2028" y="86281"/>
                </a:moveTo>
                <a:lnTo>
                  <a:pt x="15134" y="85189"/>
                </a:lnTo>
                <a:cubicBezTo>
                  <a:pt x="16226" y="91429"/>
                  <a:pt x="18411" y="95798"/>
                  <a:pt x="21531" y="98607"/>
                </a:cubicBezTo>
                <a:cubicBezTo>
                  <a:pt x="24652" y="101415"/>
                  <a:pt x="28708" y="102819"/>
                  <a:pt x="33701" y="102819"/>
                </a:cubicBezTo>
                <a:cubicBezTo>
                  <a:pt x="37758" y="102819"/>
                  <a:pt x="41502" y="101883"/>
                  <a:pt x="44623" y="100011"/>
                </a:cubicBezTo>
                <a:cubicBezTo>
                  <a:pt x="47743" y="98138"/>
                  <a:pt x="50395" y="95486"/>
                  <a:pt x="52424" y="92210"/>
                </a:cubicBezTo>
                <a:cubicBezTo>
                  <a:pt x="54452" y="89089"/>
                  <a:pt x="56168" y="84720"/>
                  <a:pt x="57572" y="79104"/>
                </a:cubicBezTo>
                <a:cubicBezTo>
                  <a:pt x="58977" y="73643"/>
                  <a:pt x="59757" y="68026"/>
                  <a:pt x="59757" y="62409"/>
                </a:cubicBezTo>
                <a:cubicBezTo>
                  <a:pt x="59757" y="61785"/>
                  <a:pt x="59601" y="60849"/>
                  <a:pt x="59601" y="59601"/>
                </a:cubicBezTo>
                <a:cubicBezTo>
                  <a:pt x="56792" y="63969"/>
                  <a:pt x="53048" y="67558"/>
                  <a:pt x="48367" y="70210"/>
                </a:cubicBezTo>
                <a:cubicBezTo>
                  <a:pt x="43686" y="73019"/>
                  <a:pt x="38538" y="74267"/>
                  <a:pt x="32921" y="74267"/>
                </a:cubicBezTo>
                <a:cubicBezTo>
                  <a:pt x="23715" y="74267"/>
                  <a:pt x="15914" y="70990"/>
                  <a:pt x="9517" y="64281"/>
                </a:cubicBezTo>
                <a:cubicBezTo>
                  <a:pt x="3120" y="57572"/>
                  <a:pt x="0" y="48679"/>
                  <a:pt x="0" y="37758"/>
                </a:cubicBezTo>
                <a:cubicBezTo>
                  <a:pt x="0" y="26524"/>
                  <a:pt x="3276" y="17319"/>
                  <a:pt x="9985" y="10454"/>
                </a:cubicBezTo>
                <a:cubicBezTo>
                  <a:pt x="16538" y="3589"/>
                  <a:pt x="24964" y="0"/>
                  <a:pt x="35105" y="0"/>
                </a:cubicBezTo>
                <a:cubicBezTo>
                  <a:pt x="42282" y="0"/>
                  <a:pt x="48835" y="2028"/>
                  <a:pt x="54920" y="5929"/>
                </a:cubicBezTo>
                <a:cubicBezTo>
                  <a:pt x="60849" y="9829"/>
                  <a:pt x="65530" y="15446"/>
                  <a:pt x="68650" y="22623"/>
                </a:cubicBezTo>
                <a:cubicBezTo>
                  <a:pt x="71771" y="29956"/>
                  <a:pt x="73331" y="40410"/>
                  <a:pt x="73331" y="53984"/>
                </a:cubicBezTo>
                <a:cubicBezTo>
                  <a:pt x="73331" y="68338"/>
                  <a:pt x="71771" y="79728"/>
                  <a:pt x="68650" y="88153"/>
                </a:cubicBezTo>
                <a:cubicBezTo>
                  <a:pt x="65530" y="96578"/>
                  <a:pt x="61005" y="102975"/>
                  <a:pt x="54920" y="107344"/>
                </a:cubicBezTo>
                <a:cubicBezTo>
                  <a:pt x="48679" y="111712"/>
                  <a:pt x="41502" y="113897"/>
                  <a:pt x="33389" y="113897"/>
                </a:cubicBezTo>
                <a:cubicBezTo>
                  <a:pt x="24652" y="113897"/>
                  <a:pt x="17475" y="111556"/>
                  <a:pt x="11858" y="106720"/>
                </a:cubicBezTo>
                <a:cubicBezTo>
                  <a:pt x="6241" y="102039"/>
                  <a:pt x="2964" y="95174"/>
                  <a:pt x="2028" y="86281"/>
                </a:cubicBezTo>
                <a:close/>
                <a:moveTo>
                  <a:pt x="58197" y="37133"/>
                </a:moveTo>
                <a:cubicBezTo>
                  <a:pt x="58197" y="29332"/>
                  <a:pt x="56012" y="23091"/>
                  <a:pt x="51800" y="18411"/>
                </a:cubicBezTo>
                <a:cubicBezTo>
                  <a:pt x="47587" y="13730"/>
                  <a:pt x="42594" y="11390"/>
                  <a:pt x="36665" y="11390"/>
                </a:cubicBezTo>
                <a:cubicBezTo>
                  <a:pt x="30581" y="11390"/>
                  <a:pt x="25276" y="13886"/>
                  <a:pt x="20751" y="18879"/>
                </a:cubicBezTo>
                <a:cubicBezTo>
                  <a:pt x="16226" y="23872"/>
                  <a:pt x="14042" y="30424"/>
                  <a:pt x="14042" y="38226"/>
                </a:cubicBezTo>
                <a:cubicBezTo>
                  <a:pt x="14042" y="45403"/>
                  <a:pt x="16070" y="51176"/>
                  <a:pt x="20439" y="55544"/>
                </a:cubicBezTo>
                <a:cubicBezTo>
                  <a:pt x="24652" y="60069"/>
                  <a:pt x="29956" y="62253"/>
                  <a:pt x="36353" y="62253"/>
                </a:cubicBezTo>
                <a:cubicBezTo>
                  <a:pt x="42594" y="62253"/>
                  <a:pt x="47899" y="60069"/>
                  <a:pt x="51956" y="55544"/>
                </a:cubicBezTo>
                <a:cubicBezTo>
                  <a:pt x="56012" y="51176"/>
                  <a:pt x="58197" y="44935"/>
                  <a:pt x="58197" y="37133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C91738-0559-42C1-8FAD-CF1A1AA1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9332" y="3506363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333230-4E4C-445F-8223-48C7A564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061" y="3409785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AA4ECD-4764-44BA-8044-4E17B78A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356" y="3221181"/>
            <a:ext cx="73643" cy="113897"/>
          </a:xfrm>
          <a:custGeom xmlns:a="http://schemas.openxmlformats.org/drawingml/2006/main">
            <a:pathLst>
              <a:path w="73643" h="113897">
                <a:moveTo>
                  <a:pt x="71771" y="27772"/>
                </a:moveTo>
                <a:lnTo>
                  <a:pt x="58041" y="28864"/>
                </a:lnTo>
                <a:cubicBezTo>
                  <a:pt x="56792" y="23559"/>
                  <a:pt x="55076" y="19659"/>
                  <a:pt x="52892" y="17163"/>
                </a:cubicBezTo>
                <a:cubicBezTo>
                  <a:pt x="49147" y="13418"/>
                  <a:pt x="44467" y="11390"/>
                  <a:pt x="39162" y="11390"/>
                </a:cubicBezTo>
                <a:cubicBezTo>
                  <a:pt x="34793" y="11390"/>
                  <a:pt x="30893" y="12638"/>
                  <a:pt x="27616" y="14978"/>
                </a:cubicBezTo>
                <a:cubicBezTo>
                  <a:pt x="23247" y="18099"/>
                  <a:pt x="19971" y="22779"/>
                  <a:pt x="17475" y="28708"/>
                </a:cubicBezTo>
                <a:cubicBezTo>
                  <a:pt x="14978" y="34793"/>
                  <a:pt x="13574" y="43374"/>
                  <a:pt x="13574" y="54608"/>
                </a:cubicBezTo>
                <a:cubicBezTo>
                  <a:pt x="16850" y="49615"/>
                  <a:pt x="20907" y="46027"/>
                  <a:pt x="25744" y="43530"/>
                </a:cubicBezTo>
                <a:cubicBezTo>
                  <a:pt x="30424" y="41034"/>
                  <a:pt x="35417" y="39786"/>
                  <a:pt x="40722" y="39786"/>
                </a:cubicBezTo>
                <a:cubicBezTo>
                  <a:pt x="49771" y="39786"/>
                  <a:pt x="57572" y="43218"/>
                  <a:pt x="63969" y="49927"/>
                </a:cubicBezTo>
                <a:cubicBezTo>
                  <a:pt x="70366" y="56636"/>
                  <a:pt x="73643" y="65374"/>
                  <a:pt x="73643" y="75983"/>
                </a:cubicBezTo>
                <a:cubicBezTo>
                  <a:pt x="73643" y="83004"/>
                  <a:pt x="72083" y="89557"/>
                  <a:pt x="69118" y="95486"/>
                </a:cubicBezTo>
                <a:cubicBezTo>
                  <a:pt x="65998" y="101571"/>
                  <a:pt x="61941" y="106096"/>
                  <a:pt x="56636" y="109216"/>
                </a:cubicBezTo>
                <a:cubicBezTo>
                  <a:pt x="51332" y="112337"/>
                  <a:pt x="45403" y="113897"/>
                  <a:pt x="38694" y="113897"/>
                </a:cubicBezTo>
                <a:cubicBezTo>
                  <a:pt x="27148" y="113897"/>
                  <a:pt x="17943" y="109840"/>
                  <a:pt x="10766" y="101415"/>
                </a:cubicBezTo>
                <a:cubicBezTo>
                  <a:pt x="3589" y="93146"/>
                  <a:pt x="0" y="79260"/>
                  <a:pt x="0" y="59913"/>
                </a:cubicBezTo>
                <a:cubicBezTo>
                  <a:pt x="0" y="38382"/>
                  <a:pt x="3901" y="22779"/>
                  <a:pt x="11858" y="12794"/>
                </a:cubicBezTo>
                <a:cubicBezTo>
                  <a:pt x="18723" y="4369"/>
                  <a:pt x="28084" y="0"/>
                  <a:pt x="39942" y="0"/>
                </a:cubicBezTo>
                <a:cubicBezTo>
                  <a:pt x="48679" y="0"/>
                  <a:pt x="56012" y="2496"/>
                  <a:pt x="61629" y="7489"/>
                </a:cubicBezTo>
                <a:cubicBezTo>
                  <a:pt x="67246" y="12482"/>
                  <a:pt x="70522" y="19191"/>
                  <a:pt x="71771" y="27772"/>
                </a:cubicBezTo>
                <a:close/>
                <a:moveTo>
                  <a:pt x="15758" y="75983"/>
                </a:moveTo>
                <a:cubicBezTo>
                  <a:pt x="15758" y="80664"/>
                  <a:pt x="16694" y="85189"/>
                  <a:pt x="18723" y="89557"/>
                </a:cubicBezTo>
                <a:cubicBezTo>
                  <a:pt x="20595" y="93926"/>
                  <a:pt x="23403" y="97202"/>
                  <a:pt x="27148" y="99387"/>
                </a:cubicBezTo>
                <a:cubicBezTo>
                  <a:pt x="30737" y="101727"/>
                  <a:pt x="34481" y="102819"/>
                  <a:pt x="38538" y="102819"/>
                </a:cubicBezTo>
                <a:cubicBezTo>
                  <a:pt x="44155" y="102819"/>
                  <a:pt x="49147" y="100479"/>
                  <a:pt x="53360" y="95798"/>
                </a:cubicBezTo>
                <a:cubicBezTo>
                  <a:pt x="57416" y="91117"/>
                  <a:pt x="59601" y="84877"/>
                  <a:pt x="59601" y="76763"/>
                </a:cubicBezTo>
                <a:cubicBezTo>
                  <a:pt x="59601" y="69118"/>
                  <a:pt x="57416" y="63033"/>
                  <a:pt x="53360" y="58509"/>
                </a:cubicBezTo>
                <a:cubicBezTo>
                  <a:pt x="49303" y="54140"/>
                  <a:pt x="44155" y="51800"/>
                  <a:pt x="37914" y="51800"/>
                </a:cubicBezTo>
                <a:cubicBezTo>
                  <a:pt x="31673" y="51800"/>
                  <a:pt x="26524" y="54140"/>
                  <a:pt x="22155" y="58509"/>
                </a:cubicBezTo>
                <a:cubicBezTo>
                  <a:pt x="17787" y="63033"/>
                  <a:pt x="15758" y="68806"/>
                  <a:pt x="15758" y="75983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500BD2-22AD-4AFD-89FA-83E8B62B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701" y="3221181"/>
            <a:ext cx="73955" cy="112181"/>
          </a:xfrm>
          <a:custGeom xmlns:a="http://schemas.openxmlformats.org/drawingml/2006/main">
            <a:pathLst>
              <a:path w="73955" h="112181">
                <a:moveTo>
                  <a:pt x="73955" y="99075"/>
                </a:moveTo>
                <a:lnTo>
                  <a:pt x="73955" y="112181"/>
                </a:lnTo>
                <a:lnTo>
                  <a:pt x="156" y="112181"/>
                </a:lnTo>
                <a:cubicBezTo>
                  <a:pt x="0" y="108904"/>
                  <a:pt x="624" y="105784"/>
                  <a:pt x="1872" y="102663"/>
                </a:cubicBezTo>
                <a:cubicBezTo>
                  <a:pt x="3745" y="97670"/>
                  <a:pt x="6709" y="92834"/>
                  <a:pt x="10766" y="87841"/>
                </a:cubicBezTo>
                <a:cubicBezTo>
                  <a:pt x="14822" y="83004"/>
                  <a:pt x="20907" y="77387"/>
                  <a:pt x="28708" y="70834"/>
                </a:cubicBezTo>
                <a:cubicBezTo>
                  <a:pt x="40878" y="61005"/>
                  <a:pt x="48991" y="53204"/>
                  <a:pt x="53360" y="47275"/>
                </a:cubicBezTo>
                <a:cubicBezTo>
                  <a:pt x="57572" y="41502"/>
                  <a:pt x="59757" y="36041"/>
                  <a:pt x="59757" y="30737"/>
                </a:cubicBezTo>
                <a:cubicBezTo>
                  <a:pt x="59757" y="25432"/>
                  <a:pt x="57729" y="20751"/>
                  <a:pt x="53828" y="17007"/>
                </a:cubicBezTo>
                <a:cubicBezTo>
                  <a:pt x="49927" y="13262"/>
                  <a:pt x="44935" y="11390"/>
                  <a:pt x="38694" y="11390"/>
                </a:cubicBezTo>
                <a:cubicBezTo>
                  <a:pt x="32141" y="11390"/>
                  <a:pt x="26836" y="13418"/>
                  <a:pt x="22935" y="17319"/>
                </a:cubicBezTo>
                <a:cubicBezTo>
                  <a:pt x="18879" y="21375"/>
                  <a:pt x="16850" y="26836"/>
                  <a:pt x="16850" y="33857"/>
                </a:cubicBezTo>
                <a:lnTo>
                  <a:pt x="2808" y="32297"/>
                </a:lnTo>
                <a:cubicBezTo>
                  <a:pt x="3745" y="21843"/>
                  <a:pt x="7333" y="13886"/>
                  <a:pt x="13574" y="8269"/>
                </a:cubicBezTo>
                <a:cubicBezTo>
                  <a:pt x="19815" y="2808"/>
                  <a:pt x="28396" y="0"/>
                  <a:pt x="39006" y="0"/>
                </a:cubicBezTo>
                <a:cubicBezTo>
                  <a:pt x="49615" y="0"/>
                  <a:pt x="58197" y="3120"/>
                  <a:pt x="64438" y="9049"/>
                </a:cubicBezTo>
                <a:cubicBezTo>
                  <a:pt x="70678" y="14978"/>
                  <a:pt x="73799" y="22311"/>
                  <a:pt x="73799" y="31049"/>
                </a:cubicBezTo>
                <a:cubicBezTo>
                  <a:pt x="73799" y="35573"/>
                  <a:pt x="72863" y="39942"/>
                  <a:pt x="70990" y="44311"/>
                </a:cubicBezTo>
                <a:cubicBezTo>
                  <a:pt x="69118" y="48679"/>
                  <a:pt x="66154" y="53204"/>
                  <a:pt x="61941" y="57885"/>
                </a:cubicBezTo>
                <a:cubicBezTo>
                  <a:pt x="57729" y="62721"/>
                  <a:pt x="50707" y="69274"/>
                  <a:pt x="40878" y="77543"/>
                </a:cubicBezTo>
                <a:cubicBezTo>
                  <a:pt x="32609" y="84408"/>
                  <a:pt x="27304" y="89089"/>
                  <a:pt x="24964" y="91586"/>
                </a:cubicBezTo>
                <a:cubicBezTo>
                  <a:pt x="22623" y="94082"/>
                  <a:pt x="20751" y="96578"/>
                  <a:pt x="19191" y="99075"/>
                </a:cubicBezTo>
                <a:lnTo>
                  <a:pt x="73955" y="9907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D61593-798D-4351-89CC-D17CDD61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123" y="3317759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AA5A0C-8B3F-459E-8253-77DABD03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852" y="3221181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E2A2B0-5FA9-41DB-89DA-2E5BCD73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608" y="4164241"/>
            <a:ext cx="73175" cy="114053"/>
          </a:xfrm>
          <a:custGeom xmlns:a="http://schemas.openxmlformats.org/drawingml/2006/main">
            <a:pathLst>
              <a:path w="73175" h="114053">
                <a:moveTo>
                  <a:pt x="0" y="82692"/>
                </a:moveTo>
                <a:lnTo>
                  <a:pt x="13730" y="80820"/>
                </a:lnTo>
                <a:cubicBezTo>
                  <a:pt x="15290" y="88621"/>
                  <a:pt x="17943" y="94238"/>
                  <a:pt x="21687" y="97670"/>
                </a:cubicBezTo>
                <a:cubicBezTo>
                  <a:pt x="25432" y="101103"/>
                  <a:pt x="30112" y="102819"/>
                  <a:pt x="35573" y="102819"/>
                </a:cubicBezTo>
                <a:cubicBezTo>
                  <a:pt x="41970" y="102819"/>
                  <a:pt x="47431" y="100635"/>
                  <a:pt x="51800" y="96110"/>
                </a:cubicBezTo>
                <a:cubicBezTo>
                  <a:pt x="56168" y="91742"/>
                  <a:pt x="58509" y="86125"/>
                  <a:pt x="58509" y="79572"/>
                </a:cubicBezTo>
                <a:cubicBezTo>
                  <a:pt x="58509" y="73331"/>
                  <a:pt x="56324" y="68026"/>
                  <a:pt x="52268" y="63969"/>
                </a:cubicBezTo>
                <a:cubicBezTo>
                  <a:pt x="48211" y="59913"/>
                  <a:pt x="42906" y="57729"/>
                  <a:pt x="36665" y="57729"/>
                </a:cubicBezTo>
                <a:cubicBezTo>
                  <a:pt x="34013" y="57729"/>
                  <a:pt x="30737" y="58353"/>
                  <a:pt x="26992" y="59289"/>
                </a:cubicBezTo>
                <a:lnTo>
                  <a:pt x="28552" y="47275"/>
                </a:lnTo>
                <a:cubicBezTo>
                  <a:pt x="29488" y="47431"/>
                  <a:pt x="30112" y="47431"/>
                  <a:pt x="30737" y="47431"/>
                </a:cubicBezTo>
                <a:cubicBezTo>
                  <a:pt x="36509" y="47431"/>
                  <a:pt x="41814" y="46027"/>
                  <a:pt x="46495" y="42906"/>
                </a:cubicBezTo>
                <a:cubicBezTo>
                  <a:pt x="51176" y="39786"/>
                  <a:pt x="53516" y="35105"/>
                  <a:pt x="53516" y="28708"/>
                </a:cubicBezTo>
                <a:cubicBezTo>
                  <a:pt x="53516" y="23715"/>
                  <a:pt x="51800" y="19659"/>
                  <a:pt x="48367" y="16382"/>
                </a:cubicBezTo>
                <a:cubicBezTo>
                  <a:pt x="44935" y="13106"/>
                  <a:pt x="40566" y="11390"/>
                  <a:pt x="35261" y="11390"/>
                </a:cubicBezTo>
                <a:cubicBezTo>
                  <a:pt x="29956" y="11390"/>
                  <a:pt x="25432" y="13106"/>
                  <a:pt x="21843" y="16382"/>
                </a:cubicBezTo>
                <a:cubicBezTo>
                  <a:pt x="18255" y="19815"/>
                  <a:pt x="16070" y="24808"/>
                  <a:pt x="15134" y="31361"/>
                </a:cubicBezTo>
                <a:lnTo>
                  <a:pt x="1404" y="29020"/>
                </a:lnTo>
                <a:cubicBezTo>
                  <a:pt x="2964" y="19815"/>
                  <a:pt x="6865" y="12638"/>
                  <a:pt x="12794" y="7645"/>
                </a:cubicBezTo>
                <a:cubicBezTo>
                  <a:pt x="18723" y="2652"/>
                  <a:pt x="26056" y="0"/>
                  <a:pt x="34949" y="0"/>
                </a:cubicBezTo>
                <a:cubicBezTo>
                  <a:pt x="41034" y="0"/>
                  <a:pt x="46651" y="1404"/>
                  <a:pt x="51800" y="4057"/>
                </a:cubicBezTo>
                <a:cubicBezTo>
                  <a:pt x="56792" y="6709"/>
                  <a:pt x="60693" y="10298"/>
                  <a:pt x="63501" y="14666"/>
                </a:cubicBezTo>
                <a:cubicBezTo>
                  <a:pt x="66310" y="19191"/>
                  <a:pt x="67714" y="24028"/>
                  <a:pt x="67714" y="29020"/>
                </a:cubicBezTo>
                <a:cubicBezTo>
                  <a:pt x="67714" y="34013"/>
                  <a:pt x="66310" y="38382"/>
                  <a:pt x="63813" y="42282"/>
                </a:cubicBezTo>
                <a:cubicBezTo>
                  <a:pt x="61161" y="46339"/>
                  <a:pt x="57260" y="49459"/>
                  <a:pt x="52268" y="51644"/>
                </a:cubicBezTo>
                <a:cubicBezTo>
                  <a:pt x="58821" y="53204"/>
                  <a:pt x="63813" y="56480"/>
                  <a:pt x="67558" y="61161"/>
                </a:cubicBezTo>
                <a:cubicBezTo>
                  <a:pt x="71303" y="65998"/>
                  <a:pt x="73175" y="72083"/>
                  <a:pt x="73175" y="79260"/>
                </a:cubicBezTo>
                <a:cubicBezTo>
                  <a:pt x="73175" y="88933"/>
                  <a:pt x="69586" y="97202"/>
                  <a:pt x="62409" y="103911"/>
                </a:cubicBezTo>
                <a:cubicBezTo>
                  <a:pt x="55232" y="110776"/>
                  <a:pt x="46339" y="114053"/>
                  <a:pt x="35573" y="114053"/>
                </a:cubicBezTo>
                <a:cubicBezTo>
                  <a:pt x="25588" y="114053"/>
                  <a:pt x="17475" y="111244"/>
                  <a:pt x="11078" y="105316"/>
                </a:cubicBezTo>
                <a:cubicBezTo>
                  <a:pt x="4525" y="99543"/>
                  <a:pt x="936" y="92054"/>
                  <a:pt x="0" y="8269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644DF1-6332-4A1D-A1AB-56871205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2137" y="4166113"/>
            <a:ext cx="72395" cy="110308"/>
          </a:xfrm>
          <a:custGeom xmlns:a="http://schemas.openxmlformats.org/drawingml/2006/main">
            <a:pathLst>
              <a:path w="72395" h="110308">
                <a:moveTo>
                  <a:pt x="0" y="13262"/>
                </a:moveTo>
                <a:lnTo>
                  <a:pt x="0" y="0"/>
                </a:lnTo>
                <a:lnTo>
                  <a:pt x="72395" y="0"/>
                </a:lnTo>
                <a:lnTo>
                  <a:pt x="72395" y="10766"/>
                </a:lnTo>
                <a:cubicBezTo>
                  <a:pt x="65218" y="18411"/>
                  <a:pt x="58041" y="28552"/>
                  <a:pt x="51176" y="41034"/>
                </a:cubicBezTo>
                <a:cubicBezTo>
                  <a:pt x="44155" y="53516"/>
                  <a:pt x="38694" y="66466"/>
                  <a:pt x="34949" y="79572"/>
                </a:cubicBezTo>
                <a:cubicBezTo>
                  <a:pt x="32141" y="88933"/>
                  <a:pt x="30424" y="99231"/>
                  <a:pt x="29800" y="110308"/>
                </a:cubicBezTo>
                <a:lnTo>
                  <a:pt x="15602" y="110308"/>
                </a:lnTo>
                <a:cubicBezTo>
                  <a:pt x="15758" y="101571"/>
                  <a:pt x="17475" y="90961"/>
                  <a:pt x="20751" y="78480"/>
                </a:cubicBezTo>
                <a:cubicBezTo>
                  <a:pt x="24028" y="65998"/>
                  <a:pt x="28708" y="53984"/>
                  <a:pt x="34949" y="42438"/>
                </a:cubicBezTo>
                <a:cubicBezTo>
                  <a:pt x="41190" y="30893"/>
                  <a:pt x="47743" y="21219"/>
                  <a:pt x="54764" y="13262"/>
                </a:cubicBezTo>
                <a:lnTo>
                  <a:pt x="0" y="1326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2A5CBD-5D6F-4C90-B5C0-E1AA3172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50" y="4260819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3F11AA-F6CE-4F30-9847-A74B4FBF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1480" y="4164241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7CE00B-3734-408E-B0C4-CD3D4E48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1874" y="4353327"/>
            <a:ext cx="77231" cy="111712"/>
          </a:xfrm>
          <a:custGeom xmlns:a="http://schemas.openxmlformats.org/drawingml/2006/main">
            <a:pathLst>
              <a:path w="77231" h="111712">
                <a:moveTo>
                  <a:pt x="48367" y="111712"/>
                </a:moveTo>
                <a:lnTo>
                  <a:pt x="48367" y="85033"/>
                </a:lnTo>
                <a:lnTo>
                  <a:pt x="0" y="85033"/>
                </a:lnTo>
                <a:lnTo>
                  <a:pt x="0" y="72395"/>
                </a:lnTo>
                <a:lnTo>
                  <a:pt x="50864" y="0"/>
                </a:lnTo>
                <a:lnTo>
                  <a:pt x="62097" y="0"/>
                </a:lnTo>
                <a:lnTo>
                  <a:pt x="62097" y="72395"/>
                </a:lnTo>
                <a:lnTo>
                  <a:pt x="77231" y="72395"/>
                </a:lnTo>
                <a:lnTo>
                  <a:pt x="77231" y="85033"/>
                </a:lnTo>
                <a:lnTo>
                  <a:pt x="62097" y="85033"/>
                </a:lnTo>
                <a:lnTo>
                  <a:pt x="62097" y="111712"/>
                </a:lnTo>
                <a:lnTo>
                  <a:pt x="48367" y="111712"/>
                </a:lnTo>
                <a:close/>
                <a:moveTo>
                  <a:pt x="48367" y="72395"/>
                </a:moveTo>
                <a:lnTo>
                  <a:pt x="48367" y="21999"/>
                </a:lnTo>
                <a:lnTo>
                  <a:pt x="13418" y="72395"/>
                </a:lnTo>
                <a:lnTo>
                  <a:pt x="48367" y="723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E91CA2-F006-4921-807E-896BE49C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8622" y="4353327"/>
            <a:ext cx="77231" cy="111712"/>
          </a:xfrm>
          <a:custGeom xmlns:a="http://schemas.openxmlformats.org/drawingml/2006/main">
            <a:pathLst>
              <a:path w="77231" h="111712">
                <a:moveTo>
                  <a:pt x="48367" y="111712"/>
                </a:moveTo>
                <a:lnTo>
                  <a:pt x="48367" y="85033"/>
                </a:lnTo>
                <a:lnTo>
                  <a:pt x="0" y="85033"/>
                </a:lnTo>
                <a:lnTo>
                  <a:pt x="0" y="72395"/>
                </a:lnTo>
                <a:lnTo>
                  <a:pt x="50864" y="0"/>
                </a:lnTo>
                <a:lnTo>
                  <a:pt x="62097" y="0"/>
                </a:lnTo>
                <a:lnTo>
                  <a:pt x="62097" y="72395"/>
                </a:lnTo>
                <a:lnTo>
                  <a:pt x="77231" y="72395"/>
                </a:lnTo>
                <a:lnTo>
                  <a:pt x="77231" y="85033"/>
                </a:lnTo>
                <a:lnTo>
                  <a:pt x="62097" y="85033"/>
                </a:lnTo>
                <a:lnTo>
                  <a:pt x="62097" y="111712"/>
                </a:lnTo>
                <a:lnTo>
                  <a:pt x="48367" y="111712"/>
                </a:lnTo>
                <a:close/>
                <a:moveTo>
                  <a:pt x="48367" y="72395"/>
                </a:moveTo>
                <a:lnTo>
                  <a:pt x="48367" y="21999"/>
                </a:lnTo>
                <a:lnTo>
                  <a:pt x="13418" y="72395"/>
                </a:lnTo>
                <a:lnTo>
                  <a:pt x="48367" y="723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AC329D-2F2F-4857-8C42-D681E15B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7541" y="4449437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EE34D7-B9D2-4D79-B9E6-9DBAF001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270" y="4352859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D3E759-D6A0-463D-A5BB-FB64C309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189" y="4543504"/>
            <a:ext cx="73955" cy="111868"/>
          </a:xfrm>
          <a:custGeom xmlns:a="http://schemas.openxmlformats.org/drawingml/2006/main">
            <a:pathLst>
              <a:path w="73955" h="111868">
                <a:moveTo>
                  <a:pt x="0" y="80820"/>
                </a:moveTo>
                <a:lnTo>
                  <a:pt x="14354" y="79728"/>
                </a:lnTo>
                <a:cubicBezTo>
                  <a:pt x="15290" y="86749"/>
                  <a:pt x="17787" y="92054"/>
                  <a:pt x="21687" y="95486"/>
                </a:cubicBezTo>
                <a:cubicBezTo>
                  <a:pt x="25588" y="99075"/>
                  <a:pt x="30268" y="100791"/>
                  <a:pt x="35729" y="100791"/>
                </a:cubicBezTo>
                <a:cubicBezTo>
                  <a:pt x="42282" y="100791"/>
                  <a:pt x="47899" y="98294"/>
                  <a:pt x="52580" y="93302"/>
                </a:cubicBezTo>
                <a:cubicBezTo>
                  <a:pt x="57104" y="88309"/>
                  <a:pt x="59445" y="81756"/>
                  <a:pt x="59445" y="73487"/>
                </a:cubicBezTo>
                <a:cubicBezTo>
                  <a:pt x="59445" y="65686"/>
                  <a:pt x="57104" y="59601"/>
                  <a:pt x="52736" y="55076"/>
                </a:cubicBezTo>
                <a:cubicBezTo>
                  <a:pt x="48367" y="50551"/>
                  <a:pt x="42594" y="48211"/>
                  <a:pt x="35573" y="48211"/>
                </a:cubicBezTo>
                <a:cubicBezTo>
                  <a:pt x="31205" y="48211"/>
                  <a:pt x="27148" y="49303"/>
                  <a:pt x="23559" y="51332"/>
                </a:cubicBezTo>
                <a:cubicBezTo>
                  <a:pt x="19971" y="53360"/>
                  <a:pt x="17163" y="55856"/>
                  <a:pt x="15290" y="58977"/>
                </a:cubicBezTo>
                <a:lnTo>
                  <a:pt x="2340" y="57416"/>
                </a:lnTo>
                <a:lnTo>
                  <a:pt x="13106" y="0"/>
                </a:lnTo>
                <a:lnTo>
                  <a:pt x="68650" y="0"/>
                </a:lnTo>
                <a:lnTo>
                  <a:pt x="68650" y="13106"/>
                </a:lnTo>
                <a:lnTo>
                  <a:pt x="24184" y="13106"/>
                </a:lnTo>
                <a:lnTo>
                  <a:pt x="18099" y="43062"/>
                </a:lnTo>
                <a:cubicBezTo>
                  <a:pt x="24808" y="38382"/>
                  <a:pt x="31829" y="36041"/>
                  <a:pt x="39162" y="36041"/>
                </a:cubicBezTo>
                <a:cubicBezTo>
                  <a:pt x="48835" y="36041"/>
                  <a:pt x="57104" y="39474"/>
                  <a:pt x="63813" y="46183"/>
                </a:cubicBezTo>
                <a:cubicBezTo>
                  <a:pt x="70522" y="53048"/>
                  <a:pt x="73955" y="61629"/>
                  <a:pt x="73955" y="72239"/>
                </a:cubicBezTo>
                <a:cubicBezTo>
                  <a:pt x="73955" y="82380"/>
                  <a:pt x="70990" y="91117"/>
                  <a:pt x="65062" y="98451"/>
                </a:cubicBezTo>
                <a:cubicBezTo>
                  <a:pt x="57885" y="107500"/>
                  <a:pt x="48211" y="111868"/>
                  <a:pt x="35729" y="111868"/>
                </a:cubicBezTo>
                <a:cubicBezTo>
                  <a:pt x="25588" y="111868"/>
                  <a:pt x="17319" y="109060"/>
                  <a:pt x="10922" y="103443"/>
                </a:cubicBezTo>
                <a:cubicBezTo>
                  <a:pt x="4369" y="97826"/>
                  <a:pt x="780" y="90337"/>
                  <a:pt x="0" y="80820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B36565-1D31-485C-900D-09612B0A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392" y="4541476"/>
            <a:ext cx="41190" cy="112181"/>
          </a:xfrm>
          <a:custGeom xmlns:a="http://schemas.openxmlformats.org/drawingml/2006/main">
            <a:pathLst>
              <a:path w="41190" h="112181">
                <a:moveTo>
                  <a:pt x="41190" y="112181"/>
                </a:moveTo>
                <a:lnTo>
                  <a:pt x="27460" y="112181"/>
                </a:lnTo>
                <a:lnTo>
                  <a:pt x="27460" y="24808"/>
                </a:lnTo>
                <a:cubicBezTo>
                  <a:pt x="24028" y="27928"/>
                  <a:pt x="19659" y="31205"/>
                  <a:pt x="14354" y="34325"/>
                </a:cubicBezTo>
                <a:cubicBezTo>
                  <a:pt x="9049" y="37446"/>
                  <a:pt x="4213" y="39786"/>
                  <a:pt x="0" y="41346"/>
                </a:cubicBezTo>
                <a:lnTo>
                  <a:pt x="0" y="28084"/>
                </a:lnTo>
                <a:cubicBezTo>
                  <a:pt x="7645" y="24496"/>
                  <a:pt x="14354" y="20127"/>
                  <a:pt x="20127" y="14978"/>
                </a:cubicBezTo>
                <a:cubicBezTo>
                  <a:pt x="25744" y="9985"/>
                  <a:pt x="29800" y="4993"/>
                  <a:pt x="32297" y="0"/>
                </a:cubicBezTo>
                <a:lnTo>
                  <a:pt x="41190" y="0"/>
                </a:lnTo>
                <a:lnTo>
                  <a:pt x="41190" y="112181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51F594-930B-4A89-84E7-101007E6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9332" y="4638054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E66173-769F-4819-8A67-16A24205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061" y="4541476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01C3D5-0A54-447F-B989-5382E32D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980" y="4732122"/>
            <a:ext cx="73955" cy="111868"/>
          </a:xfrm>
          <a:custGeom xmlns:a="http://schemas.openxmlformats.org/drawingml/2006/main">
            <a:pathLst>
              <a:path w="73955" h="111868">
                <a:moveTo>
                  <a:pt x="0" y="80820"/>
                </a:moveTo>
                <a:lnTo>
                  <a:pt x="14354" y="79728"/>
                </a:lnTo>
                <a:cubicBezTo>
                  <a:pt x="15290" y="86749"/>
                  <a:pt x="17787" y="92054"/>
                  <a:pt x="21687" y="95486"/>
                </a:cubicBezTo>
                <a:cubicBezTo>
                  <a:pt x="25588" y="99075"/>
                  <a:pt x="30268" y="100791"/>
                  <a:pt x="35729" y="100791"/>
                </a:cubicBezTo>
                <a:cubicBezTo>
                  <a:pt x="42282" y="100791"/>
                  <a:pt x="47899" y="98294"/>
                  <a:pt x="52580" y="93302"/>
                </a:cubicBezTo>
                <a:cubicBezTo>
                  <a:pt x="57104" y="88309"/>
                  <a:pt x="59445" y="81756"/>
                  <a:pt x="59445" y="73487"/>
                </a:cubicBezTo>
                <a:cubicBezTo>
                  <a:pt x="59445" y="65686"/>
                  <a:pt x="57104" y="59601"/>
                  <a:pt x="52736" y="55076"/>
                </a:cubicBezTo>
                <a:cubicBezTo>
                  <a:pt x="48367" y="50551"/>
                  <a:pt x="42594" y="48211"/>
                  <a:pt x="35573" y="48211"/>
                </a:cubicBezTo>
                <a:cubicBezTo>
                  <a:pt x="31205" y="48211"/>
                  <a:pt x="27148" y="49303"/>
                  <a:pt x="23559" y="51332"/>
                </a:cubicBezTo>
                <a:cubicBezTo>
                  <a:pt x="19971" y="53360"/>
                  <a:pt x="17163" y="55856"/>
                  <a:pt x="15290" y="58977"/>
                </a:cubicBezTo>
                <a:lnTo>
                  <a:pt x="2340" y="57416"/>
                </a:lnTo>
                <a:lnTo>
                  <a:pt x="13106" y="0"/>
                </a:lnTo>
                <a:lnTo>
                  <a:pt x="68650" y="0"/>
                </a:lnTo>
                <a:lnTo>
                  <a:pt x="68650" y="13106"/>
                </a:lnTo>
                <a:lnTo>
                  <a:pt x="24184" y="13106"/>
                </a:lnTo>
                <a:lnTo>
                  <a:pt x="18099" y="43062"/>
                </a:lnTo>
                <a:cubicBezTo>
                  <a:pt x="24808" y="38382"/>
                  <a:pt x="31829" y="36041"/>
                  <a:pt x="39162" y="36041"/>
                </a:cubicBezTo>
                <a:cubicBezTo>
                  <a:pt x="48835" y="36041"/>
                  <a:pt x="57104" y="39474"/>
                  <a:pt x="63813" y="46183"/>
                </a:cubicBezTo>
                <a:cubicBezTo>
                  <a:pt x="70522" y="53048"/>
                  <a:pt x="73955" y="61629"/>
                  <a:pt x="73955" y="72239"/>
                </a:cubicBezTo>
                <a:cubicBezTo>
                  <a:pt x="73955" y="82380"/>
                  <a:pt x="70990" y="91117"/>
                  <a:pt x="65062" y="98451"/>
                </a:cubicBezTo>
                <a:cubicBezTo>
                  <a:pt x="57885" y="107500"/>
                  <a:pt x="48211" y="111868"/>
                  <a:pt x="35729" y="111868"/>
                </a:cubicBezTo>
                <a:cubicBezTo>
                  <a:pt x="25588" y="111868"/>
                  <a:pt x="17319" y="109060"/>
                  <a:pt x="10922" y="103443"/>
                </a:cubicBezTo>
                <a:cubicBezTo>
                  <a:pt x="4369" y="97826"/>
                  <a:pt x="780" y="90337"/>
                  <a:pt x="0" y="80820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B0120C-769F-439B-BED7-A48F9DE9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573" y="4730094"/>
            <a:ext cx="73487" cy="113897"/>
          </a:xfrm>
          <a:custGeom xmlns:a="http://schemas.openxmlformats.org/drawingml/2006/main">
            <a:pathLst>
              <a:path w="73487" h="113897">
                <a:moveTo>
                  <a:pt x="21219" y="51644"/>
                </a:moveTo>
                <a:cubicBezTo>
                  <a:pt x="15446" y="49615"/>
                  <a:pt x="11234" y="46651"/>
                  <a:pt x="8425" y="42750"/>
                </a:cubicBezTo>
                <a:cubicBezTo>
                  <a:pt x="5617" y="39006"/>
                  <a:pt x="4369" y="34325"/>
                  <a:pt x="4369" y="28864"/>
                </a:cubicBezTo>
                <a:cubicBezTo>
                  <a:pt x="4369" y="20751"/>
                  <a:pt x="7177" y="14042"/>
                  <a:pt x="13106" y="8425"/>
                </a:cubicBezTo>
                <a:cubicBezTo>
                  <a:pt x="19035" y="2808"/>
                  <a:pt x="26836" y="0"/>
                  <a:pt x="36509" y="0"/>
                </a:cubicBezTo>
                <a:cubicBezTo>
                  <a:pt x="46183" y="0"/>
                  <a:pt x="54140" y="2964"/>
                  <a:pt x="60069" y="8581"/>
                </a:cubicBezTo>
                <a:cubicBezTo>
                  <a:pt x="65998" y="14198"/>
                  <a:pt x="68962" y="21063"/>
                  <a:pt x="68962" y="29176"/>
                </a:cubicBezTo>
                <a:cubicBezTo>
                  <a:pt x="68962" y="34481"/>
                  <a:pt x="67558" y="39006"/>
                  <a:pt x="64906" y="42750"/>
                </a:cubicBezTo>
                <a:cubicBezTo>
                  <a:pt x="62097" y="46651"/>
                  <a:pt x="58041" y="49615"/>
                  <a:pt x="52424" y="51644"/>
                </a:cubicBezTo>
                <a:cubicBezTo>
                  <a:pt x="59289" y="53828"/>
                  <a:pt x="64438" y="57416"/>
                  <a:pt x="68026" y="62409"/>
                </a:cubicBezTo>
                <a:cubicBezTo>
                  <a:pt x="71615" y="67402"/>
                  <a:pt x="73487" y="73331"/>
                  <a:pt x="73487" y="80196"/>
                </a:cubicBezTo>
                <a:cubicBezTo>
                  <a:pt x="73487" y="89869"/>
                  <a:pt x="70054" y="97826"/>
                  <a:pt x="63345" y="104223"/>
                </a:cubicBezTo>
                <a:cubicBezTo>
                  <a:pt x="56480" y="110776"/>
                  <a:pt x="47587" y="113897"/>
                  <a:pt x="36665" y="113897"/>
                </a:cubicBezTo>
                <a:cubicBezTo>
                  <a:pt x="25588" y="113897"/>
                  <a:pt x="16694" y="110776"/>
                  <a:pt x="9985" y="104223"/>
                </a:cubicBezTo>
                <a:cubicBezTo>
                  <a:pt x="3276" y="97826"/>
                  <a:pt x="0" y="89713"/>
                  <a:pt x="0" y="79884"/>
                </a:cubicBezTo>
                <a:cubicBezTo>
                  <a:pt x="0" y="72707"/>
                  <a:pt x="1716" y="66622"/>
                  <a:pt x="5461" y="61629"/>
                </a:cubicBezTo>
                <a:cubicBezTo>
                  <a:pt x="9049" y="56792"/>
                  <a:pt x="14354" y="53516"/>
                  <a:pt x="21219" y="51644"/>
                </a:cubicBezTo>
                <a:close/>
                <a:moveTo>
                  <a:pt x="18411" y="28396"/>
                </a:moveTo>
                <a:cubicBezTo>
                  <a:pt x="18411" y="33701"/>
                  <a:pt x="20127" y="38070"/>
                  <a:pt x="23559" y="41346"/>
                </a:cubicBezTo>
                <a:cubicBezTo>
                  <a:pt x="26992" y="44779"/>
                  <a:pt x="31361" y="46339"/>
                  <a:pt x="36821" y="46339"/>
                </a:cubicBezTo>
                <a:cubicBezTo>
                  <a:pt x="42126" y="46339"/>
                  <a:pt x="46339" y="44779"/>
                  <a:pt x="49771" y="41346"/>
                </a:cubicBezTo>
                <a:cubicBezTo>
                  <a:pt x="53204" y="38070"/>
                  <a:pt x="54920" y="34013"/>
                  <a:pt x="54920" y="29176"/>
                </a:cubicBezTo>
                <a:cubicBezTo>
                  <a:pt x="54920" y="24184"/>
                  <a:pt x="53048" y="19971"/>
                  <a:pt x="49615" y="16538"/>
                </a:cubicBezTo>
                <a:cubicBezTo>
                  <a:pt x="46183" y="13106"/>
                  <a:pt x="41814" y="11390"/>
                  <a:pt x="36665" y="11390"/>
                </a:cubicBezTo>
                <a:cubicBezTo>
                  <a:pt x="31361" y="11390"/>
                  <a:pt x="26992" y="13106"/>
                  <a:pt x="23559" y="16382"/>
                </a:cubicBezTo>
                <a:cubicBezTo>
                  <a:pt x="20127" y="19815"/>
                  <a:pt x="18411" y="23715"/>
                  <a:pt x="18411" y="28396"/>
                </a:cubicBezTo>
                <a:close/>
                <a:moveTo>
                  <a:pt x="14042" y="79884"/>
                </a:moveTo>
                <a:cubicBezTo>
                  <a:pt x="14042" y="83940"/>
                  <a:pt x="14978" y="87685"/>
                  <a:pt x="16850" y="91273"/>
                </a:cubicBezTo>
                <a:cubicBezTo>
                  <a:pt x="18723" y="95018"/>
                  <a:pt x="21375" y="97826"/>
                  <a:pt x="25120" y="99855"/>
                </a:cubicBezTo>
                <a:cubicBezTo>
                  <a:pt x="28708" y="101883"/>
                  <a:pt x="32609" y="102819"/>
                  <a:pt x="36821" y="102819"/>
                </a:cubicBezTo>
                <a:cubicBezTo>
                  <a:pt x="43374" y="102819"/>
                  <a:pt x="48679" y="100791"/>
                  <a:pt x="53048" y="96578"/>
                </a:cubicBezTo>
                <a:cubicBezTo>
                  <a:pt x="57260" y="92366"/>
                  <a:pt x="59445" y="86905"/>
                  <a:pt x="59445" y="80352"/>
                </a:cubicBezTo>
                <a:cubicBezTo>
                  <a:pt x="59445" y="73799"/>
                  <a:pt x="57260" y="68494"/>
                  <a:pt x="52892" y="64125"/>
                </a:cubicBezTo>
                <a:cubicBezTo>
                  <a:pt x="48523" y="59757"/>
                  <a:pt x="42906" y="57572"/>
                  <a:pt x="36353" y="57572"/>
                </a:cubicBezTo>
                <a:cubicBezTo>
                  <a:pt x="29800" y="57572"/>
                  <a:pt x="24496" y="59757"/>
                  <a:pt x="20283" y="63969"/>
                </a:cubicBezTo>
                <a:cubicBezTo>
                  <a:pt x="16070" y="68338"/>
                  <a:pt x="14042" y="73643"/>
                  <a:pt x="14042" y="7988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C65CA9-8D33-4A33-A16B-F423287C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123" y="4826672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80D43F-316A-49B6-B67C-635D9AB3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852" y="4730094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7E45FB-B9EA-4969-9CFF-D9D1151B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2571" y="4453692"/>
            <a:ext cx="77231" cy="111712"/>
          </a:xfrm>
          <a:custGeom xmlns:a="http://schemas.openxmlformats.org/drawingml/2006/main">
            <a:pathLst>
              <a:path w="77231" h="111712">
                <a:moveTo>
                  <a:pt x="48367" y="111712"/>
                </a:moveTo>
                <a:lnTo>
                  <a:pt x="48367" y="85033"/>
                </a:lnTo>
                <a:lnTo>
                  <a:pt x="0" y="85033"/>
                </a:lnTo>
                <a:lnTo>
                  <a:pt x="0" y="72395"/>
                </a:lnTo>
                <a:lnTo>
                  <a:pt x="50864" y="0"/>
                </a:lnTo>
                <a:lnTo>
                  <a:pt x="62097" y="0"/>
                </a:lnTo>
                <a:lnTo>
                  <a:pt x="62097" y="72395"/>
                </a:lnTo>
                <a:lnTo>
                  <a:pt x="77231" y="72395"/>
                </a:lnTo>
                <a:lnTo>
                  <a:pt x="77231" y="85033"/>
                </a:lnTo>
                <a:lnTo>
                  <a:pt x="62097" y="85033"/>
                </a:lnTo>
                <a:lnTo>
                  <a:pt x="62097" y="111712"/>
                </a:lnTo>
                <a:lnTo>
                  <a:pt x="48367" y="111712"/>
                </a:lnTo>
                <a:close/>
                <a:moveTo>
                  <a:pt x="48367" y="72395"/>
                </a:moveTo>
                <a:lnTo>
                  <a:pt x="48367" y="21999"/>
                </a:lnTo>
                <a:lnTo>
                  <a:pt x="13418" y="72395"/>
                </a:lnTo>
                <a:lnTo>
                  <a:pt x="48367" y="723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076762-4A19-45B3-B136-8BE94E88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688" y="4453224"/>
            <a:ext cx="73487" cy="113897"/>
          </a:xfrm>
          <a:custGeom xmlns:a="http://schemas.openxmlformats.org/drawingml/2006/main">
            <a:pathLst>
              <a:path w="73487" h="113897">
                <a:moveTo>
                  <a:pt x="21219" y="51644"/>
                </a:moveTo>
                <a:cubicBezTo>
                  <a:pt x="15446" y="49615"/>
                  <a:pt x="11234" y="46651"/>
                  <a:pt x="8425" y="42750"/>
                </a:cubicBezTo>
                <a:cubicBezTo>
                  <a:pt x="5617" y="39006"/>
                  <a:pt x="4369" y="34325"/>
                  <a:pt x="4369" y="28864"/>
                </a:cubicBezTo>
                <a:cubicBezTo>
                  <a:pt x="4369" y="20751"/>
                  <a:pt x="7177" y="14042"/>
                  <a:pt x="13106" y="8425"/>
                </a:cubicBezTo>
                <a:cubicBezTo>
                  <a:pt x="19035" y="2808"/>
                  <a:pt x="26836" y="0"/>
                  <a:pt x="36509" y="0"/>
                </a:cubicBezTo>
                <a:cubicBezTo>
                  <a:pt x="46183" y="0"/>
                  <a:pt x="54140" y="2964"/>
                  <a:pt x="60069" y="8581"/>
                </a:cubicBezTo>
                <a:cubicBezTo>
                  <a:pt x="65998" y="14198"/>
                  <a:pt x="68962" y="21063"/>
                  <a:pt x="68962" y="29176"/>
                </a:cubicBezTo>
                <a:cubicBezTo>
                  <a:pt x="68962" y="34481"/>
                  <a:pt x="67558" y="39006"/>
                  <a:pt x="64906" y="42750"/>
                </a:cubicBezTo>
                <a:cubicBezTo>
                  <a:pt x="62097" y="46651"/>
                  <a:pt x="58041" y="49615"/>
                  <a:pt x="52424" y="51644"/>
                </a:cubicBezTo>
                <a:cubicBezTo>
                  <a:pt x="59289" y="53828"/>
                  <a:pt x="64438" y="57416"/>
                  <a:pt x="68026" y="62409"/>
                </a:cubicBezTo>
                <a:cubicBezTo>
                  <a:pt x="71615" y="67402"/>
                  <a:pt x="73487" y="73331"/>
                  <a:pt x="73487" y="80196"/>
                </a:cubicBezTo>
                <a:cubicBezTo>
                  <a:pt x="73487" y="89869"/>
                  <a:pt x="70054" y="97826"/>
                  <a:pt x="63345" y="104223"/>
                </a:cubicBezTo>
                <a:cubicBezTo>
                  <a:pt x="56480" y="110776"/>
                  <a:pt x="47587" y="113897"/>
                  <a:pt x="36665" y="113897"/>
                </a:cubicBezTo>
                <a:cubicBezTo>
                  <a:pt x="25588" y="113897"/>
                  <a:pt x="16694" y="110776"/>
                  <a:pt x="9985" y="104223"/>
                </a:cubicBezTo>
                <a:cubicBezTo>
                  <a:pt x="3276" y="97826"/>
                  <a:pt x="0" y="89713"/>
                  <a:pt x="0" y="79884"/>
                </a:cubicBezTo>
                <a:cubicBezTo>
                  <a:pt x="0" y="72707"/>
                  <a:pt x="1716" y="66622"/>
                  <a:pt x="5461" y="61629"/>
                </a:cubicBezTo>
                <a:cubicBezTo>
                  <a:pt x="9049" y="56792"/>
                  <a:pt x="14354" y="53516"/>
                  <a:pt x="21219" y="51644"/>
                </a:cubicBezTo>
                <a:close/>
                <a:moveTo>
                  <a:pt x="18411" y="28396"/>
                </a:moveTo>
                <a:cubicBezTo>
                  <a:pt x="18411" y="33701"/>
                  <a:pt x="20127" y="38070"/>
                  <a:pt x="23559" y="41346"/>
                </a:cubicBezTo>
                <a:cubicBezTo>
                  <a:pt x="26992" y="44779"/>
                  <a:pt x="31361" y="46339"/>
                  <a:pt x="36821" y="46339"/>
                </a:cubicBezTo>
                <a:cubicBezTo>
                  <a:pt x="42126" y="46339"/>
                  <a:pt x="46339" y="44779"/>
                  <a:pt x="49771" y="41346"/>
                </a:cubicBezTo>
                <a:cubicBezTo>
                  <a:pt x="53204" y="38070"/>
                  <a:pt x="54920" y="34013"/>
                  <a:pt x="54920" y="29176"/>
                </a:cubicBezTo>
                <a:cubicBezTo>
                  <a:pt x="54920" y="24184"/>
                  <a:pt x="53048" y="19971"/>
                  <a:pt x="49615" y="16538"/>
                </a:cubicBezTo>
                <a:cubicBezTo>
                  <a:pt x="46183" y="13106"/>
                  <a:pt x="41814" y="11390"/>
                  <a:pt x="36665" y="11390"/>
                </a:cubicBezTo>
                <a:cubicBezTo>
                  <a:pt x="31361" y="11390"/>
                  <a:pt x="26992" y="13106"/>
                  <a:pt x="23559" y="16382"/>
                </a:cubicBezTo>
                <a:cubicBezTo>
                  <a:pt x="20127" y="19815"/>
                  <a:pt x="18411" y="23715"/>
                  <a:pt x="18411" y="28396"/>
                </a:cubicBezTo>
                <a:close/>
                <a:moveTo>
                  <a:pt x="14042" y="79884"/>
                </a:moveTo>
                <a:cubicBezTo>
                  <a:pt x="14042" y="83940"/>
                  <a:pt x="14978" y="87685"/>
                  <a:pt x="16850" y="91273"/>
                </a:cubicBezTo>
                <a:cubicBezTo>
                  <a:pt x="18723" y="95018"/>
                  <a:pt x="21375" y="97826"/>
                  <a:pt x="25120" y="99855"/>
                </a:cubicBezTo>
                <a:cubicBezTo>
                  <a:pt x="28708" y="101883"/>
                  <a:pt x="32609" y="102819"/>
                  <a:pt x="36821" y="102819"/>
                </a:cubicBezTo>
                <a:cubicBezTo>
                  <a:pt x="43374" y="102819"/>
                  <a:pt x="48679" y="100791"/>
                  <a:pt x="53048" y="96578"/>
                </a:cubicBezTo>
                <a:cubicBezTo>
                  <a:pt x="57260" y="92366"/>
                  <a:pt x="59445" y="86905"/>
                  <a:pt x="59445" y="80352"/>
                </a:cubicBezTo>
                <a:cubicBezTo>
                  <a:pt x="59445" y="73799"/>
                  <a:pt x="57260" y="68494"/>
                  <a:pt x="52892" y="64125"/>
                </a:cubicBezTo>
                <a:cubicBezTo>
                  <a:pt x="48523" y="59757"/>
                  <a:pt x="42906" y="57572"/>
                  <a:pt x="36353" y="57572"/>
                </a:cubicBezTo>
                <a:cubicBezTo>
                  <a:pt x="29800" y="57572"/>
                  <a:pt x="24496" y="59757"/>
                  <a:pt x="20283" y="63969"/>
                </a:cubicBezTo>
                <a:cubicBezTo>
                  <a:pt x="16070" y="68338"/>
                  <a:pt x="14042" y="73643"/>
                  <a:pt x="14042" y="7988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8FD4DB-F9F4-42C5-8619-1311BA23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238" y="4549802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857073-66DD-49AE-A8AB-737B5D04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968" y="4453224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5BD439-5E17-4C15-B188-5908E00E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360" y="4932839"/>
            <a:ext cx="73955" cy="111868"/>
          </a:xfrm>
          <a:custGeom xmlns:a="http://schemas.openxmlformats.org/drawingml/2006/main">
            <a:pathLst>
              <a:path w="73955" h="111868">
                <a:moveTo>
                  <a:pt x="0" y="80820"/>
                </a:moveTo>
                <a:lnTo>
                  <a:pt x="14354" y="79728"/>
                </a:lnTo>
                <a:cubicBezTo>
                  <a:pt x="15290" y="86749"/>
                  <a:pt x="17787" y="92054"/>
                  <a:pt x="21687" y="95486"/>
                </a:cubicBezTo>
                <a:cubicBezTo>
                  <a:pt x="25588" y="99075"/>
                  <a:pt x="30268" y="100791"/>
                  <a:pt x="35729" y="100791"/>
                </a:cubicBezTo>
                <a:cubicBezTo>
                  <a:pt x="42282" y="100791"/>
                  <a:pt x="47899" y="98294"/>
                  <a:pt x="52580" y="93302"/>
                </a:cubicBezTo>
                <a:cubicBezTo>
                  <a:pt x="57104" y="88309"/>
                  <a:pt x="59445" y="81756"/>
                  <a:pt x="59445" y="73487"/>
                </a:cubicBezTo>
                <a:cubicBezTo>
                  <a:pt x="59445" y="65686"/>
                  <a:pt x="57104" y="59601"/>
                  <a:pt x="52736" y="55076"/>
                </a:cubicBezTo>
                <a:cubicBezTo>
                  <a:pt x="48367" y="50551"/>
                  <a:pt x="42594" y="48211"/>
                  <a:pt x="35573" y="48211"/>
                </a:cubicBezTo>
                <a:cubicBezTo>
                  <a:pt x="31205" y="48211"/>
                  <a:pt x="27148" y="49303"/>
                  <a:pt x="23559" y="51332"/>
                </a:cubicBezTo>
                <a:cubicBezTo>
                  <a:pt x="19971" y="53360"/>
                  <a:pt x="17163" y="55856"/>
                  <a:pt x="15290" y="58977"/>
                </a:cubicBezTo>
                <a:lnTo>
                  <a:pt x="2340" y="57416"/>
                </a:lnTo>
                <a:lnTo>
                  <a:pt x="13106" y="0"/>
                </a:lnTo>
                <a:lnTo>
                  <a:pt x="68650" y="0"/>
                </a:lnTo>
                <a:lnTo>
                  <a:pt x="68650" y="13106"/>
                </a:lnTo>
                <a:lnTo>
                  <a:pt x="24184" y="13106"/>
                </a:lnTo>
                <a:lnTo>
                  <a:pt x="18099" y="43062"/>
                </a:lnTo>
                <a:cubicBezTo>
                  <a:pt x="24808" y="38382"/>
                  <a:pt x="31829" y="36041"/>
                  <a:pt x="39162" y="36041"/>
                </a:cubicBezTo>
                <a:cubicBezTo>
                  <a:pt x="48835" y="36041"/>
                  <a:pt x="57104" y="39474"/>
                  <a:pt x="63813" y="46183"/>
                </a:cubicBezTo>
                <a:cubicBezTo>
                  <a:pt x="70522" y="53048"/>
                  <a:pt x="73955" y="61629"/>
                  <a:pt x="73955" y="72239"/>
                </a:cubicBezTo>
                <a:cubicBezTo>
                  <a:pt x="73955" y="82380"/>
                  <a:pt x="70990" y="91117"/>
                  <a:pt x="65062" y="98451"/>
                </a:cubicBezTo>
                <a:cubicBezTo>
                  <a:pt x="57885" y="107500"/>
                  <a:pt x="48211" y="111868"/>
                  <a:pt x="35729" y="111868"/>
                </a:cubicBezTo>
                <a:cubicBezTo>
                  <a:pt x="25588" y="111868"/>
                  <a:pt x="17319" y="109060"/>
                  <a:pt x="10922" y="103443"/>
                </a:cubicBezTo>
                <a:cubicBezTo>
                  <a:pt x="4369" y="97826"/>
                  <a:pt x="780" y="90337"/>
                  <a:pt x="0" y="80820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84CCA7-6188-4677-A8DD-2BC14C16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485" y="4930810"/>
            <a:ext cx="73643" cy="113897"/>
          </a:xfrm>
          <a:custGeom xmlns:a="http://schemas.openxmlformats.org/drawingml/2006/main">
            <a:pathLst>
              <a:path w="73643" h="113897">
                <a:moveTo>
                  <a:pt x="71771" y="27772"/>
                </a:moveTo>
                <a:lnTo>
                  <a:pt x="58041" y="28864"/>
                </a:lnTo>
                <a:cubicBezTo>
                  <a:pt x="56792" y="23559"/>
                  <a:pt x="55076" y="19659"/>
                  <a:pt x="52892" y="17163"/>
                </a:cubicBezTo>
                <a:cubicBezTo>
                  <a:pt x="49147" y="13418"/>
                  <a:pt x="44467" y="11390"/>
                  <a:pt x="39162" y="11390"/>
                </a:cubicBezTo>
                <a:cubicBezTo>
                  <a:pt x="34793" y="11390"/>
                  <a:pt x="30893" y="12638"/>
                  <a:pt x="27616" y="14978"/>
                </a:cubicBezTo>
                <a:cubicBezTo>
                  <a:pt x="23247" y="18099"/>
                  <a:pt x="19971" y="22779"/>
                  <a:pt x="17475" y="28708"/>
                </a:cubicBezTo>
                <a:cubicBezTo>
                  <a:pt x="14978" y="34793"/>
                  <a:pt x="13574" y="43374"/>
                  <a:pt x="13574" y="54608"/>
                </a:cubicBezTo>
                <a:cubicBezTo>
                  <a:pt x="16850" y="49615"/>
                  <a:pt x="20907" y="46027"/>
                  <a:pt x="25744" y="43530"/>
                </a:cubicBezTo>
                <a:cubicBezTo>
                  <a:pt x="30424" y="41034"/>
                  <a:pt x="35417" y="39786"/>
                  <a:pt x="40722" y="39786"/>
                </a:cubicBezTo>
                <a:cubicBezTo>
                  <a:pt x="49771" y="39786"/>
                  <a:pt x="57572" y="43218"/>
                  <a:pt x="63969" y="49927"/>
                </a:cubicBezTo>
                <a:cubicBezTo>
                  <a:pt x="70366" y="56636"/>
                  <a:pt x="73643" y="65374"/>
                  <a:pt x="73643" y="75983"/>
                </a:cubicBezTo>
                <a:cubicBezTo>
                  <a:pt x="73643" y="83004"/>
                  <a:pt x="72083" y="89557"/>
                  <a:pt x="69118" y="95486"/>
                </a:cubicBezTo>
                <a:cubicBezTo>
                  <a:pt x="65998" y="101571"/>
                  <a:pt x="61941" y="106096"/>
                  <a:pt x="56636" y="109216"/>
                </a:cubicBezTo>
                <a:cubicBezTo>
                  <a:pt x="51332" y="112337"/>
                  <a:pt x="45403" y="113897"/>
                  <a:pt x="38694" y="113897"/>
                </a:cubicBezTo>
                <a:cubicBezTo>
                  <a:pt x="27148" y="113897"/>
                  <a:pt x="17943" y="109840"/>
                  <a:pt x="10766" y="101415"/>
                </a:cubicBezTo>
                <a:cubicBezTo>
                  <a:pt x="3589" y="93146"/>
                  <a:pt x="0" y="79260"/>
                  <a:pt x="0" y="59913"/>
                </a:cubicBezTo>
                <a:cubicBezTo>
                  <a:pt x="0" y="38382"/>
                  <a:pt x="3901" y="22779"/>
                  <a:pt x="11858" y="12794"/>
                </a:cubicBezTo>
                <a:cubicBezTo>
                  <a:pt x="18723" y="4369"/>
                  <a:pt x="28084" y="0"/>
                  <a:pt x="39942" y="0"/>
                </a:cubicBezTo>
                <a:cubicBezTo>
                  <a:pt x="48679" y="0"/>
                  <a:pt x="56012" y="2496"/>
                  <a:pt x="61629" y="7489"/>
                </a:cubicBezTo>
                <a:cubicBezTo>
                  <a:pt x="67246" y="12482"/>
                  <a:pt x="70522" y="19191"/>
                  <a:pt x="71771" y="27772"/>
                </a:cubicBezTo>
                <a:close/>
                <a:moveTo>
                  <a:pt x="15758" y="75983"/>
                </a:moveTo>
                <a:cubicBezTo>
                  <a:pt x="15758" y="80664"/>
                  <a:pt x="16694" y="85189"/>
                  <a:pt x="18723" y="89557"/>
                </a:cubicBezTo>
                <a:cubicBezTo>
                  <a:pt x="20595" y="93926"/>
                  <a:pt x="23403" y="97202"/>
                  <a:pt x="27148" y="99387"/>
                </a:cubicBezTo>
                <a:cubicBezTo>
                  <a:pt x="30737" y="101727"/>
                  <a:pt x="34481" y="102819"/>
                  <a:pt x="38538" y="102819"/>
                </a:cubicBezTo>
                <a:cubicBezTo>
                  <a:pt x="44155" y="102819"/>
                  <a:pt x="49147" y="100479"/>
                  <a:pt x="53360" y="95798"/>
                </a:cubicBezTo>
                <a:cubicBezTo>
                  <a:pt x="57416" y="91117"/>
                  <a:pt x="59601" y="84877"/>
                  <a:pt x="59601" y="76763"/>
                </a:cubicBezTo>
                <a:cubicBezTo>
                  <a:pt x="59601" y="69118"/>
                  <a:pt x="57416" y="63033"/>
                  <a:pt x="53360" y="58509"/>
                </a:cubicBezTo>
                <a:cubicBezTo>
                  <a:pt x="49303" y="54140"/>
                  <a:pt x="44155" y="51800"/>
                  <a:pt x="37914" y="51800"/>
                </a:cubicBezTo>
                <a:cubicBezTo>
                  <a:pt x="31673" y="51800"/>
                  <a:pt x="26524" y="54140"/>
                  <a:pt x="22155" y="58509"/>
                </a:cubicBezTo>
                <a:cubicBezTo>
                  <a:pt x="17787" y="63033"/>
                  <a:pt x="15758" y="68806"/>
                  <a:pt x="15758" y="75983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FBB9E1-98B8-4E7C-8B0F-AB403AF5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503" y="5027389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716F78-5D45-432A-891A-3EB68F8D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8232" y="4930810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4F074F-12D6-4C39-A544-E543EF53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001" y="5408397"/>
            <a:ext cx="73643" cy="113897"/>
          </a:xfrm>
          <a:custGeom xmlns:a="http://schemas.openxmlformats.org/drawingml/2006/main">
            <a:pathLst>
              <a:path w="73643" h="113897">
                <a:moveTo>
                  <a:pt x="71771" y="27772"/>
                </a:moveTo>
                <a:lnTo>
                  <a:pt x="58041" y="28864"/>
                </a:lnTo>
                <a:cubicBezTo>
                  <a:pt x="56792" y="23559"/>
                  <a:pt x="55076" y="19659"/>
                  <a:pt x="52892" y="17163"/>
                </a:cubicBezTo>
                <a:cubicBezTo>
                  <a:pt x="49147" y="13418"/>
                  <a:pt x="44467" y="11390"/>
                  <a:pt x="39162" y="11390"/>
                </a:cubicBezTo>
                <a:cubicBezTo>
                  <a:pt x="34793" y="11390"/>
                  <a:pt x="30893" y="12638"/>
                  <a:pt x="27616" y="14978"/>
                </a:cubicBezTo>
                <a:cubicBezTo>
                  <a:pt x="23247" y="18099"/>
                  <a:pt x="19971" y="22779"/>
                  <a:pt x="17475" y="28708"/>
                </a:cubicBezTo>
                <a:cubicBezTo>
                  <a:pt x="14978" y="34793"/>
                  <a:pt x="13574" y="43374"/>
                  <a:pt x="13574" y="54608"/>
                </a:cubicBezTo>
                <a:cubicBezTo>
                  <a:pt x="16850" y="49615"/>
                  <a:pt x="20907" y="46027"/>
                  <a:pt x="25744" y="43530"/>
                </a:cubicBezTo>
                <a:cubicBezTo>
                  <a:pt x="30424" y="41034"/>
                  <a:pt x="35417" y="39786"/>
                  <a:pt x="40722" y="39786"/>
                </a:cubicBezTo>
                <a:cubicBezTo>
                  <a:pt x="49771" y="39786"/>
                  <a:pt x="57572" y="43218"/>
                  <a:pt x="63969" y="49927"/>
                </a:cubicBezTo>
                <a:cubicBezTo>
                  <a:pt x="70366" y="56636"/>
                  <a:pt x="73643" y="65374"/>
                  <a:pt x="73643" y="75983"/>
                </a:cubicBezTo>
                <a:cubicBezTo>
                  <a:pt x="73643" y="83004"/>
                  <a:pt x="72083" y="89557"/>
                  <a:pt x="69118" y="95486"/>
                </a:cubicBezTo>
                <a:cubicBezTo>
                  <a:pt x="65998" y="101571"/>
                  <a:pt x="61941" y="106096"/>
                  <a:pt x="56636" y="109216"/>
                </a:cubicBezTo>
                <a:cubicBezTo>
                  <a:pt x="51332" y="112337"/>
                  <a:pt x="45403" y="113897"/>
                  <a:pt x="38694" y="113897"/>
                </a:cubicBezTo>
                <a:cubicBezTo>
                  <a:pt x="27148" y="113897"/>
                  <a:pt x="17943" y="109840"/>
                  <a:pt x="10766" y="101415"/>
                </a:cubicBezTo>
                <a:cubicBezTo>
                  <a:pt x="3589" y="93146"/>
                  <a:pt x="0" y="79260"/>
                  <a:pt x="0" y="59913"/>
                </a:cubicBezTo>
                <a:cubicBezTo>
                  <a:pt x="0" y="38382"/>
                  <a:pt x="3901" y="22779"/>
                  <a:pt x="11858" y="12794"/>
                </a:cubicBezTo>
                <a:cubicBezTo>
                  <a:pt x="18723" y="4369"/>
                  <a:pt x="28084" y="0"/>
                  <a:pt x="39942" y="0"/>
                </a:cubicBezTo>
                <a:cubicBezTo>
                  <a:pt x="48679" y="0"/>
                  <a:pt x="56012" y="2496"/>
                  <a:pt x="61629" y="7489"/>
                </a:cubicBezTo>
                <a:cubicBezTo>
                  <a:pt x="67246" y="12482"/>
                  <a:pt x="70522" y="19191"/>
                  <a:pt x="71771" y="27772"/>
                </a:cubicBezTo>
                <a:close/>
                <a:moveTo>
                  <a:pt x="15758" y="75983"/>
                </a:moveTo>
                <a:cubicBezTo>
                  <a:pt x="15758" y="80664"/>
                  <a:pt x="16694" y="85189"/>
                  <a:pt x="18723" y="89557"/>
                </a:cubicBezTo>
                <a:cubicBezTo>
                  <a:pt x="20595" y="93926"/>
                  <a:pt x="23403" y="97202"/>
                  <a:pt x="27148" y="99387"/>
                </a:cubicBezTo>
                <a:cubicBezTo>
                  <a:pt x="30737" y="101727"/>
                  <a:pt x="34481" y="102819"/>
                  <a:pt x="38538" y="102819"/>
                </a:cubicBezTo>
                <a:cubicBezTo>
                  <a:pt x="44155" y="102819"/>
                  <a:pt x="49147" y="100479"/>
                  <a:pt x="53360" y="95798"/>
                </a:cubicBezTo>
                <a:cubicBezTo>
                  <a:pt x="57416" y="91117"/>
                  <a:pt x="59601" y="84877"/>
                  <a:pt x="59601" y="76763"/>
                </a:cubicBezTo>
                <a:cubicBezTo>
                  <a:pt x="59601" y="69118"/>
                  <a:pt x="57416" y="63033"/>
                  <a:pt x="53360" y="58509"/>
                </a:cubicBezTo>
                <a:cubicBezTo>
                  <a:pt x="49303" y="54140"/>
                  <a:pt x="44155" y="51800"/>
                  <a:pt x="37914" y="51800"/>
                </a:cubicBezTo>
                <a:cubicBezTo>
                  <a:pt x="31673" y="51800"/>
                  <a:pt x="26524" y="54140"/>
                  <a:pt x="22155" y="58509"/>
                </a:cubicBezTo>
                <a:cubicBezTo>
                  <a:pt x="17787" y="63033"/>
                  <a:pt x="15758" y="68806"/>
                  <a:pt x="15758" y="75983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CF9B42-3042-48C7-A413-89E1E27E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7849" y="5408865"/>
            <a:ext cx="77231" cy="111712"/>
          </a:xfrm>
          <a:custGeom xmlns:a="http://schemas.openxmlformats.org/drawingml/2006/main">
            <a:pathLst>
              <a:path w="77231" h="111712">
                <a:moveTo>
                  <a:pt x="48367" y="111712"/>
                </a:moveTo>
                <a:lnTo>
                  <a:pt x="48367" y="85033"/>
                </a:lnTo>
                <a:lnTo>
                  <a:pt x="0" y="85033"/>
                </a:lnTo>
                <a:lnTo>
                  <a:pt x="0" y="72395"/>
                </a:lnTo>
                <a:lnTo>
                  <a:pt x="50864" y="0"/>
                </a:lnTo>
                <a:lnTo>
                  <a:pt x="62097" y="0"/>
                </a:lnTo>
                <a:lnTo>
                  <a:pt x="62097" y="72395"/>
                </a:lnTo>
                <a:lnTo>
                  <a:pt x="77231" y="72395"/>
                </a:lnTo>
                <a:lnTo>
                  <a:pt x="77231" y="85033"/>
                </a:lnTo>
                <a:lnTo>
                  <a:pt x="62097" y="85033"/>
                </a:lnTo>
                <a:lnTo>
                  <a:pt x="62097" y="111712"/>
                </a:lnTo>
                <a:lnTo>
                  <a:pt x="48367" y="111712"/>
                </a:lnTo>
                <a:close/>
                <a:moveTo>
                  <a:pt x="48367" y="72395"/>
                </a:moveTo>
                <a:lnTo>
                  <a:pt x="48367" y="21999"/>
                </a:lnTo>
                <a:lnTo>
                  <a:pt x="13418" y="72395"/>
                </a:lnTo>
                <a:lnTo>
                  <a:pt x="48367" y="723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E62EFA-A546-4814-8715-C815C204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768" y="5504975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D2B7EB-5B09-44E8-9321-8989A601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497" y="5408397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68D2D2-BA2D-497E-8459-CCD90CBA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0670" y="5887855"/>
            <a:ext cx="72395" cy="110308"/>
          </a:xfrm>
          <a:custGeom xmlns:a="http://schemas.openxmlformats.org/drawingml/2006/main">
            <a:pathLst>
              <a:path w="72395" h="110308">
                <a:moveTo>
                  <a:pt x="0" y="13262"/>
                </a:moveTo>
                <a:lnTo>
                  <a:pt x="0" y="0"/>
                </a:lnTo>
                <a:lnTo>
                  <a:pt x="72395" y="0"/>
                </a:lnTo>
                <a:lnTo>
                  <a:pt x="72395" y="10766"/>
                </a:lnTo>
                <a:cubicBezTo>
                  <a:pt x="65218" y="18411"/>
                  <a:pt x="58041" y="28552"/>
                  <a:pt x="51176" y="41034"/>
                </a:cubicBezTo>
                <a:cubicBezTo>
                  <a:pt x="44155" y="53516"/>
                  <a:pt x="38694" y="66466"/>
                  <a:pt x="34949" y="79572"/>
                </a:cubicBezTo>
                <a:cubicBezTo>
                  <a:pt x="32141" y="88933"/>
                  <a:pt x="30424" y="99231"/>
                  <a:pt x="29800" y="110308"/>
                </a:cubicBezTo>
                <a:lnTo>
                  <a:pt x="15602" y="110308"/>
                </a:lnTo>
                <a:cubicBezTo>
                  <a:pt x="15758" y="101571"/>
                  <a:pt x="17475" y="90961"/>
                  <a:pt x="20751" y="78480"/>
                </a:cubicBezTo>
                <a:cubicBezTo>
                  <a:pt x="24028" y="65998"/>
                  <a:pt x="28708" y="53984"/>
                  <a:pt x="34949" y="42438"/>
                </a:cubicBezTo>
                <a:cubicBezTo>
                  <a:pt x="41190" y="30893"/>
                  <a:pt x="47743" y="21219"/>
                  <a:pt x="54764" y="13262"/>
                </a:cubicBezTo>
                <a:lnTo>
                  <a:pt x="0" y="1326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7A1288-026E-4159-A477-0A2BD313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10" y="5885983"/>
            <a:ext cx="73955" cy="112181"/>
          </a:xfrm>
          <a:custGeom xmlns:a="http://schemas.openxmlformats.org/drawingml/2006/main">
            <a:pathLst>
              <a:path w="73955" h="112181">
                <a:moveTo>
                  <a:pt x="73955" y="99075"/>
                </a:moveTo>
                <a:lnTo>
                  <a:pt x="73955" y="112181"/>
                </a:lnTo>
                <a:lnTo>
                  <a:pt x="156" y="112181"/>
                </a:lnTo>
                <a:cubicBezTo>
                  <a:pt x="0" y="108904"/>
                  <a:pt x="624" y="105784"/>
                  <a:pt x="1872" y="102663"/>
                </a:cubicBezTo>
                <a:cubicBezTo>
                  <a:pt x="3745" y="97670"/>
                  <a:pt x="6709" y="92834"/>
                  <a:pt x="10766" y="87841"/>
                </a:cubicBezTo>
                <a:cubicBezTo>
                  <a:pt x="14822" y="83004"/>
                  <a:pt x="20907" y="77387"/>
                  <a:pt x="28708" y="70834"/>
                </a:cubicBezTo>
                <a:cubicBezTo>
                  <a:pt x="40878" y="61005"/>
                  <a:pt x="48991" y="53204"/>
                  <a:pt x="53360" y="47275"/>
                </a:cubicBezTo>
                <a:cubicBezTo>
                  <a:pt x="57572" y="41502"/>
                  <a:pt x="59757" y="36041"/>
                  <a:pt x="59757" y="30737"/>
                </a:cubicBezTo>
                <a:cubicBezTo>
                  <a:pt x="59757" y="25432"/>
                  <a:pt x="57729" y="20751"/>
                  <a:pt x="53828" y="17007"/>
                </a:cubicBezTo>
                <a:cubicBezTo>
                  <a:pt x="49927" y="13262"/>
                  <a:pt x="44935" y="11390"/>
                  <a:pt x="38694" y="11390"/>
                </a:cubicBezTo>
                <a:cubicBezTo>
                  <a:pt x="32141" y="11390"/>
                  <a:pt x="26836" y="13418"/>
                  <a:pt x="22935" y="17319"/>
                </a:cubicBezTo>
                <a:cubicBezTo>
                  <a:pt x="18879" y="21375"/>
                  <a:pt x="16850" y="26836"/>
                  <a:pt x="16850" y="33857"/>
                </a:cubicBezTo>
                <a:lnTo>
                  <a:pt x="2808" y="32297"/>
                </a:lnTo>
                <a:cubicBezTo>
                  <a:pt x="3745" y="21843"/>
                  <a:pt x="7333" y="13886"/>
                  <a:pt x="13574" y="8269"/>
                </a:cubicBezTo>
                <a:cubicBezTo>
                  <a:pt x="19815" y="2808"/>
                  <a:pt x="28396" y="0"/>
                  <a:pt x="39006" y="0"/>
                </a:cubicBezTo>
                <a:cubicBezTo>
                  <a:pt x="49615" y="0"/>
                  <a:pt x="58197" y="3120"/>
                  <a:pt x="64438" y="9049"/>
                </a:cubicBezTo>
                <a:cubicBezTo>
                  <a:pt x="70678" y="14978"/>
                  <a:pt x="73799" y="22311"/>
                  <a:pt x="73799" y="31049"/>
                </a:cubicBezTo>
                <a:cubicBezTo>
                  <a:pt x="73799" y="35573"/>
                  <a:pt x="72863" y="39942"/>
                  <a:pt x="70990" y="44311"/>
                </a:cubicBezTo>
                <a:cubicBezTo>
                  <a:pt x="69118" y="48679"/>
                  <a:pt x="66154" y="53204"/>
                  <a:pt x="61941" y="57885"/>
                </a:cubicBezTo>
                <a:cubicBezTo>
                  <a:pt x="57729" y="62721"/>
                  <a:pt x="50707" y="69274"/>
                  <a:pt x="40878" y="77543"/>
                </a:cubicBezTo>
                <a:cubicBezTo>
                  <a:pt x="32609" y="84408"/>
                  <a:pt x="27304" y="89089"/>
                  <a:pt x="24964" y="91586"/>
                </a:cubicBezTo>
                <a:cubicBezTo>
                  <a:pt x="22623" y="94082"/>
                  <a:pt x="20751" y="96578"/>
                  <a:pt x="19191" y="99075"/>
                </a:cubicBezTo>
                <a:lnTo>
                  <a:pt x="73955" y="9907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2DF585-F335-4B4F-84C1-CF1D55E9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033" y="5982561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10B461-A930-48B7-A9D9-A76FF59F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762" y="5885983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68D321-4551-4FB5-A7A3-C1D703E5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8586" y="4520753"/>
            <a:ext cx="73955" cy="111868"/>
          </a:xfrm>
          <a:custGeom xmlns:a="http://schemas.openxmlformats.org/drawingml/2006/main">
            <a:pathLst>
              <a:path w="73955" h="111868">
                <a:moveTo>
                  <a:pt x="0" y="80820"/>
                </a:moveTo>
                <a:lnTo>
                  <a:pt x="14354" y="79728"/>
                </a:lnTo>
                <a:cubicBezTo>
                  <a:pt x="15290" y="86749"/>
                  <a:pt x="17787" y="92054"/>
                  <a:pt x="21687" y="95486"/>
                </a:cubicBezTo>
                <a:cubicBezTo>
                  <a:pt x="25588" y="99075"/>
                  <a:pt x="30268" y="100791"/>
                  <a:pt x="35729" y="100791"/>
                </a:cubicBezTo>
                <a:cubicBezTo>
                  <a:pt x="42282" y="100791"/>
                  <a:pt x="47899" y="98294"/>
                  <a:pt x="52580" y="93302"/>
                </a:cubicBezTo>
                <a:cubicBezTo>
                  <a:pt x="57104" y="88309"/>
                  <a:pt x="59445" y="81756"/>
                  <a:pt x="59445" y="73487"/>
                </a:cubicBezTo>
                <a:cubicBezTo>
                  <a:pt x="59445" y="65686"/>
                  <a:pt x="57104" y="59601"/>
                  <a:pt x="52736" y="55076"/>
                </a:cubicBezTo>
                <a:cubicBezTo>
                  <a:pt x="48367" y="50551"/>
                  <a:pt x="42594" y="48211"/>
                  <a:pt x="35573" y="48211"/>
                </a:cubicBezTo>
                <a:cubicBezTo>
                  <a:pt x="31205" y="48211"/>
                  <a:pt x="27148" y="49303"/>
                  <a:pt x="23559" y="51332"/>
                </a:cubicBezTo>
                <a:cubicBezTo>
                  <a:pt x="19971" y="53360"/>
                  <a:pt x="17163" y="55856"/>
                  <a:pt x="15290" y="58977"/>
                </a:cubicBezTo>
                <a:lnTo>
                  <a:pt x="2340" y="57416"/>
                </a:lnTo>
                <a:lnTo>
                  <a:pt x="13106" y="0"/>
                </a:lnTo>
                <a:lnTo>
                  <a:pt x="68650" y="0"/>
                </a:lnTo>
                <a:lnTo>
                  <a:pt x="68650" y="13106"/>
                </a:lnTo>
                <a:lnTo>
                  <a:pt x="24184" y="13106"/>
                </a:lnTo>
                <a:lnTo>
                  <a:pt x="18099" y="43062"/>
                </a:lnTo>
                <a:cubicBezTo>
                  <a:pt x="24808" y="38382"/>
                  <a:pt x="31829" y="36041"/>
                  <a:pt x="39162" y="36041"/>
                </a:cubicBezTo>
                <a:cubicBezTo>
                  <a:pt x="48835" y="36041"/>
                  <a:pt x="57104" y="39474"/>
                  <a:pt x="63813" y="46183"/>
                </a:cubicBezTo>
                <a:cubicBezTo>
                  <a:pt x="70522" y="53048"/>
                  <a:pt x="73955" y="61629"/>
                  <a:pt x="73955" y="72239"/>
                </a:cubicBezTo>
                <a:cubicBezTo>
                  <a:pt x="73955" y="82380"/>
                  <a:pt x="70990" y="91117"/>
                  <a:pt x="65062" y="98451"/>
                </a:cubicBezTo>
                <a:cubicBezTo>
                  <a:pt x="57885" y="107500"/>
                  <a:pt x="48211" y="111868"/>
                  <a:pt x="35729" y="111868"/>
                </a:cubicBezTo>
                <a:cubicBezTo>
                  <a:pt x="25588" y="111868"/>
                  <a:pt x="17319" y="109060"/>
                  <a:pt x="10922" y="103443"/>
                </a:cubicBezTo>
                <a:cubicBezTo>
                  <a:pt x="4369" y="97826"/>
                  <a:pt x="780" y="90337"/>
                  <a:pt x="0" y="80820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EEAA74-C66B-45EC-9686-F49AFB12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179" y="4518725"/>
            <a:ext cx="73487" cy="113897"/>
          </a:xfrm>
          <a:custGeom xmlns:a="http://schemas.openxmlformats.org/drawingml/2006/main">
            <a:pathLst>
              <a:path w="73487" h="113897">
                <a:moveTo>
                  <a:pt x="21219" y="51644"/>
                </a:moveTo>
                <a:cubicBezTo>
                  <a:pt x="15446" y="49615"/>
                  <a:pt x="11234" y="46651"/>
                  <a:pt x="8425" y="42750"/>
                </a:cubicBezTo>
                <a:cubicBezTo>
                  <a:pt x="5617" y="39006"/>
                  <a:pt x="4369" y="34325"/>
                  <a:pt x="4369" y="28864"/>
                </a:cubicBezTo>
                <a:cubicBezTo>
                  <a:pt x="4369" y="20751"/>
                  <a:pt x="7177" y="14042"/>
                  <a:pt x="13106" y="8425"/>
                </a:cubicBezTo>
                <a:cubicBezTo>
                  <a:pt x="19035" y="2808"/>
                  <a:pt x="26836" y="0"/>
                  <a:pt x="36509" y="0"/>
                </a:cubicBezTo>
                <a:cubicBezTo>
                  <a:pt x="46183" y="0"/>
                  <a:pt x="54140" y="2964"/>
                  <a:pt x="60069" y="8581"/>
                </a:cubicBezTo>
                <a:cubicBezTo>
                  <a:pt x="65998" y="14198"/>
                  <a:pt x="68962" y="21063"/>
                  <a:pt x="68962" y="29176"/>
                </a:cubicBezTo>
                <a:cubicBezTo>
                  <a:pt x="68962" y="34481"/>
                  <a:pt x="67558" y="39006"/>
                  <a:pt x="64906" y="42750"/>
                </a:cubicBezTo>
                <a:cubicBezTo>
                  <a:pt x="62097" y="46651"/>
                  <a:pt x="58041" y="49615"/>
                  <a:pt x="52424" y="51644"/>
                </a:cubicBezTo>
                <a:cubicBezTo>
                  <a:pt x="59289" y="53828"/>
                  <a:pt x="64438" y="57416"/>
                  <a:pt x="68026" y="62409"/>
                </a:cubicBezTo>
                <a:cubicBezTo>
                  <a:pt x="71615" y="67402"/>
                  <a:pt x="73487" y="73331"/>
                  <a:pt x="73487" y="80196"/>
                </a:cubicBezTo>
                <a:cubicBezTo>
                  <a:pt x="73487" y="89869"/>
                  <a:pt x="70054" y="97826"/>
                  <a:pt x="63345" y="104223"/>
                </a:cubicBezTo>
                <a:cubicBezTo>
                  <a:pt x="56480" y="110776"/>
                  <a:pt x="47587" y="113897"/>
                  <a:pt x="36665" y="113897"/>
                </a:cubicBezTo>
                <a:cubicBezTo>
                  <a:pt x="25588" y="113897"/>
                  <a:pt x="16694" y="110776"/>
                  <a:pt x="9985" y="104223"/>
                </a:cubicBezTo>
                <a:cubicBezTo>
                  <a:pt x="3276" y="97826"/>
                  <a:pt x="0" y="89713"/>
                  <a:pt x="0" y="79884"/>
                </a:cubicBezTo>
                <a:cubicBezTo>
                  <a:pt x="0" y="72707"/>
                  <a:pt x="1716" y="66622"/>
                  <a:pt x="5461" y="61629"/>
                </a:cubicBezTo>
                <a:cubicBezTo>
                  <a:pt x="9049" y="56792"/>
                  <a:pt x="14354" y="53516"/>
                  <a:pt x="21219" y="51644"/>
                </a:cubicBezTo>
                <a:close/>
                <a:moveTo>
                  <a:pt x="18411" y="28396"/>
                </a:moveTo>
                <a:cubicBezTo>
                  <a:pt x="18411" y="33701"/>
                  <a:pt x="20127" y="38070"/>
                  <a:pt x="23559" y="41346"/>
                </a:cubicBezTo>
                <a:cubicBezTo>
                  <a:pt x="26992" y="44779"/>
                  <a:pt x="31361" y="46339"/>
                  <a:pt x="36821" y="46339"/>
                </a:cubicBezTo>
                <a:cubicBezTo>
                  <a:pt x="42126" y="46339"/>
                  <a:pt x="46339" y="44779"/>
                  <a:pt x="49771" y="41346"/>
                </a:cubicBezTo>
                <a:cubicBezTo>
                  <a:pt x="53204" y="38070"/>
                  <a:pt x="54920" y="34013"/>
                  <a:pt x="54920" y="29176"/>
                </a:cubicBezTo>
                <a:cubicBezTo>
                  <a:pt x="54920" y="24184"/>
                  <a:pt x="53048" y="19971"/>
                  <a:pt x="49615" y="16538"/>
                </a:cubicBezTo>
                <a:cubicBezTo>
                  <a:pt x="46183" y="13106"/>
                  <a:pt x="41814" y="11390"/>
                  <a:pt x="36665" y="11390"/>
                </a:cubicBezTo>
                <a:cubicBezTo>
                  <a:pt x="31361" y="11390"/>
                  <a:pt x="26992" y="13106"/>
                  <a:pt x="23559" y="16382"/>
                </a:cubicBezTo>
                <a:cubicBezTo>
                  <a:pt x="20127" y="19815"/>
                  <a:pt x="18411" y="23715"/>
                  <a:pt x="18411" y="28396"/>
                </a:cubicBezTo>
                <a:close/>
                <a:moveTo>
                  <a:pt x="14042" y="79884"/>
                </a:moveTo>
                <a:cubicBezTo>
                  <a:pt x="14042" y="83940"/>
                  <a:pt x="14978" y="87685"/>
                  <a:pt x="16850" y="91273"/>
                </a:cubicBezTo>
                <a:cubicBezTo>
                  <a:pt x="18723" y="95018"/>
                  <a:pt x="21375" y="97826"/>
                  <a:pt x="25120" y="99855"/>
                </a:cubicBezTo>
                <a:cubicBezTo>
                  <a:pt x="28708" y="101883"/>
                  <a:pt x="32609" y="102819"/>
                  <a:pt x="36821" y="102819"/>
                </a:cubicBezTo>
                <a:cubicBezTo>
                  <a:pt x="43374" y="102819"/>
                  <a:pt x="48679" y="100791"/>
                  <a:pt x="53048" y="96578"/>
                </a:cubicBezTo>
                <a:cubicBezTo>
                  <a:pt x="57260" y="92366"/>
                  <a:pt x="59445" y="86905"/>
                  <a:pt x="59445" y="80352"/>
                </a:cubicBezTo>
                <a:cubicBezTo>
                  <a:pt x="59445" y="73799"/>
                  <a:pt x="57260" y="68494"/>
                  <a:pt x="52892" y="64125"/>
                </a:cubicBezTo>
                <a:cubicBezTo>
                  <a:pt x="48523" y="59757"/>
                  <a:pt x="42906" y="57572"/>
                  <a:pt x="36353" y="57572"/>
                </a:cubicBezTo>
                <a:cubicBezTo>
                  <a:pt x="29800" y="57572"/>
                  <a:pt x="24496" y="59757"/>
                  <a:pt x="20283" y="63969"/>
                </a:cubicBezTo>
                <a:cubicBezTo>
                  <a:pt x="16070" y="68338"/>
                  <a:pt x="14042" y="73643"/>
                  <a:pt x="14042" y="7988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E63917-DA85-4C8D-9063-A05A9ECA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729" y="4615303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00F442-3152-4861-B3BE-02E84482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458" y="4518725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54A3C4-C81D-436E-B079-BBD969CC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733" y="5061813"/>
            <a:ext cx="73643" cy="113897"/>
          </a:xfrm>
          <a:custGeom xmlns:a="http://schemas.openxmlformats.org/drawingml/2006/main">
            <a:pathLst>
              <a:path w="73643" h="113897">
                <a:moveTo>
                  <a:pt x="71771" y="27772"/>
                </a:moveTo>
                <a:lnTo>
                  <a:pt x="58041" y="28864"/>
                </a:lnTo>
                <a:cubicBezTo>
                  <a:pt x="56792" y="23559"/>
                  <a:pt x="55076" y="19659"/>
                  <a:pt x="52892" y="17163"/>
                </a:cubicBezTo>
                <a:cubicBezTo>
                  <a:pt x="49147" y="13418"/>
                  <a:pt x="44467" y="11390"/>
                  <a:pt x="39162" y="11390"/>
                </a:cubicBezTo>
                <a:cubicBezTo>
                  <a:pt x="34793" y="11390"/>
                  <a:pt x="30893" y="12638"/>
                  <a:pt x="27616" y="14978"/>
                </a:cubicBezTo>
                <a:cubicBezTo>
                  <a:pt x="23247" y="18099"/>
                  <a:pt x="19971" y="22779"/>
                  <a:pt x="17475" y="28708"/>
                </a:cubicBezTo>
                <a:cubicBezTo>
                  <a:pt x="14978" y="34793"/>
                  <a:pt x="13574" y="43374"/>
                  <a:pt x="13574" y="54608"/>
                </a:cubicBezTo>
                <a:cubicBezTo>
                  <a:pt x="16850" y="49615"/>
                  <a:pt x="20907" y="46027"/>
                  <a:pt x="25744" y="43530"/>
                </a:cubicBezTo>
                <a:cubicBezTo>
                  <a:pt x="30424" y="41034"/>
                  <a:pt x="35417" y="39786"/>
                  <a:pt x="40722" y="39786"/>
                </a:cubicBezTo>
                <a:cubicBezTo>
                  <a:pt x="49771" y="39786"/>
                  <a:pt x="57572" y="43218"/>
                  <a:pt x="63969" y="49927"/>
                </a:cubicBezTo>
                <a:cubicBezTo>
                  <a:pt x="70366" y="56636"/>
                  <a:pt x="73643" y="65374"/>
                  <a:pt x="73643" y="75983"/>
                </a:cubicBezTo>
                <a:cubicBezTo>
                  <a:pt x="73643" y="83004"/>
                  <a:pt x="72083" y="89557"/>
                  <a:pt x="69118" y="95486"/>
                </a:cubicBezTo>
                <a:cubicBezTo>
                  <a:pt x="65998" y="101571"/>
                  <a:pt x="61941" y="106096"/>
                  <a:pt x="56636" y="109216"/>
                </a:cubicBezTo>
                <a:cubicBezTo>
                  <a:pt x="51332" y="112337"/>
                  <a:pt x="45403" y="113897"/>
                  <a:pt x="38694" y="113897"/>
                </a:cubicBezTo>
                <a:cubicBezTo>
                  <a:pt x="27148" y="113897"/>
                  <a:pt x="17943" y="109840"/>
                  <a:pt x="10766" y="101415"/>
                </a:cubicBezTo>
                <a:cubicBezTo>
                  <a:pt x="3589" y="93146"/>
                  <a:pt x="0" y="79260"/>
                  <a:pt x="0" y="59913"/>
                </a:cubicBezTo>
                <a:cubicBezTo>
                  <a:pt x="0" y="38382"/>
                  <a:pt x="3901" y="22779"/>
                  <a:pt x="11858" y="12794"/>
                </a:cubicBezTo>
                <a:cubicBezTo>
                  <a:pt x="18723" y="4369"/>
                  <a:pt x="28084" y="0"/>
                  <a:pt x="39942" y="0"/>
                </a:cubicBezTo>
                <a:cubicBezTo>
                  <a:pt x="48679" y="0"/>
                  <a:pt x="56012" y="2496"/>
                  <a:pt x="61629" y="7489"/>
                </a:cubicBezTo>
                <a:cubicBezTo>
                  <a:pt x="67246" y="12482"/>
                  <a:pt x="70522" y="19191"/>
                  <a:pt x="71771" y="27772"/>
                </a:cubicBezTo>
                <a:close/>
                <a:moveTo>
                  <a:pt x="15758" y="75983"/>
                </a:moveTo>
                <a:cubicBezTo>
                  <a:pt x="15758" y="80664"/>
                  <a:pt x="16694" y="85189"/>
                  <a:pt x="18723" y="89557"/>
                </a:cubicBezTo>
                <a:cubicBezTo>
                  <a:pt x="20595" y="93926"/>
                  <a:pt x="23403" y="97202"/>
                  <a:pt x="27148" y="99387"/>
                </a:cubicBezTo>
                <a:cubicBezTo>
                  <a:pt x="30737" y="101727"/>
                  <a:pt x="34481" y="102819"/>
                  <a:pt x="38538" y="102819"/>
                </a:cubicBezTo>
                <a:cubicBezTo>
                  <a:pt x="44155" y="102819"/>
                  <a:pt x="49147" y="100479"/>
                  <a:pt x="53360" y="95798"/>
                </a:cubicBezTo>
                <a:cubicBezTo>
                  <a:pt x="57416" y="91117"/>
                  <a:pt x="59601" y="84877"/>
                  <a:pt x="59601" y="76763"/>
                </a:cubicBezTo>
                <a:cubicBezTo>
                  <a:pt x="59601" y="69118"/>
                  <a:pt x="57416" y="63033"/>
                  <a:pt x="53360" y="58509"/>
                </a:cubicBezTo>
                <a:cubicBezTo>
                  <a:pt x="49303" y="54140"/>
                  <a:pt x="44155" y="51800"/>
                  <a:pt x="37914" y="51800"/>
                </a:cubicBezTo>
                <a:cubicBezTo>
                  <a:pt x="31673" y="51800"/>
                  <a:pt x="26524" y="54140"/>
                  <a:pt x="22155" y="58509"/>
                </a:cubicBezTo>
                <a:cubicBezTo>
                  <a:pt x="17787" y="63033"/>
                  <a:pt x="15758" y="68806"/>
                  <a:pt x="15758" y="75983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04AA94-30D3-41B0-85EA-8DE95DF7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1559" y="5061813"/>
            <a:ext cx="41190" cy="112181"/>
          </a:xfrm>
          <a:custGeom xmlns:a="http://schemas.openxmlformats.org/drawingml/2006/main">
            <a:pathLst>
              <a:path w="41190" h="112181">
                <a:moveTo>
                  <a:pt x="41190" y="112181"/>
                </a:moveTo>
                <a:lnTo>
                  <a:pt x="27460" y="112181"/>
                </a:lnTo>
                <a:lnTo>
                  <a:pt x="27460" y="24808"/>
                </a:lnTo>
                <a:cubicBezTo>
                  <a:pt x="24028" y="27928"/>
                  <a:pt x="19659" y="31205"/>
                  <a:pt x="14354" y="34325"/>
                </a:cubicBezTo>
                <a:cubicBezTo>
                  <a:pt x="9049" y="37446"/>
                  <a:pt x="4213" y="39786"/>
                  <a:pt x="0" y="41346"/>
                </a:cubicBezTo>
                <a:lnTo>
                  <a:pt x="0" y="28084"/>
                </a:lnTo>
                <a:cubicBezTo>
                  <a:pt x="7645" y="24496"/>
                  <a:pt x="14354" y="20127"/>
                  <a:pt x="20127" y="14978"/>
                </a:cubicBezTo>
                <a:cubicBezTo>
                  <a:pt x="25744" y="9985"/>
                  <a:pt x="29800" y="4993"/>
                  <a:pt x="32297" y="0"/>
                </a:cubicBezTo>
                <a:lnTo>
                  <a:pt x="41190" y="0"/>
                </a:lnTo>
                <a:lnTo>
                  <a:pt x="41190" y="112181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A046F8-6F55-46F4-B79C-1D6BEDBD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499" y="5158391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B138A5-0781-489C-90DB-660088B7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228" y="5061813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DF4071-18FE-4972-8F89-43BE2949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488" y="5604915"/>
            <a:ext cx="73643" cy="113897"/>
          </a:xfrm>
          <a:custGeom xmlns:a="http://schemas.openxmlformats.org/drawingml/2006/main">
            <a:pathLst>
              <a:path w="73643" h="113897">
                <a:moveTo>
                  <a:pt x="71771" y="27772"/>
                </a:moveTo>
                <a:lnTo>
                  <a:pt x="58041" y="28864"/>
                </a:lnTo>
                <a:cubicBezTo>
                  <a:pt x="56792" y="23559"/>
                  <a:pt x="55076" y="19659"/>
                  <a:pt x="52892" y="17163"/>
                </a:cubicBezTo>
                <a:cubicBezTo>
                  <a:pt x="49147" y="13418"/>
                  <a:pt x="44467" y="11390"/>
                  <a:pt x="39162" y="11390"/>
                </a:cubicBezTo>
                <a:cubicBezTo>
                  <a:pt x="34793" y="11390"/>
                  <a:pt x="30893" y="12638"/>
                  <a:pt x="27616" y="14978"/>
                </a:cubicBezTo>
                <a:cubicBezTo>
                  <a:pt x="23247" y="18099"/>
                  <a:pt x="19971" y="22779"/>
                  <a:pt x="17475" y="28708"/>
                </a:cubicBezTo>
                <a:cubicBezTo>
                  <a:pt x="14978" y="34793"/>
                  <a:pt x="13574" y="43374"/>
                  <a:pt x="13574" y="54608"/>
                </a:cubicBezTo>
                <a:cubicBezTo>
                  <a:pt x="16850" y="49615"/>
                  <a:pt x="20907" y="46027"/>
                  <a:pt x="25744" y="43530"/>
                </a:cubicBezTo>
                <a:cubicBezTo>
                  <a:pt x="30424" y="41034"/>
                  <a:pt x="35417" y="39786"/>
                  <a:pt x="40722" y="39786"/>
                </a:cubicBezTo>
                <a:cubicBezTo>
                  <a:pt x="49771" y="39786"/>
                  <a:pt x="57572" y="43218"/>
                  <a:pt x="63969" y="49927"/>
                </a:cubicBezTo>
                <a:cubicBezTo>
                  <a:pt x="70366" y="56636"/>
                  <a:pt x="73643" y="65374"/>
                  <a:pt x="73643" y="75983"/>
                </a:cubicBezTo>
                <a:cubicBezTo>
                  <a:pt x="73643" y="83004"/>
                  <a:pt x="72083" y="89557"/>
                  <a:pt x="69118" y="95486"/>
                </a:cubicBezTo>
                <a:cubicBezTo>
                  <a:pt x="65998" y="101571"/>
                  <a:pt x="61941" y="106096"/>
                  <a:pt x="56636" y="109216"/>
                </a:cubicBezTo>
                <a:cubicBezTo>
                  <a:pt x="51332" y="112337"/>
                  <a:pt x="45403" y="113897"/>
                  <a:pt x="38694" y="113897"/>
                </a:cubicBezTo>
                <a:cubicBezTo>
                  <a:pt x="27148" y="113897"/>
                  <a:pt x="17943" y="109840"/>
                  <a:pt x="10766" y="101415"/>
                </a:cubicBezTo>
                <a:cubicBezTo>
                  <a:pt x="3589" y="93146"/>
                  <a:pt x="0" y="79260"/>
                  <a:pt x="0" y="59913"/>
                </a:cubicBezTo>
                <a:cubicBezTo>
                  <a:pt x="0" y="38382"/>
                  <a:pt x="3901" y="22779"/>
                  <a:pt x="11858" y="12794"/>
                </a:cubicBezTo>
                <a:cubicBezTo>
                  <a:pt x="18723" y="4369"/>
                  <a:pt x="28084" y="0"/>
                  <a:pt x="39942" y="0"/>
                </a:cubicBezTo>
                <a:cubicBezTo>
                  <a:pt x="48679" y="0"/>
                  <a:pt x="56012" y="2496"/>
                  <a:pt x="61629" y="7489"/>
                </a:cubicBezTo>
                <a:cubicBezTo>
                  <a:pt x="67246" y="12482"/>
                  <a:pt x="70522" y="19191"/>
                  <a:pt x="71771" y="27772"/>
                </a:cubicBezTo>
                <a:close/>
                <a:moveTo>
                  <a:pt x="15758" y="75983"/>
                </a:moveTo>
                <a:cubicBezTo>
                  <a:pt x="15758" y="80664"/>
                  <a:pt x="16694" y="85189"/>
                  <a:pt x="18723" y="89557"/>
                </a:cubicBezTo>
                <a:cubicBezTo>
                  <a:pt x="20595" y="93926"/>
                  <a:pt x="23403" y="97202"/>
                  <a:pt x="27148" y="99387"/>
                </a:cubicBezTo>
                <a:cubicBezTo>
                  <a:pt x="30737" y="101727"/>
                  <a:pt x="34481" y="102819"/>
                  <a:pt x="38538" y="102819"/>
                </a:cubicBezTo>
                <a:cubicBezTo>
                  <a:pt x="44155" y="102819"/>
                  <a:pt x="49147" y="100479"/>
                  <a:pt x="53360" y="95798"/>
                </a:cubicBezTo>
                <a:cubicBezTo>
                  <a:pt x="57416" y="91117"/>
                  <a:pt x="59601" y="84877"/>
                  <a:pt x="59601" y="76763"/>
                </a:cubicBezTo>
                <a:cubicBezTo>
                  <a:pt x="59601" y="69118"/>
                  <a:pt x="57416" y="63033"/>
                  <a:pt x="53360" y="58509"/>
                </a:cubicBezTo>
                <a:cubicBezTo>
                  <a:pt x="49303" y="54140"/>
                  <a:pt x="44155" y="51800"/>
                  <a:pt x="37914" y="51800"/>
                </a:cubicBezTo>
                <a:cubicBezTo>
                  <a:pt x="31673" y="51800"/>
                  <a:pt x="26524" y="54140"/>
                  <a:pt x="22155" y="58509"/>
                </a:cubicBezTo>
                <a:cubicBezTo>
                  <a:pt x="17787" y="63033"/>
                  <a:pt x="15758" y="68806"/>
                  <a:pt x="15758" y="75983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BC4CB3-2A04-44DF-8BEA-A5D00052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336" y="5605383"/>
            <a:ext cx="77231" cy="111712"/>
          </a:xfrm>
          <a:custGeom xmlns:a="http://schemas.openxmlformats.org/drawingml/2006/main">
            <a:pathLst>
              <a:path w="77231" h="111712">
                <a:moveTo>
                  <a:pt x="48367" y="111712"/>
                </a:moveTo>
                <a:lnTo>
                  <a:pt x="48367" y="85033"/>
                </a:lnTo>
                <a:lnTo>
                  <a:pt x="0" y="85033"/>
                </a:lnTo>
                <a:lnTo>
                  <a:pt x="0" y="72395"/>
                </a:lnTo>
                <a:lnTo>
                  <a:pt x="50864" y="0"/>
                </a:lnTo>
                <a:lnTo>
                  <a:pt x="62097" y="0"/>
                </a:lnTo>
                <a:lnTo>
                  <a:pt x="62097" y="72395"/>
                </a:lnTo>
                <a:lnTo>
                  <a:pt x="77231" y="72395"/>
                </a:lnTo>
                <a:lnTo>
                  <a:pt x="77231" y="85033"/>
                </a:lnTo>
                <a:lnTo>
                  <a:pt x="62097" y="85033"/>
                </a:lnTo>
                <a:lnTo>
                  <a:pt x="62097" y="111712"/>
                </a:lnTo>
                <a:lnTo>
                  <a:pt x="48367" y="111712"/>
                </a:lnTo>
                <a:close/>
                <a:moveTo>
                  <a:pt x="48367" y="72395"/>
                </a:moveTo>
                <a:lnTo>
                  <a:pt x="48367" y="21999"/>
                </a:lnTo>
                <a:lnTo>
                  <a:pt x="13418" y="72395"/>
                </a:lnTo>
                <a:lnTo>
                  <a:pt x="48367" y="723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64FA4F-B02B-4646-A8AC-AB4BF064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1254" y="5701493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B88B55-2AE2-487E-A3AA-88022735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984" y="5604915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9787FB-9CFB-4C53-B65F-B8AEE9FC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243" y="6148002"/>
            <a:ext cx="73643" cy="113897"/>
          </a:xfrm>
          <a:custGeom xmlns:a="http://schemas.openxmlformats.org/drawingml/2006/main">
            <a:pathLst>
              <a:path w="73643" h="113897">
                <a:moveTo>
                  <a:pt x="71771" y="27772"/>
                </a:moveTo>
                <a:lnTo>
                  <a:pt x="58041" y="28864"/>
                </a:lnTo>
                <a:cubicBezTo>
                  <a:pt x="56792" y="23559"/>
                  <a:pt x="55076" y="19659"/>
                  <a:pt x="52892" y="17163"/>
                </a:cubicBezTo>
                <a:cubicBezTo>
                  <a:pt x="49147" y="13418"/>
                  <a:pt x="44467" y="11390"/>
                  <a:pt x="39162" y="11390"/>
                </a:cubicBezTo>
                <a:cubicBezTo>
                  <a:pt x="34793" y="11390"/>
                  <a:pt x="30893" y="12638"/>
                  <a:pt x="27616" y="14978"/>
                </a:cubicBezTo>
                <a:cubicBezTo>
                  <a:pt x="23247" y="18099"/>
                  <a:pt x="19971" y="22779"/>
                  <a:pt x="17475" y="28708"/>
                </a:cubicBezTo>
                <a:cubicBezTo>
                  <a:pt x="14978" y="34793"/>
                  <a:pt x="13574" y="43374"/>
                  <a:pt x="13574" y="54608"/>
                </a:cubicBezTo>
                <a:cubicBezTo>
                  <a:pt x="16850" y="49615"/>
                  <a:pt x="20907" y="46027"/>
                  <a:pt x="25744" y="43530"/>
                </a:cubicBezTo>
                <a:cubicBezTo>
                  <a:pt x="30424" y="41034"/>
                  <a:pt x="35417" y="39786"/>
                  <a:pt x="40722" y="39786"/>
                </a:cubicBezTo>
                <a:cubicBezTo>
                  <a:pt x="49771" y="39786"/>
                  <a:pt x="57572" y="43218"/>
                  <a:pt x="63969" y="49927"/>
                </a:cubicBezTo>
                <a:cubicBezTo>
                  <a:pt x="70366" y="56636"/>
                  <a:pt x="73643" y="65374"/>
                  <a:pt x="73643" y="75983"/>
                </a:cubicBezTo>
                <a:cubicBezTo>
                  <a:pt x="73643" y="83004"/>
                  <a:pt x="72083" y="89557"/>
                  <a:pt x="69118" y="95486"/>
                </a:cubicBezTo>
                <a:cubicBezTo>
                  <a:pt x="65998" y="101571"/>
                  <a:pt x="61941" y="106096"/>
                  <a:pt x="56636" y="109216"/>
                </a:cubicBezTo>
                <a:cubicBezTo>
                  <a:pt x="51332" y="112337"/>
                  <a:pt x="45403" y="113897"/>
                  <a:pt x="38694" y="113897"/>
                </a:cubicBezTo>
                <a:cubicBezTo>
                  <a:pt x="27148" y="113897"/>
                  <a:pt x="17943" y="109840"/>
                  <a:pt x="10766" y="101415"/>
                </a:cubicBezTo>
                <a:cubicBezTo>
                  <a:pt x="3589" y="93146"/>
                  <a:pt x="0" y="79260"/>
                  <a:pt x="0" y="59913"/>
                </a:cubicBezTo>
                <a:cubicBezTo>
                  <a:pt x="0" y="38382"/>
                  <a:pt x="3901" y="22779"/>
                  <a:pt x="11858" y="12794"/>
                </a:cubicBezTo>
                <a:cubicBezTo>
                  <a:pt x="18723" y="4369"/>
                  <a:pt x="28084" y="0"/>
                  <a:pt x="39942" y="0"/>
                </a:cubicBezTo>
                <a:cubicBezTo>
                  <a:pt x="48679" y="0"/>
                  <a:pt x="56012" y="2496"/>
                  <a:pt x="61629" y="7489"/>
                </a:cubicBezTo>
                <a:cubicBezTo>
                  <a:pt x="67246" y="12482"/>
                  <a:pt x="70522" y="19191"/>
                  <a:pt x="71771" y="27772"/>
                </a:cubicBezTo>
                <a:close/>
                <a:moveTo>
                  <a:pt x="15758" y="75983"/>
                </a:moveTo>
                <a:cubicBezTo>
                  <a:pt x="15758" y="80664"/>
                  <a:pt x="16694" y="85189"/>
                  <a:pt x="18723" y="89557"/>
                </a:cubicBezTo>
                <a:cubicBezTo>
                  <a:pt x="20595" y="93926"/>
                  <a:pt x="23403" y="97202"/>
                  <a:pt x="27148" y="99387"/>
                </a:cubicBezTo>
                <a:cubicBezTo>
                  <a:pt x="30737" y="101727"/>
                  <a:pt x="34481" y="102819"/>
                  <a:pt x="38538" y="102819"/>
                </a:cubicBezTo>
                <a:cubicBezTo>
                  <a:pt x="44155" y="102819"/>
                  <a:pt x="49147" y="100479"/>
                  <a:pt x="53360" y="95798"/>
                </a:cubicBezTo>
                <a:cubicBezTo>
                  <a:pt x="57416" y="91117"/>
                  <a:pt x="59601" y="84877"/>
                  <a:pt x="59601" y="76763"/>
                </a:cubicBezTo>
                <a:cubicBezTo>
                  <a:pt x="59601" y="69118"/>
                  <a:pt x="57416" y="63033"/>
                  <a:pt x="53360" y="58509"/>
                </a:cubicBezTo>
                <a:cubicBezTo>
                  <a:pt x="49303" y="54140"/>
                  <a:pt x="44155" y="51800"/>
                  <a:pt x="37914" y="51800"/>
                </a:cubicBezTo>
                <a:cubicBezTo>
                  <a:pt x="31673" y="51800"/>
                  <a:pt x="26524" y="54140"/>
                  <a:pt x="22155" y="58509"/>
                </a:cubicBezTo>
                <a:cubicBezTo>
                  <a:pt x="17787" y="63033"/>
                  <a:pt x="15758" y="68806"/>
                  <a:pt x="15758" y="75983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7B0486-5C4B-4F16-BED5-D58B404E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396" y="6149874"/>
            <a:ext cx="72395" cy="110308"/>
          </a:xfrm>
          <a:custGeom xmlns:a="http://schemas.openxmlformats.org/drawingml/2006/main">
            <a:pathLst>
              <a:path w="72395" h="110308">
                <a:moveTo>
                  <a:pt x="0" y="13262"/>
                </a:moveTo>
                <a:lnTo>
                  <a:pt x="0" y="0"/>
                </a:lnTo>
                <a:lnTo>
                  <a:pt x="72395" y="0"/>
                </a:lnTo>
                <a:lnTo>
                  <a:pt x="72395" y="10766"/>
                </a:lnTo>
                <a:cubicBezTo>
                  <a:pt x="65218" y="18411"/>
                  <a:pt x="58041" y="28552"/>
                  <a:pt x="51176" y="41034"/>
                </a:cubicBezTo>
                <a:cubicBezTo>
                  <a:pt x="44155" y="53516"/>
                  <a:pt x="38694" y="66466"/>
                  <a:pt x="34949" y="79572"/>
                </a:cubicBezTo>
                <a:cubicBezTo>
                  <a:pt x="32141" y="88933"/>
                  <a:pt x="30424" y="99231"/>
                  <a:pt x="29800" y="110308"/>
                </a:cubicBezTo>
                <a:lnTo>
                  <a:pt x="15602" y="110308"/>
                </a:lnTo>
                <a:cubicBezTo>
                  <a:pt x="15758" y="101571"/>
                  <a:pt x="17475" y="90961"/>
                  <a:pt x="20751" y="78480"/>
                </a:cubicBezTo>
                <a:cubicBezTo>
                  <a:pt x="24028" y="65998"/>
                  <a:pt x="28708" y="53984"/>
                  <a:pt x="34949" y="42438"/>
                </a:cubicBezTo>
                <a:cubicBezTo>
                  <a:pt x="41190" y="30893"/>
                  <a:pt x="47743" y="21219"/>
                  <a:pt x="54764" y="13262"/>
                </a:cubicBezTo>
                <a:lnTo>
                  <a:pt x="0" y="1326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0FA33C-8718-4095-BE40-EC144935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7010" y="6244580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189A03-0BF5-47D3-A2F7-C1B1946E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739" y="6148002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68212F-E3AB-4B3A-AE3B-BED2747B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270" y="4332136"/>
            <a:ext cx="73955" cy="111868"/>
          </a:xfrm>
          <a:custGeom xmlns:a="http://schemas.openxmlformats.org/drawingml/2006/main">
            <a:pathLst>
              <a:path w="73955" h="111868">
                <a:moveTo>
                  <a:pt x="0" y="80820"/>
                </a:moveTo>
                <a:lnTo>
                  <a:pt x="14354" y="79728"/>
                </a:lnTo>
                <a:cubicBezTo>
                  <a:pt x="15290" y="86749"/>
                  <a:pt x="17787" y="92054"/>
                  <a:pt x="21687" y="95486"/>
                </a:cubicBezTo>
                <a:cubicBezTo>
                  <a:pt x="25588" y="99075"/>
                  <a:pt x="30268" y="100791"/>
                  <a:pt x="35729" y="100791"/>
                </a:cubicBezTo>
                <a:cubicBezTo>
                  <a:pt x="42282" y="100791"/>
                  <a:pt x="47899" y="98294"/>
                  <a:pt x="52580" y="93302"/>
                </a:cubicBezTo>
                <a:cubicBezTo>
                  <a:pt x="57104" y="88309"/>
                  <a:pt x="59445" y="81756"/>
                  <a:pt x="59445" y="73487"/>
                </a:cubicBezTo>
                <a:cubicBezTo>
                  <a:pt x="59445" y="65686"/>
                  <a:pt x="57104" y="59601"/>
                  <a:pt x="52736" y="55076"/>
                </a:cubicBezTo>
                <a:cubicBezTo>
                  <a:pt x="48367" y="50551"/>
                  <a:pt x="42594" y="48211"/>
                  <a:pt x="35573" y="48211"/>
                </a:cubicBezTo>
                <a:cubicBezTo>
                  <a:pt x="31205" y="48211"/>
                  <a:pt x="27148" y="49303"/>
                  <a:pt x="23559" y="51332"/>
                </a:cubicBezTo>
                <a:cubicBezTo>
                  <a:pt x="19971" y="53360"/>
                  <a:pt x="17163" y="55856"/>
                  <a:pt x="15290" y="58977"/>
                </a:cubicBezTo>
                <a:lnTo>
                  <a:pt x="2340" y="57416"/>
                </a:lnTo>
                <a:lnTo>
                  <a:pt x="13106" y="0"/>
                </a:lnTo>
                <a:lnTo>
                  <a:pt x="68650" y="0"/>
                </a:lnTo>
                <a:lnTo>
                  <a:pt x="68650" y="13106"/>
                </a:lnTo>
                <a:lnTo>
                  <a:pt x="24184" y="13106"/>
                </a:lnTo>
                <a:lnTo>
                  <a:pt x="18099" y="43062"/>
                </a:lnTo>
                <a:cubicBezTo>
                  <a:pt x="24808" y="38382"/>
                  <a:pt x="31829" y="36041"/>
                  <a:pt x="39162" y="36041"/>
                </a:cubicBezTo>
                <a:cubicBezTo>
                  <a:pt x="48835" y="36041"/>
                  <a:pt x="57104" y="39474"/>
                  <a:pt x="63813" y="46183"/>
                </a:cubicBezTo>
                <a:cubicBezTo>
                  <a:pt x="70522" y="53048"/>
                  <a:pt x="73955" y="61629"/>
                  <a:pt x="73955" y="72239"/>
                </a:cubicBezTo>
                <a:cubicBezTo>
                  <a:pt x="73955" y="82380"/>
                  <a:pt x="70990" y="91117"/>
                  <a:pt x="65062" y="98451"/>
                </a:cubicBezTo>
                <a:cubicBezTo>
                  <a:pt x="57885" y="107500"/>
                  <a:pt x="48211" y="111868"/>
                  <a:pt x="35729" y="111868"/>
                </a:cubicBezTo>
                <a:cubicBezTo>
                  <a:pt x="25588" y="111868"/>
                  <a:pt x="17319" y="109060"/>
                  <a:pt x="10922" y="103443"/>
                </a:cubicBezTo>
                <a:cubicBezTo>
                  <a:pt x="4369" y="97826"/>
                  <a:pt x="780" y="90337"/>
                  <a:pt x="0" y="80820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339FC8-C098-4823-86AD-AFB5CC41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7495" y="4330576"/>
            <a:ext cx="77231" cy="111712"/>
          </a:xfrm>
          <a:custGeom xmlns:a="http://schemas.openxmlformats.org/drawingml/2006/main">
            <a:pathLst>
              <a:path w="77231" h="111712">
                <a:moveTo>
                  <a:pt x="48367" y="111712"/>
                </a:moveTo>
                <a:lnTo>
                  <a:pt x="48367" y="85033"/>
                </a:lnTo>
                <a:lnTo>
                  <a:pt x="0" y="85033"/>
                </a:lnTo>
                <a:lnTo>
                  <a:pt x="0" y="72395"/>
                </a:lnTo>
                <a:lnTo>
                  <a:pt x="50864" y="0"/>
                </a:lnTo>
                <a:lnTo>
                  <a:pt x="62097" y="0"/>
                </a:lnTo>
                <a:lnTo>
                  <a:pt x="62097" y="72395"/>
                </a:lnTo>
                <a:lnTo>
                  <a:pt x="77231" y="72395"/>
                </a:lnTo>
                <a:lnTo>
                  <a:pt x="77231" y="85033"/>
                </a:lnTo>
                <a:lnTo>
                  <a:pt x="62097" y="85033"/>
                </a:lnTo>
                <a:lnTo>
                  <a:pt x="62097" y="111712"/>
                </a:lnTo>
                <a:lnTo>
                  <a:pt x="48367" y="111712"/>
                </a:lnTo>
                <a:close/>
                <a:moveTo>
                  <a:pt x="48367" y="72395"/>
                </a:moveTo>
                <a:lnTo>
                  <a:pt x="48367" y="21999"/>
                </a:lnTo>
                <a:lnTo>
                  <a:pt x="13418" y="72395"/>
                </a:lnTo>
                <a:lnTo>
                  <a:pt x="48367" y="723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E1392F-2266-49A3-9256-498FA6E7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413" y="4426686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08C7BF-C9FC-4BCA-8F5E-90A5690B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142" y="4330108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D71D35-7D97-4762-A05D-39121BC0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724" y="4686620"/>
            <a:ext cx="73955" cy="111868"/>
          </a:xfrm>
          <a:custGeom xmlns:a="http://schemas.openxmlformats.org/drawingml/2006/main">
            <a:pathLst>
              <a:path w="73955" h="111868">
                <a:moveTo>
                  <a:pt x="0" y="80820"/>
                </a:moveTo>
                <a:lnTo>
                  <a:pt x="14354" y="79728"/>
                </a:lnTo>
                <a:cubicBezTo>
                  <a:pt x="15290" y="86749"/>
                  <a:pt x="17787" y="92054"/>
                  <a:pt x="21687" y="95486"/>
                </a:cubicBezTo>
                <a:cubicBezTo>
                  <a:pt x="25588" y="99075"/>
                  <a:pt x="30268" y="100791"/>
                  <a:pt x="35729" y="100791"/>
                </a:cubicBezTo>
                <a:cubicBezTo>
                  <a:pt x="42282" y="100791"/>
                  <a:pt x="47899" y="98294"/>
                  <a:pt x="52580" y="93302"/>
                </a:cubicBezTo>
                <a:cubicBezTo>
                  <a:pt x="57104" y="88309"/>
                  <a:pt x="59445" y="81756"/>
                  <a:pt x="59445" y="73487"/>
                </a:cubicBezTo>
                <a:cubicBezTo>
                  <a:pt x="59445" y="65686"/>
                  <a:pt x="57104" y="59601"/>
                  <a:pt x="52736" y="55076"/>
                </a:cubicBezTo>
                <a:cubicBezTo>
                  <a:pt x="48367" y="50551"/>
                  <a:pt x="42594" y="48211"/>
                  <a:pt x="35573" y="48211"/>
                </a:cubicBezTo>
                <a:cubicBezTo>
                  <a:pt x="31205" y="48211"/>
                  <a:pt x="27148" y="49303"/>
                  <a:pt x="23559" y="51332"/>
                </a:cubicBezTo>
                <a:cubicBezTo>
                  <a:pt x="19971" y="53360"/>
                  <a:pt x="17163" y="55856"/>
                  <a:pt x="15290" y="58977"/>
                </a:cubicBezTo>
                <a:lnTo>
                  <a:pt x="2340" y="57416"/>
                </a:lnTo>
                <a:lnTo>
                  <a:pt x="13106" y="0"/>
                </a:lnTo>
                <a:lnTo>
                  <a:pt x="68650" y="0"/>
                </a:lnTo>
                <a:lnTo>
                  <a:pt x="68650" y="13106"/>
                </a:lnTo>
                <a:lnTo>
                  <a:pt x="24184" y="13106"/>
                </a:lnTo>
                <a:lnTo>
                  <a:pt x="18099" y="43062"/>
                </a:lnTo>
                <a:cubicBezTo>
                  <a:pt x="24808" y="38382"/>
                  <a:pt x="31829" y="36041"/>
                  <a:pt x="39162" y="36041"/>
                </a:cubicBezTo>
                <a:cubicBezTo>
                  <a:pt x="48835" y="36041"/>
                  <a:pt x="57104" y="39474"/>
                  <a:pt x="63813" y="46183"/>
                </a:cubicBezTo>
                <a:cubicBezTo>
                  <a:pt x="70522" y="53048"/>
                  <a:pt x="73955" y="61629"/>
                  <a:pt x="73955" y="72239"/>
                </a:cubicBezTo>
                <a:cubicBezTo>
                  <a:pt x="73955" y="82380"/>
                  <a:pt x="70990" y="91117"/>
                  <a:pt x="65062" y="98451"/>
                </a:cubicBezTo>
                <a:cubicBezTo>
                  <a:pt x="57885" y="107500"/>
                  <a:pt x="48211" y="111868"/>
                  <a:pt x="35729" y="111868"/>
                </a:cubicBezTo>
                <a:cubicBezTo>
                  <a:pt x="25588" y="111868"/>
                  <a:pt x="17319" y="109060"/>
                  <a:pt x="10922" y="103443"/>
                </a:cubicBezTo>
                <a:cubicBezTo>
                  <a:pt x="4369" y="97826"/>
                  <a:pt x="780" y="90337"/>
                  <a:pt x="0" y="80820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E54BA6-17C4-4AED-B923-D1B3D51A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317" y="4684592"/>
            <a:ext cx="73487" cy="113897"/>
          </a:xfrm>
          <a:custGeom xmlns:a="http://schemas.openxmlformats.org/drawingml/2006/main">
            <a:pathLst>
              <a:path w="73487" h="113897">
                <a:moveTo>
                  <a:pt x="21219" y="51644"/>
                </a:moveTo>
                <a:cubicBezTo>
                  <a:pt x="15446" y="49615"/>
                  <a:pt x="11234" y="46651"/>
                  <a:pt x="8425" y="42750"/>
                </a:cubicBezTo>
                <a:cubicBezTo>
                  <a:pt x="5617" y="39006"/>
                  <a:pt x="4369" y="34325"/>
                  <a:pt x="4369" y="28864"/>
                </a:cubicBezTo>
                <a:cubicBezTo>
                  <a:pt x="4369" y="20751"/>
                  <a:pt x="7177" y="14042"/>
                  <a:pt x="13106" y="8425"/>
                </a:cubicBezTo>
                <a:cubicBezTo>
                  <a:pt x="19035" y="2808"/>
                  <a:pt x="26836" y="0"/>
                  <a:pt x="36509" y="0"/>
                </a:cubicBezTo>
                <a:cubicBezTo>
                  <a:pt x="46183" y="0"/>
                  <a:pt x="54140" y="2964"/>
                  <a:pt x="60069" y="8581"/>
                </a:cubicBezTo>
                <a:cubicBezTo>
                  <a:pt x="65998" y="14198"/>
                  <a:pt x="68962" y="21063"/>
                  <a:pt x="68962" y="29176"/>
                </a:cubicBezTo>
                <a:cubicBezTo>
                  <a:pt x="68962" y="34481"/>
                  <a:pt x="67558" y="39006"/>
                  <a:pt x="64906" y="42750"/>
                </a:cubicBezTo>
                <a:cubicBezTo>
                  <a:pt x="62097" y="46651"/>
                  <a:pt x="58041" y="49615"/>
                  <a:pt x="52424" y="51644"/>
                </a:cubicBezTo>
                <a:cubicBezTo>
                  <a:pt x="59289" y="53828"/>
                  <a:pt x="64438" y="57416"/>
                  <a:pt x="68026" y="62409"/>
                </a:cubicBezTo>
                <a:cubicBezTo>
                  <a:pt x="71615" y="67402"/>
                  <a:pt x="73487" y="73331"/>
                  <a:pt x="73487" y="80196"/>
                </a:cubicBezTo>
                <a:cubicBezTo>
                  <a:pt x="73487" y="89869"/>
                  <a:pt x="70054" y="97826"/>
                  <a:pt x="63345" y="104223"/>
                </a:cubicBezTo>
                <a:cubicBezTo>
                  <a:pt x="56480" y="110776"/>
                  <a:pt x="47587" y="113897"/>
                  <a:pt x="36665" y="113897"/>
                </a:cubicBezTo>
                <a:cubicBezTo>
                  <a:pt x="25588" y="113897"/>
                  <a:pt x="16694" y="110776"/>
                  <a:pt x="9985" y="104223"/>
                </a:cubicBezTo>
                <a:cubicBezTo>
                  <a:pt x="3276" y="97826"/>
                  <a:pt x="0" y="89713"/>
                  <a:pt x="0" y="79884"/>
                </a:cubicBezTo>
                <a:cubicBezTo>
                  <a:pt x="0" y="72707"/>
                  <a:pt x="1716" y="66622"/>
                  <a:pt x="5461" y="61629"/>
                </a:cubicBezTo>
                <a:cubicBezTo>
                  <a:pt x="9049" y="56792"/>
                  <a:pt x="14354" y="53516"/>
                  <a:pt x="21219" y="51644"/>
                </a:cubicBezTo>
                <a:close/>
                <a:moveTo>
                  <a:pt x="18411" y="28396"/>
                </a:moveTo>
                <a:cubicBezTo>
                  <a:pt x="18411" y="33701"/>
                  <a:pt x="20127" y="38070"/>
                  <a:pt x="23559" y="41346"/>
                </a:cubicBezTo>
                <a:cubicBezTo>
                  <a:pt x="26992" y="44779"/>
                  <a:pt x="31361" y="46339"/>
                  <a:pt x="36821" y="46339"/>
                </a:cubicBezTo>
                <a:cubicBezTo>
                  <a:pt x="42126" y="46339"/>
                  <a:pt x="46339" y="44779"/>
                  <a:pt x="49771" y="41346"/>
                </a:cubicBezTo>
                <a:cubicBezTo>
                  <a:pt x="53204" y="38070"/>
                  <a:pt x="54920" y="34013"/>
                  <a:pt x="54920" y="29176"/>
                </a:cubicBezTo>
                <a:cubicBezTo>
                  <a:pt x="54920" y="24184"/>
                  <a:pt x="53048" y="19971"/>
                  <a:pt x="49615" y="16538"/>
                </a:cubicBezTo>
                <a:cubicBezTo>
                  <a:pt x="46183" y="13106"/>
                  <a:pt x="41814" y="11390"/>
                  <a:pt x="36665" y="11390"/>
                </a:cubicBezTo>
                <a:cubicBezTo>
                  <a:pt x="31361" y="11390"/>
                  <a:pt x="26992" y="13106"/>
                  <a:pt x="23559" y="16382"/>
                </a:cubicBezTo>
                <a:cubicBezTo>
                  <a:pt x="20127" y="19815"/>
                  <a:pt x="18411" y="23715"/>
                  <a:pt x="18411" y="28396"/>
                </a:cubicBezTo>
                <a:close/>
                <a:moveTo>
                  <a:pt x="14042" y="79884"/>
                </a:moveTo>
                <a:cubicBezTo>
                  <a:pt x="14042" y="83940"/>
                  <a:pt x="14978" y="87685"/>
                  <a:pt x="16850" y="91273"/>
                </a:cubicBezTo>
                <a:cubicBezTo>
                  <a:pt x="18723" y="95018"/>
                  <a:pt x="21375" y="97826"/>
                  <a:pt x="25120" y="99855"/>
                </a:cubicBezTo>
                <a:cubicBezTo>
                  <a:pt x="28708" y="101883"/>
                  <a:pt x="32609" y="102819"/>
                  <a:pt x="36821" y="102819"/>
                </a:cubicBezTo>
                <a:cubicBezTo>
                  <a:pt x="43374" y="102819"/>
                  <a:pt x="48679" y="100791"/>
                  <a:pt x="53048" y="96578"/>
                </a:cubicBezTo>
                <a:cubicBezTo>
                  <a:pt x="57260" y="92366"/>
                  <a:pt x="59445" y="86905"/>
                  <a:pt x="59445" y="80352"/>
                </a:cubicBezTo>
                <a:cubicBezTo>
                  <a:pt x="59445" y="73799"/>
                  <a:pt x="57260" y="68494"/>
                  <a:pt x="52892" y="64125"/>
                </a:cubicBezTo>
                <a:cubicBezTo>
                  <a:pt x="48523" y="59757"/>
                  <a:pt x="42906" y="57572"/>
                  <a:pt x="36353" y="57572"/>
                </a:cubicBezTo>
                <a:cubicBezTo>
                  <a:pt x="29800" y="57572"/>
                  <a:pt x="24496" y="59757"/>
                  <a:pt x="20283" y="63969"/>
                </a:cubicBezTo>
                <a:cubicBezTo>
                  <a:pt x="16070" y="68338"/>
                  <a:pt x="14042" y="73643"/>
                  <a:pt x="14042" y="7988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60710B-4735-4D71-8AEF-A90A349C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867" y="4781170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007AAB-BA17-405B-B99E-CCB2B93D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596" y="4684592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3D5B93-E672-425F-A09E-14384C2E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9554" y="5039062"/>
            <a:ext cx="73643" cy="113897"/>
          </a:xfrm>
          <a:custGeom xmlns:a="http://schemas.openxmlformats.org/drawingml/2006/main">
            <a:pathLst>
              <a:path w="73643" h="113897">
                <a:moveTo>
                  <a:pt x="71771" y="27772"/>
                </a:moveTo>
                <a:lnTo>
                  <a:pt x="58041" y="28864"/>
                </a:lnTo>
                <a:cubicBezTo>
                  <a:pt x="56792" y="23559"/>
                  <a:pt x="55076" y="19659"/>
                  <a:pt x="52892" y="17163"/>
                </a:cubicBezTo>
                <a:cubicBezTo>
                  <a:pt x="49147" y="13418"/>
                  <a:pt x="44467" y="11390"/>
                  <a:pt x="39162" y="11390"/>
                </a:cubicBezTo>
                <a:cubicBezTo>
                  <a:pt x="34793" y="11390"/>
                  <a:pt x="30893" y="12638"/>
                  <a:pt x="27616" y="14978"/>
                </a:cubicBezTo>
                <a:cubicBezTo>
                  <a:pt x="23247" y="18099"/>
                  <a:pt x="19971" y="22779"/>
                  <a:pt x="17475" y="28708"/>
                </a:cubicBezTo>
                <a:cubicBezTo>
                  <a:pt x="14978" y="34793"/>
                  <a:pt x="13574" y="43374"/>
                  <a:pt x="13574" y="54608"/>
                </a:cubicBezTo>
                <a:cubicBezTo>
                  <a:pt x="16850" y="49615"/>
                  <a:pt x="20907" y="46027"/>
                  <a:pt x="25744" y="43530"/>
                </a:cubicBezTo>
                <a:cubicBezTo>
                  <a:pt x="30424" y="41034"/>
                  <a:pt x="35417" y="39786"/>
                  <a:pt x="40722" y="39786"/>
                </a:cubicBezTo>
                <a:cubicBezTo>
                  <a:pt x="49771" y="39786"/>
                  <a:pt x="57572" y="43218"/>
                  <a:pt x="63969" y="49927"/>
                </a:cubicBezTo>
                <a:cubicBezTo>
                  <a:pt x="70366" y="56636"/>
                  <a:pt x="73643" y="65374"/>
                  <a:pt x="73643" y="75983"/>
                </a:cubicBezTo>
                <a:cubicBezTo>
                  <a:pt x="73643" y="83004"/>
                  <a:pt x="72083" y="89557"/>
                  <a:pt x="69118" y="95486"/>
                </a:cubicBezTo>
                <a:cubicBezTo>
                  <a:pt x="65998" y="101571"/>
                  <a:pt x="61941" y="106096"/>
                  <a:pt x="56636" y="109216"/>
                </a:cubicBezTo>
                <a:cubicBezTo>
                  <a:pt x="51332" y="112337"/>
                  <a:pt x="45403" y="113897"/>
                  <a:pt x="38694" y="113897"/>
                </a:cubicBezTo>
                <a:cubicBezTo>
                  <a:pt x="27148" y="113897"/>
                  <a:pt x="17943" y="109840"/>
                  <a:pt x="10766" y="101415"/>
                </a:cubicBezTo>
                <a:cubicBezTo>
                  <a:pt x="3589" y="93146"/>
                  <a:pt x="0" y="79260"/>
                  <a:pt x="0" y="59913"/>
                </a:cubicBezTo>
                <a:cubicBezTo>
                  <a:pt x="0" y="38382"/>
                  <a:pt x="3901" y="22779"/>
                  <a:pt x="11858" y="12794"/>
                </a:cubicBezTo>
                <a:cubicBezTo>
                  <a:pt x="18723" y="4369"/>
                  <a:pt x="28084" y="0"/>
                  <a:pt x="39942" y="0"/>
                </a:cubicBezTo>
                <a:cubicBezTo>
                  <a:pt x="48679" y="0"/>
                  <a:pt x="56012" y="2496"/>
                  <a:pt x="61629" y="7489"/>
                </a:cubicBezTo>
                <a:cubicBezTo>
                  <a:pt x="67246" y="12482"/>
                  <a:pt x="70522" y="19191"/>
                  <a:pt x="71771" y="27772"/>
                </a:cubicBezTo>
                <a:close/>
                <a:moveTo>
                  <a:pt x="15758" y="75983"/>
                </a:moveTo>
                <a:cubicBezTo>
                  <a:pt x="15758" y="80664"/>
                  <a:pt x="16694" y="85189"/>
                  <a:pt x="18723" y="89557"/>
                </a:cubicBezTo>
                <a:cubicBezTo>
                  <a:pt x="20595" y="93926"/>
                  <a:pt x="23403" y="97202"/>
                  <a:pt x="27148" y="99387"/>
                </a:cubicBezTo>
                <a:cubicBezTo>
                  <a:pt x="30737" y="101727"/>
                  <a:pt x="34481" y="102819"/>
                  <a:pt x="38538" y="102819"/>
                </a:cubicBezTo>
                <a:cubicBezTo>
                  <a:pt x="44155" y="102819"/>
                  <a:pt x="49147" y="100479"/>
                  <a:pt x="53360" y="95798"/>
                </a:cubicBezTo>
                <a:cubicBezTo>
                  <a:pt x="57416" y="91117"/>
                  <a:pt x="59601" y="84877"/>
                  <a:pt x="59601" y="76763"/>
                </a:cubicBezTo>
                <a:cubicBezTo>
                  <a:pt x="59601" y="69118"/>
                  <a:pt x="57416" y="63033"/>
                  <a:pt x="53360" y="58509"/>
                </a:cubicBezTo>
                <a:cubicBezTo>
                  <a:pt x="49303" y="54140"/>
                  <a:pt x="44155" y="51800"/>
                  <a:pt x="37914" y="51800"/>
                </a:cubicBezTo>
                <a:cubicBezTo>
                  <a:pt x="31673" y="51800"/>
                  <a:pt x="26524" y="54140"/>
                  <a:pt x="22155" y="58509"/>
                </a:cubicBezTo>
                <a:cubicBezTo>
                  <a:pt x="17787" y="63033"/>
                  <a:pt x="15758" y="68806"/>
                  <a:pt x="15758" y="75983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69F063-8B9F-4D00-B407-704E1183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898" y="5039062"/>
            <a:ext cx="73955" cy="112181"/>
          </a:xfrm>
          <a:custGeom xmlns:a="http://schemas.openxmlformats.org/drawingml/2006/main">
            <a:pathLst>
              <a:path w="73955" h="112181">
                <a:moveTo>
                  <a:pt x="73955" y="99075"/>
                </a:moveTo>
                <a:lnTo>
                  <a:pt x="73955" y="112181"/>
                </a:lnTo>
                <a:lnTo>
                  <a:pt x="156" y="112181"/>
                </a:lnTo>
                <a:cubicBezTo>
                  <a:pt x="0" y="108904"/>
                  <a:pt x="624" y="105784"/>
                  <a:pt x="1872" y="102663"/>
                </a:cubicBezTo>
                <a:cubicBezTo>
                  <a:pt x="3745" y="97670"/>
                  <a:pt x="6709" y="92834"/>
                  <a:pt x="10766" y="87841"/>
                </a:cubicBezTo>
                <a:cubicBezTo>
                  <a:pt x="14822" y="83004"/>
                  <a:pt x="20907" y="77387"/>
                  <a:pt x="28708" y="70834"/>
                </a:cubicBezTo>
                <a:cubicBezTo>
                  <a:pt x="40878" y="61005"/>
                  <a:pt x="48991" y="53204"/>
                  <a:pt x="53360" y="47275"/>
                </a:cubicBezTo>
                <a:cubicBezTo>
                  <a:pt x="57572" y="41502"/>
                  <a:pt x="59757" y="36041"/>
                  <a:pt x="59757" y="30737"/>
                </a:cubicBezTo>
                <a:cubicBezTo>
                  <a:pt x="59757" y="25432"/>
                  <a:pt x="57729" y="20751"/>
                  <a:pt x="53828" y="17007"/>
                </a:cubicBezTo>
                <a:cubicBezTo>
                  <a:pt x="49927" y="13262"/>
                  <a:pt x="44935" y="11390"/>
                  <a:pt x="38694" y="11390"/>
                </a:cubicBezTo>
                <a:cubicBezTo>
                  <a:pt x="32141" y="11390"/>
                  <a:pt x="26836" y="13418"/>
                  <a:pt x="22935" y="17319"/>
                </a:cubicBezTo>
                <a:cubicBezTo>
                  <a:pt x="18879" y="21375"/>
                  <a:pt x="16850" y="26836"/>
                  <a:pt x="16850" y="33857"/>
                </a:cubicBezTo>
                <a:lnTo>
                  <a:pt x="2808" y="32297"/>
                </a:lnTo>
                <a:cubicBezTo>
                  <a:pt x="3745" y="21843"/>
                  <a:pt x="7333" y="13886"/>
                  <a:pt x="13574" y="8269"/>
                </a:cubicBezTo>
                <a:cubicBezTo>
                  <a:pt x="19815" y="2808"/>
                  <a:pt x="28396" y="0"/>
                  <a:pt x="39006" y="0"/>
                </a:cubicBezTo>
                <a:cubicBezTo>
                  <a:pt x="49615" y="0"/>
                  <a:pt x="58197" y="3120"/>
                  <a:pt x="64438" y="9049"/>
                </a:cubicBezTo>
                <a:cubicBezTo>
                  <a:pt x="70678" y="14978"/>
                  <a:pt x="73799" y="22311"/>
                  <a:pt x="73799" y="31049"/>
                </a:cubicBezTo>
                <a:cubicBezTo>
                  <a:pt x="73799" y="35573"/>
                  <a:pt x="72863" y="39942"/>
                  <a:pt x="70990" y="44311"/>
                </a:cubicBezTo>
                <a:cubicBezTo>
                  <a:pt x="69118" y="48679"/>
                  <a:pt x="66154" y="53204"/>
                  <a:pt x="61941" y="57885"/>
                </a:cubicBezTo>
                <a:cubicBezTo>
                  <a:pt x="57729" y="62721"/>
                  <a:pt x="50707" y="69274"/>
                  <a:pt x="40878" y="77543"/>
                </a:cubicBezTo>
                <a:cubicBezTo>
                  <a:pt x="32609" y="84408"/>
                  <a:pt x="27304" y="89089"/>
                  <a:pt x="24964" y="91586"/>
                </a:cubicBezTo>
                <a:cubicBezTo>
                  <a:pt x="22623" y="94082"/>
                  <a:pt x="20751" y="96578"/>
                  <a:pt x="19191" y="99075"/>
                </a:cubicBezTo>
                <a:lnTo>
                  <a:pt x="73955" y="9907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EB02F3-58D0-43AF-B9E7-821979EC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320" y="5135640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C1E51E-B0F1-415B-9234-C0CEE08E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050" y="5039062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058D6D-D1E8-40FD-801D-D55F72D8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007" y="5393546"/>
            <a:ext cx="73643" cy="113897"/>
          </a:xfrm>
          <a:custGeom xmlns:a="http://schemas.openxmlformats.org/drawingml/2006/main">
            <a:pathLst>
              <a:path w="73643" h="113897">
                <a:moveTo>
                  <a:pt x="71771" y="27772"/>
                </a:moveTo>
                <a:lnTo>
                  <a:pt x="58041" y="28864"/>
                </a:lnTo>
                <a:cubicBezTo>
                  <a:pt x="56792" y="23559"/>
                  <a:pt x="55076" y="19659"/>
                  <a:pt x="52892" y="17163"/>
                </a:cubicBezTo>
                <a:cubicBezTo>
                  <a:pt x="49147" y="13418"/>
                  <a:pt x="44467" y="11390"/>
                  <a:pt x="39162" y="11390"/>
                </a:cubicBezTo>
                <a:cubicBezTo>
                  <a:pt x="34793" y="11390"/>
                  <a:pt x="30893" y="12638"/>
                  <a:pt x="27616" y="14978"/>
                </a:cubicBezTo>
                <a:cubicBezTo>
                  <a:pt x="23247" y="18099"/>
                  <a:pt x="19971" y="22779"/>
                  <a:pt x="17475" y="28708"/>
                </a:cubicBezTo>
                <a:cubicBezTo>
                  <a:pt x="14978" y="34793"/>
                  <a:pt x="13574" y="43374"/>
                  <a:pt x="13574" y="54608"/>
                </a:cubicBezTo>
                <a:cubicBezTo>
                  <a:pt x="16850" y="49615"/>
                  <a:pt x="20907" y="46027"/>
                  <a:pt x="25744" y="43530"/>
                </a:cubicBezTo>
                <a:cubicBezTo>
                  <a:pt x="30424" y="41034"/>
                  <a:pt x="35417" y="39786"/>
                  <a:pt x="40722" y="39786"/>
                </a:cubicBezTo>
                <a:cubicBezTo>
                  <a:pt x="49771" y="39786"/>
                  <a:pt x="57572" y="43218"/>
                  <a:pt x="63969" y="49927"/>
                </a:cubicBezTo>
                <a:cubicBezTo>
                  <a:pt x="70366" y="56636"/>
                  <a:pt x="73643" y="65374"/>
                  <a:pt x="73643" y="75983"/>
                </a:cubicBezTo>
                <a:cubicBezTo>
                  <a:pt x="73643" y="83004"/>
                  <a:pt x="72083" y="89557"/>
                  <a:pt x="69118" y="95486"/>
                </a:cubicBezTo>
                <a:cubicBezTo>
                  <a:pt x="65998" y="101571"/>
                  <a:pt x="61941" y="106096"/>
                  <a:pt x="56636" y="109216"/>
                </a:cubicBezTo>
                <a:cubicBezTo>
                  <a:pt x="51332" y="112337"/>
                  <a:pt x="45403" y="113897"/>
                  <a:pt x="38694" y="113897"/>
                </a:cubicBezTo>
                <a:cubicBezTo>
                  <a:pt x="27148" y="113897"/>
                  <a:pt x="17943" y="109840"/>
                  <a:pt x="10766" y="101415"/>
                </a:cubicBezTo>
                <a:cubicBezTo>
                  <a:pt x="3589" y="93146"/>
                  <a:pt x="0" y="79260"/>
                  <a:pt x="0" y="59913"/>
                </a:cubicBezTo>
                <a:cubicBezTo>
                  <a:pt x="0" y="38382"/>
                  <a:pt x="3901" y="22779"/>
                  <a:pt x="11858" y="12794"/>
                </a:cubicBezTo>
                <a:cubicBezTo>
                  <a:pt x="18723" y="4369"/>
                  <a:pt x="28084" y="0"/>
                  <a:pt x="39942" y="0"/>
                </a:cubicBezTo>
                <a:cubicBezTo>
                  <a:pt x="48679" y="0"/>
                  <a:pt x="56012" y="2496"/>
                  <a:pt x="61629" y="7489"/>
                </a:cubicBezTo>
                <a:cubicBezTo>
                  <a:pt x="67246" y="12482"/>
                  <a:pt x="70522" y="19191"/>
                  <a:pt x="71771" y="27772"/>
                </a:cubicBezTo>
                <a:close/>
                <a:moveTo>
                  <a:pt x="15758" y="75983"/>
                </a:moveTo>
                <a:cubicBezTo>
                  <a:pt x="15758" y="80664"/>
                  <a:pt x="16694" y="85189"/>
                  <a:pt x="18723" y="89557"/>
                </a:cubicBezTo>
                <a:cubicBezTo>
                  <a:pt x="20595" y="93926"/>
                  <a:pt x="23403" y="97202"/>
                  <a:pt x="27148" y="99387"/>
                </a:cubicBezTo>
                <a:cubicBezTo>
                  <a:pt x="30737" y="101727"/>
                  <a:pt x="34481" y="102819"/>
                  <a:pt x="38538" y="102819"/>
                </a:cubicBezTo>
                <a:cubicBezTo>
                  <a:pt x="44155" y="102819"/>
                  <a:pt x="49147" y="100479"/>
                  <a:pt x="53360" y="95798"/>
                </a:cubicBezTo>
                <a:cubicBezTo>
                  <a:pt x="57416" y="91117"/>
                  <a:pt x="59601" y="84877"/>
                  <a:pt x="59601" y="76763"/>
                </a:cubicBezTo>
                <a:cubicBezTo>
                  <a:pt x="59601" y="69118"/>
                  <a:pt x="57416" y="63033"/>
                  <a:pt x="53360" y="58509"/>
                </a:cubicBezTo>
                <a:cubicBezTo>
                  <a:pt x="49303" y="54140"/>
                  <a:pt x="44155" y="51800"/>
                  <a:pt x="37914" y="51800"/>
                </a:cubicBezTo>
                <a:cubicBezTo>
                  <a:pt x="31673" y="51800"/>
                  <a:pt x="26524" y="54140"/>
                  <a:pt x="22155" y="58509"/>
                </a:cubicBezTo>
                <a:cubicBezTo>
                  <a:pt x="17787" y="63033"/>
                  <a:pt x="15758" y="68806"/>
                  <a:pt x="15758" y="75983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1FE040-CB7B-4AD2-B588-B2CEBCAD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756" y="5393546"/>
            <a:ext cx="73643" cy="113897"/>
          </a:xfrm>
          <a:custGeom xmlns:a="http://schemas.openxmlformats.org/drawingml/2006/main">
            <a:pathLst>
              <a:path w="73643" h="113897">
                <a:moveTo>
                  <a:pt x="71771" y="27772"/>
                </a:moveTo>
                <a:lnTo>
                  <a:pt x="58041" y="28864"/>
                </a:lnTo>
                <a:cubicBezTo>
                  <a:pt x="56792" y="23559"/>
                  <a:pt x="55076" y="19659"/>
                  <a:pt x="52892" y="17163"/>
                </a:cubicBezTo>
                <a:cubicBezTo>
                  <a:pt x="49147" y="13418"/>
                  <a:pt x="44467" y="11390"/>
                  <a:pt x="39162" y="11390"/>
                </a:cubicBezTo>
                <a:cubicBezTo>
                  <a:pt x="34793" y="11390"/>
                  <a:pt x="30893" y="12638"/>
                  <a:pt x="27616" y="14978"/>
                </a:cubicBezTo>
                <a:cubicBezTo>
                  <a:pt x="23247" y="18099"/>
                  <a:pt x="19971" y="22779"/>
                  <a:pt x="17475" y="28708"/>
                </a:cubicBezTo>
                <a:cubicBezTo>
                  <a:pt x="14978" y="34793"/>
                  <a:pt x="13574" y="43374"/>
                  <a:pt x="13574" y="54608"/>
                </a:cubicBezTo>
                <a:cubicBezTo>
                  <a:pt x="16850" y="49615"/>
                  <a:pt x="20907" y="46027"/>
                  <a:pt x="25744" y="43530"/>
                </a:cubicBezTo>
                <a:cubicBezTo>
                  <a:pt x="30424" y="41034"/>
                  <a:pt x="35417" y="39786"/>
                  <a:pt x="40722" y="39786"/>
                </a:cubicBezTo>
                <a:cubicBezTo>
                  <a:pt x="49771" y="39786"/>
                  <a:pt x="57572" y="43218"/>
                  <a:pt x="63969" y="49927"/>
                </a:cubicBezTo>
                <a:cubicBezTo>
                  <a:pt x="70366" y="56636"/>
                  <a:pt x="73643" y="65374"/>
                  <a:pt x="73643" y="75983"/>
                </a:cubicBezTo>
                <a:cubicBezTo>
                  <a:pt x="73643" y="83004"/>
                  <a:pt x="72083" y="89557"/>
                  <a:pt x="69118" y="95486"/>
                </a:cubicBezTo>
                <a:cubicBezTo>
                  <a:pt x="65998" y="101571"/>
                  <a:pt x="61941" y="106096"/>
                  <a:pt x="56636" y="109216"/>
                </a:cubicBezTo>
                <a:cubicBezTo>
                  <a:pt x="51332" y="112337"/>
                  <a:pt x="45403" y="113897"/>
                  <a:pt x="38694" y="113897"/>
                </a:cubicBezTo>
                <a:cubicBezTo>
                  <a:pt x="27148" y="113897"/>
                  <a:pt x="17943" y="109840"/>
                  <a:pt x="10766" y="101415"/>
                </a:cubicBezTo>
                <a:cubicBezTo>
                  <a:pt x="3589" y="93146"/>
                  <a:pt x="0" y="79260"/>
                  <a:pt x="0" y="59913"/>
                </a:cubicBezTo>
                <a:cubicBezTo>
                  <a:pt x="0" y="38382"/>
                  <a:pt x="3901" y="22779"/>
                  <a:pt x="11858" y="12794"/>
                </a:cubicBezTo>
                <a:cubicBezTo>
                  <a:pt x="18723" y="4369"/>
                  <a:pt x="28084" y="0"/>
                  <a:pt x="39942" y="0"/>
                </a:cubicBezTo>
                <a:cubicBezTo>
                  <a:pt x="48679" y="0"/>
                  <a:pt x="56012" y="2496"/>
                  <a:pt x="61629" y="7489"/>
                </a:cubicBezTo>
                <a:cubicBezTo>
                  <a:pt x="67246" y="12482"/>
                  <a:pt x="70522" y="19191"/>
                  <a:pt x="71771" y="27772"/>
                </a:cubicBezTo>
                <a:close/>
                <a:moveTo>
                  <a:pt x="15758" y="75983"/>
                </a:moveTo>
                <a:cubicBezTo>
                  <a:pt x="15758" y="80664"/>
                  <a:pt x="16694" y="85189"/>
                  <a:pt x="18723" y="89557"/>
                </a:cubicBezTo>
                <a:cubicBezTo>
                  <a:pt x="20595" y="93926"/>
                  <a:pt x="23403" y="97202"/>
                  <a:pt x="27148" y="99387"/>
                </a:cubicBezTo>
                <a:cubicBezTo>
                  <a:pt x="30737" y="101727"/>
                  <a:pt x="34481" y="102819"/>
                  <a:pt x="38538" y="102819"/>
                </a:cubicBezTo>
                <a:cubicBezTo>
                  <a:pt x="44155" y="102819"/>
                  <a:pt x="49147" y="100479"/>
                  <a:pt x="53360" y="95798"/>
                </a:cubicBezTo>
                <a:cubicBezTo>
                  <a:pt x="57416" y="91117"/>
                  <a:pt x="59601" y="84877"/>
                  <a:pt x="59601" y="76763"/>
                </a:cubicBezTo>
                <a:cubicBezTo>
                  <a:pt x="59601" y="69118"/>
                  <a:pt x="57416" y="63033"/>
                  <a:pt x="53360" y="58509"/>
                </a:cubicBezTo>
                <a:cubicBezTo>
                  <a:pt x="49303" y="54140"/>
                  <a:pt x="44155" y="51800"/>
                  <a:pt x="37914" y="51800"/>
                </a:cubicBezTo>
                <a:cubicBezTo>
                  <a:pt x="31673" y="51800"/>
                  <a:pt x="26524" y="54140"/>
                  <a:pt x="22155" y="58509"/>
                </a:cubicBezTo>
                <a:cubicBezTo>
                  <a:pt x="17787" y="63033"/>
                  <a:pt x="15758" y="68806"/>
                  <a:pt x="15758" y="75983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18CFD3-0185-4571-9CD7-270249CA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774" y="5490124"/>
            <a:ext cx="15602" cy="15602"/>
          </a:xfrm>
          <a:custGeom xmlns:a="http://schemas.openxmlformats.org/drawingml/2006/main">
            <a:pathLst>
              <a:path w="15602" h="15602">
                <a:moveTo>
                  <a:pt x="0" y="15602"/>
                </a:moveTo>
                <a:lnTo>
                  <a:pt x="0" y="0"/>
                </a:lnTo>
                <a:lnTo>
                  <a:pt x="15602" y="0"/>
                </a:lnTo>
                <a:lnTo>
                  <a:pt x="15602" y="15602"/>
                </a:lnTo>
                <a:lnTo>
                  <a:pt x="0" y="156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8E8099-AA03-41B0-893F-1978D70F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503" y="5393546"/>
            <a:ext cx="72707" cy="113897"/>
          </a:xfrm>
          <a:custGeom xmlns:a="http://schemas.openxmlformats.org/drawingml/2006/main">
            <a:pathLst>
              <a:path w="72707" h="113897">
                <a:moveTo>
                  <a:pt x="0" y="57104"/>
                </a:moveTo>
                <a:cubicBezTo>
                  <a:pt x="0" y="43998"/>
                  <a:pt x="1248" y="33389"/>
                  <a:pt x="4057" y="25276"/>
                </a:cubicBezTo>
                <a:cubicBezTo>
                  <a:pt x="6709" y="17163"/>
                  <a:pt x="10766" y="10922"/>
                  <a:pt x="16070" y="6553"/>
                </a:cubicBezTo>
                <a:cubicBezTo>
                  <a:pt x="21375" y="2184"/>
                  <a:pt x="28240" y="0"/>
                  <a:pt x="36353" y="0"/>
                </a:cubicBezTo>
                <a:cubicBezTo>
                  <a:pt x="42282" y="0"/>
                  <a:pt x="47587" y="1248"/>
                  <a:pt x="52112" y="3745"/>
                </a:cubicBezTo>
                <a:cubicBezTo>
                  <a:pt x="56480" y="6241"/>
                  <a:pt x="60225" y="9673"/>
                  <a:pt x="63189" y="14198"/>
                </a:cubicBezTo>
                <a:cubicBezTo>
                  <a:pt x="66154" y="18723"/>
                  <a:pt x="68494" y="24184"/>
                  <a:pt x="70210" y="30737"/>
                </a:cubicBezTo>
                <a:cubicBezTo>
                  <a:pt x="71771" y="37289"/>
                  <a:pt x="72707" y="46183"/>
                  <a:pt x="72707" y="57104"/>
                </a:cubicBezTo>
                <a:cubicBezTo>
                  <a:pt x="72707" y="70210"/>
                  <a:pt x="71303" y="80820"/>
                  <a:pt x="68650" y="88933"/>
                </a:cubicBezTo>
                <a:cubicBezTo>
                  <a:pt x="65998" y="97046"/>
                  <a:pt x="61941" y="103131"/>
                  <a:pt x="56636" y="107500"/>
                </a:cubicBezTo>
                <a:cubicBezTo>
                  <a:pt x="51332" y="111868"/>
                  <a:pt x="44467" y="113897"/>
                  <a:pt x="36353" y="113897"/>
                </a:cubicBezTo>
                <a:cubicBezTo>
                  <a:pt x="25432" y="113897"/>
                  <a:pt x="17007" y="110152"/>
                  <a:pt x="10922" y="102507"/>
                </a:cubicBezTo>
                <a:cubicBezTo>
                  <a:pt x="3589" y="93302"/>
                  <a:pt x="0" y="78168"/>
                  <a:pt x="0" y="57104"/>
                </a:cubicBezTo>
                <a:close/>
                <a:moveTo>
                  <a:pt x="14042" y="57104"/>
                </a:moveTo>
                <a:cubicBezTo>
                  <a:pt x="14042" y="75515"/>
                  <a:pt x="16070" y="87685"/>
                  <a:pt x="20439" y="93770"/>
                </a:cubicBezTo>
                <a:cubicBezTo>
                  <a:pt x="24652" y="99855"/>
                  <a:pt x="29956" y="102819"/>
                  <a:pt x="36197" y="102819"/>
                </a:cubicBezTo>
                <a:cubicBezTo>
                  <a:pt x="42438" y="102819"/>
                  <a:pt x="47743" y="99855"/>
                  <a:pt x="52112" y="93770"/>
                </a:cubicBezTo>
                <a:cubicBezTo>
                  <a:pt x="56480" y="87685"/>
                  <a:pt x="58665" y="75515"/>
                  <a:pt x="58665" y="57104"/>
                </a:cubicBezTo>
                <a:cubicBezTo>
                  <a:pt x="58665" y="38694"/>
                  <a:pt x="56480" y="26524"/>
                  <a:pt x="52112" y="20439"/>
                </a:cubicBezTo>
                <a:cubicBezTo>
                  <a:pt x="47743" y="14510"/>
                  <a:pt x="42438" y="11390"/>
                  <a:pt x="36197" y="11390"/>
                </a:cubicBezTo>
                <a:cubicBezTo>
                  <a:pt x="29800" y="11390"/>
                  <a:pt x="24808" y="14042"/>
                  <a:pt x="21063" y="19347"/>
                </a:cubicBezTo>
                <a:cubicBezTo>
                  <a:pt x="16382" y="26212"/>
                  <a:pt x="14042" y="38850"/>
                  <a:pt x="14042" y="5710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62C291-7333-40B6-918C-E958C86E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3273" y="3668329"/>
            <a:ext cx="151598" cy="162491"/>
          </a:xfrm>
          <a:custGeom xmlns:a="http://schemas.openxmlformats.org/drawingml/2006/main">
            <a:pathLst>
              <a:path w="151598" h="162491">
                <a:moveTo>
                  <a:pt x="0" y="162491"/>
                </a:moveTo>
                <a:lnTo>
                  <a:pt x="61955" y="0"/>
                </a:lnTo>
                <a:lnTo>
                  <a:pt x="85103" y="0"/>
                </a:lnTo>
                <a:lnTo>
                  <a:pt x="151598" y="162491"/>
                </a:lnTo>
                <a:lnTo>
                  <a:pt x="127315" y="162491"/>
                </a:lnTo>
                <a:lnTo>
                  <a:pt x="108252" y="113244"/>
                </a:lnTo>
                <a:lnTo>
                  <a:pt x="40396" y="113244"/>
                </a:lnTo>
                <a:lnTo>
                  <a:pt x="22467" y="162491"/>
                </a:lnTo>
                <a:lnTo>
                  <a:pt x="0" y="162491"/>
                </a:lnTo>
                <a:close/>
                <a:moveTo>
                  <a:pt x="46523" y="95770"/>
                </a:moveTo>
                <a:lnTo>
                  <a:pt x="101670" y="95770"/>
                </a:lnTo>
                <a:lnTo>
                  <a:pt x="84650" y="50835"/>
                </a:lnTo>
                <a:cubicBezTo>
                  <a:pt x="79430" y="37219"/>
                  <a:pt x="75572" y="25871"/>
                  <a:pt x="73076" y="17021"/>
                </a:cubicBezTo>
                <a:cubicBezTo>
                  <a:pt x="71033" y="27460"/>
                  <a:pt x="68083" y="37899"/>
                  <a:pt x="64452" y="48112"/>
                </a:cubicBezTo>
                <a:lnTo>
                  <a:pt x="46523" y="95770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4ABF27-778D-4A0C-B32C-5A3FAA80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3495" y="3710540"/>
            <a:ext cx="102578" cy="122776"/>
          </a:xfrm>
          <a:custGeom xmlns:a="http://schemas.openxmlformats.org/drawingml/2006/main">
            <a:pathLst>
              <a:path w="102578" h="122776">
                <a:moveTo>
                  <a:pt x="82834" y="77160"/>
                </a:moveTo>
                <a:lnTo>
                  <a:pt x="102578" y="79657"/>
                </a:lnTo>
                <a:cubicBezTo>
                  <a:pt x="100309" y="93273"/>
                  <a:pt x="94862" y="103940"/>
                  <a:pt x="86011" y="111429"/>
                </a:cubicBezTo>
                <a:cubicBezTo>
                  <a:pt x="77160" y="119145"/>
                  <a:pt x="66267" y="122776"/>
                  <a:pt x="53558" y="122776"/>
                </a:cubicBezTo>
                <a:cubicBezTo>
                  <a:pt x="37219" y="122776"/>
                  <a:pt x="24283" y="117556"/>
                  <a:pt x="14524" y="107117"/>
                </a:cubicBezTo>
                <a:cubicBezTo>
                  <a:pt x="4766" y="96678"/>
                  <a:pt x="0" y="81699"/>
                  <a:pt x="0" y="61955"/>
                </a:cubicBezTo>
                <a:cubicBezTo>
                  <a:pt x="0" y="49247"/>
                  <a:pt x="2042" y="38126"/>
                  <a:pt x="6354" y="28595"/>
                </a:cubicBezTo>
                <a:cubicBezTo>
                  <a:pt x="10439" y="19063"/>
                  <a:pt x="16794" y="12028"/>
                  <a:pt x="25418" y="7262"/>
                </a:cubicBezTo>
                <a:cubicBezTo>
                  <a:pt x="34041" y="2496"/>
                  <a:pt x="43346" y="0"/>
                  <a:pt x="53558" y="0"/>
                </a:cubicBezTo>
                <a:cubicBezTo>
                  <a:pt x="66267" y="0"/>
                  <a:pt x="76707" y="3404"/>
                  <a:pt x="84877" y="9759"/>
                </a:cubicBezTo>
                <a:cubicBezTo>
                  <a:pt x="93046" y="16113"/>
                  <a:pt x="98266" y="25418"/>
                  <a:pt x="100536" y="37219"/>
                </a:cubicBezTo>
                <a:lnTo>
                  <a:pt x="81245" y="40169"/>
                </a:lnTo>
                <a:cubicBezTo>
                  <a:pt x="79430" y="32453"/>
                  <a:pt x="76026" y="26552"/>
                  <a:pt x="71487" y="22467"/>
                </a:cubicBezTo>
                <a:cubicBezTo>
                  <a:pt x="66721" y="18382"/>
                  <a:pt x="61048" y="16340"/>
                  <a:pt x="54466" y="16340"/>
                </a:cubicBezTo>
                <a:cubicBezTo>
                  <a:pt x="44254" y="16340"/>
                  <a:pt x="36084" y="19971"/>
                  <a:pt x="29729" y="27233"/>
                </a:cubicBezTo>
                <a:cubicBezTo>
                  <a:pt x="23375" y="34495"/>
                  <a:pt x="20425" y="45842"/>
                  <a:pt x="20425" y="61274"/>
                </a:cubicBezTo>
                <a:cubicBezTo>
                  <a:pt x="20425" y="77160"/>
                  <a:pt x="23375" y="88735"/>
                  <a:pt x="29503" y="95770"/>
                </a:cubicBezTo>
                <a:cubicBezTo>
                  <a:pt x="35403" y="103032"/>
                  <a:pt x="43346" y="106436"/>
                  <a:pt x="53332" y="106436"/>
                </a:cubicBezTo>
                <a:cubicBezTo>
                  <a:pt x="61048" y="106436"/>
                  <a:pt x="67629" y="104167"/>
                  <a:pt x="72849" y="99401"/>
                </a:cubicBezTo>
                <a:cubicBezTo>
                  <a:pt x="78068" y="94635"/>
                  <a:pt x="81472" y="87146"/>
                  <a:pt x="82834" y="77160"/>
                </a:cubicBez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A722DC-8314-4765-9680-DEC1AB8E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201" y="3671960"/>
            <a:ext cx="57416" cy="160221"/>
          </a:xfrm>
          <a:custGeom xmlns:a="http://schemas.openxmlformats.org/drawingml/2006/main">
            <a:pathLst>
              <a:path w="57416" h="160221">
                <a:moveTo>
                  <a:pt x="54466" y="140931"/>
                </a:moveTo>
                <a:lnTo>
                  <a:pt x="57416" y="158633"/>
                </a:lnTo>
                <a:cubicBezTo>
                  <a:pt x="51516" y="159541"/>
                  <a:pt x="46523" y="160221"/>
                  <a:pt x="42211" y="160221"/>
                </a:cubicBezTo>
                <a:cubicBezTo>
                  <a:pt x="34949" y="160221"/>
                  <a:pt x="29276" y="159087"/>
                  <a:pt x="25418" y="157044"/>
                </a:cubicBezTo>
                <a:cubicBezTo>
                  <a:pt x="21333" y="154775"/>
                  <a:pt x="18609" y="151825"/>
                  <a:pt x="17021" y="147967"/>
                </a:cubicBezTo>
                <a:cubicBezTo>
                  <a:pt x="15205" y="144335"/>
                  <a:pt x="14524" y="136392"/>
                  <a:pt x="14524" y="124365"/>
                </a:cubicBezTo>
                <a:lnTo>
                  <a:pt x="14524" y="56736"/>
                </a:lnTo>
                <a:lnTo>
                  <a:pt x="0" y="56736"/>
                </a:lnTo>
                <a:lnTo>
                  <a:pt x="0" y="41077"/>
                </a:lnTo>
                <a:lnTo>
                  <a:pt x="14524" y="41077"/>
                </a:lnTo>
                <a:lnTo>
                  <a:pt x="14524" y="12028"/>
                </a:lnTo>
                <a:lnTo>
                  <a:pt x="34268" y="0"/>
                </a:lnTo>
                <a:lnTo>
                  <a:pt x="34268" y="41077"/>
                </a:lnTo>
                <a:lnTo>
                  <a:pt x="54466" y="41077"/>
                </a:lnTo>
                <a:lnTo>
                  <a:pt x="54466" y="56736"/>
                </a:lnTo>
                <a:lnTo>
                  <a:pt x="34268" y="56736"/>
                </a:lnTo>
                <a:lnTo>
                  <a:pt x="34268" y="125499"/>
                </a:lnTo>
                <a:cubicBezTo>
                  <a:pt x="34268" y="131400"/>
                  <a:pt x="34495" y="135031"/>
                  <a:pt x="35403" y="136619"/>
                </a:cubicBezTo>
                <a:cubicBezTo>
                  <a:pt x="36084" y="138208"/>
                  <a:pt x="37219" y="139570"/>
                  <a:pt x="38807" y="140477"/>
                </a:cubicBezTo>
                <a:cubicBezTo>
                  <a:pt x="40396" y="141385"/>
                  <a:pt x="42665" y="141839"/>
                  <a:pt x="45615" y="141839"/>
                </a:cubicBezTo>
                <a:cubicBezTo>
                  <a:pt x="47885" y="141839"/>
                  <a:pt x="50835" y="141612"/>
                  <a:pt x="54466" y="140931"/>
                </a:cubicBez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ECE033-59B4-47EB-8504-7002B069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6184" y="3668329"/>
            <a:ext cx="19971" cy="162491"/>
          </a:xfrm>
          <a:custGeom xmlns:a="http://schemas.openxmlformats.org/drawingml/2006/main">
            <a:pathLst>
              <a:path w="19971" h="162491">
                <a:moveTo>
                  <a:pt x="0" y="22921"/>
                </a:moveTo>
                <a:lnTo>
                  <a:pt x="0" y="0"/>
                </a:lnTo>
                <a:lnTo>
                  <a:pt x="19971" y="0"/>
                </a:lnTo>
                <a:lnTo>
                  <a:pt x="19971" y="22921"/>
                </a:lnTo>
                <a:lnTo>
                  <a:pt x="0" y="22921"/>
                </a:lnTo>
                <a:close/>
                <a:moveTo>
                  <a:pt x="0" y="162491"/>
                </a:moveTo>
                <a:lnTo>
                  <a:pt x="0" y="44708"/>
                </a:lnTo>
                <a:lnTo>
                  <a:pt x="19971" y="44708"/>
                </a:lnTo>
                <a:lnTo>
                  <a:pt x="19971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ACBA49-38A7-4E45-8E41-5AE0CFD4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4538" y="3713037"/>
            <a:ext cx="107798" cy="117783"/>
          </a:xfrm>
          <a:custGeom xmlns:a="http://schemas.openxmlformats.org/drawingml/2006/main">
            <a:pathLst>
              <a:path w="107798" h="117783">
                <a:moveTo>
                  <a:pt x="44708" y="117783"/>
                </a:moveTo>
                <a:lnTo>
                  <a:pt x="0" y="0"/>
                </a:lnTo>
                <a:lnTo>
                  <a:pt x="20879" y="0"/>
                </a:lnTo>
                <a:lnTo>
                  <a:pt x="46296" y="70579"/>
                </a:lnTo>
                <a:cubicBezTo>
                  <a:pt x="49020" y="78295"/>
                  <a:pt x="51516" y="86011"/>
                  <a:pt x="53785" y="94181"/>
                </a:cubicBezTo>
                <a:cubicBezTo>
                  <a:pt x="55601" y="88054"/>
                  <a:pt x="58097" y="80565"/>
                  <a:pt x="61274" y="71941"/>
                </a:cubicBezTo>
                <a:lnTo>
                  <a:pt x="87373" y="0"/>
                </a:lnTo>
                <a:lnTo>
                  <a:pt x="107798" y="0"/>
                </a:lnTo>
                <a:lnTo>
                  <a:pt x="63317" y="117783"/>
                </a:lnTo>
                <a:lnTo>
                  <a:pt x="44708" y="117783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297B59-7B82-4A4C-9BF6-ECAEDB29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036" y="3668329"/>
            <a:ext cx="19971" cy="162491"/>
          </a:xfrm>
          <a:custGeom xmlns:a="http://schemas.openxmlformats.org/drawingml/2006/main">
            <a:pathLst>
              <a:path w="19971" h="162491">
                <a:moveTo>
                  <a:pt x="0" y="22921"/>
                </a:moveTo>
                <a:lnTo>
                  <a:pt x="0" y="0"/>
                </a:lnTo>
                <a:lnTo>
                  <a:pt x="19971" y="0"/>
                </a:lnTo>
                <a:lnTo>
                  <a:pt x="19971" y="22921"/>
                </a:lnTo>
                <a:lnTo>
                  <a:pt x="0" y="22921"/>
                </a:lnTo>
                <a:close/>
                <a:moveTo>
                  <a:pt x="0" y="162491"/>
                </a:moveTo>
                <a:lnTo>
                  <a:pt x="0" y="44708"/>
                </a:lnTo>
                <a:lnTo>
                  <a:pt x="19971" y="44708"/>
                </a:lnTo>
                <a:lnTo>
                  <a:pt x="19971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797346-6577-4F06-B040-FA92641E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525" y="3671960"/>
            <a:ext cx="57416" cy="160221"/>
          </a:xfrm>
          <a:custGeom xmlns:a="http://schemas.openxmlformats.org/drawingml/2006/main">
            <a:pathLst>
              <a:path w="57416" h="160221">
                <a:moveTo>
                  <a:pt x="54466" y="140931"/>
                </a:moveTo>
                <a:lnTo>
                  <a:pt x="57416" y="158633"/>
                </a:lnTo>
                <a:cubicBezTo>
                  <a:pt x="51516" y="159541"/>
                  <a:pt x="46523" y="160221"/>
                  <a:pt x="42211" y="160221"/>
                </a:cubicBezTo>
                <a:cubicBezTo>
                  <a:pt x="34949" y="160221"/>
                  <a:pt x="29276" y="159087"/>
                  <a:pt x="25418" y="157044"/>
                </a:cubicBezTo>
                <a:cubicBezTo>
                  <a:pt x="21333" y="154775"/>
                  <a:pt x="18609" y="151825"/>
                  <a:pt x="17021" y="147967"/>
                </a:cubicBezTo>
                <a:cubicBezTo>
                  <a:pt x="15205" y="144335"/>
                  <a:pt x="14524" y="136392"/>
                  <a:pt x="14524" y="124365"/>
                </a:cubicBezTo>
                <a:lnTo>
                  <a:pt x="14524" y="56736"/>
                </a:lnTo>
                <a:lnTo>
                  <a:pt x="0" y="56736"/>
                </a:lnTo>
                <a:lnTo>
                  <a:pt x="0" y="41077"/>
                </a:lnTo>
                <a:lnTo>
                  <a:pt x="14524" y="41077"/>
                </a:lnTo>
                <a:lnTo>
                  <a:pt x="14524" y="12028"/>
                </a:lnTo>
                <a:lnTo>
                  <a:pt x="34268" y="0"/>
                </a:lnTo>
                <a:lnTo>
                  <a:pt x="34268" y="41077"/>
                </a:lnTo>
                <a:lnTo>
                  <a:pt x="54466" y="41077"/>
                </a:lnTo>
                <a:lnTo>
                  <a:pt x="54466" y="56736"/>
                </a:lnTo>
                <a:lnTo>
                  <a:pt x="34268" y="56736"/>
                </a:lnTo>
                <a:lnTo>
                  <a:pt x="34268" y="125499"/>
                </a:lnTo>
                <a:cubicBezTo>
                  <a:pt x="34268" y="131400"/>
                  <a:pt x="34495" y="135031"/>
                  <a:pt x="35403" y="136619"/>
                </a:cubicBezTo>
                <a:cubicBezTo>
                  <a:pt x="36084" y="138208"/>
                  <a:pt x="37219" y="139570"/>
                  <a:pt x="38807" y="140477"/>
                </a:cubicBezTo>
                <a:cubicBezTo>
                  <a:pt x="40396" y="141385"/>
                  <a:pt x="42665" y="141839"/>
                  <a:pt x="45615" y="141839"/>
                </a:cubicBezTo>
                <a:cubicBezTo>
                  <a:pt x="47885" y="141839"/>
                  <a:pt x="50835" y="141612"/>
                  <a:pt x="54466" y="140931"/>
                </a:cubicBez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C269AE-04ED-423D-8E1C-A1EA5791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2161" y="3713037"/>
            <a:ext cx="107798" cy="165214"/>
          </a:xfrm>
          <a:custGeom xmlns:a="http://schemas.openxmlformats.org/drawingml/2006/main">
            <a:pathLst>
              <a:path w="107798" h="165214">
                <a:moveTo>
                  <a:pt x="10439" y="162945"/>
                </a:moveTo>
                <a:lnTo>
                  <a:pt x="8170" y="144109"/>
                </a:lnTo>
                <a:cubicBezTo>
                  <a:pt x="12482" y="145243"/>
                  <a:pt x="16340" y="145924"/>
                  <a:pt x="19744" y="145924"/>
                </a:cubicBezTo>
                <a:cubicBezTo>
                  <a:pt x="24056" y="145924"/>
                  <a:pt x="27460" y="145016"/>
                  <a:pt x="30183" y="143655"/>
                </a:cubicBezTo>
                <a:cubicBezTo>
                  <a:pt x="32907" y="142066"/>
                  <a:pt x="34949" y="140024"/>
                  <a:pt x="36765" y="137527"/>
                </a:cubicBezTo>
                <a:cubicBezTo>
                  <a:pt x="38126" y="135485"/>
                  <a:pt x="40169" y="130492"/>
                  <a:pt x="42892" y="122549"/>
                </a:cubicBezTo>
                <a:cubicBezTo>
                  <a:pt x="43346" y="121414"/>
                  <a:pt x="43800" y="119826"/>
                  <a:pt x="44708" y="117783"/>
                </a:cubicBezTo>
                <a:lnTo>
                  <a:pt x="0" y="0"/>
                </a:lnTo>
                <a:lnTo>
                  <a:pt x="21560" y="0"/>
                </a:lnTo>
                <a:lnTo>
                  <a:pt x="46069" y="68310"/>
                </a:lnTo>
                <a:cubicBezTo>
                  <a:pt x="49247" y="76934"/>
                  <a:pt x="51970" y="86011"/>
                  <a:pt x="54466" y="95543"/>
                </a:cubicBezTo>
                <a:cubicBezTo>
                  <a:pt x="56736" y="86465"/>
                  <a:pt x="59459" y="77387"/>
                  <a:pt x="62636" y="68764"/>
                </a:cubicBezTo>
                <a:lnTo>
                  <a:pt x="87827" y="0"/>
                </a:lnTo>
                <a:lnTo>
                  <a:pt x="107798" y="0"/>
                </a:lnTo>
                <a:lnTo>
                  <a:pt x="63090" y="119599"/>
                </a:lnTo>
                <a:cubicBezTo>
                  <a:pt x="58097" y="132308"/>
                  <a:pt x="54466" y="141158"/>
                  <a:pt x="51970" y="146151"/>
                </a:cubicBezTo>
                <a:cubicBezTo>
                  <a:pt x="48339" y="152732"/>
                  <a:pt x="44254" y="157498"/>
                  <a:pt x="39715" y="160675"/>
                </a:cubicBezTo>
                <a:cubicBezTo>
                  <a:pt x="35176" y="163626"/>
                  <a:pt x="29729" y="165214"/>
                  <a:pt x="23375" y="165214"/>
                </a:cubicBezTo>
                <a:cubicBezTo>
                  <a:pt x="19290" y="165214"/>
                  <a:pt x="14978" y="164306"/>
                  <a:pt x="10439" y="162945"/>
                </a:cubicBez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436F7A-CC73-4326-9C90-01B5DA0D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249" y="3668329"/>
            <a:ext cx="127996" cy="162491"/>
          </a:xfrm>
          <a:custGeom xmlns:a="http://schemas.openxmlformats.org/drawingml/2006/main">
            <a:pathLst>
              <a:path w="127996" h="162491">
                <a:moveTo>
                  <a:pt x="0" y="162491"/>
                </a:moveTo>
                <a:lnTo>
                  <a:pt x="0" y="0"/>
                </a:lnTo>
                <a:lnTo>
                  <a:pt x="22013" y="0"/>
                </a:lnTo>
                <a:lnTo>
                  <a:pt x="107344" y="127542"/>
                </a:lnTo>
                <a:lnTo>
                  <a:pt x="107344" y="0"/>
                </a:lnTo>
                <a:lnTo>
                  <a:pt x="127996" y="0"/>
                </a:lnTo>
                <a:lnTo>
                  <a:pt x="127996" y="162491"/>
                </a:lnTo>
                <a:lnTo>
                  <a:pt x="105982" y="162491"/>
                </a:lnTo>
                <a:lnTo>
                  <a:pt x="20652" y="34722"/>
                </a:lnTo>
                <a:lnTo>
                  <a:pt x="20652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E79E84-682B-4049-8B66-E9B038A6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4251" y="3710540"/>
            <a:ext cx="108479" cy="122776"/>
          </a:xfrm>
          <a:custGeom xmlns:a="http://schemas.openxmlformats.org/drawingml/2006/main">
            <a:pathLst>
              <a:path w="108479" h="122776">
                <a:moveTo>
                  <a:pt x="87146" y="82380"/>
                </a:moveTo>
                <a:lnTo>
                  <a:pt x="107798" y="84877"/>
                </a:lnTo>
                <a:cubicBezTo>
                  <a:pt x="104394" y="97131"/>
                  <a:pt x="98266" y="106436"/>
                  <a:pt x="89642" y="113017"/>
                </a:cubicBezTo>
                <a:cubicBezTo>
                  <a:pt x="80792" y="119599"/>
                  <a:pt x="69671" y="122776"/>
                  <a:pt x="56055" y="122776"/>
                </a:cubicBezTo>
                <a:cubicBezTo>
                  <a:pt x="38807" y="122776"/>
                  <a:pt x="24964" y="117556"/>
                  <a:pt x="14978" y="107117"/>
                </a:cubicBezTo>
                <a:cubicBezTo>
                  <a:pt x="4993" y="96678"/>
                  <a:pt x="0" y="81699"/>
                  <a:pt x="0" y="62409"/>
                </a:cubicBezTo>
                <a:cubicBezTo>
                  <a:pt x="0" y="42665"/>
                  <a:pt x="4993" y="27233"/>
                  <a:pt x="15205" y="16340"/>
                </a:cubicBezTo>
                <a:cubicBezTo>
                  <a:pt x="25191" y="5447"/>
                  <a:pt x="38580" y="0"/>
                  <a:pt x="54920" y="0"/>
                </a:cubicBezTo>
                <a:cubicBezTo>
                  <a:pt x="70579" y="0"/>
                  <a:pt x="83515" y="5447"/>
                  <a:pt x="93500" y="16113"/>
                </a:cubicBezTo>
                <a:cubicBezTo>
                  <a:pt x="103486" y="26779"/>
                  <a:pt x="108479" y="41757"/>
                  <a:pt x="108479" y="61274"/>
                </a:cubicBezTo>
                <a:cubicBezTo>
                  <a:pt x="108479" y="62636"/>
                  <a:pt x="108252" y="64225"/>
                  <a:pt x="108252" y="66494"/>
                </a:cubicBezTo>
                <a:lnTo>
                  <a:pt x="20425" y="66494"/>
                </a:lnTo>
                <a:cubicBezTo>
                  <a:pt x="21106" y="79657"/>
                  <a:pt x="24737" y="89415"/>
                  <a:pt x="31318" y="96224"/>
                </a:cubicBezTo>
                <a:cubicBezTo>
                  <a:pt x="37899" y="103032"/>
                  <a:pt x="46069" y="106436"/>
                  <a:pt x="56055" y="106436"/>
                </a:cubicBezTo>
                <a:cubicBezTo>
                  <a:pt x="63317" y="106436"/>
                  <a:pt x="69671" y="104621"/>
                  <a:pt x="74891" y="100762"/>
                </a:cubicBezTo>
                <a:cubicBezTo>
                  <a:pt x="79884" y="97131"/>
                  <a:pt x="83969" y="91004"/>
                  <a:pt x="87146" y="82380"/>
                </a:cubicBezTo>
                <a:close/>
                <a:moveTo>
                  <a:pt x="21560" y="50154"/>
                </a:moveTo>
                <a:lnTo>
                  <a:pt x="87373" y="50154"/>
                </a:lnTo>
                <a:cubicBezTo>
                  <a:pt x="86465" y="40169"/>
                  <a:pt x="83969" y="32907"/>
                  <a:pt x="79884" y="27914"/>
                </a:cubicBezTo>
                <a:cubicBezTo>
                  <a:pt x="73529" y="20198"/>
                  <a:pt x="65133" y="16340"/>
                  <a:pt x="55147" y="16340"/>
                </a:cubicBezTo>
                <a:cubicBezTo>
                  <a:pt x="45842" y="16340"/>
                  <a:pt x="38126" y="19517"/>
                  <a:pt x="31999" y="25645"/>
                </a:cubicBezTo>
                <a:cubicBezTo>
                  <a:pt x="25645" y="31772"/>
                  <a:pt x="22240" y="39942"/>
                  <a:pt x="21560" y="50154"/>
                </a:cubicBez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A408E3-549E-4B24-8AEB-3B248CFC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19" y="3671960"/>
            <a:ext cx="57416" cy="160221"/>
          </a:xfrm>
          <a:custGeom xmlns:a="http://schemas.openxmlformats.org/drawingml/2006/main">
            <a:pathLst>
              <a:path w="57416" h="160221">
                <a:moveTo>
                  <a:pt x="54466" y="140931"/>
                </a:moveTo>
                <a:lnTo>
                  <a:pt x="57416" y="158633"/>
                </a:lnTo>
                <a:cubicBezTo>
                  <a:pt x="51516" y="159541"/>
                  <a:pt x="46523" y="160221"/>
                  <a:pt x="42211" y="160221"/>
                </a:cubicBezTo>
                <a:cubicBezTo>
                  <a:pt x="34949" y="160221"/>
                  <a:pt x="29276" y="159087"/>
                  <a:pt x="25418" y="157044"/>
                </a:cubicBezTo>
                <a:cubicBezTo>
                  <a:pt x="21333" y="154775"/>
                  <a:pt x="18609" y="151825"/>
                  <a:pt x="17021" y="147967"/>
                </a:cubicBezTo>
                <a:cubicBezTo>
                  <a:pt x="15205" y="144335"/>
                  <a:pt x="14524" y="136392"/>
                  <a:pt x="14524" y="124365"/>
                </a:cubicBezTo>
                <a:lnTo>
                  <a:pt x="14524" y="56736"/>
                </a:lnTo>
                <a:lnTo>
                  <a:pt x="0" y="56736"/>
                </a:lnTo>
                <a:lnTo>
                  <a:pt x="0" y="41077"/>
                </a:lnTo>
                <a:lnTo>
                  <a:pt x="14524" y="41077"/>
                </a:lnTo>
                <a:lnTo>
                  <a:pt x="14524" y="12028"/>
                </a:lnTo>
                <a:lnTo>
                  <a:pt x="34268" y="0"/>
                </a:lnTo>
                <a:lnTo>
                  <a:pt x="34268" y="41077"/>
                </a:lnTo>
                <a:lnTo>
                  <a:pt x="54466" y="41077"/>
                </a:lnTo>
                <a:lnTo>
                  <a:pt x="54466" y="56736"/>
                </a:lnTo>
                <a:lnTo>
                  <a:pt x="34268" y="56736"/>
                </a:lnTo>
                <a:lnTo>
                  <a:pt x="34268" y="125499"/>
                </a:lnTo>
                <a:cubicBezTo>
                  <a:pt x="34268" y="131400"/>
                  <a:pt x="34495" y="135031"/>
                  <a:pt x="35403" y="136619"/>
                </a:cubicBezTo>
                <a:cubicBezTo>
                  <a:pt x="36084" y="138208"/>
                  <a:pt x="37219" y="139570"/>
                  <a:pt x="38807" y="140477"/>
                </a:cubicBezTo>
                <a:cubicBezTo>
                  <a:pt x="40396" y="141385"/>
                  <a:pt x="42665" y="141839"/>
                  <a:pt x="45615" y="141839"/>
                </a:cubicBezTo>
                <a:cubicBezTo>
                  <a:pt x="47885" y="141839"/>
                  <a:pt x="50835" y="141612"/>
                  <a:pt x="54466" y="140931"/>
                </a:cubicBez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8FF69E-9A94-4240-82DF-9E31ECBB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9459" y="3911143"/>
            <a:ext cx="101670" cy="162491"/>
          </a:xfrm>
          <a:custGeom xmlns:a="http://schemas.openxmlformats.org/drawingml/2006/main">
            <a:pathLst>
              <a:path w="101670" h="162491">
                <a:moveTo>
                  <a:pt x="0" y="162491"/>
                </a:moveTo>
                <a:lnTo>
                  <a:pt x="0" y="0"/>
                </a:lnTo>
                <a:lnTo>
                  <a:pt x="21560" y="0"/>
                </a:lnTo>
                <a:lnTo>
                  <a:pt x="21560" y="143428"/>
                </a:lnTo>
                <a:lnTo>
                  <a:pt x="101670" y="143428"/>
                </a:lnTo>
                <a:lnTo>
                  <a:pt x="101670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0B49A9-2B76-4E22-8D39-FC6F46C9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6561" y="3953354"/>
            <a:ext cx="110294" cy="122776"/>
          </a:xfrm>
          <a:custGeom xmlns:a="http://schemas.openxmlformats.org/drawingml/2006/main">
            <a:pathLst>
              <a:path w="110294" h="122776">
                <a:moveTo>
                  <a:pt x="0" y="61501"/>
                </a:moveTo>
                <a:cubicBezTo>
                  <a:pt x="0" y="39715"/>
                  <a:pt x="5901" y="23602"/>
                  <a:pt x="18155" y="12936"/>
                </a:cubicBezTo>
                <a:cubicBezTo>
                  <a:pt x="28141" y="4312"/>
                  <a:pt x="40623" y="0"/>
                  <a:pt x="55147" y="0"/>
                </a:cubicBezTo>
                <a:cubicBezTo>
                  <a:pt x="71260" y="0"/>
                  <a:pt x="84423" y="5447"/>
                  <a:pt x="94862" y="15886"/>
                </a:cubicBezTo>
                <a:cubicBezTo>
                  <a:pt x="105074" y="26552"/>
                  <a:pt x="110294" y="41077"/>
                  <a:pt x="110294" y="59686"/>
                </a:cubicBezTo>
                <a:cubicBezTo>
                  <a:pt x="110294" y="74891"/>
                  <a:pt x="108025" y="86919"/>
                  <a:pt x="103486" y="95543"/>
                </a:cubicBezTo>
                <a:cubicBezTo>
                  <a:pt x="98947" y="104167"/>
                  <a:pt x="92139" y="110975"/>
                  <a:pt x="83515" y="115741"/>
                </a:cubicBezTo>
                <a:cubicBezTo>
                  <a:pt x="74891" y="120280"/>
                  <a:pt x="65359" y="122776"/>
                  <a:pt x="55147" y="122776"/>
                </a:cubicBezTo>
                <a:cubicBezTo>
                  <a:pt x="38580" y="122776"/>
                  <a:pt x="25191" y="117556"/>
                  <a:pt x="15205" y="107117"/>
                </a:cubicBezTo>
                <a:cubicBezTo>
                  <a:pt x="4993" y="96678"/>
                  <a:pt x="0" y="81472"/>
                  <a:pt x="0" y="61501"/>
                </a:cubicBezTo>
                <a:close/>
                <a:moveTo>
                  <a:pt x="20652" y="61501"/>
                </a:moveTo>
                <a:cubicBezTo>
                  <a:pt x="20652" y="76480"/>
                  <a:pt x="23829" y="87827"/>
                  <a:pt x="30410" y="95316"/>
                </a:cubicBezTo>
                <a:cubicBezTo>
                  <a:pt x="36765" y="102805"/>
                  <a:pt x="45162" y="106436"/>
                  <a:pt x="55147" y="106436"/>
                </a:cubicBezTo>
                <a:cubicBezTo>
                  <a:pt x="65133" y="106436"/>
                  <a:pt x="73302" y="102805"/>
                  <a:pt x="79884" y="95316"/>
                </a:cubicBezTo>
                <a:cubicBezTo>
                  <a:pt x="86465" y="87827"/>
                  <a:pt x="89869" y="76253"/>
                  <a:pt x="89869" y="60821"/>
                </a:cubicBezTo>
                <a:cubicBezTo>
                  <a:pt x="89869" y="46296"/>
                  <a:pt x="86465" y="35403"/>
                  <a:pt x="79884" y="27687"/>
                </a:cubicBezTo>
                <a:cubicBezTo>
                  <a:pt x="73076" y="20198"/>
                  <a:pt x="64906" y="16340"/>
                  <a:pt x="55147" y="16340"/>
                </a:cubicBezTo>
                <a:cubicBezTo>
                  <a:pt x="45162" y="16340"/>
                  <a:pt x="36765" y="20198"/>
                  <a:pt x="30410" y="27687"/>
                </a:cubicBezTo>
                <a:cubicBezTo>
                  <a:pt x="23829" y="35176"/>
                  <a:pt x="20652" y="46523"/>
                  <a:pt x="20652" y="61501"/>
                </a:cubicBez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0A8402-D8F1-4992-B746-D5197A51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103" y="3953354"/>
            <a:ext cx="102578" cy="122776"/>
          </a:xfrm>
          <a:custGeom xmlns:a="http://schemas.openxmlformats.org/drawingml/2006/main">
            <a:pathLst>
              <a:path w="102578" h="122776">
                <a:moveTo>
                  <a:pt x="82834" y="77160"/>
                </a:moveTo>
                <a:lnTo>
                  <a:pt x="102578" y="79657"/>
                </a:lnTo>
                <a:cubicBezTo>
                  <a:pt x="100309" y="93273"/>
                  <a:pt x="94862" y="103940"/>
                  <a:pt x="86011" y="111429"/>
                </a:cubicBezTo>
                <a:cubicBezTo>
                  <a:pt x="77160" y="119145"/>
                  <a:pt x="66267" y="122776"/>
                  <a:pt x="53558" y="122776"/>
                </a:cubicBezTo>
                <a:cubicBezTo>
                  <a:pt x="37219" y="122776"/>
                  <a:pt x="24283" y="117556"/>
                  <a:pt x="14524" y="107117"/>
                </a:cubicBezTo>
                <a:cubicBezTo>
                  <a:pt x="4766" y="96678"/>
                  <a:pt x="0" y="81699"/>
                  <a:pt x="0" y="61955"/>
                </a:cubicBezTo>
                <a:cubicBezTo>
                  <a:pt x="0" y="49247"/>
                  <a:pt x="2042" y="38126"/>
                  <a:pt x="6354" y="28595"/>
                </a:cubicBezTo>
                <a:cubicBezTo>
                  <a:pt x="10439" y="19063"/>
                  <a:pt x="16794" y="12028"/>
                  <a:pt x="25418" y="7262"/>
                </a:cubicBezTo>
                <a:cubicBezTo>
                  <a:pt x="34041" y="2496"/>
                  <a:pt x="43346" y="0"/>
                  <a:pt x="53558" y="0"/>
                </a:cubicBezTo>
                <a:cubicBezTo>
                  <a:pt x="66267" y="0"/>
                  <a:pt x="76707" y="3404"/>
                  <a:pt x="84877" y="9759"/>
                </a:cubicBezTo>
                <a:cubicBezTo>
                  <a:pt x="93046" y="16113"/>
                  <a:pt x="98266" y="25418"/>
                  <a:pt x="100536" y="37219"/>
                </a:cubicBezTo>
                <a:lnTo>
                  <a:pt x="81245" y="40169"/>
                </a:lnTo>
                <a:cubicBezTo>
                  <a:pt x="79430" y="32453"/>
                  <a:pt x="76026" y="26552"/>
                  <a:pt x="71487" y="22467"/>
                </a:cubicBezTo>
                <a:cubicBezTo>
                  <a:pt x="66721" y="18382"/>
                  <a:pt x="61048" y="16340"/>
                  <a:pt x="54466" y="16340"/>
                </a:cubicBezTo>
                <a:cubicBezTo>
                  <a:pt x="44254" y="16340"/>
                  <a:pt x="36084" y="19971"/>
                  <a:pt x="29729" y="27233"/>
                </a:cubicBezTo>
                <a:cubicBezTo>
                  <a:pt x="23375" y="34495"/>
                  <a:pt x="20425" y="45842"/>
                  <a:pt x="20425" y="61274"/>
                </a:cubicBezTo>
                <a:cubicBezTo>
                  <a:pt x="20425" y="77160"/>
                  <a:pt x="23375" y="88735"/>
                  <a:pt x="29503" y="95770"/>
                </a:cubicBezTo>
                <a:cubicBezTo>
                  <a:pt x="35403" y="103032"/>
                  <a:pt x="43346" y="106436"/>
                  <a:pt x="53332" y="106436"/>
                </a:cubicBezTo>
                <a:cubicBezTo>
                  <a:pt x="61048" y="106436"/>
                  <a:pt x="67629" y="104167"/>
                  <a:pt x="72849" y="99401"/>
                </a:cubicBezTo>
                <a:cubicBezTo>
                  <a:pt x="78068" y="94635"/>
                  <a:pt x="81472" y="87146"/>
                  <a:pt x="82834" y="77160"/>
                </a:cubicBez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A0D97F-D922-465F-8BE0-47E31462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6894" y="3953354"/>
            <a:ext cx="108479" cy="122776"/>
          </a:xfrm>
          <a:custGeom xmlns:a="http://schemas.openxmlformats.org/drawingml/2006/main">
            <a:pathLst>
              <a:path w="108479" h="122776">
                <a:moveTo>
                  <a:pt x="83515" y="105755"/>
                </a:moveTo>
                <a:cubicBezTo>
                  <a:pt x="76026" y="112110"/>
                  <a:pt x="68991" y="116648"/>
                  <a:pt x="62182" y="119145"/>
                </a:cubicBezTo>
                <a:cubicBezTo>
                  <a:pt x="55374" y="121414"/>
                  <a:pt x="47885" y="122776"/>
                  <a:pt x="40169" y="122776"/>
                </a:cubicBezTo>
                <a:cubicBezTo>
                  <a:pt x="27233" y="122776"/>
                  <a:pt x="17248" y="119826"/>
                  <a:pt x="10439" y="113471"/>
                </a:cubicBezTo>
                <a:cubicBezTo>
                  <a:pt x="3404" y="107117"/>
                  <a:pt x="0" y="99174"/>
                  <a:pt x="0" y="89188"/>
                </a:cubicBezTo>
                <a:cubicBezTo>
                  <a:pt x="0" y="83515"/>
                  <a:pt x="1135" y="78295"/>
                  <a:pt x="3858" y="73529"/>
                </a:cubicBezTo>
                <a:cubicBezTo>
                  <a:pt x="6581" y="68764"/>
                  <a:pt x="9985" y="64906"/>
                  <a:pt x="14297" y="61955"/>
                </a:cubicBezTo>
                <a:cubicBezTo>
                  <a:pt x="18382" y="59232"/>
                  <a:pt x="23148" y="56963"/>
                  <a:pt x="28595" y="55374"/>
                </a:cubicBezTo>
                <a:cubicBezTo>
                  <a:pt x="32453" y="54466"/>
                  <a:pt x="38353" y="53558"/>
                  <a:pt x="46296" y="52424"/>
                </a:cubicBezTo>
                <a:cubicBezTo>
                  <a:pt x="62409" y="50608"/>
                  <a:pt x="74210" y="48339"/>
                  <a:pt x="81926" y="45615"/>
                </a:cubicBezTo>
                <a:cubicBezTo>
                  <a:pt x="81926" y="42892"/>
                  <a:pt x="81926" y="41304"/>
                  <a:pt x="81926" y="40396"/>
                </a:cubicBezTo>
                <a:cubicBezTo>
                  <a:pt x="81926" y="32226"/>
                  <a:pt x="80111" y="26552"/>
                  <a:pt x="76480" y="23148"/>
                </a:cubicBezTo>
                <a:cubicBezTo>
                  <a:pt x="71260" y="18609"/>
                  <a:pt x="63544" y="16340"/>
                  <a:pt x="53558" y="16340"/>
                </a:cubicBezTo>
                <a:cubicBezTo>
                  <a:pt x="44027" y="16340"/>
                  <a:pt x="37219" y="18155"/>
                  <a:pt x="32680" y="21333"/>
                </a:cubicBezTo>
                <a:cubicBezTo>
                  <a:pt x="28141" y="24737"/>
                  <a:pt x="24964" y="30637"/>
                  <a:pt x="22921" y="38807"/>
                </a:cubicBezTo>
                <a:lnTo>
                  <a:pt x="3404" y="36084"/>
                </a:lnTo>
                <a:cubicBezTo>
                  <a:pt x="5220" y="27914"/>
                  <a:pt x="8170" y="21106"/>
                  <a:pt x="12255" y="15886"/>
                </a:cubicBezTo>
                <a:cubicBezTo>
                  <a:pt x="16340" y="10893"/>
                  <a:pt x="22013" y="6808"/>
                  <a:pt x="29729" y="4085"/>
                </a:cubicBezTo>
                <a:cubicBezTo>
                  <a:pt x="37446" y="1362"/>
                  <a:pt x="46296" y="0"/>
                  <a:pt x="56509" y="0"/>
                </a:cubicBezTo>
                <a:cubicBezTo>
                  <a:pt x="66494" y="0"/>
                  <a:pt x="74664" y="1362"/>
                  <a:pt x="81018" y="3631"/>
                </a:cubicBezTo>
                <a:cubicBezTo>
                  <a:pt x="87373" y="5901"/>
                  <a:pt x="91912" y="8851"/>
                  <a:pt x="94862" y="12482"/>
                </a:cubicBezTo>
                <a:cubicBezTo>
                  <a:pt x="97812" y="16113"/>
                  <a:pt x="99855" y="20425"/>
                  <a:pt x="100989" y="25871"/>
                </a:cubicBezTo>
                <a:cubicBezTo>
                  <a:pt x="101670" y="29503"/>
                  <a:pt x="102124" y="35630"/>
                  <a:pt x="102124" y="44481"/>
                </a:cubicBezTo>
                <a:lnTo>
                  <a:pt x="102124" y="71033"/>
                </a:lnTo>
                <a:cubicBezTo>
                  <a:pt x="102124" y="89642"/>
                  <a:pt x="102351" y="101216"/>
                  <a:pt x="103259" y="106209"/>
                </a:cubicBezTo>
                <a:cubicBezTo>
                  <a:pt x="104167" y="111202"/>
                  <a:pt x="105755" y="115741"/>
                  <a:pt x="108479" y="120280"/>
                </a:cubicBezTo>
                <a:lnTo>
                  <a:pt x="87600" y="120280"/>
                </a:lnTo>
                <a:cubicBezTo>
                  <a:pt x="85330" y="116195"/>
                  <a:pt x="83969" y="111429"/>
                  <a:pt x="83515" y="105755"/>
                </a:cubicBezTo>
                <a:close/>
                <a:moveTo>
                  <a:pt x="81926" y="61274"/>
                </a:moveTo>
                <a:cubicBezTo>
                  <a:pt x="74664" y="64225"/>
                  <a:pt x="63771" y="66721"/>
                  <a:pt x="49247" y="68764"/>
                </a:cubicBezTo>
                <a:cubicBezTo>
                  <a:pt x="41077" y="70125"/>
                  <a:pt x="35176" y="71487"/>
                  <a:pt x="31772" y="72849"/>
                </a:cubicBezTo>
                <a:cubicBezTo>
                  <a:pt x="28368" y="74210"/>
                  <a:pt x="25871" y="76480"/>
                  <a:pt x="24056" y="79203"/>
                </a:cubicBezTo>
                <a:cubicBezTo>
                  <a:pt x="22240" y="82153"/>
                  <a:pt x="21333" y="85330"/>
                  <a:pt x="21333" y="88735"/>
                </a:cubicBezTo>
                <a:cubicBezTo>
                  <a:pt x="21333" y="94181"/>
                  <a:pt x="23148" y="98493"/>
                  <a:pt x="27233" y="102124"/>
                </a:cubicBezTo>
                <a:cubicBezTo>
                  <a:pt x="31318" y="105755"/>
                  <a:pt x="37219" y="107344"/>
                  <a:pt x="44935" y="107344"/>
                </a:cubicBezTo>
                <a:cubicBezTo>
                  <a:pt x="52651" y="107344"/>
                  <a:pt x="59459" y="105755"/>
                  <a:pt x="65359" y="102351"/>
                </a:cubicBezTo>
                <a:cubicBezTo>
                  <a:pt x="71260" y="98947"/>
                  <a:pt x="75799" y="94408"/>
                  <a:pt x="78749" y="88508"/>
                </a:cubicBezTo>
                <a:cubicBezTo>
                  <a:pt x="80792" y="83969"/>
                  <a:pt x="81926" y="77387"/>
                  <a:pt x="81926" y="68537"/>
                </a:cubicBezTo>
                <a:lnTo>
                  <a:pt x="81926" y="61274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1B0C17-8FAA-431C-BECE-CA7D122A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429" y="3911143"/>
            <a:ext cx="19971" cy="162491"/>
          </a:xfrm>
          <a:custGeom xmlns:a="http://schemas.openxmlformats.org/drawingml/2006/main">
            <a:pathLst>
              <a:path w="19971" h="162491">
                <a:moveTo>
                  <a:pt x="0" y="162491"/>
                </a:moveTo>
                <a:lnTo>
                  <a:pt x="0" y="0"/>
                </a:lnTo>
                <a:lnTo>
                  <a:pt x="19971" y="0"/>
                </a:lnTo>
                <a:lnTo>
                  <a:pt x="19971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0F714C-94FC-4FF2-B798-530C0790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263" y="3911143"/>
            <a:ext cx="19971" cy="162491"/>
          </a:xfrm>
          <a:custGeom xmlns:a="http://schemas.openxmlformats.org/drawingml/2006/main">
            <a:pathLst>
              <a:path w="19971" h="162491">
                <a:moveTo>
                  <a:pt x="0" y="22921"/>
                </a:moveTo>
                <a:lnTo>
                  <a:pt x="0" y="0"/>
                </a:lnTo>
                <a:lnTo>
                  <a:pt x="19971" y="0"/>
                </a:lnTo>
                <a:lnTo>
                  <a:pt x="19971" y="22921"/>
                </a:lnTo>
                <a:lnTo>
                  <a:pt x="0" y="22921"/>
                </a:lnTo>
                <a:close/>
                <a:moveTo>
                  <a:pt x="0" y="162491"/>
                </a:moveTo>
                <a:lnTo>
                  <a:pt x="0" y="44708"/>
                </a:lnTo>
                <a:lnTo>
                  <a:pt x="19971" y="44708"/>
                </a:lnTo>
                <a:lnTo>
                  <a:pt x="19971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EF53A3-2900-4A2C-99A1-F7E2995A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206" y="3955851"/>
            <a:ext cx="104167" cy="117783"/>
          </a:xfrm>
          <a:custGeom xmlns:a="http://schemas.openxmlformats.org/drawingml/2006/main">
            <a:pathLst>
              <a:path w="104167" h="117783">
                <a:moveTo>
                  <a:pt x="0" y="117783"/>
                </a:moveTo>
                <a:lnTo>
                  <a:pt x="0" y="101670"/>
                </a:lnTo>
                <a:lnTo>
                  <a:pt x="74891" y="15659"/>
                </a:lnTo>
                <a:cubicBezTo>
                  <a:pt x="66267" y="16113"/>
                  <a:pt x="58551" y="16340"/>
                  <a:pt x="52197" y="16340"/>
                </a:cubicBezTo>
                <a:lnTo>
                  <a:pt x="4312" y="16340"/>
                </a:lnTo>
                <a:lnTo>
                  <a:pt x="4312" y="0"/>
                </a:lnTo>
                <a:lnTo>
                  <a:pt x="100536" y="0"/>
                </a:lnTo>
                <a:lnTo>
                  <a:pt x="100536" y="13390"/>
                </a:lnTo>
                <a:lnTo>
                  <a:pt x="36765" y="88054"/>
                </a:lnTo>
                <a:lnTo>
                  <a:pt x="24510" y="101670"/>
                </a:lnTo>
                <a:cubicBezTo>
                  <a:pt x="33361" y="100989"/>
                  <a:pt x="41757" y="100536"/>
                  <a:pt x="49700" y="100536"/>
                </a:cubicBezTo>
                <a:lnTo>
                  <a:pt x="104167" y="100536"/>
                </a:lnTo>
                <a:lnTo>
                  <a:pt x="104167" y="117783"/>
                </a:lnTo>
                <a:lnTo>
                  <a:pt x="0" y="117783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1B2684-13AB-4879-BBD6-4A275F6B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7307" y="3953354"/>
            <a:ext cx="108479" cy="122776"/>
          </a:xfrm>
          <a:custGeom xmlns:a="http://schemas.openxmlformats.org/drawingml/2006/main">
            <a:pathLst>
              <a:path w="108479" h="122776">
                <a:moveTo>
                  <a:pt x="83515" y="105755"/>
                </a:moveTo>
                <a:cubicBezTo>
                  <a:pt x="76026" y="112110"/>
                  <a:pt x="68991" y="116648"/>
                  <a:pt x="62182" y="119145"/>
                </a:cubicBezTo>
                <a:cubicBezTo>
                  <a:pt x="55374" y="121414"/>
                  <a:pt x="47885" y="122776"/>
                  <a:pt x="40169" y="122776"/>
                </a:cubicBezTo>
                <a:cubicBezTo>
                  <a:pt x="27233" y="122776"/>
                  <a:pt x="17248" y="119826"/>
                  <a:pt x="10439" y="113471"/>
                </a:cubicBezTo>
                <a:cubicBezTo>
                  <a:pt x="3404" y="107117"/>
                  <a:pt x="0" y="99174"/>
                  <a:pt x="0" y="89188"/>
                </a:cubicBezTo>
                <a:cubicBezTo>
                  <a:pt x="0" y="83515"/>
                  <a:pt x="1135" y="78295"/>
                  <a:pt x="3858" y="73529"/>
                </a:cubicBezTo>
                <a:cubicBezTo>
                  <a:pt x="6581" y="68764"/>
                  <a:pt x="9985" y="64906"/>
                  <a:pt x="14297" y="61955"/>
                </a:cubicBezTo>
                <a:cubicBezTo>
                  <a:pt x="18382" y="59232"/>
                  <a:pt x="23148" y="56963"/>
                  <a:pt x="28595" y="55374"/>
                </a:cubicBezTo>
                <a:cubicBezTo>
                  <a:pt x="32453" y="54466"/>
                  <a:pt x="38353" y="53558"/>
                  <a:pt x="46296" y="52424"/>
                </a:cubicBezTo>
                <a:cubicBezTo>
                  <a:pt x="62409" y="50608"/>
                  <a:pt x="74210" y="48339"/>
                  <a:pt x="81926" y="45615"/>
                </a:cubicBezTo>
                <a:cubicBezTo>
                  <a:pt x="81926" y="42892"/>
                  <a:pt x="81926" y="41304"/>
                  <a:pt x="81926" y="40396"/>
                </a:cubicBezTo>
                <a:cubicBezTo>
                  <a:pt x="81926" y="32226"/>
                  <a:pt x="80111" y="26552"/>
                  <a:pt x="76480" y="23148"/>
                </a:cubicBezTo>
                <a:cubicBezTo>
                  <a:pt x="71260" y="18609"/>
                  <a:pt x="63544" y="16340"/>
                  <a:pt x="53558" y="16340"/>
                </a:cubicBezTo>
                <a:cubicBezTo>
                  <a:pt x="44027" y="16340"/>
                  <a:pt x="37219" y="18155"/>
                  <a:pt x="32680" y="21333"/>
                </a:cubicBezTo>
                <a:cubicBezTo>
                  <a:pt x="28141" y="24737"/>
                  <a:pt x="24964" y="30637"/>
                  <a:pt x="22921" y="38807"/>
                </a:cubicBezTo>
                <a:lnTo>
                  <a:pt x="3404" y="36084"/>
                </a:lnTo>
                <a:cubicBezTo>
                  <a:pt x="5220" y="27914"/>
                  <a:pt x="8170" y="21106"/>
                  <a:pt x="12255" y="15886"/>
                </a:cubicBezTo>
                <a:cubicBezTo>
                  <a:pt x="16340" y="10893"/>
                  <a:pt x="22013" y="6808"/>
                  <a:pt x="29729" y="4085"/>
                </a:cubicBezTo>
                <a:cubicBezTo>
                  <a:pt x="37446" y="1362"/>
                  <a:pt x="46296" y="0"/>
                  <a:pt x="56509" y="0"/>
                </a:cubicBezTo>
                <a:cubicBezTo>
                  <a:pt x="66494" y="0"/>
                  <a:pt x="74664" y="1362"/>
                  <a:pt x="81018" y="3631"/>
                </a:cubicBezTo>
                <a:cubicBezTo>
                  <a:pt x="87373" y="5901"/>
                  <a:pt x="91912" y="8851"/>
                  <a:pt x="94862" y="12482"/>
                </a:cubicBezTo>
                <a:cubicBezTo>
                  <a:pt x="97812" y="16113"/>
                  <a:pt x="99855" y="20425"/>
                  <a:pt x="100989" y="25871"/>
                </a:cubicBezTo>
                <a:cubicBezTo>
                  <a:pt x="101670" y="29503"/>
                  <a:pt x="102124" y="35630"/>
                  <a:pt x="102124" y="44481"/>
                </a:cubicBezTo>
                <a:lnTo>
                  <a:pt x="102124" y="71033"/>
                </a:lnTo>
                <a:cubicBezTo>
                  <a:pt x="102124" y="89642"/>
                  <a:pt x="102351" y="101216"/>
                  <a:pt x="103259" y="106209"/>
                </a:cubicBezTo>
                <a:cubicBezTo>
                  <a:pt x="104167" y="111202"/>
                  <a:pt x="105755" y="115741"/>
                  <a:pt x="108479" y="120280"/>
                </a:cubicBezTo>
                <a:lnTo>
                  <a:pt x="87600" y="120280"/>
                </a:lnTo>
                <a:cubicBezTo>
                  <a:pt x="85330" y="116195"/>
                  <a:pt x="83969" y="111429"/>
                  <a:pt x="83515" y="105755"/>
                </a:cubicBezTo>
                <a:close/>
                <a:moveTo>
                  <a:pt x="81926" y="61274"/>
                </a:moveTo>
                <a:cubicBezTo>
                  <a:pt x="74664" y="64225"/>
                  <a:pt x="63771" y="66721"/>
                  <a:pt x="49247" y="68764"/>
                </a:cubicBezTo>
                <a:cubicBezTo>
                  <a:pt x="41077" y="70125"/>
                  <a:pt x="35176" y="71487"/>
                  <a:pt x="31772" y="72849"/>
                </a:cubicBezTo>
                <a:cubicBezTo>
                  <a:pt x="28368" y="74210"/>
                  <a:pt x="25871" y="76480"/>
                  <a:pt x="24056" y="79203"/>
                </a:cubicBezTo>
                <a:cubicBezTo>
                  <a:pt x="22240" y="82153"/>
                  <a:pt x="21333" y="85330"/>
                  <a:pt x="21333" y="88735"/>
                </a:cubicBezTo>
                <a:cubicBezTo>
                  <a:pt x="21333" y="94181"/>
                  <a:pt x="23148" y="98493"/>
                  <a:pt x="27233" y="102124"/>
                </a:cubicBezTo>
                <a:cubicBezTo>
                  <a:pt x="31318" y="105755"/>
                  <a:pt x="37219" y="107344"/>
                  <a:pt x="44935" y="107344"/>
                </a:cubicBezTo>
                <a:cubicBezTo>
                  <a:pt x="52651" y="107344"/>
                  <a:pt x="59459" y="105755"/>
                  <a:pt x="65359" y="102351"/>
                </a:cubicBezTo>
                <a:cubicBezTo>
                  <a:pt x="71260" y="98947"/>
                  <a:pt x="75799" y="94408"/>
                  <a:pt x="78749" y="88508"/>
                </a:cubicBezTo>
                <a:cubicBezTo>
                  <a:pt x="80792" y="83969"/>
                  <a:pt x="81926" y="77387"/>
                  <a:pt x="81926" y="68537"/>
                </a:cubicBezTo>
                <a:lnTo>
                  <a:pt x="81926" y="61274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2DAA1B-9A0E-47E5-90A8-539E55F4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9403" y="3914774"/>
            <a:ext cx="57416" cy="160221"/>
          </a:xfrm>
          <a:custGeom xmlns:a="http://schemas.openxmlformats.org/drawingml/2006/main">
            <a:pathLst>
              <a:path w="57416" h="160221">
                <a:moveTo>
                  <a:pt x="54466" y="140931"/>
                </a:moveTo>
                <a:lnTo>
                  <a:pt x="57416" y="158633"/>
                </a:lnTo>
                <a:cubicBezTo>
                  <a:pt x="51516" y="159541"/>
                  <a:pt x="46523" y="160221"/>
                  <a:pt x="42211" y="160221"/>
                </a:cubicBezTo>
                <a:cubicBezTo>
                  <a:pt x="34949" y="160221"/>
                  <a:pt x="29276" y="159087"/>
                  <a:pt x="25418" y="157044"/>
                </a:cubicBezTo>
                <a:cubicBezTo>
                  <a:pt x="21333" y="154775"/>
                  <a:pt x="18609" y="151825"/>
                  <a:pt x="17021" y="147967"/>
                </a:cubicBezTo>
                <a:cubicBezTo>
                  <a:pt x="15205" y="144335"/>
                  <a:pt x="14524" y="136392"/>
                  <a:pt x="14524" y="124365"/>
                </a:cubicBezTo>
                <a:lnTo>
                  <a:pt x="14524" y="56736"/>
                </a:lnTo>
                <a:lnTo>
                  <a:pt x="0" y="56736"/>
                </a:lnTo>
                <a:lnTo>
                  <a:pt x="0" y="41077"/>
                </a:lnTo>
                <a:lnTo>
                  <a:pt x="14524" y="41077"/>
                </a:lnTo>
                <a:lnTo>
                  <a:pt x="14524" y="12028"/>
                </a:lnTo>
                <a:lnTo>
                  <a:pt x="34268" y="0"/>
                </a:lnTo>
                <a:lnTo>
                  <a:pt x="34268" y="41077"/>
                </a:lnTo>
                <a:lnTo>
                  <a:pt x="54466" y="41077"/>
                </a:lnTo>
                <a:lnTo>
                  <a:pt x="54466" y="56736"/>
                </a:lnTo>
                <a:lnTo>
                  <a:pt x="34268" y="56736"/>
                </a:lnTo>
                <a:lnTo>
                  <a:pt x="34268" y="125499"/>
                </a:lnTo>
                <a:cubicBezTo>
                  <a:pt x="34268" y="131400"/>
                  <a:pt x="34495" y="135031"/>
                  <a:pt x="35403" y="136619"/>
                </a:cubicBezTo>
                <a:cubicBezTo>
                  <a:pt x="36084" y="138208"/>
                  <a:pt x="37219" y="139570"/>
                  <a:pt x="38807" y="140477"/>
                </a:cubicBezTo>
                <a:cubicBezTo>
                  <a:pt x="40396" y="141385"/>
                  <a:pt x="42665" y="141839"/>
                  <a:pt x="45615" y="141839"/>
                </a:cubicBezTo>
                <a:cubicBezTo>
                  <a:pt x="47885" y="141839"/>
                  <a:pt x="50835" y="141612"/>
                  <a:pt x="54466" y="140931"/>
                </a:cubicBez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F719EF-9D91-4EA0-8045-4D8F7DBC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386" y="3911143"/>
            <a:ext cx="19971" cy="162491"/>
          </a:xfrm>
          <a:custGeom xmlns:a="http://schemas.openxmlformats.org/drawingml/2006/main">
            <a:pathLst>
              <a:path w="19971" h="162491">
                <a:moveTo>
                  <a:pt x="0" y="22921"/>
                </a:moveTo>
                <a:lnTo>
                  <a:pt x="0" y="0"/>
                </a:lnTo>
                <a:lnTo>
                  <a:pt x="19971" y="0"/>
                </a:lnTo>
                <a:lnTo>
                  <a:pt x="19971" y="22921"/>
                </a:lnTo>
                <a:lnTo>
                  <a:pt x="0" y="22921"/>
                </a:lnTo>
                <a:close/>
                <a:moveTo>
                  <a:pt x="0" y="162491"/>
                </a:moveTo>
                <a:lnTo>
                  <a:pt x="0" y="44708"/>
                </a:lnTo>
                <a:lnTo>
                  <a:pt x="19971" y="44708"/>
                </a:lnTo>
                <a:lnTo>
                  <a:pt x="19971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2C548C-21C6-4943-81AB-993B8521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278" y="3953354"/>
            <a:ext cx="110294" cy="122776"/>
          </a:xfrm>
          <a:custGeom xmlns:a="http://schemas.openxmlformats.org/drawingml/2006/main">
            <a:pathLst>
              <a:path w="110294" h="122776">
                <a:moveTo>
                  <a:pt x="0" y="61501"/>
                </a:moveTo>
                <a:cubicBezTo>
                  <a:pt x="0" y="39715"/>
                  <a:pt x="5901" y="23602"/>
                  <a:pt x="18155" y="12936"/>
                </a:cubicBezTo>
                <a:cubicBezTo>
                  <a:pt x="28141" y="4312"/>
                  <a:pt x="40623" y="0"/>
                  <a:pt x="55147" y="0"/>
                </a:cubicBezTo>
                <a:cubicBezTo>
                  <a:pt x="71260" y="0"/>
                  <a:pt x="84423" y="5447"/>
                  <a:pt x="94862" y="15886"/>
                </a:cubicBezTo>
                <a:cubicBezTo>
                  <a:pt x="105074" y="26552"/>
                  <a:pt x="110294" y="41077"/>
                  <a:pt x="110294" y="59686"/>
                </a:cubicBezTo>
                <a:cubicBezTo>
                  <a:pt x="110294" y="74891"/>
                  <a:pt x="108025" y="86919"/>
                  <a:pt x="103486" y="95543"/>
                </a:cubicBezTo>
                <a:cubicBezTo>
                  <a:pt x="98947" y="104167"/>
                  <a:pt x="92139" y="110975"/>
                  <a:pt x="83515" y="115741"/>
                </a:cubicBezTo>
                <a:cubicBezTo>
                  <a:pt x="74891" y="120280"/>
                  <a:pt x="65359" y="122776"/>
                  <a:pt x="55147" y="122776"/>
                </a:cubicBezTo>
                <a:cubicBezTo>
                  <a:pt x="38580" y="122776"/>
                  <a:pt x="25191" y="117556"/>
                  <a:pt x="15205" y="107117"/>
                </a:cubicBezTo>
                <a:cubicBezTo>
                  <a:pt x="4993" y="96678"/>
                  <a:pt x="0" y="81472"/>
                  <a:pt x="0" y="61501"/>
                </a:cubicBezTo>
                <a:close/>
                <a:moveTo>
                  <a:pt x="20652" y="61501"/>
                </a:moveTo>
                <a:cubicBezTo>
                  <a:pt x="20652" y="76480"/>
                  <a:pt x="23829" y="87827"/>
                  <a:pt x="30410" y="95316"/>
                </a:cubicBezTo>
                <a:cubicBezTo>
                  <a:pt x="36765" y="102805"/>
                  <a:pt x="45162" y="106436"/>
                  <a:pt x="55147" y="106436"/>
                </a:cubicBezTo>
                <a:cubicBezTo>
                  <a:pt x="65133" y="106436"/>
                  <a:pt x="73302" y="102805"/>
                  <a:pt x="79884" y="95316"/>
                </a:cubicBezTo>
                <a:cubicBezTo>
                  <a:pt x="86465" y="87827"/>
                  <a:pt x="89869" y="76253"/>
                  <a:pt x="89869" y="60821"/>
                </a:cubicBezTo>
                <a:cubicBezTo>
                  <a:pt x="89869" y="46296"/>
                  <a:pt x="86465" y="35403"/>
                  <a:pt x="79884" y="27687"/>
                </a:cubicBezTo>
                <a:cubicBezTo>
                  <a:pt x="73076" y="20198"/>
                  <a:pt x="64906" y="16340"/>
                  <a:pt x="55147" y="16340"/>
                </a:cubicBezTo>
                <a:cubicBezTo>
                  <a:pt x="45162" y="16340"/>
                  <a:pt x="36765" y="20198"/>
                  <a:pt x="30410" y="27687"/>
                </a:cubicBezTo>
                <a:cubicBezTo>
                  <a:pt x="23829" y="35176"/>
                  <a:pt x="20652" y="46523"/>
                  <a:pt x="20652" y="61501"/>
                </a:cubicBez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1EEDAB-941D-4D7E-A37E-1B1EF014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947" y="3953354"/>
            <a:ext cx="95543" cy="120280"/>
          </a:xfrm>
          <a:custGeom xmlns:a="http://schemas.openxmlformats.org/drawingml/2006/main">
            <a:pathLst>
              <a:path w="95543" h="120280">
                <a:moveTo>
                  <a:pt x="0" y="120280"/>
                </a:moveTo>
                <a:lnTo>
                  <a:pt x="0" y="2496"/>
                </a:lnTo>
                <a:lnTo>
                  <a:pt x="17928" y="2496"/>
                </a:lnTo>
                <a:lnTo>
                  <a:pt x="17928" y="19290"/>
                </a:lnTo>
                <a:cubicBezTo>
                  <a:pt x="26552" y="6581"/>
                  <a:pt x="39034" y="0"/>
                  <a:pt x="55374" y="0"/>
                </a:cubicBezTo>
                <a:cubicBezTo>
                  <a:pt x="62409" y="0"/>
                  <a:pt x="68991" y="1362"/>
                  <a:pt x="74891" y="3858"/>
                </a:cubicBezTo>
                <a:cubicBezTo>
                  <a:pt x="80792" y="6354"/>
                  <a:pt x="85330" y="9759"/>
                  <a:pt x="88281" y="13843"/>
                </a:cubicBezTo>
                <a:cubicBezTo>
                  <a:pt x="91231" y="17928"/>
                  <a:pt x="93273" y="22921"/>
                  <a:pt x="94408" y="28595"/>
                </a:cubicBezTo>
                <a:cubicBezTo>
                  <a:pt x="95089" y="32226"/>
                  <a:pt x="95543" y="38807"/>
                  <a:pt x="95543" y="47885"/>
                </a:cubicBezTo>
                <a:lnTo>
                  <a:pt x="95543" y="120280"/>
                </a:lnTo>
                <a:lnTo>
                  <a:pt x="75572" y="120280"/>
                </a:lnTo>
                <a:lnTo>
                  <a:pt x="75572" y="48793"/>
                </a:lnTo>
                <a:cubicBezTo>
                  <a:pt x="75572" y="40623"/>
                  <a:pt x="74664" y="34722"/>
                  <a:pt x="73302" y="30637"/>
                </a:cubicBezTo>
                <a:cubicBezTo>
                  <a:pt x="71714" y="26552"/>
                  <a:pt x="68991" y="23375"/>
                  <a:pt x="65133" y="20879"/>
                </a:cubicBezTo>
                <a:cubicBezTo>
                  <a:pt x="61048" y="18609"/>
                  <a:pt x="56509" y="17248"/>
                  <a:pt x="51289" y="17248"/>
                </a:cubicBezTo>
                <a:cubicBezTo>
                  <a:pt x="42665" y="17248"/>
                  <a:pt x="35176" y="19971"/>
                  <a:pt x="29049" y="25418"/>
                </a:cubicBezTo>
                <a:cubicBezTo>
                  <a:pt x="22921" y="30864"/>
                  <a:pt x="19971" y="41077"/>
                  <a:pt x="19971" y="56055"/>
                </a:cubicBezTo>
                <a:lnTo>
                  <a:pt x="19971" y="120280"/>
                </a:lnTo>
                <a:lnTo>
                  <a:pt x="0" y="120280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74A93F-58CE-4663-88B6-CCA6F594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163" y="2193259"/>
            <a:ext cx="143655" cy="167711"/>
          </a:xfrm>
          <a:custGeom xmlns:a="http://schemas.openxmlformats.org/drawingml/2006/main">
            <a:pathLst>
              <a:path w="143655" h="167711">
                <a:moveTo>
                  <a:pt x="122095" y="108252"/>
                </a:moveTo>
                <a:lnTo>
                  <a:pt x="143655" y="113698"/>
                </a:lnTo>
                <a:cubicBezTo>
                  <a:pt x="139116" y="131400"/>
                  <a:pt x="130946" y="145016"/>
                  <a:pt x="119145" y="154094"/>
                </a:cubicBezTo>
                <a:cubicBezTo>
                  <a:pt x="107344" y="163172"/>
                  <a:pt x="93046" y="167711"/>
                  <a:pt x="76253" y="167711"/>
                </a:cubicBezTo>
                <a:cubicBezTo>
                  <a:pt x="58778" y="167711"/>
                  <a:pt x="44481" y="164306"/>
                  <a:pt x="33587" y="157271"/>
                </a:cubicBezTo>
                <a:cubicBezTo>
                  <a:pt x="22467" y="150236"/>
                  <a:pt x="14070" y="140024"/>
                  <a:pt x="8397" y="126407"/>
                </a:cubicBezTo>
                <a:cubicBezTo>
                  <a:pt x="2723" y="112790"/>
                  <a:pt x="0" y="98266"/>
                  <a:pt x="0" y="82834"/>
                </a:cubicBezTo>
                <a:cubicBezTo>
                  <a:pt x="0" y="66040"/>
                  <a:pt x="3177" y="51289"/>
                  <a:pt x="9532" y="38580"/>
                </a:cubicBezTo>
                <a:cubicBezTo>
                  <a:pt x="15886" y="25871"/>
                  <a:pt x="25191" y="16340"/>
                  <a:pt x="37219" y="9759"/>
                </a:cubicBezTo>
                <a:cubicBezTo>
                  <a:pt x="49020" y="3404"/>
                  <a:pt x="62182" y="0"/>
                  <a:pt x="76707" y="0"/>
                </a:cubicBezTo>
                <a:cubicBezTo>
                  <a:pt x="92820" y="0"/>
                  <a:pt x="106436" y="4312"/>
                  <a:pt x="117556" y="12482"/>
                </a:cubicBezTo>
                <a:cubicBezTo>
                  <a:pt x="128676" y="20652"/>
                  <a:pt x="136392" y="32226"/>
                  <a:pt x="140704" y="47204"/>
                </a:cubicBezTo>
                <a:lnTo>
                  <a:pt x="119599" y="52197"/>
                </a:lnTo>
                <a:cubicBezTo>
                  <a:pt x="115741" y="40396"/>
                  <a:pt x="110294" y="31999"/>
                  <a:pt x="103259" y="26552"/>
                </a:cubicBezTo>
                <a:cubicBezTo>
                  <a:pt x="95997" y="21106"/>
                  <a:pt x="87146" y="18382"/>
                  <a:pt x="76253" y="18382"/>
                </a:cubicBezTo>
                <a:cubicBezTo>
                  <a:pt x="63544" y="18382"/>
                  <a:pt x="53105" y="21560"/>
                  <a:pt x="44708" y="27460"/>
                </a:cubicBezTo>
                <a:cubicBezTo>
                  <a:pt x="36311" y="33361"/>
                  <a:pt x="30410" y="41530"/>
                  <a:pt x="27006" y="51516"/>
                </a:cubicBezTo>
                <a:cubicBezTo>
                  <a:pt x="23602" y="61501"/>
                  <a:pt x="22013" y="71941"/>
                  <a:pt x="22013" y="82607"/>
                </a:cubicBezTo>
                <a:cubicBezTo>
                  <a:pt x="22013" y="96678"/>
                  <a:pt x="24056" y="108705"/>
                  <a:pt x="28141" y="118918"/>
                </a:cubicBezTo>
                <a:cubicBezTo>
                  <a:pt x="32226" y="129357"/>
                  <a:pt x="38353" y="137073"/>
                  <a:pt x="46977" y="142066"/>
                </a:cubicBezTo>
                <a:cubicBezTo>
                  <a:pt x="55374" y="147059"/>
                  <a:pt x="64452" y="149555"/>
                  <a:pt x="74437" y="149555"/>
                </a:cubicBezTo>
                <a:cubicBezTo>
                  <a:pt x="86465" y="149555"/>
                  <a:pt x="96678" y="146151"/>
                  <a:pt x="105074" y="139116"/>
                </a:cubicBezTo>
                <a:cubicBezTo>
                  <a:pt x="113244" y="132308"/>
                  <a:pt x="118918" y="121868"/>
                  <a:pt x="122095" y="108252"/>
                </a:cubicBez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A288CB-197B-4B55-97F1-3CEBC541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647" y="2195983"/>
            <a:ext cx="95770" cy="162491"/>
          </a:xfrm>
          <a:custGeom xmlns:a="http://schemas.openxmlformats.org/drawingml/2006/main">
            <a:pathLst>
              <a:path w="95770" h="162491">
                <a:moveTo>
                  <a:pt x="0" y="162491"/>
                </a:moveTo>
                <a:lnTo>
                  <a:pt x="0" y="0"/>
                </a:lnTo>
                <a:lnTo>
                  <a:pt x="19971" y="0"/>
                </a:lnTo>
                <a:lnTo>
                  <a:pt x="19971" y="58324"/>
                </a:lnTo>
                <a:cubicBezTo>
                  <a:pt x="29049" y="47658"/>
                  <a:pt x="40850" y="42211"/>
                  <a:pt x="55147" y="42211"/>
                </a:cubicBezTo>
                <a:cubicBezTo>
                  <a:pt x="63771" y="42211"/>
                  <a:pt x="71487" y="44027"/>
                  <a:pt x="77841" y="47431"/>
                </a:cubicBezTo>
                <a:cubicBezTo>
                  <a:pt x="84196" y="50835"/>
                  <a:pt x="88961" y="55601"/>
                  <a:pt x="91685" y="61501"/>
                </a:cubicBezTo>
                <a:cubicBezTo>
                  <a:pt x="94408" y="67629"/>
                  <a:pt x="95770" y="76480"/>
                  <a:pt x="95770" y="87827"/>
                </a:cubicBezTo>
                <a:lnTo>
                  <a:pt x="95770" y="162491"/>
                </a:lnTo>
                <a:lnTo>
                  <a:pt x="75799" y="162491"/>
                </a:lnTo>
                <a:lnTo>
                  <a:pt x="75799" y="87827"/>
                </a:lnTo>
                <a:cubicBezTo>
                  <a:pt x="75799" y="77841"/>
                  <a:pt x="73529" y="70579"/>
                  <a:pt x="69217" y="66040"/>
                </a:cubicBezTo>
                <a:cubicBezTo>
                  <a:pt x="64906" y="61501"/>
                  <a:pt x="58778" y="59232"/>
                  <a:pt x="51062" y="59232"/>
                </a:cubicBezTo>
                <a:cubicBezTo>
                  <a:pt x="45162" y="59232"/>
                  <a:pt x="39488" y="60821"/>
                  <a:pt x="34268" y="63998"/>
                </a:cubicBezTo>
                <a:cubicBezTo>
                  <a:pt x="29049" y="67175"/>
                  <a:pt x="25418" y="71260"/>
                  <a:pt x="23148" y="76480"/>
                </a:cubicBezTo>
                <a:cubicBezTo>
                  <a:pt x="20879" y="81699"/>
                  <a:pt x="19971" y="88961"/>
                  <a:pt x="19971" y="98039"/>
                </a:cubicBezTo>
                <a:lnTo>
                  <a:pt x="19971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7DB753-5B9F-4F28-A6A8-4E405795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6018" y="2238194"/>
            <a:ext cx="108479" cy="122776"/>
          </a:xfrm>
          <a:custGeom xmlns:a="http://schemas.openxmlformats.org/drawingml/2006/main">
            <a:pathLst>
              <a:path w="108479" h="122776">
                <a:moveTo>
                  <a:pt x="83515" y="105755"/>
                </a:moveTo>
                <a:cubicBezTo>
                  <a:pt x="76026" y="112110"/>
                  <a:pt x="68991" y="116648"/>
                  <a:pt x="62182" y="119145"/>
                </a:cubicBezTo>
                <a:cubicBezTo>
                  <a:pt x="55374" y="121414"/>
                  <a:pt x="47885" y="122776"/>
                  <a:pt x="40169" y="122776"/>
                </a:cubicBezTo>
                <a:cubicBezTo>
                  <a:pt x="27233" y="122776"/>
                  <a:pt x="17248" y="119826"/>
                  <a:pt x="10439" y="113471"/>
                </a:cubicBezTo>
                <a:cubicBezTo>
                  <a:pt x="3404" y="107117"/>
                  <a:pt x="0" y="99174"/>
                  <a:pt x="0" y="89188"/>
                </a:cubicBezTo>
                <a:cubicBezTo>
                  <a:pt x="0" y="83515"/>
                  <a:pt x="1135" y="78295"/>
                  <a:pt x="3858" y="73529"/>
                </a:cubicBezTo>
                <a:cubicBezTo>
                  <a:pt x="6581" y="68764"/>
                  <a:pt x="9985" y="64906"/>
                  <a:pt x="14297" y="61955"/>
                </a:cubicBezTo>
                <a:cubicBezTo>
                  <a:pt x="18382" y="59232"/>
                  <a:pt x="23148" y="56963"/>
                  <a:pt x="28595" y="55374"/>
                </a:cubicBezTo>
                <a:cubicBezTo>
                  <a:pt x="32453" y="54466"/>
                  <a:pt x="38353" y="53558"/>
                  <a:pt x="46296" y="52424"/>
                </a:cubicBezTo>
                <a:cubicBezTo>
                  <a:pt x="62409" y="50608"/>
                  <a:pt x="74210" y="48339"/>
                  <a:pt x="81926" y="45615"/>
                </a:cubicBezTo>
                <a:cubicBezTo>
                  <a:pt x="81926" y="42892"/>
                  <a:pt x="81926" y="41304"/>
                  <a:pt x="81926" y="40396"/>
                </a:cubicBezTo>
                <a:cubicBezTo>
                  <a:pt x="81926" y="32226"/>
                  <a:pt x="80111" y="26552"/>
                  <a:pt x="76480" y="23148"/>
                </a:cubicBezTo>
                <a:cubicBezTo>
                  <a:pt x="71260" y="18609"/>
                  <a:pt x="63544" y="16340"/>
                  <a:pt x="53558" y="16340"/>
                </a:cubicBezTo>
                <a:cubicBezTo>
                  <a:pt x="44027" y="16340"/>
                  <a:pt x="37219" y="18155"/>
                  <a:pt x="32680" y="21333"/>
                </a:cubicBezTo>
                <a:cubicBezTo>
                  <a:pt x="28141" y="24737"/>
                  <a:pt x="24964" y="30637"/>
                  <a:pt x="22921" y="38807"/>
                </a:cubicBezTo>
                <a:lnTo>
                  <a:pt x="3404" y="36084"/>
                </a:lnTo>
                <a:cubicBezTo>
                  <a:pt x="5220" y="27914"/>
                  <a:pt x="8170" y="21106"/>
                  <a:pt x="12255" y="15886"/>
                </a:cubicBezTo>
                <a:cubicBezTo>
                  <a:pt x="16340" y="10893"/>
                  <a:pt x="22013" y="6808"/>
                  <a:pt x="29729" y="4085"/>
                </a:cubicBezTo>
                <a:cubicBezTo>
                  <a:pt x="37446" y="1362"/>
                  <a:pt x="46296" y="0"/>
                  <a:pt x="56509" y="0"/>
                </a:cubicBezTo>
                <a:cubicBezTo>
                  <a:pt x="66494" y="0"/>
                  <a:pt x="74664" y="1362"/>
                  <a:pt x="81018" y="3631"/>
                </a:cubicBezTo>
                <a:cubicBezTo>
                  <a:pt x="87373" y="5901"/>
                  <a:pt x="91912" y="8851"/>
                  <a:pt x="94862" y="12482"/>
                </a:cubicBezTo>
                <a:cubicBezTo>
                  <a:pt x="97812" y="16113"/>
                  <a:pt x="99855" y="20425"/>
                  <a:pt x="100989" y="25871"/>
                </a:cubicBezTo>
                <a:cubicBezTo>
                  <a:pt x="101670" y="29503"/>
                  <a:pt x="102124" y="35630"/>
                  <a:pt x="102124" y="44481"/>
                </a:cubicBezTo>
                <a:lnTo>
                  <a:pt x="102124" y="71033"/>
                </a:lnTo>
                <a:cubicBezTo>
                  <a:pt x="102124" y="89642"/>
                  <a:pt x="102351" y="101216"/>
                  <a:pt x="103259" y="106209"/>
                </a:cubicBezTo>
                <a:cubicBezTo>
                  <a:pt x="104167" y="111202"/>
                  <a:pt x="105755" y="115741"/>
                  <a:pt x="108479" y="120280"/>
                </a:cubicBezTo>
                <a:lnTo>
                  <a:pt x="87600" y="120280"/>
                </a:lnTo>
                <a:cubicBezTo>
                  <a:pt x="85330" y="116195"/>
                  <a:pt x="83969" y="111429"/>
                  <a:pt x="83515" y="105755"/>
                </a:cubicBezTo>
                <a:close/>
                <a:moveTo>
                  <a:pt x="81926" y="61274"/>
                </a:moveTo>
                <a:cubicBezTo>
                  <a:pt x="74664" y="64225"/>
                  <a:pt x="63771" y="66721"/>
                  <a:pt x="49247" y="68764"/>
                </a:cubicBezTo>
                <a:cubicBezTo>
                  <a:pt x="41077" y="70125"/>
                  <a:pt x="35176" y="71487"/>
                  <a:pt x="31772" y="72849"/>
                </a:cubicBezTo>
                <a:cubicBezTo>
                  <a:pt x="28368" y="74210"/>
                  <a:pt x="25871" y="76480"/>
                  <a:pt x="24056" y="79203"/>
                </a:cubicBezTo>
                <a:cubicBezTo>
                  <a:pt x="22240" y="82153"/>
                  <a:pt x="21333" y="85330"/>
                  <a:pt x="21333" y="88735"/>
                </a:cubicBezTo>
                <a:cubicBezTo>
                  <a:pt x="21333" y="94181"/>
                  <a:pt x="23148" y="98493"/>
                  <a:pt x="27233" y="102124"/>
                </a:cubicBezTo>
                <a:cubicBezTo>
                  <a:pt x="31318" y="105755"/>
                  <a:pt x="37219" y="107344"/>
                  <a:pt x="44935" y="107344"/>
                </a:cubicBezTo>
                <a:cubicBezTo>
                  <a:pt x="52651" y="107344"/>
                  <a:pt x="59459" y="105755"/>
                  <a:pt x="65359" y="102351"/>
                </a:cubicBezTo>
                <a:cubicBezTo>
                  <a:pt x="71260" y="98947"/>
                  <a:pt x="75799" y="94408"/>
                  <a:pt x="78749" y="88508"/>
                </a:cubicBezTo>
                <a:cubicBezTo>
                  <a:pt x="80792" y="83969"/>
                  <a:pt x="81926" y="77387"/>
                  <a:pt x="81926" y="68537"/>
                </a:cubicBezTo>
                <a:lnTo>
                  <a:pt x="81926" y="61274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8CA32A-9FAA-4403-A784-890BBC3D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780" y="2238194"/>
            <a:ext cx="63998" cy="120280"/>
          </a:xfrm>
          <a:custGeom xmlns:a="http://schemas.openxmlformats.org/drawingml/2006/main">
            <a:pathLst>
              <a:path w="63998" h="120280">
                <a:moveTo>
                  <a:pt x="0" y="120280"/>
                </a:moveTo>
                <a:lnTo>
                  <a:pt x="0" y="2496"/>
                </a:lnTo>
                <a:lnTo>
                  <a:pt x="17928" y="2496"/>
                </a:lnTo>
                <a:lnTo>
                  <a:pt x="17928" y="20425"/>
                </a:lnTo>
                <a:cubicBezTo>
                  <a:pt x="22467" y="12255"/>
                  <a:pt x="26552" y="6808"/>
                  <a:pt x="30637" y="4085"/>
                </a:cubicBezTo>
                <a:cubicBezTo>
                  <a:pt x="34495" y="1362"/>
                  <a:pt x="38807" y="0"/>
                  <a:pt x="43346" y="0"/>
                </a:cubicBezTo>
                <a:cubicBezTo>
                  <a:pt x="50154" y="0"/>
                  <a:pt x="56963" y="2269"/>
                  <a:pt x="63998" y="6354"/>
                </a:cubicBezTo>
                <a:lnTo>
                  <a:pt x="56963" y="24964"/>
                </a:lnTo>
                <a:cubicBezTo>
                  <a:pt x="51970" y="22240"/>
                  <a:pt x="47204" y="20652"/>
                  <a:pt x="42438" y="20652"/>
                </a:cubicBezTo>
                <a:cubicBezTo>
                  <a:pt x="37899" y="20652"/>
                  <a:pt x="34041" y="22013"/>
                  <a:pt x="30637" y="24510"/>
                </a:cubicBezTo>
                <a:cubicBezTo>
                  <a:pt x="27006" y="27233"/>
                  <a:pt x="24510" y="30864"/>
                  <a:pt x="23148" y="35403"/>
                </a:cubicBezTo>
                <a:cubicBezTo>
                  <a:pt x="20879" y="42665"/>
                  <a:pt x="19971" y="50381"/>
                  <a:pt x="19971" y="58778"/>
                </a:cubicBezTo>
                <a:lnTo>
                  <a:pt x="19971" y="120280"/>
                </a:lnTo>
                <a:lnTo>
                  <a:pt x="0" y="120280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0F05E7-1078-4448-8CBA-93810ED8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7770" y="2238194"/>
            <a:ext cx="108479" cy="122776"/>
          </a:xfrm>
          <a:custGeom xmlns:a="http://schemas.openxmlformats.org/drawingml/2006/main">
            <a:pathLst>
              <a:path w="108479" h="122776">
                <a:moveTo>
                  <a:pt x="83515" y="105755"/>
                </a:moveTo>
                <a:cubicBezTo>
                  <a:pt x="76026" y="112110"/>
                  <a:pt x="68991" y="116648"/>
                  <a:pt x="62182" y="119145"/>
                </a:cubicBezTo>
                <a:cubicBezTo>
                  <a:pt x="55374" y="121414"/>
                  <a:pt x="47885" y="122776"/>
                  <a:pt x="40169" y="122776"/>
                </a:cubicBezTo>
                <a:cubicBezTo>
                  <a:pt x="27233" y="122776"/>
                  <a:pt x="17248" y="119826"/>
                  <a:pt x="10439" y="113471"/>
                </a:cubicBezTo>
                <a:cubicBezTo>
                  <a:pt x="3404" y="107117"/>
                  <a:pt x="0" y="99174"/>
                  <a:pt x="0" y="89188"/>
                </a:cubicBezTo>
                <a:cubicBezTo>
                  <a:pt x="0" y="83515"/>
                  <a:pt x="1135" y="78295"/>
                  <a:pt x="3858" y="73529"/>
                </a:cubicBezTo>
                <a:cubicBezTo>
                  <a:pt x="6581" y="68764"/>
                  <a:pt x="9985" y="64906"/>
                  <a:pt x="14297" y="61955"/>
                </a:cubicBezTo>
                <a:cubicBezTo>
                  <a:pt x="18382" y="59232"/>
                  <a:pt x="23148" y="56963"/>
                  <a:pt x="28595" y="55374"/>
                </a:cubicBezTo>
                <a:cubicBezTo>
                  <a:pt x="32453" y="54466"/>
                  <a:pt x="38353" y="53558"/>
                  <a:pt x="46296" y="52424"/>
                </a:cubicBezTo>
                <a:cubicBezTo>
                  <a:pt x="62409" y="50608"/>
                  <a:pt x="74210" y="48339"/>
                  <a:pt x="81926" y="45615"/>
                </a:cubicBezTo>
                <a:cubicBezTo>
                  <a:pt x="81926" y="42892"/>
                  <a:pt x="81926" y="41304"/>
                  <a:pt x="81926" y="40396"/>
                </a:cubicBezTo>
                <a:cubicBezTo>
                  <a:pt x="81926" y="32226"/>
                  <a:pt x="80111" y="26552"/>
                  <a:pt x="76480" y="23148"/>
                </a:cubicBezTo>
                <a:cubicBezTo>
                  <a:pt x="71260" y="18609"/>
                  <a:pt x="63544" y="16340"/>
                  <a:pt x="53558" y="16340"/>
                </a:cubicBezTo>
                <a:cubicBezTo>
                  <a:pt x="44027" y="16340"/>
                  <a:pt x="37219" y="18155"/>
                  <a:pt x="32680" y="21333"/>
                </a:cubicBezTo>
                <a:cubicBezTo>
                  <a:pt x="28141" y="24737"/>
                  <a:pt x="24964" y="30637"/>
                  <a:pt x="22921" y="38807"/>
                </a:cubicBezTo>
                <a:lnTo>
                  <a:pt x="3404" y="36084"/>
                </a:lnTo>
                <a:cubicBezTo>
                  <a:pt x="5220" y="27914"/>
                  <a:pt x="8170" y="21106"/>
                  <a:pt x="12255" y="15886"/>
                </a:cubicBezTo>
                <a:cubicBezTo>
                  <a:pt x="16340" y="10893"/>
                  <a:pt x="22013" y="6808"/>
                  <a:pt x="29729" y="4085"/>
                </a:cubicBezTo>
                <a:cubicBezTo>
                  <a:pt x="37446" y="1362"/>
                  <a:pt x="46296" y="0"/>
                  <a:pt x="56509" y="0"/>
                </a:cubicBezTo>
                <a:cubicBezTo>
                  <a:pt x="66494" y="0"/>
                  <a:pt x="74664" y="1362"/>
                  <a:pt x="81018" y="3631"/>
                </a:cubicBezTo>
                <a:cubicBezTo>
                  <a:pt x="87373" y="5901"/>
                  <a:pt x="91912" y="8851"/>
                  <a:pt x="94862" y="12482"/>
                </a:cubicBezTo>
                <a:cubicBezTo>
                  <a:pt x="97812" y="16113"/>
                  <a:pt x="99855" y="20425"/>
                  <a:pt x="100989" y="25871"/>
                </a:cubicBezTo>
                <a:cubicBezTo>
                  <a:pt x="101670" y="29503"/>
                  <a:pt x="102124" y="35630"/>
                  <a:pt x="102124" y="44481"/>
                </a:cubicBezTo>
                <a:lnTo>
                  <a:pt x="102124" y="71033"/>
                </a:lnTo>
                <a:cubicBezTo>
                  <a:pt x="102124" y="89642"/>
                  <a:pt x="102351" y="101216"/>
                  <a:pt x="103259" y="106209"/>
                </a:cubicBezTo>
                <a:cubicBezTo>
                  <a:pt x="104167" y="111202"/>
                  <a:pt x="105755" y="115741"/>
                  <a:pt x="108479" y="120280"/>
                </a:cubicBezTo>
                <a:lnTo>
                  <a:pt x="87600" y="120280"/>
                </a:lnTo>
                <a:cubicBezTo>
                  <a:pt x="85330" y="116195"/>
                  <a:pt x="83969" y="111429"/>
                  <a:pt x="83515" y="105755"/>
                </a:cubicBezTo>
                <a:close/>
                <a:moveTo>
                  <a:pt x="81926" y="61274"/>
                </a:moveTo>
                <a:cubicBezTo>
                  <a:pt x="74664" y="64225"/>
                  <a:pt x="63771" y="66721"/>
                  <a:pt x="49247" y="68764"/>
                </a:cubicBezTo>
                <a:cubicBezTo>
                  <a:pt x="41077" y="70125"/>
                  <a:pt x="35176" y="71487"/>
                  <a:pt x="31772" y="72849"/>
                </a:cubicBezTo>
                <a:cubicBezTo>
                  <a:pt x="28368" y="74210"/>
                  <a:pt x="25871" y="76480"/>
                  <a:pt x="24056" y="79203"/>
                </a:cubicBezTo>
                <a:cubicBezTo>
                  <a:pt x="22240" y="82153"/>
                  <a:pt x="21333" y="85330"/>
                  <a:pt x="21333" y="88735"/>
                </a:cubicBezTo>
                <a:cubicBezTo>
                  <a:pt x="21333" y="94181"/>
                  <a:pt x="23148" y="98493"/>
                  <a:pt x="27233" y="102124"/>
                </a:cubicBezTo>
                <a:cubicBezTo>
                  <a:pt x="31318" y="105755"/>
                  <a:pt x="37219" y="107344"/>
                  <a:pt x="44935" y="107344"/>
                </a:cubicBezTo>
                <a:cubicBezTo>
                  <a:pt x="52651" y="107344"/>
                  <a:pt x="59459" y="105755"/>
                  <a:pt x="65359" y="102351"/>
                </a:cubicBezTo>
                <a:cubicBezTo>
                  <a:pt x="71260" y="98947"/>
                  <a:pt x="75799" y="94408"/>
                  <a:pt x="78749" y="88508"/>
                </a:cubicBezTo>
                <a:cubicBezTo>
                  <a:pt x="80792" y="83969"/>
                  <a:pt x="81926" y="77387"/>
                  <a:pt x="81926" y="68537"/>
                </a:cubicBezTo>
                <a:lnTo>
                  <a:pt x="81926" y="61274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2A06D2-003D-4C55-B336-463DC77D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496" y="2195983"/>
            <a:ext cx="102124" cy="164987"/>
          </a:xfrm>
          <a:custGeom xmlns:a="http://schemas.openxmlformats.org/drawingml/2006/main">
            <a:pathLst>
              <a:path w="102124" h="164987">
                <a:moveTo>
                  <a:pt x="83515" y="162491"/>
                </a:moveTo>
                <a:lnTo>
                  <a:pt x="83515" y="147740"/>
                </a:lnTo>
                <a:cubicBezTo>
                  <a:pt x="76026" y="159314"/>
                  <a:pt x="65133" y="164987"/>
                  <a:pt x="50608" y="164987"/>
                </a:cubicBezTo>
                <a:cubicBezTo>
                  <a:pt x="41077" y="164987"/>
                  <a:pt x="32453" y="162491"/>
                  <a:pt x="24737" y="157271"/>
                </a:cubicBezTo>
                <a:cubicBezTo>
                  <a:pt x="16794" y="152278"/>
                  <a:pt x="10666" y="145016"/>
                  <a:pt x="6354" y="135712"/>
                </a:cubicBezTo>
                <a:cubicBezTo>
                  <a:pt x="2042" y="126634"/>
                  <a:pt x="0" y="115968"/>
                  <a:pt x="0" y="103713"/>
                </a:cubicBezTo>
                <a:cubicBezTo>
                  <a:pt x="0" y="92139"/>
                  <a:pt x="1816" y="81472"/>
                  <a:pt x="5901" y="71941"/>
                </a:cubicBezTo>
                <a:cubicBezTo>
                  <a:pt x="9759" y="62409"/>
                  <a:pt x="15659" y="54920"/>
                  <a:pt x="23375" y="49927"/>
                </a:cubicBezTo>
                <a:cubicBezTo>
                  <a:pt x="31091" y="44935"/>
                  <a:pt x="39942" y="42211"/>
                  <a:pt x="49700" y="42211"/>
                </a:cubicBezTo>
                <a:cubicBezTo>
                  <a:pt x="56736" y="42211"/>
                  <a:pt x="63090" y="43800"/>
                  <a:pt x="68764" y="46750"/>
                </a:cubicBezTo>
                <a:cubicBezTo>
                  <a:pt x="74210" y="49700"/>
                  <a:pt x="78749" y="53558"/>
                  <a:pt x="82153" y="58324"/>
                </a:cubicBezTo>
                <a:lnTo>
                  <a:pt x="82153" y="0"/>
                </a:lnTo>
                <a:lnTo>
                  <a:pt x="102124" y="0"/>
                </a:lnTo>
                <a:lnTo>
                  <a:pt x="102124" y="162491"/>
                </a:lnTo>
                <a:lnTo>
                  <a:pt x="83515" y="162491"/>
                </a:lnTo>
                <a:close/>
                <a:moveTo>
                  <a:pt x="20652" y="103713"/>
                </a:moveTo>
                <a:cubicBezTo>
                  <a:pt x="20652" y="118918"/>
                  <a:pt x="23602" y="130265"/>
                  <a:pt x="29956" y="137527"/>
                </a:cubicBezTo>
                <a:cubicBezTo>
                  <a:pt x="36311" y="145016"/>
                  <a:pt x="43800" y="148647"/>
                  <a:pt x="52424" y="148647"/>
                </a:cubicBezTo>
                <a:cubicBezTo>
                  <a:pt x="61048" y="148647"/>
                  <a:pt x="68537" y="145243"/>
                  <a:pt x="74664" y="137981"/>
                </a:cubicBezTo>
                <a:cubicBezTo>
                  <a:pt x="80792" y="130946"/>
                  <a:pt x="83969" y="120053"/>
                  <a:pt x="83969" y="105528"/>
                </a:cubicBezTo>
                <a:cubicBezTo>
                  <a:pt x="83969" y="89415"/>
                  <a:pt x="80792" y="77614"/>
                  <a:pt x="74664" y="69898"/>
                </a:cubicBezTo>
                <a:cubicBezTo>
                  <a:pt x="68310" y="62409"/>
                  <a:pt x="60821" y="58551"/>
                  <a:pt x="51743" y="58551"/>
                </a:cubicBezTo>
                <a:cubicBezTo>
                  <a:pt x="42665" y="58551"/>
                  <a:pt x="35403" y="62182"/>
                  <a:pt x="29503" y="69444"/>
                </a:cubicBezTo>
                <a:cubicBezTo>
                  <a:pt x="23602" y="76707"/>
                  <a:pt x="20652" y="88281"/>
                  <a:pt x="20652" y="103713"/>
                </a:cubicBez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A62931-E331-4FBA-8B5D-99A51111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357" y="2238194"/>
            <a:ext cx="108479" cy="122776"/>
          </a:xfrm>
          <a:custGeom xmlns:a="http://schemas.openxmlformats.org/drawingml/2006/main">
            <a:pathLst>
              <a:path w="108479" h="122776">
                <a:moveTo>
                  <a:pt x="87146" y="82380"/>
                </a:moveTo>
                <a:lnTo>
                  <a:pt x="107798" y="84877"/>
                </a:lnTo>
                <a:cubicBezTo>
                  <a:pt x="104394" y="97131"/>
                  <a:pt x="98266" y="106436"/>
                  <a:pt x="89642" y="113017"/>
                </a:cubicBezTo>
                <a:cubicBezTo>
                  <a:pt x="80792" y="119599"/>
                  <a:pt x="69671" y="122776"/>
                  <a:pt x="56055" y="122776"/>
                </a:cubicBezTo>
                <a:cubicBezTo>
                  <a:pt x="38807" y="122776"/>
                  <a:pt x="24964" y="117556"/>
                  <a:pt x="14978" y="107117"/>
                </a:cubicBezTo>
                <a:cubicBezTo>
                  <a:pt x="4993" y="96678"/>
                  <a:pt x="0" y="81699"/>
                  <a:pt x="0" y="62409"/>
                </a:cubicBezTo>
                <a:cubicBezTo>
                  <a:pt x="0" y="42665"/>
                  <a:pt x="4993" y="27233"/>
                  <a:pt x="15205" y="16340"/>
                </a:cubicBezTo>
                <a:cubicBezTo>
                  <a:pt x="25191" y="5447"/>
                  <a:pt x="38580" y="0"/>
                  <a:pt x="54920" y="0"/>
                </a:cubicBezTo>
                <a:cubicBezTo>
                  <a:pt x="70579" y="0"/>
                  <a:pt x="83515" y="5447"/>
                  <a:pt x="93500" y="16113"/>
                </a:cubicBezTo>
                <a:cubicBezTo>
                  <a:pt x="103486" y="26779"/>
                  <a:pt x="108479" y="41757"/>
                  <a:pt x="108479" y="61274"/>
                </a:cubicBezTo>
                <a:cubicBezTo>
                  <a:pt x="108479" y="62636"/>
                  <a:pt x="108252" y="64225"/>
                  <a:pt x="108252" y="66494"/>
                </a:cubicBezTo>
                <a:lnTo>
                  <a:pt x="20425" y="66494"/>
                </a:lnTo>
                <a:cubicBezTo>
                  <a:pt x="21106" y="79657"/>
                  <a:pt x="24737" y="89415"/>
                  <a:pt x="31318" y="96224"/>
                </a:cubicBezTo>
                <a:cubicBezTo>
                  <a:pt x="37899" y="103032"/>
                  <a:pt x="46069" y="106436"/>
                  <a:pt x="56055" y="106436"/>
                </a:cubicBezTo>
                <a:cubicBezTo>
                  <a:pt x="63317" y="106436"/>
                  <a:pt x="69671" y="104621"/>
                  <a:pt x="74891" y="100762"/>
                </a:cubicBezTo>
                <a:cubicBezTo>
                  <a:pt x="79884" y="97131"/>
                  <a:pt x="83969" y="91004"/>
                  <a:pt x="87146" y="82380"/>
                </a:cubicBezTo>
                <a:close/>
                <a:moveTo>
                  <a:pt x="21560" y="50154"/>
                </a:moveTo>
                <a:lnTo>
                  <a:pt x="87373" y="50154"/>
                </a:lnTo>
                <a:cubicBezTo>
                  <a:pt x="86465" y="40169"/>
                  <a:pt x="83969" y="32907"/>
                  <a:pt x="79884" y="27914"/>
                </a:cubicBezTo>
                <a:cubicBezTo>
                  <a:pt x="73529" y="20198"/>
                  <a:pt x="65133" y="16340"/>
                  <a:pt x="55147" y="16340"/>
                </a:cubicBezTo>
                <a:cubicBezTo>
                  <a:pt x="45842" y="16340"/>
                  <a:pt x="38126" y="19517"/>
                  <a:pt x="31999" y="25645"/>
                </a:cubicBezTo>
                <a:cubicBezTo>
                  <a:pt x="25645" y="31772"/>
                  <a:pt x="22240" y="39942"/>
                  <a:pt x="21560" y="50154"/>
                </a:cubicBez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AF4702-DD11-45EF-9B41-D0D68B47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5176" y="2238194"/>
            <a:ext cx="97585" cy="122776"/>
          </a:xfrm>
          <a:custGeom xmlns:a="http://schemas.openxmlformats.org/drawingml/2006/main">
            <a:pathLst>
              <a:path w="97585" h="122776">
                <a:moveTo>
                  <a:pt x="0" y="85103"/>
                </a:moveTo>
                <a:lnTo>
                  <a:pt x="19744" y="82153"/>
                </a:lnTo>
                <a:cubicBezTo>
                  <a:pt x="20652" y="90096"/>
                  <a:pt x="23829" y="96224"/>
                  <a:pt x="28822" y="100309"/>
                </a:cubicBezTo>
                <a:cubicBezTo>
                  <a:pt x="33814" y="104394"/>
                  <a:pt x="41077" y="106436"/>
                  <a:pt x="50154" y="106436"/>
                </a:cubicBezTo>
                <a:cubicBezTo>
                  <a:pt x="59232" y="106436"/>
                  <a:pt x="66040" y="104621"/>
                  <a:pt x="70579" y="100989"/>
                </a:cubicBezTo>
                <a:cubicBezTo>
                  <a:pt x="74891" y="97358"/>
                  <a:pt x="77160" y="92820"/>
                  <a:pt x="77160" y="87827"/>
                </a:cubicBezTo>
                <a:cubicBezTo>
                  <a:pt x="77160" y="83288"/>
                  <a:pt x="75118" y="79884"/>
                  <a:pt x="71260" y="77160"/>
                </a:cubicBezTo>
                <a:cubicBezTo>
                  <a:pt x="68537" y="75345"/>
                  <a:pt x="61728" y="73076"/>
                  <a:pt x="50835" y="70352"/>
                </a:cubicBezTo>
                <a:cubicBezTo>
                  <a:pt x="36311" y="66721"/>
                  <a:pt x="26098" y="63544"/>
                  <a:pt x="20425" y="60821"/>
                </a:cubicBezTo>
                <a:cubicBezTo>
                  <a:pt x="14751" y="58097"/>
                  <a:pt x="10439" y="54466"/>
                  <a:pt x="7489" y="49700"/>
                </a:cubicBezTo>
                <a:cubicBezTo>
                  <a:pt x="4539" y="44935"/>
                  <a:pt x="3177" y="39715"/>
                  <a:pt x="3177" y="33814"/>
                </a:cubicBezTo>
                <a:cubicBezTo>
                  <a:pt x="3177" y="28595"/>
                  <a:pt x="4312" y="23829"/>
                  <a:pt x="6808" y="19290"/>
                </a:cubicBezTo>
                <a:cubicBezTo>
                  <a:pt x="9078" y="14751"/>
                  <a:pt x="12482" y="11120"/>
                  <a:pt x="16567" y="8170"/>
                </a:cubicBezTo>
                <a:cubicBezTo>
                  <a:pt x="19744" y="5901"/>
                  <a:pt x="23829" y="4085"/>
                  <a:pt x="29276" y="2496"/>
                </a:cubicBezTo>
                <a:cubicBezTo>
                  <a:pt x="34722" y="908"/>
                  <a:pt x="40396" y="0"/>
                  <a:pt x="46523" y="0"/>
                </a:cubicBezTo>
                <a:cubicBezTo>
                  <a:pt x="55601" y="0"/>
                  <a:pt x="63771" y="1362"/>
                  <a:pt x="70806" y="4085"/>
                </a:cubicBezTo>
                <a:cubicBezTo>
                  <a:pt x="77841" y="6808"/>
                  <a:pt x="83061" y="10212"/>
                  <a:pt x="86465" y="14751"/>
                </a:cubicBezTo>
                <a:cubicBezTo>
                  <a:pt x="89642" y="19290"/>
                  <a:pt x="91912" y="25418"/>
                  <a:pt x="93273" y="32907"/>
                </a:cubicBezTo>
                <a:lnTo>
                  <a:pt x="73756" y="35630"/>
                </a:lnTo>
                <a:cubicBezTo>
                  <a:pt x="72849" y="29729"/>
                  <a:pt x="70125" y="24964"/>
                  <a:pt x="66040" y="21560"/>
                </a:cubicBezTo>
                <a:cubicBezTo>
                  <a:pt x="61728" y="18155"/>
                  <a:pt x="55828" y="16340"/>
                  <a:pt x="48112" y="16340"/>
                </a:cubicBezTo>
                <a:cubicBezTo>
                  <a:pt x="38807" y="16340"/>
                  <a:pt x="32226" y="17928"/>
                  <a:pt x="28368" y="20879"/>
                </a:cubicBezTo>
                <a:cubicBezTo>
                  <a:pt x="24283" y="24056"/>
                  <a:pt x="22467" y="27460"/>
                  <a:pt x="22467" y="31545"/>
                </a:cubicBezTo>
                <a:cubicBezTo>
                  <a:pt x="22467" y="34268"/>
                  <a:pt x="23148" y="36538"/>
                  <a:pt x="24964" y="38580"/>
                </a:cubicBezTo>
                <a:cubicBezTo>
                  <a:pt x="26552" y="40850"/>
                  <a:pt x="29049" y="42438"/>
                  <a:pt x="32680" y="43800"/>
                </a:cubicBezTo>
                <a:cubicBezTo>
                  <a:pt x="34495" y="44708"/>
                  <a:pt x="40396" y="46296"/>
                  <a:pt x="50154" y="49020"/>
                </a:cubicBezTo>
                <a:cubicBezTo>
                  <a:pt x="64225" y="52651"/>
                  <a:pt x="74210" y="55828"/>
                  <a:pt x="79657" y="58097"/>
                </a:cubicBezTo>
                <a:cubicBezTo>
                  <a:pt x="85103" y="60594"/>
                  <a:pt x="89642" y="64225"/>
                  <a:pt x="92820" y="68764"/>
                </a:cubicBezTo>
                <a:cubicBezTo>
                  <a:pt x="95997" y="73302"/>
                  <a:pt x="97585" y="78976"/>
                  <a:pt x="97585" y="85784"/>
                </a:cubicBezTo>
                <a:cubicBezTo>
                  <a:pt x="97585" y="92593"/>
                  <a:pt x="95543" y="98720"/>
                  <a:pt x="91685" y="104621"/>
                </a:cubicBezTo>
                <a:cubicBezTo>
                  <a:pt x="87827" y="110521"/>
                  <a:pt x="82153" y="114833"/>
                  <a:pt x="74891" y="118010"/>
                </a:cubicBezTo>
                <a:cubicBezTo>
                  <a:pt x="67629" y="121187"/>
                  <a:pt x="59232" y="122776"/>
                  <a:pt x="50154" y="122776"/>
                </a:cubicBezTo>
                <a:cubicBezTo>
                  <a:pt x="34722" y="122776"/>
                  <a:pt x="23148" y="119826"/>
                  <a:pt x="15205" y="113471"/>
                </a:cubicBezTo>
                <a:cubicBezTo>
                  <a:pt x="7035" y="107117"/>
                  <a:pt x="2042" y="97812"/>
                  <a:pt x="0" y="85103"/>
                </a:cubicBez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D62DA7-1FE0-4221-B959-1C548DBC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8875" y="2289710"/>
            <a:ext cx="61274" cy="19971"/>
          </a:xfrm>
          <a:custGeom xmlns:a="http://schemas.openxmlformats.org/drawingml/2006/main">
            <a:pathLst>
              <a:path w="61274" h="19971">
                <a:moveTo>
                  <a:pt x="0" y="19971"/>
                </a:moveTo>
                <a:lnTo>
                  <a:pt x="0" y="0"/>
                </a:lnTo>
                <a:lnTo>
                  <a:pt x="61274" y="0"/>
                </a:lnTo>
                <a:lnTo>
                  <a:pt x="61274" y="19971"/>
                </a:lnTo>
                <a:lnTo>
                  <a:pt x="0" y="19971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AEE49A-A5EB-4FB2-9E49-D051DC83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7397" y="2193259"/>
            <a:ext cx="129357" cy="167711"/>
          </a:xfrm>
          <a:custGeom xmlns:a="http://schemas.openxmlformats.org/drawingml/2006/main">
            <a:pathLst>
              <a:path w="129357" h="167711">
                <a:moveTo>
                  <a:pt x="0" y="113017"/>
                </a:moveTo>
                <a:lnTo>
                  <a:pt x="20198" y="111202"/>
                </a:lnTo>
                <a:cubicBezTo>
                  <a:pt x="21106" y="119372"/>
                  <a:pt x="23375" y="126180"/>
                  <a:pt x="27006" y="131400"/>
                </a:cubicBezTo>
                <a:cubicBezTo>
                  <a:pt x="30410" y="136619"/>
                  <a:pt x="35857" y="140704"/>
                  <a:pt x="43346" y="143882"/>
                </a:cubicBezTo>
                <a:cubicBezTo>
                  <a:pt x="50608" y="147059"/>
                  <a:pt x="59005" y="148647"/>
                  <a:pt x="68310" y="148647"/>
                </a:cubicBezTo>
                <a:cubicBezTo>
                  <a:pt x="76480" y="148647"/>
                  <a:pt x="83515" y="147513"/>
                  <a:pt x="89869" y="145016"/>
                </a:cubicBezTo>
                <a:cubicBezTo>
                  <a:pt x="96224" y="142747"/>
                  <a:pt x="100762" y="139343"/>
                  <a:pt x="103940" y="135031"/>
                </a:cubicBezTo>
                <a:cubicBezTo>
                  <a:pt x="106890" y="130946"/>
                  <a:pt x="108479" y="126180"/>
                  <a:pt x="108479" y="121187"/>
                </a:cubicBezTo>
                <a:cubicBezTo>
                  <a:pt x="108479" y="116195"/>
                  <a:pt x="106890" y="111656"/>
                  <a:pt x="103940" y="107798"/>
                </a:cubicBezTo>
                <a:cubicBezTo>
                  <a:pt x="100989" y="104167"/>
                  <a:pt x="96224" y="100989"/>
                  <a:pt x="89415" y="98266"/>
                </a:cubicBezTo>
                <a:cubicBezTo>
                  <a:pt x="85103" y="96451"/>
                  <a:pt x="75572" y="93954"/>
                  <a:pt x="60594" y="90323"/>
                </a:cubicBezTo>
                <a:cubicBezTo>
                  <a:pt x="45615" y="86692"/>
                  <a:pt x="35176" y="83288"/>
                  <a:pt x="29276" y="80111"/>
                </a:cubicBezTo>
                <a:cubicBezTo>
                  <a:pt x="21560" y="76026"/>
                  <a:pt x="15659" y="71033"/>
                  <a:pt x="11801" y="65133"/>
                </a:cubicBezTo>
                <a:cubicBezTo>
                  <a:pt x="7943" y="59232"/>
                  <a:pt x="6127" y="52424"/>
                  <a:pt x="6127" y="44708"/>
                </a:cubicBezTo>
                <a:cubicBezTo>
                  <a:pt x="6127" y="36538"/>
                  <a:pt x="8397" y="29049"/>
                  <a:pt x="13163" y="21786"/>
                </a:cubicBezTo>
                <a:cubicBezTo>
                  <a:pt x="17702" y="14751"/>
                  <a:pt x="24510" y="9305"/>
                  <a:pt x="33587" y="5674"/>
                </a:cubicBezTo>
                <a:cubicBezTo>
                  <a:pt x="42438" y="2042"/>
                  <a:pt x="52424" y="0"/>
                  <a:pt x="63317" y="0"/>
                </a:cubicBezTo>
                <a:cubicBezTo>
                  <a:pt x="75345" y="0"/>
                  <a:pt x="86011" y="2042"/>
                  <a:pt x="95089" y="5901"/>
                </a:cubicBezTo>
                <a:cubicBezTo>
                  <a:pt x="104167" y="9759"/>
                  <a:pt x="111429" y="15432"/>
                  <a:pt x="116422" y="22921"/>
                </a:cubicBezTo>
                <a:cubicBezTo>
                  <a:pt x="121414" y="30637"/>
                  <a:pt x="123911" y="39034"/>
                  <a:pt x="124365" y="48566"/>
                </a:cubicBezTo>
                <a:lnTo>
                  <a:pt x="103713" y="50154"/>
                </a:lnTo>
                <a:cubicBezTo>
                  <a:pt x="102578" y="39942"/>
                  <a:pt x="98947" y="32226"/>
                  <a:pt x="92593" y="26779"/>
                </a:cubicBezTo>
                <a:cubicBezTo>
                  <a:pt x="86238" y="21560"/>
                  <a:pt x="76707" y="18836"/>
                  <a:pt x="64225" y="18836"/>
                </a:cubicBezTo>
                <a:cubicBezTo>
                  <a:pt x="51062" y="18836"/>
                  <a:pt x="41757" y="21333"/>
                  <a:pt x="35857" y="26098"/>
                </a:cubicBezTo>
                <a:cubicBezTo>
                  <a:pt x="29956" y="30864"/>
                  <a:pt x="27006" y="36538"/>
                  <a:pt x="27006" y="43346"/>
                </a:cubicBezTo>
                <a:cubicBezTo>
                  <a:pt x="27006" y="49247"/>
                  <a:pt x="29049" y="54012"/>
                  <a:pt x="33134" y="57643"/>
                </a:cubicBezTo>
                <a:cubicBezTo>
                  <a:pt x="37219" y="61501"/>
                  <a:pt x="48112" y="65359"/>
                  <a:pt x="65586" y="69444"/>
                </a:cubicBezTo>
                <a:cubicBezTo>
                  <a:pt x="83061" y="73529"/>
                  <a:pt x="95089" y="76934"/>
                  <a:pt x="101670" y="79657"/>
                </a:cubicBezTo>
                <a:cubicBezTo>
                  <a:pt x="110975" y="84196"/>
                  <a:pt x="118010" y="89642"/>
                  <a:pt x="122549" y="96224"/>
                </a:cubicBezTo>
                <a:cubicBezTo>
                  <a:pt x="127088" y="103032"/>
                  <a:pt x="129357" y="110748"/>
                  <a:pt x="129357" y="119372"/>
                </a:cubicBezTo>
                <a:cubicBezTo>
                  <a:pt x="129357" y="127996"/>
                  <a:pt x="126861" y="136166"/>
                  <a:pt x="121868" y="143882"/>
                </a:cubicBezTo>
                <a:cubicBezTo>
                  <a:pt x="116875" y="151598"/>
                  <a:pt x="109613" y="157498"/>
                  <a:pt x="100536" y="161583"/>
                </a:cubicBezTo>
                <a:cubicBezTo>
                  <a:pt x="91231" y="165668"/>
                  <a:pt x="80792" y="167711"/>
                  <a:pt x="69217" y="167711"/>
                </a:cubicBezTo>
                <a:cubicBezTo>
                  <a:pt x="54466" y="167711"/>
                  <a:pt x="42211" y="165668"/>
                  <a:pt x="32226" y="161583"/>
                </a:cubicBezTo>
                <a:cubicBezTo>
                  <a:pt x="22240" y="157498"/>
                  <a:pt x="14524" y="150917"/>
                  <a:pt x="8851" y="142293"/>
                </a:cubicBezTo>
                <a:cubicBezTo>
                  <a:pt x="3177" y="133669"/>
                  <a:pt x="227" y="123911"/>
                  <a:pt x="0" y="113017"/>
                </a:cubicBez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B07A34-79D7-4813-A888-7BCA6E94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3774" y="2195983"/>
            <a:ext cx="128903" cy="162491"/>
          </a:xfrm>
          <a:custGeom xmlns:a="http://schemas.openxmlformats.org/drawingml/2006/main">
            <a:pathLst>
              <a:path w="128903" h="162491">
                <a:moveTo>
                  <a:pt x="53558" y="162491"/>
                </a:moveTo>
                <a:lnTo>
                  <a:pt x="53558" y="19290"/>
                </a:lnTo>
                <a:lnTo>
                  <a:pt x="0" y="19290"/>
                </a:lnTo>
                <a:lnTo>
                  <a:pt x="0" y="0"/>
                </a:lnTo>
                <a:lnTo>
                  <a:pt x="128903" y="0"/>
                </a:lnTo>
                <a:lnTo>
                  <a:pt x="128903" y="19290"/>
                </a:lnTo>
                <a:lnTo>
                  <a:pt x="75118" y="19290"/>
                </a:lnTo>
                <a:lnTo>
                  <a:pt x="75118" y="162491"/>
                </a:lnTo>
                <a:lnTo>
                  <a:pt x="53558" y="162491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C74793-634E-47C9-93EC-C84B87E3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0374" y="2195983"/>
            <a:ext cx="151598" cy="162491"/>
          </a:xfrm>
          <a:custGeom xmlns:a="http://schemas.openxmlformats.org/drawingml/2006/main">
            <a:pathLst>
              <a:path w="151598" h="162491">
                <a:moveTo>
                  <a:pt x="0" y="162491"/>
                </a:moveTo>
                <a:lnTo>
                  <a:pt x="61955" y="0"/>
                </a:lnTo>
                <a:lnTo>
                  <a:pt x="85103" y="0"/>
                </a:lnTo>
                <a:lnTo>
                  <a:pt x="151598" y="162491"/>
                </a:lnTo>
                <a:lnTo>
                  <a:pt x="127315" y="162491"/>
                </a:lnTo>
                <a:lnTo>
                  <a:pt x="108252" y="113244"/>
                </a:lnTo>
                <a:lnTo>
                  <a:pt x="40396" y="113244"/>
                </a:lnTo>
                <a:lnTo>
                  <a:pt x="22467" y="162491"/>
                </a:lnTo>
                <a:lnTo>
                  <a:pt x="0" y="162491"/>
                </a:lnTo>
                <a:close/>
                <a:moveTo>
                  <a:pt x="46523" y="95770"/>
                </a:moveTo>
                <a:lnTo>
                  <a:pt x="101670" y="95770"/>
                </a:lnTo>
                <a:lnTo>
                  <a:pt x="84650" y="50835"/>
                </a:lnTo>
                <a:cubicBezTo>
                  <a:pt x="79430" y="37219"/>
                  <a:pt x="75572" y="25871"/>
                  <a:pt x="73076" y="17021"/>
                </a:cubicBezTo>
                <a:cubicBezTo>
                  <a:pt x="71033" y="27460"/>
                  <a:pt x="68083" y="37899"/>
                  <a:pt x="64452" y="48112"/>
                </a:cubicBezTo>
                <a:lnTo>
                  <a:pt x="46523" y="95770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72CE00-423D-469D-9743-FB2B2B83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7473" y="2436130"/>
            <a:ext cx="101670" cy="162491"/>
          </a:xfrm>
          <a:custGeom xmlns:a="http://schemas.openxmlformats.org/drawingml/2006/main">
            <a:pathLst>
              <a:path w="101670" h="162491">
                <a:moveTo>
                  <a:pt x="0" y="162491"/>
                </a:moveTo>
                <a:lnTo>
                  <a:pt x="0" y="0"/>
                </a:lnTo>
                <a:lnTo>
                  <a:pt x="21560" y="0"/>
                </a:lnTo>
                <a:lnTo>
                  <a:pt x="21560" y="143428"/>
                </a:lnTo>
                <a:lnTo>
                  <a:pt x="101670" y="143428"/>
                </a:lnTo>
                <a:lnTo>
                  <a:pt x="101670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471C00-CCF5-4623-9048-2953FE44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575" y="2478342"/>
            <a:ext cx="110294" cy="122776"/>
          </a:xfrm>
          <a:custGeom xmlns:a="http://schemas.openxmlformats.org/drawingml/2006/main">
            <a:pathLst>
              <a:path w="110294" h="122776">
                <a:moveTo>
                  <a:pt x="0" y="61501"/>
                </a:moveTo>
                <a:cubicBezTo>
                  <a:pt x="0" y="39715"/>
                  <a:pt x="5901" y="23602"/>
                  <a:pt x="18155" y="12936"/>
                </a:cubicBezTo>
                <a:cubicBezTo>
                  <a:pt x="28141" y="4312"/>
                  <a:pt x="40623" y="0"/>
                  <a:pt x="55147" y="0"/>
                </a:cubicBezTo>
                <a:cubicBezTo>
                  <a:pt x="71260" y="0"/>
                  <a:pt x="84423" y="5447"/>
                  <a:pt x="94862" y="15886"/>
                </a:cubicBezTo>
                <a:cubicBezTo>
                  <a:pt x="105074" y="26552"/>
                  <a:pt x="110294" y="41077"/>
                  <a:pt x="110294" y="59686"/>
                </a:cubicBezTo>
                <a:cubicBezTo>
                  <a:pt x="110294" y="74891"/>
                  <a:pt x="108025" y="86919"/>
                  <a:pt x="103486" y="95543"/>
                </a:cubicBezTo>
                <a:cubicBezTo>
                  <a:pt x="98947" y="104167"/>
                  <a:pt x="92139" y="110975"/>
                  <a:pt x="83515" y="115741"/>
                </a:cubicBezTo>
                <a:cubicBezTo>
                  <a:pt x="74891" y="120280"/>
                  <a:pt x="65359" y="122776"/>
                  <a:pt x="55147" y="122776"/>
                </a:cubicBezTo>
                <a:cubicBezTo>
                  <a:pt x="38580" y="122776"/>
                  <a:pt x="25191" y="117556"/>
                  <a:pt x="15205" y="107117"/>
                </a:cubicBezTo>
                <a:cubicBezTo>
                  <a:pt x="4993" y="96678"/>
                  <a:pt x="0" y="81472"/>
                  <a:pt x="0" y="61501"/>
                </a:cubicBezTo>
                <a:close/>
                <a:moveTo>
                  <a:pt x="20652" y="61501"/>
                </a:moveTo>
                <a:cubicBezTo>
                  <a:pt x="20652" y="76480"/>
                  <a:pt x="23829" y="87827"/>
                  <a:pt x="30410" y="95316"/>
                </a:cubicBezTo>
                <a:cubicBezTo>
                  <a:pt x="36765" y="102805"/>
                  <a:pt x="45162" y="106436"/>
                  <a:pt x="55147" y="106436"/>
                </a:cubicBezTo>
                <a:cubicBezTo>
                  <a:pt x="65133" y="106436"/>
                  <a:pt x="73302" y="102805"/>
                  <a:pt x="79884" y="95316"/>
                </a:cubicBezTo>
                <a:cubicBezTo>
                  <a:pt x="86465" y="87827"/>
                  <a:pt x="89869" y="76253"/>
                  <a:pt x="89869" y="60821"/>
                </a:cubicBezTo>
                <a:cubicBezTo>
                  <a:pt x="89869" y="46296"/>
                  <a:pt x="86465" y="35403"/>
                  <a:pt x="79884" y="27687"/>
                </a:cubicBezTo>
                <a:cubicBezTo>
                  <a:pt x="73076" y="20198"/>
                  <a:pt x="64906" y="16340"/>
                  <a:pt x="55147" y="16340"/>
                </a:cubicBezTo>
                <a:cubicBezTo>
                  <a:pt x="45162" y="16340"/>
                  <a:pt x="36765" y="20198"/>
                  <a:pt x="30410" y="27687"/>
                </a:cubicBezTo>
                <a:cubicBezTo>
                  <a:pt x="23829" y="35176"/>
                  <a:pt x="20652" y="46523"/>
                  <a:pt x="20652" y="61501"/>
                </a:cubicBez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571BEC-DDC6-4047-9213-43E17A8D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117" y="2478342"/>
            <a:ext cx="102578" cy="122776"/>
          </a:xfrm>
          <a:custGeom xmlns:a="http://schemas.openxmlformats.org/drawingml/2006/main">
            <a:pathLst>
              <a:path w="102578" h="122776">
                <a:moveTo>
                  <a:pt x="82834" y="77160"/>
                </a:moveTo>
                <a:lnTo>
                  <a:pt x="102578" y="79657"/>
                </a:lnTo>
                <a:cubicBezTo>
                  <a:pt x="100309" y="93273"/>
                  <a:pt x="94862" y="103940"/>
                  <a:pt x="86011" y="111429"/>
                </a:cubicBezTo>
                <a:cubicBezTo>
                  <a:pt x="77160" y="119145"/>
                  <a:pt x="66267" y="122776"/>
                  <a:pt x="53558" y="122776"/>
                </a:cubicBezTo>
                <a:cubicBezTo>
                  <a:pt x="37219" y="122776"/>
                  <a:pt x="24283" y="117556"/>
                  <a:pt x="14524" y="107117"/>
                </a:cubicBezTo>
                <a:cubicBezTo>
                  <a:pt x="4766" y="96678"/>
                  <a:pt x="0" y="81699"/>
                  <a:pt x="0" y="61955"/>
                </a:cubicBezTo>
                <a:cubicBezTo>
                  <a:pt x="0" y="49247"/>
                  <a:pt x="2042" y="38126"/>
                  <a:pt x="6354" y="28595"/>
                </a:cubicBezTo>
                <a:cubicBezTo>
                  <a:pt x="10439" y="19063"/>
                  <a:pt x="16794" y="12028"/>
                  <a:pt x="25418" y="7262"/>
                </a:cubicBezTo>
                <a:cubicBezTo>
                  <a:pt x="34041" y="2496"/>
                  <a:pt x="43346" y="0"/>
                  <a:pt x="53558" y="0"/>
                </a:cubicBezTo>
                <a:cubicBezTo>
                  <a:pt x="66267" y="0"/>
                  <a:pt x="76707" y="3404"/>
                  <a:pt x="84877" y="9759"/>
                </a:cubicBezTo>
                <a:cubicBezTo>
                  <a:pt x="93046" y="16113"/>
                  <a:pt x="98266" y="25418"/>
                  <a:pt x="100536" y="37219"/>
                </a:cubicBezTo>
                <a:lnTo>
                  <a:pt x="81245" y="40169"/>
                </a:lnTo>
                <a:cubicBezTo>
                  <a:pt x="79430" y="32453"/>
                  <a:pt x="76026" y="26552"/>
                  <a:pt x="71487" y="22467"/>
                </a:cubicBezTo>
                <a:cubicBezTo>
                  <a:pt x="66721" y="18382"/>
                  <a:pt x="61048" y="16340"/>
                  <a:pt x="54466" y="16340"/>
                </a:cubicBezTo>
                <a:cubicBezTo>
                  <a:pt x="44254" y="16340"/>
                  <a:pt x="36084" y="19971"/>
                  <a:pt x="29729" y="27233"/>
                </a:cubicBezTo>
                <a:cubicBezTo>
                  <a:pt x="23375" y="34495"/>
                  <a:pt x="20425" y="45842"/>
                  <a:pt x="20425" y="61274"/>
                </a:cubicBezTo>
                <a:cubicBezTo>
                  <a:pt x="20425" y="77160"/>
                  <a:pt x="23375" y="88735"/>
                  <a:pt x="29503" y="95770"/>
                </a:cubicBezTo>
                <a:cubicBezTo>
                  <a:pt x="35403" y="103032"/>
                  <a:pt x="43346" y="106436"/>
                  <a:pt x="53332" y="106436"/>
                </a:cubicBezTo>
                <a:cubicBezTo>
                  <a:pt x="61048" y="106436"/>
                  <a:pt x="67629" y="104167"/>
                  <a:pt x="72849" y="99401"/>
                </a:cubicBezTo>
                <a:cubicBezTo>
                  <a:pt x="78068" y="94635"/>
                  <a:pt x="81472" y="87146"/>
                  <a:pt x="82834" y="77160"/>
                </a:cubicBez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39FE32-E38C-4393-A1C3-AE4EA570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907" y="2478342"/>
            <a:ext cx="108479" cy="122776"/>
          </a:xfrm>
          <a:custGeom xmlns:a="http://schemas.openxmlformats.org/drawingml/2006/main">
            <a:pathLst>
              <a:path w="108479" h="122776">
                <a:moveTo>
                  <a:pt x="83515" y="105755"/>
                </a:moveTo>
                <a:cubicBezTo>
                  <a:pt x="76026" y="112110"/>
                  <a:pt x="68991" y="116648"/>
                  <a:pt x="62182" y="119145"/>
                </a:cubicBezTo>
                <a:cubicBezTo>
                  <a:pt x="55374" y="121414"/>
                  <a:pt x="47885" y="122776"/>
                  <a:pt x="40169" y="122776"/>
                </a:cubicBezTo>
                <a:cubicBezTo>
                  <a:pt x="27233" y="122776"/>
                  <a:pt x="17248" y="119826"/>
                  <a:pt x="10439" y="113471"/>
                </a:cubicBezTo>
                <a:cubicBezTo>
                  <a:pt x="3404" y="107117"/>
                  <a:pt x="0" y="99174"/>
                  <a:pt x="0" y="89188"/>
                </a:cubicBezTo>
                <a:cubicBezTo>
                  <a:pt x="0" y="83515"/>
                  <a:pt x="1135" y="78295"/>
                  <a:pt x="3858" y="73529"/>
                </a:cubicBezTo>
                <a:cubicBezTo>
                  <a:pt x="6581" y="68764"/>
                  <a:pt x="9985" y="64906"/>
                  <a:pt x="14297" y="61955"/>
                </a:cubicBezTo>
                <a:cubicBezTo>
                  <a:pt x="18382" y="59232"/>
                  <a:pt x="23148" y="56963"/>
                  <a:pt x="28595" y="55374"/>
                </a:cubicBezTo>
                <a:cubicBezTo>
                  <a:pt x="32453" y="54466"/>
                  <a:pt x="38353" y="53558"/>
                  <a:pt x="46296" y="52424"/>
                </a:cubicBezTo>
                <a:cubicBezTo>
                  <a:pt x="62409" y="50608"/>
                  <a:pt x="74210" y="48339"/>
                  <a:pt x="81926" y="45615"/>
                </a:cubicBezTo>
                <a:cubicBezTo>
                  <a:pt x="81926" y="42892"/>
                  <a:pt x="81926" y="41304"/>
                  <a:pt x="81926" y="40396"/>
                </a:cubicBezTo>
                <a:cubicBezTo>
                  <a:pt x="81926" y="32226"/>
                  <a:pt x="80111" y="26552"/>
                  <a:pt x="76480" y="23148"/>
                </a:cubicBezTo>
                <a:cubicBezTo>
                  <a:pt x="71260" y="18609"/>
                  <a:pt x="63544" y="16340"/>
                  <a:pt x="53558" y="16340"/>
                </a:cubicBezTo>
                <a:cubicBezTo>
                  <a:pt x="44027" y="16340"/>
                  <a:pt x="37219" y="18155"/>
                  <a:pt x="32680" y="21333"/>
                </a:cubicBezTo>
                <a:cubicBezTo>
                  <a:pt x="28141" y="24737"/>
                  <a:pt x="24964" y="30637"/>
                  <a:pt x="22921" y="38807"/>
                </a:cubicBezTo>
                <a:lnTo>
                  <a:pt x="3404" y="36084"/>
                </a:lnTo>
                <a:cubicBezTo>
                  <a:pt x="5220" y="27914"/>
                  <a:pt x="8170" y="21106"/>
                  <a:pt x="12255" y="15886"/>
                </a:cubicBezTo>
                <a:cubicBezTo>
                  <a:pt x="16340" y="10893"/>
                  <a:pt x="22013" y="6808"/>
                  <a:pt x="29729" y="4085"/>
                </a:cubicBezTo>
                <a:cubicBezTo>
                  <a:pt x="37446" y="1362"/>
                  <a:pt x="46296" y="0"/>
                  <a:pt x="56509" y="0"/>
                </a:cubicBezTo>
                <a:cubicBezTo>
                  <a:pt x="66494" y="0"/>
                  <a:pt x="74664" y="1362"/>
                  <a:pt x="81018" y="3631"/>
                </a:cubicBezTo>
                <a:cubicBezTo>
                  <a:pt x="87373" y="5901"/>
                  <a:pt x="91912" y="8851"/>
                  <a:pt x="94862" y="12482"/>
                </a:cubicBezTo>
                <a:cubicBezTo>
                  <a:pt x="97812" y="16113"/>
                  <a:pt x="99855" y="20425"/>
                  <a:pt x="100989" y="25871"/>
                </a:cubicBezTo>
                <a:cubicBezTo>
                  <a:pt x="101670" y="29503"/>
                  <a:pt x="102124" y="35630"/>
                  <a:pt x="102124" y="44481"/>
                </a:cubicBezTo>
                <a:lnTo>
                  <a:pt x="102124" y="71033"/>
                </a:lnTo>
                <a:cubicBezTo>
                  <a:pt x="102124" y="89642"/>
                  <a:pt x="102351" y="101216"/>
                  <a:pt x="103259" y="106209"/>
                </a:cubicBezTo>
                <a:cubicBezTo>
                  <a:pt x="104167" y="111202"/>
                  <a:pt x="105755" y="115741"/>
                  <a:pt x="108479" y="120280"/>
                </a:cubicBezTo>
                <a:lnTo>
                  <a:pt x="87600" y="120280"/>
                </a:lnTo>
                <a:cubicBezTo>
                  <a:pt x="85330" y="116195"/>
                  <a:pt x="83969" y="111429"/>
                  <a:pt x="83515" y="105755"/>
                </a:cubicBezTo>
                <a:close/>
                <a:moveTo>
                  <a:pt x="81926" y="61274"/>
                </a:moveTo>
                <a:cubicBezTo>
                  <a:pt x="74664" y="64225"/>
                  <a:pt x="63771" y="66721"/>
                  <a:pt x="49247" y="68764"/>
                </a:cubicBezTo>
                <a:cubicBezTo>
                  <a:pt x="41077" y="70125"/>
                  <a:pt x="35176" y="71487"/>
                  <a:pt x="31772" y="72849"/>
                </a:cubicBezTo>
                <a:cubicBezTo>
                  <a:pt x="28368" y="74210"/>
                  <a:pt x="25871" y="76480"/>
                  <a:pt x="24056" y="79203"/>
                </a:cubicBezTo>
                <a:cubicBezTo>
                  <a:pt x="22240" y="82153"/>
                  <a:pt x="21333" y="85330"/>
                  <a:pt x="21333" y="88735"/>
                </a:cubicBezTo>
                <a:cubicBezTo>
                  <a:pt x="21333" y="94181"/>
                  <a:pt x="23148" y="98493"/>
                  <a:pt x="27233" y="102124"/>
                </a:cubicBezTo>
                <a:cubicBezTo>
                  <a:pt x="31318" y="105755"/>
                  <a:pt x="37219" y="107344"/>
                  <a:pt x="44935" y="107344"/>
                </a:cubicBezTo>
                <a:cubicBezTo>
                  <a:pt x="52651" y="107344"/>
                  <a:pt x="59459" y="105755"/>
                  <a:pt x="65359" y="102351"/>
                </a:cubicBezTo>
                <a:cubicBezTo>
                  <a:pt x="71260" y="98947"/>
                  <a:pt x="75799" y="94408"/>
                  <a:pt x="78749" y="88508"/>
                </a:cubicBezTo>
                <a:cubicBezTo>
                  <a:pt x="80792" y="83969"/>
                  <a:pt x="81926" y="77387"/>
                  <a:pt x="81926" y="68537"/>
                </a:cubicBezTo>
                <a:lnTo>
                  <a:pt x="81926" y="61274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0DFB30-23B3-494E-A7C6-DA4B1E58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7441" y="2436130"/>
            <a:ext cx="19971" cy="162491"/>
          </a:xfrm>
          <a:custGeom xmlns:a="http://schemas.openxmlformats.org/drawingml/2006/main">
            <a:pathLst>
              <a:path w="19971" h="162491">
                <a:moveTo>
                  <a:pt x="0" y="162491"/>
                </a:moveTo>
                <a:lnTo>
                  <a:pt x="0" y="0"/>
                </a:lnTo>
                <a:lnTo>
                  <a:pt x="19971" y="0"/>
                </a:lnTo>
                <a:lnTo>
                  <a:pt x="19971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7F5C36-DA59-4D6F-92A9-D7077A62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277" y="2436130"/>
            <a:ext cx="19971" cy="162491"/>
          </a:xfrm>
          <a:custGeom xmlns:a="http://schemas.openxmlformats.org/drawingml/2006/main">
            <a:pathLst>
              <a:path w="19971" h="162491">
                <a:moveTo>
                  <a:pt x="0" y="22921"/>
                </a:moveTo>
                <a:lnTo>
                  <a:pt x="0" y="0"/>
                </a:lnTo>
                <a:lnTo>
                  <a:pt x="19971" y="0"/>
                </a:lnTo>
                <a:lnTo>
                  <a:pt x="19971" y="22921"/>
                </a:lnTo>
                <a:lnTo>
                  <a:pt x="0" y="22921"/>
                </a:lnTo>
                <a:close/>
                <a:moveTo>
                  <a:pt x="0" y="162491"/>
                </a:moveTo>
                <a:lnTo>
                  <a:pt x="0" y="44708"/>
                </a:lnTo>
                <a:lnTo>
                  <a:pt x="19971" y="44708"/>
                </a:lnTo>
                <a:lnTo>
                  <a:pt x="19971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8B8350-9230-4F52-9D40-53AECC01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219" y="2480838"/>
            <a:ext cx="104167" cy="117783"/>
          </a:xfrm>
          <a:custGeom xmlns:a="http://schemas.openxmlformats.org/drawingml/2006/main">
            <a:pathLst>
              <a:path w="104167" h="117783">
                <a:moveTo>
                  <a:pt x="0" y="117783"/>
                </a:moveTo>
                <a:lnTo>
                  <a:pt x="0" y="101670"/>
                </a:lnTo>
                <a:lnTo>
                  <a:pt x="74891" y="15659"/>
                </a:lnTo>
                <a:cubicBezTo>
                  <a:pt x="66267" y="16113"/>
                  <a:pt x="58551" y="16340"/>
                  <a:pt x="52197" y="16340"/>
                </a:cubicBezTo>
                <a:lnTo>
                  <a:pt x="4312" y="16340"/>
                </a:lnTo>
                <a:lnTo>
                  <a:pt x="4312" y="0"/>
                </a:lnTo>
                <a:lnTo>
                  <a:pt x="100536" y="0"/>
                </a:lnTo>
                <a:lnTo>
                  <a:pt x="100536" y="13390"/>
                </a:lnTo>
                <a:lnTo>
                  <a:pt x="36765" y="88054"/>
                </a:lnTo>
                <a:lnTo>
                  <a:pt x="24510" y="101670"/>
                </a:lnTo>
                <a:cubicBezTo>
                  <a:pt x="33361" y="100989"/>
                  <a:pt x="41757" y="100536"/>
                  <a:pt x="49700" y="100536"/>
                </a:cubicBezTo>
                <a:lnTo>
                  <a:pt x="104167" y="100536"/>
                </a:lnTo>
                <a:lnTo>
                  <a:pt x="104167" y="117783"/>
                </a:lnTo>
                <a:lnTo>
                  <a:pt x="0" y="117783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67A4ED-8CAB-4F48-8BB1-BA531AF7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5321" y="2478342"/>
            <a:ext cx="108479" cy="122776"/>
          </a:xfrm>
          <a:custGeom xmlns:a="http://schemas.openxmlformats.org/drawingml/2006/main">
            <a:pathLst>
              <a:path w="108479" h="122776">
                <a:moveTo>
                  <a:pt x="83515" y="105755"/>
                </a:moveTo>
                <a:cubicBezTo>
                  <a:pt x="76026" y="112110"/>
                  <a:pt x="68991" y="116648"/>
                  <a:pt x="62182" y="119145"/>
                </a:cubicBezTo>
                <a:cubicBezTo>
                  <a:pt x="55374" y="121414"/>
                  <a:pt x="47885" y="122776"/>
                  <a:pt x="40169" y="122776"/>
                </a:cubicBezTo>
                <a:cubicBezTo>
                  <a:pt x="27233" y="122776"/>
                  <a:pt x="17248" y="119826"/>
                  <a:pt x="10439" y="113471"/>
                </a:cubicBezTo>
                <a:cubicBezTo>
                  <a:pt x="3404" y="107117"/>
                  <a:pt x="0" y="99174"/>
                  <a:pt x="0" y="89188"/>
                </a:cubicBezTo>
                <a:cubicBezTo>
                  <a:pt x="0" y="83515"/>
                  <a:pt x="1135" y="78295"/>
                  <a:pt x="3858" y="73529"/>
                </a:cubicBezTo>
                <a:cubicBezTo>
                  <a:pt x="6581" y="68764"/>
                  <a:pt x="9985" y="64906"/>
                  <a:pt x="14297" y="61955"/>
                </a:cubicBezTo>
                <a:cubicBezTo>
                  <a:pt x="18382" y="59232"/>
                  <a:pt x="23148" y="56963"/>
                  <a:pt x="28595" y="55374"/>
                </a:cubicBezTo>
                <a:cubicBezTo>
                  <a:pt x="32453" y="54466"/>
                  <a:pt x="38353" y="53558"/>
                  <a:pt x="46296" y="52424"/>
                </a:cubicBezTo>
                <a:cubicBezTo>
                  <a:pt x="62409" y="50608"/>
                  <a:pt x="74210" y="48339"/>
                  <a:pt x="81926" y="45615"/>
                </a:cubicBezTo>
                <a:cubicBezTo>
                  <a:pt x="81926" y="42892"/>
                  <a:pt x="81926" y="41304"/>
                  <a:pt x="81926" y="40396"/>
                </a:cubicBezTo>
                <a:cubicBezTo>
                  <a:pt x="81926" y="32226"/>
                  <a:pt x="80111" y="26552"/>
                  <a:pt x="76480" y="23148"/>
                </a:cubicBezTo>
                <a:cubicBezTo>
                  <a:pt x="71260" y="18609"/>
                  <a:pt x="63544" y="16340"/>
                  <a:pt x="53558" y="16340"/>
                </a:cubicBezTo>
                <a:cubicBezTo>
                  <a:pt x="44027" y="16340"/>
                  <a:pt x="37219" y="18155"/>
                  <a:pt x="32680" y="21333"/>
                </a:cubicBezTo>
                <a:cubicBezTo>
                  <a:pt x="28141" y="24737"/>
                  <a:pt x="24964" y="30637"/>
                  <a:pt x="22921" y="38807"/>
                </a:cubicBezTo>
                <a:lnTo>
                  <a:pt x="3404" y="36084"/>
                </a:lnTo>
                <a:cubicBezTo>
                  <a:pt x="5220" y="27914"/>
                  <a:pt x="8170" y="21106"/>
                  <a:pt x="12255" y="15886"/>
                </a:cubicBezTo>
                <a:cubicBezTo>
                  <a:pt x="16340" y="10893"/>
                  <a:pt x="22013" y="6808"/>
                  <a:pt x="29729" y="4085"/>
                </a:cubicBezTo>
                <a:cubicBezTo>
                  <a:pt x="37446" y="1362"/>
                  <a:pt x="46296" y="0"/>
                  <a:pt x="56509" y="0"/>
                </a:cubicBezTo>
                <a:cubicBezTo>
                  <a:pt x="66494" y="0"/>
                  <a:pt x="74664" y="1362"/>
                  <a:pt x="81018" y="3631"/>
                </a:cubicBezTo>
                <a:cubicBezTo>
                  <a:pt x="87373" y="5901"/>
                  <a:pt x="91912" y="8851"/>
                  <a:pt x="94862" y="12482"/>
                </a:cubicBezTo>
                <a:cubicBezTo>
                  <a:pt x="97812" y="16113"/>
                  <a:pt x="99855" y="20425"/>
                  <a:pt x="100989" y="25871"/>
                </a:cubicBezTo>
                <a:cubicBezTo>
                  <a:pt x="101670" y="29503"/>
                  <a:pt x="102124" y="35630"/>
                  <a:pt x="102124" y="44481"/>
                </a:cubicBezTo>
                <a:lnTo>
                  <a:pt x="102124" y="71033"/>
                </a:lnTo>
                <a:cubicBezTo>
                  <a:pt x="102124" y="89642"/>
                  <a:pt x="102351" y="101216"/>
                  <a:pt x="103259" y="106209"/>
                </a:cubicBezTo>
                <a:cubicBezTo>
                  <a:pt x="104167" y="111202"/>
                  <a:pt x="105755" y="115741"/>
                  <a:pt x="108479" y="120280"/>
                </a:cubicBezTo>
                <a:lnTo>
                  <a:pt x="87600" y="120280"/>
                </a:lnTo>
                <a:cubicBezTo>
                  <a:pt x="85330" y="116195"/>
                  <a:pt x="83969" y="111429"/>
                  <a:pt x="83515" y="105755"/>
                </a:cubicBezTo>
                <a:close/>
                <a:moveTo>
                  <a:pt x="81926" y="61274"/>
                </a:moveTo>
                <a:cubicBezTo>
                  <a:pt x="74664" y="64225"/>
                  <a:pt x="63771" y="66721"/>
                  <a:pt x="49247" y="68764"/>
                </a:cubicBezTo>
                <a:cubicBezTo>
                  <a:pt x="41077" y="70125"/>
                  <a:pt x="35176" y="71487"/>
                  <a:pt x="31772" y="72849"/>
                </a:cubicBezTo>
                <a:cubicBezTo>
                  <a:pt x="28368" y="74210"/>
                  <a:pt x="25871" y="76480"/>
                  <a:pt x="24056" y="79203"/>
                </a:cubicBezTo>
                <a:cubicBezTo>
                  <a:pt x="22240" y="82153"/>
                  <a:pt x="21333" y="85330"/>
                  <a:pt x="21333" y="88735"/>
                </a:cubicBezTo>
                <a:cubicBezTo>
                  <a:pt x="21333" y="94181"/>
                  <a:pt x="23148" y="98493"/>
                  <a:pt x="27233" y="102124"/>
                </a:cubicBezTo>
                <a:cubicBezTo>
                  <a:pt x="31318" y="105755"/>
                  <a:pt x="37219" y="107344"/>
                  <a:pt x="44935" y="107344"/>
                </a:cubicBezTo>
                <a:cubicBezTo>
                  <a:pt x="52651" y="107344"/>
                  <a:pt x="59459" y="105755"/>
                  <a:pt x="65359" y="102351"/>
                </a:cubicBezTo>
                <a:cubicBezTo>
                  <a:pt x="71260" y="98947"/>
                  <a:pt x="75799" y="94408"/>
                  <a:pt x="78749" y="88508"/>
                </a:cubicBezTo>
                <a:cubicBezTo>
                  <a:pt x="80792" y="83969"/>
                  <a:pt x="81926" y="77387"/>
                  <a:pt x="81926" y="68537"/>
                </a:cubicBezTo>
                <a:lnTo>
                  <a:pt x="81926" y="61274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C7CB17-F4AC-4C70-89D1-6367AC60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416" y="2439761"/>
            <a:ext cx="57416" cy="160221"/>
          </a:xfrm>
          <a:custGeom xmlns:a="http://schemas.openxmlformats.org/drawingml/2006/main">
            <a:pathLst>
              <a:path w="57416" h="160221">
                <a:moveTo>
                  <a:pt x="54466" y="140931"/>
                </a:moveTo>
                <a:lnTo>
                  <a:pt x="57416" y="158633"/>
                </a:lnTo>
                <a:cubicBezTo>
                  <a:pt x="51516" y="159541"/>
                  <a:pt x="46523" y="160221"/>
                  <a:pt x="42211" y="160221"/>
                </a:cubicBezTo>
                <a:cubicBezTo>
                  <a:pt x="34949" y="160221"/>
                  <a:pt x="29276" y="159087"/>
                  <a:pt x="25418" y="157044"/>
                </a:cubicBezTo>
                <a:cubicBezTo>
                  <a:pt x="21333" y="154775"/>
                  <a:pt x="18609" y="151825"/>
                  <a:pt x="17021" y="147967"/>
                </a:cubicBezTo>
                <a:cubicBezTo>
                  <a:pt x="15205" y="144335"/>
                  <a:pt x="14524" y="136392"/>
                  <a:pt x="14524" y="124365"/>
                </a:cubicBezTo>
                <a:lnTo>
                  <a:pt x="14524" y="56736"/>
                </a:lnTo>
                <a:lnTo>
                  <a:pt x="0" y="56736"/>
                </a:lnTo>
                <a:lnTo>
                  <a:pt x="0" y="41077"/>
                </a:lnTo>
                <a:lnTo>
                  <a:pt x="14524" y="41077"/>
                </a:lnTo>
                <a:lnTo>
                  <a:pt x="14524" y="12028"/>
                </a:lnTo>
                <a:lnTo>
                  <a:pt x="34268" y="0"/>
                </a:lnTo>
                <a:lnTo>
                  <a:pt x="34268" y="41077"/>
                </a:lnTo>
                <a:lnTo>
                  <a:pt x="54466" y="41077"/>
                </a:lnTo>
                <a:lnTo>
                  <a:pt x="54466" y="56736"/>
                </a:lnTo>
                <a:lnTo>
                  <a:pt x="34268" y="56736"/>
                </a:lnTo>
                <a:lnTo>
                  <a:pt x="34268" y="125499"/>
                </a:lnTo>
                <a:cubicBezTo>
                  <a:pt x="34268" y="131400"/>
                  <a:pt x="34495" y="135031"/>
                  <a:pt x="35403" y="136619"/>
                </a:cubicBezTo>
                <a:cubicBezTo>
                  <a:pt x="36084" y="138208"/>
                  <a:pt x="37219" y="139570"/>
                  <a:pt x="38807" y="140477"/>
                </a:cubicBezTo>
                <a:cubicBezTo>
                  <a:pt x="40396" y="141385"/>
                  <a:pt x="42665" y="141839"/>
                  <a:pt x="45615" y="141839"/>
                </a:cubicBezTo>
                <a:cubicBezTo>
                  <a:pt x="47885" y="141839"/>
                  <a:pt x="50835" y="141612"/>
                  <a:pt x="54466" y="140931"/>
                </a:cubicBez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CDCDA3-FAC2-4098-8FF5-56CC3096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36130"/>
            <a:ext cx="19971" cy="162491"/>
          </a:xfrm>
          <a:custGeom xmlns:a="http://schemas.openxmlformats.org/drawingml/2006/main">
            <a:pathLst>
              <a:path w="19971" h="162491">
                <a:moveTo>
                  <a:pt x="0" y="22921"/>
                </a:moveTo>
                <a:lnTo>
                  <a:pt x="0" y="0"/>
                </a:lnTo>
                <a:lnTo>
                  <a:pt x="19971" y="0"/>
                </a:lnTo>
                <a:lnTo>
                  <a:pt x="19971" y="22921"/>
                </a:lnTo>
                <a:lnTo>
                  <a:pt x="0" y="22921"/>
                </a:lnTo>
                <a:close/>
                <a:moveTo>
                  <a:pt x="0" y="162491"/>
                </a:moveTo>
                <a:lnTo>
                  <a:pt x="0" y="44708"/>
                </a:lnTo>
                <a:lnTo>
                  <a:pt x="19971" y="44708"/>
                </a:lnTo>
                <a:lnTo>
                  <a:pt x="19971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F36856-1572-422E-A5FA-CCF31F0E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292" y="2478342"/>
            <a:ext cx="110294" cy="122776"/>
          </a:xfrm>
          <a:custGeom xmlns:a="http://schemas.openxmlformats.org/drawingml/2006/main">
            <a:pathLst>
              <a:path w="110294" h="122776">
                <a:moveTo>
                  <a:pt x="0" y="61501"/>
                </a:moveTo>
                <a:cubicBezTo>
                  <a:pt x="0" y="39715"/>
                  <a:pt x="5901" y="23602"/>
                  <a:pt x="18155" y="12936"/>
                </a:cubicBezTo>
                <a:cubicBezTo>
                  <a:pt x="28141" y="4312"/>
                  <a:pt x="40623" y="0"/>
                  <a:pt x="55147" y="0"/>
                </a:cubicBezTo>
                <a:cubicBezTo>
                  <a:pt x="71260" y="0"/>
                  <a:pt x="84423" y="5447"/>
                  <a:pt x="94862" y="15886"/>
                </a:cubicBezTo>
                <a:cubicBezTo>
                  <a:pt x="105074" y="26552"/>
                  <a:pt x="110294" y="41077"/>
                  <a:pt x="110294" y="59686"/>
                </a:cubicBezTo>
                <a:cubicBezTo>
                  <a:pt x="110294" y="74891"/>
                  <a:pt x="108025" y="86919"/>
                  <a:pt x="103486" y="95543"/>
                </a:cubicBezTo>
                <a:cubicBezTo>
                  <a:pt x="98947" y="104167"/>
                  <a:pt x="92139" y="110975"/>
                  <a:pt x="83515" y="115741"/>
                </a:cubicBezTo>
                <a:cubicBezTo>
                  <a:pt x="74891" y="120280"/>
                  <a:pt x="65359" y="122776"/>
                  <a:pt x="55147" y="122776"/>
                </a:cubicBezTo>
                <a:cubicBezTo>
                  <a:pt x="38580" y="122776"/>
                  <a:pt x="25191" y="117556"/>
                  <a:pt x="15205" y="107117"/>
                </a:cubicBezTo>
                <a:cubicBezTo>
                  <a:pt x="4993" y="96678"/>
                  <a:pt x="0" y="81472"/>
                  <a:pt x="0" y="61501"/>
                </a:cubicBezTo>
                <a:close/>
                <a:moveTo>
                  <a:pt x="20652" y="61501"/>
                </a:moveTo>
                <a:cubicBezTo>
                  <a:pt x="20652" y="76480"/>
                  <a:pt x="23829" y="87827"/>
                  <a:pt x="30410" y="95316"/>
                </a:cubicBezTo>
                <a:cubicBezTo>
                  <a:pt x="36765" y="102805"/>
                  <a:pt x="45162" y="106436"/>
                  <a:pt x="55147" y="106436"/>
                </a:cubicBezTo>
                <a:cubicBezTo>
                  <a:pt x="65133" y="106436"/>
                  <a:pt x="73302" y="102805"/>
                  <a:pt x="79884" y="95316"/>
                </a:cubicBezTo>
                <a:cubicBezTo>
                  <a:pt x="86465" y="87827"/>
                  <a:pt x="89869" y="76253"/>
                  <a:pt x="89869" y="60821"/>
                </a:cubicBezTo>
                <a:cubicBezTo>
                  <a:pt x="89869" y="46296"/>
                  <a:pt x="86465" y="35403"/>
                  <a:pt x="79884" y="27687"/>
                </a:cubicBezTo>
                <a:cubicBezTo>
                  <a:pt x="73076" y="20198"/>
                  <a:pt x="64906" y="16340"/>
                  <a:pt x="55147" y="16340"/>
                </a:cubicBezTo>
                <a:cubicBezTo>
                  <a:pt x="45162" y="16340"/>
                  <a:pt x="36765" y="20198"/>
                  <a:pt x="30410" y="27687"/>
                </a:cubicBezTo>
                <a:cubicBezTo>
                  <a:pt x="23829" y="35176"/>
                  <a:pt x="20652" y="46523"/>
                  <a:pt x="20652" y="61501"/>
                </a:cubicBez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53B15D-CA7A-45DC-82C7-C0F0DD99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961" y="2478342"/>
            <a:ext cx="95543" cy="120280"/>
          </a:xfrm>
          <a:custGeom xmlns:a="http://schemas.openxmlformats.org/drawingml/2006/main">
            <a:pathLst>
              <a:path w="95543" h="120280">
                <a:moveTo>
                  <a:pt x="0" y="120280"/>
                </a:moveTo>
                <a:lnTo>
                  <a:pt x="0" y="2496"/>
                </a:lnTo>
                <a:lnTo>
                  <a:pt x="17928" y="2496"/>
                </a:lnTo>
                <a:lnTo>
                  <a:pt x="17928" y="19290"/>
                </a:lnTo>
                <a:cubicBezTo>
                  <a:pt x="26552" y="6581"/>
                  <a:pt x="39034" y="0"/>
                  <a:pt x="55374" y="0"/>
                </a:cubicBezTo>
                <a:cubicBezTo>
                  <a:pt x="62409" y="0"/>
                  <a:pt x="68991" y="1362"/>
                  <a:pt x="74891" y="3858"/>
                </a:cubicBezTo>
                <a:cubicBezTo>
                  <a:pt x="80792" y="6354"/>
                  <a:pt x="85330" y="9759"/>
                  <a:pt x="88281" y="13843"/>
                </a:cubicBezTo>
                <a:cubicBezTo>
                  <a:pt x="91231" y="17928"/>
                  <a:pt x="93273" y="22921"/>
                  <a:pt x="94408" y="28595"/>
                </a:cubicBezTo>
                <a:cubicBezTo>
                  <a:pt x="95089" y="32226"/>
                  <a:pt x="95543" y="38807"/>
                  <a:pt x="95543" y="47885"/>
                </a:cubicBezTo>
                <a:lnTo>
                  <a:pt x="95543" y="120280"/>
                </a:lnTo>
                <a:lnTo>
                  <a:pt x="75572" y="120280"/>
                </a:lnTo>
                <a:lnTo>
                  <a:pt x="75572" y="48793"/>
                </a:lnTo>
                <a:cubicBezTo>
                  <a:pt x="75572" y="40623"/>
                  <a:pt x="74664" y="34722"/>
                  <a:pt x="73302" y="30637"/>
                </a:cubicBezTo>
                <a:cubicBezTo>
                  <a:pt x="71714" y="26552"/>
                  <a:pt x="68991" y="23375"/>
                  <a:pt x="65133" y="20879"/>
                </a:cubicBezTo>
                <a:cubicBezTo>
                  <a:pt x="61048" y="18609"/>
                  <a:pt x="56509" y="17248"/>
                  <a:pt x="51289" y="17248"/>
                </a:cubicBezTo>
                <a:cubicBezTo>
                  <a:pt x="42665" y="17248"/>
                  <a:pt x="35176" y="19971"/>
                  <a:pt x="29049" y="25418"/>
                </a:cubicBezTo>
                <a:cubicBezTo>
                  <a:pt x="22921" y="30864"/>
                  <a:pt x="19971" y="41077"/>
                  <a:pt x="19971" y="56055"/>
                </a:cubicBezTo>
                <a:lnTo>
                  <a:pt x="19971" y="120280"/>
                </a:lnTo>
                <a:lnTo>
                  <a:pt x="0" y="120280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54A074-DBDC-4FC9-ADE0-B8F2AF51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493" y="1172798"/>
            <a:ext cx="158406" cy="177923"/>
          </a:xfrm>
          <a:custGeom xmlns:a="http://schemas.openxmlformats.org/drawingml/2006/main">
            <a:pathLst>
              <a:path w="158406" h="177923">
                <a:moveTo>
                  <a:pt x="130946" y="147967"/>
                </a:moveTo>
                <a:cubicBezTo>
                  <a:pt x="140931" y="155002"/>
                  <a:pt x="150009" y="159995"/>
                  <a:pt x="158406" y="163172"/>
                </a:cubicBezTo>
                <a:lnTo>
                  <a:pt x="152052" y="177923"/>
                </a:lnTo>
                <a:cubicBezTo>
                  <a:pt x="140251" y="173611"/>
                  <a:pt x="128676" y="167030"/>
                  <a:pt x="117329" y="158179"/>
                </a:cubicBezTo>
                <a:cubicBezTo>
                  <a:pt x="105074" y="164760"/>
                  <a:pt x="91912" y="167937"/>
                  <a:pt x="77387" y="167937"/>
                </a:cubicBezTo>
                <a:cubicBezTo>
                  <a:pt x="62636" y="167937"/>
                  <a:pt x="49247" y="164533"/>
                  <a:pt x="37219" y="157498"/>
                </a:cubicBezTo>
                <a:cubicBezTo>
                  <a:pt x="25191" y="150463"/>
                  <a:pt x="15886" y="140477"/>
                  <a:pt x="9532" y="127769"/>
                </a:cubicBezTo>
                <a:cubicBezTo>
                  <a:pt x="3177" y="115060"/>
                  <a:pt x="0" y="100536"/>
                  <a:pt x="0" y="84196"/>
                </a:cubicBezTo>
                <a:cubicBezTo>
                  <a:pt x="0" y="68310"/>
                  <a:pt x="3177" y="53558"/>
                  <a:pt x="9759" y="40396"/>
                </a:cubicBezTo>
                <a:cubicBezTo>
                  <a:pt x="16113" y="27233"/>
                  <a:pt x="25418" y="17248"/>
                  <a:pt x="37446" y="10439"/>
                </a:cubicBezTo>
                <a:cubicBezTo>
                  <a:pt x="49473" y="3631"/>
                  <a:pt x="62863" y="0"/>
                  <a:pt x="77841" y="0"/>
                </a:cubicBezTo>
                <a:cubicBezTo>
                  <a:pt x="92820" y="0"/>
                  <a:pt x="106209" y="3631"/>
                  <a:pt x="118237" y="10893"/>
                </a:cubicBezTo>
                <a:cubicBezTo>
                  <a:pt x="130265" y="18155"/>
                  <a:pt x="139570" y="28141"/>
                  <a:pt x="145924" y="40850"/>
                </a:cubicBezTo>
                <a:cubicBezTo>
                  <a:pt x="152278" y="53558"/>
                  <a:pt x="155456" y="68083"/>
                  <a:pt x="155456" y="84196"/>
                </a:cubicBezTo>
                <a:cubicBezTo>
                  <a:pt x="155456" y="97585"/>
                  <a:pt x="153413" y="109613"/>
                  <a:pt x="149328" y="120280"/>
                </a:cubicBezTo>
                <a:cubicBezTo>
                  <a:pt x="145243" y="130946"/>
                  <a:pt x="139116" y="140251"/>
                  <a:pt x="130946" y="147967"/>
                </a:cubicBezTo>
                <a:close/>
                <a:moveTo>
                  <a:pt x="83515" y="120506"/>
                </a:moveTo>
                <a:cubicBezTo>
                  <a:pt x="95770" y="124138"/>
                  <a:pt x="105982" y="129357"/>
                  <a:pt x="114152" y="136166"/>
                </a:cubicBezTo>
                <a:cubicBezTo>
                  <a:pt x="126861" y="124591"/>
                  <a:pt x="133215" y="107344"/>
                  <a:pt x="133215" y="84196"/>
                </a:cubicBezTo>
                <a:cubicBezTo>
                  <a:pt x="133215" y="71033"/>
                  <a:pt x="130946" y="59686"/>
                  <a:pt x="126407" y="49700"/>
                </a:cubicBezTo>
                <a:cubicBezTo>
                  <a:pt x="121868" y="39942"/>
                  <a:pt x="115514" y="32226"/>
                  <a:pt x="106890" y="26779"/>
                </a:cubicBezTo>
                <a:cubicBezTo>
                  <a:pt x="98266" y="21333"/>
                  <a:pt x="88508" y="18609"/>
                  <a:pt x="77841" y="18609"/>
                </a:cubicBezTo>
                <a:cubicBezTo>
                  <a:pt x="61728" y="18609"/>
                  <a:pt x="48339" y="24283"/>
                  <a:pt x="37899" y="35176"/>
                </a:cubicBezTo>
                <a:cubicBezTo>
                  <a:pt x="27460" y="46069"/>
                  <a:pt x="22240" y="62409"/>
                  <a:pt x="22240" y="84196"/>
                </a:cubicBezTo>
                <a:cubicBezTo>
                  <a:pt x="22240" y="105528"/>
                  <a:pt x="27460" y="121641"/>
                  <a:pt x="37899" y="132988"/>
                </a:cubicBezTo>
                <a:cubicBezTo>
                  <a:pt x="48339" y="144335"/>
                  <a:pt x="61501" y="149782"/>
                  <a:pt x="77841" y="149782"/>
                </a:cubicBezTo>
                <a:cubicBezTo>
                  <a:pt x="85557" y="149782"/>
                  <a:pt x="92820" y="148420"/>
                  <a:pt x="99628" y="145470"/>
                </a:cubicBezTo>
                <a:cubicBezTo>
                  <a:pt x="92820" y="141158"/>
                  <a:pt x="85784" y="137981"/>
                  <a:pt x="78295" y="136166"/>
                </a:cubicBezTo>
                <a:lnTo>
                  <a:pt x="83515" y="120506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0731B9-D140-43D0-9EB8-5552312B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3204" y="1175748"/>
            <a:ext cx="148647" cy="162491"/>
          </a:xfrm>
          <a:custGeom xmlns:a="http://schemas.openxmlformats.org/drawingml/2006/main">
            <a:pathLst>
              <a:path w="148647" h="162491">
                <a:moveTo>
                  <a:pt x="63090" y="162491"/>
                </a:moveTo>
                <a:lnTo>
                  <a:pt x="0" y="0"/>
                </a:lnTo>
                <a:lnTo>
                  <a:pt x="23375" y="0"/>
                </a:lnTo>
                <a:lnTo>
                  <a:pt x="65586" y="118010"/>
                </a:lnTo>
                <a:cubicBezTo>
                  <a:pt x="68764" y="127542"/>
                  <a:pt x="71714" y="136392"/>
                  <a:pt x="74210" y="144562"/>
                </a:cubicBezTo>
                <a:cubicBezTo>
                  <a:pt x="76480" y="135939"/>
                  <a:pt x="79430" y="127088"/>
                  <a:pt x="82834" y="118010"/>
                </a:cubicBezTo>
                <a:lnTo>
                  <a:pt x="126861" y="0"/>
                </a:lnTo>
                <a:lnTo>
                  <a:pt x="148647" y="0"/>
                </a:lnTo>
                <a:lnTo>
                  <a:pt x="85103" y="162491"/>
                </a:lnTo>
                <a:lnTo>
                  <a:pt x="63090" y="162491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8C33F1-5236-4AC4-9B3C-6D5C4A3B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822" y="1175748"/>
            <a:ext cx="127542" cy="162491"/>
          </a:xfrm>
          <a:custGeom xmlns:a="http://schemas.openxmlformats.org/drawingml/2006/main">
            <a:pathLst>
              <a:path w="127542" h="162491">
                <a:moveTo>
                  <a:pt x="0" y="162491"/>
                </a:moveTo>
                <a:lnTo>
                  <a:pt x="0" y="0"/>
                </a:lnTo>
                <a:lnTo>
                  <a:pt x="21560" y="0"/>
                </a:lnTo>
                <a:lnTo>
                  <a:pt x="21560" y="66721"/>
                </a:lnTo>
                <a:lnTo>
                  <a:pt x="105982" y="66721"/>
                </a:lnTo>
                <a:lnTo>
                  <a:pt x="105982" y="0"/>
                </a:lnTo>
                <a:lnTo>
                  <a:pt x="127542" y="0"/>
                </a:lnTo>
                <a:lnTo>
                  <a:pt x="127542" y="162491"/>
                </a:lnTo>
                <a:lnTo>
                  <a:pt x="105982" y="162491"/>
                </a:lnTo>
                <a:lnTo>
                  <a:pt x="105982" y="86011"/>
                </a:lnTo>
                <a:lnTo>
                  <a:pt x="21560" y="86011"/>
                </a:lnTo>
                <a:lnTo>
                  <a:pt x="21560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FA33C7-CA64-4AAB-9841-39AE72F2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2498" y="1175748"/>
            <a:ext cx="19971" cy="162491"/>
          </a:xfrm>
          <a:custGeom xmlns:a="http://schemas.openxmlformats.org/drawingml/2006/main">
            <a:pathLst>
              <a:path w="19971" h="162491">
                <a:moveTo>
                  <a:pt x="0" y="22921"/>
                </a:moveTo>
                <a:lnTo>
                  <a:pt x="0" y="0"/>
                </a:lnTo>
                <a:lnTo>
                  <a:pt x="19971" y="0"/>
                </a:lnTo>
                <a:lnTo>
                  <a:pt x="19971" y="22921"/>
                </a:lnTo>
                <a:lnTo>
                  <a:pt x="0" y="22921"/>
                </a:lnTo>
                <a:close/>
                <a:moveTo>
                  <a:pt x="0" y="162491"/>
                </a:moveTo>
                <a:lnTo>
                  <a:pt x="0" y="44708"/>
                </a:lnTo>
                <a:lnTo>
                  <a:pt x="19971" y="44708"/>
                </a:lnTo>
                <a:lnTo>
                  <a:pt x="19971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35F6C8-BDC6-4276-B7FB-B34055AD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163" y="1217959"/>
            <a:ext cx="103713" cy="167711"/>
          </a:xfrm>
          <a:custGeom xmlns:a="http://schemas.openxmlformats.org/drawingml/2006/main">
            <a:pathLst>
              <a:path w="103713" h="167711">
                <a:moveTo>
                  <a:pt x="4085" y="129811"/>
                </a:moveTo>
                <a:lnTo>
                  <a:pt x="23375" y="132761"/>
                </a:lnTo>
                <a:cubicBezTo>
                  <a:pt x="24283" y="138662"/>
                  <a:pt x="26552" y="142974"/>
                  <a:pt x="30183" y="145697"/>
                </a:cubicBezTo>
                <a:cubicBezTo>
                  <a:pt x="35176" y="149328"/>
                  <a:pt x="41757" y="151371"/>
                  <a:pt x="50381" y="151371"/>
                </a:cubicBezTo>
                <a:cubicBezTo>
                  <a:pt x="59459" y="151371"/>
                  <a:pt x="66721" y="149328"/>
                  <a:pt x="71714" y="145697"/>
                </a:cubicBezTo>
                <a:cubicBezTo>
                  <a:pt x="76707" y="142066"/>
                  <a:pt x="80338" y="136846"/>
                  <a:pt x="82153" y="130265"/>
                </a:cubicBezTo>
                <a:cubicBezTo>
                  <a:pt x="83061" y="126180"/>
                  <a:pt x="83515" y="117783"/>
                  <a:pt x="83515" y="104847"/>
                </a:cubicBezTo>
                <a:cubicBezTo>
                  <a:pt x="74664" y="115287"/>
                  <a:pt x="63771" y="120280"/>
                  <a:pt x="50835" y="120280"/>
                </a:cubicBezTo>
                <a:cubicBezTo>
                  <a:pt x="34495" y="120280"/>
                  <a:pt x="22013" y="114606"/>
                  <a:pt x="13163" y="102805"/>
                </a:cubicBezTo>
                <a:cubicBezTo>
                  <a:pt x="4312" y="91231"/>
                  <a:pt x="0" y="77160"/>
                  <a:pt x="0" y="60821"/>
                </a:cubicBezTo>
                <a:cubicBezTo>
                  <a:pt x="0" y="49700"/>
                  <a:pt x="2042" y="39261"/>
                  <a:pt x="6127" y="29729"/>
                </a:cubicBezTo>
                <a:cubicBezTo>
                  <a:pt x="10212" y="20198"/>
                  <a:pt x="16113" y="12936"/>
                  <a:pt x="23829" y="7716"/>
                </a:cubicBezTo>
                <a:cubicBezTo>
                  <a:pt x="31545" y="2723"/>
                  <a:pt x="40623" y="0"/>
                  <a:pt x="51062" y="0"/>
                </a:cubicBezTo>
                <a:cubicBezTo>
                  <a:pt x="64906" y="0"/>
                  <a:pt x="76253" y="5674"/>
                  <a:pt x="85330" y="16794"/>
                </a:cubicBezTo>
                <a:lnTo>
                  <a:pt x="85330" y="2496"/>
                </a:lnTo>
                <a:lnTo>
                  <a:pt x="103713" y="2496"/>
                </a:lnTo>
                <a:lnTo>
                  <a:pt x="103713" y="104394"/>
                </a:lnTo>
                <a:cubicBezTo>
                  <a:pt x="103713" y="122549"/>
                  <a:pt x="101670" y="135258"/>
                  <a:pt x="98039" y="142974"/>
                </a:cubicBezTo>
                <a:cubicBezTo>
                  <a:pt x="94408" y="150690"/>
                  <a:pt x="88508" y="156590"/>
                  <a:pt x="80338" y="161129"/>
                </a:cubicBezTo>
                <a:cubicBezTo>
                  <a:pt x="72168" y="165441"/>
                  <a:pt x="62409" y="167711"/>
                  <a:pt x="50608" y="167711"/>
                </a:cubicBezTo>
                <a:cubicBezTo>
                  <a:pt x="36538" y="167711"/>
                  <a:pt x="25191" y="164533"/>
                  <a:pt x="16567" y="158179"/>
                </a:cubicBezTo>
                <a:cubicBezTo>
                  <a:pt x="7943" y="151825"/>
                  <a:pt x="3631" y="142520"/>
                  <a:pt x="4085" y="129811"/>
                </a:cubicBezTo>
                <a:close/>
                <a:moveTo>
                  <a:pt x="20652" y="59232"/>
                </a:moveTo>
                <a:cubicBezTo>
                  <a:pt x="20652" y="74664"/>
                  <a:pt x="23602" y="86011"/>
                  <a:pt x="29729" y="93046"/>
                </a:cubicBezTo>
                <a:cubicBezTo>
                  <a:pt x="35857" y="100309"/>
                  <a:pt x="43573" y="103713"/>
                  <a:pt x="52878" y="103713"/>
                </a:cubicBezTo>
                <a:cubicBezTo>
                  <a:pt x="61955" y="103713"/>
                  <a:pt x="69444" y="100309"/>
                  <a:pt x="75799" y="93273"/>
                </a:cubicBezTo>
                <a:cubicBezTo>
                  <a:pt x="81926" y="86238"/>
                  <a:pt x="85103" y="75118"/>
                  <a:pt x="85103" y="59913"/>
                </a:cubicBezTo>
                <a:cubicBezTo>
                  <a:pt x="85103" y="45615"/>
                  <a:pt x="81926" y="34722"/>
                  <a:pt x="75572" y="27460"/>
                </a:cubicBezTo>
                <a:cubicBezTo>
                  <a:pt x="69217" y="20198"/>
                  <a:pt x="61501" y="16340"/>
                  <a:pt x="52424" y="16340"/>
                </a:cubicBezTo>
                <a:cubicBezTo>
                  <a:pt x="43573" y="16340"/>
                  <a:pt x="36084" y="19971"/>
                  <a:pt x="29956" y="27233"/>
                </a:cubicBezTo>
                <a:cubicBezTo>
                  <a:pt x="23602" y="34495"/>
                  <a:pt x="20652" y="45162"/>
                  <a:pt x="20652" y="59232"/>
                </a:cubicBez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EB20D0-63EF-417C-B679-57CFE92E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059" y="1175748"/>
            <a:ext cx="95770" cy="162491"/>
          </a:xfrm>
          <a:custGeom xmlns:a="http://schemas.openxmlformats.org/drawingml/2006/main">
            <a:pathLst>
              <a:path w="95770" h="162491">
                <a:moveTo>
                  <a:pt x="0" y="162491"/>
                </a:moveTo>
                <a:lnTo>
                  <a:pt x="0" y="0"/>
                </a:lnTo>
                <a:lnTo>
                  <a:pt x="19971" y="0"/>
                </a:lnTo>
                <a:lnTo>
                  <a:pt x="19971" y="58324"/>
                </a:lnTo>
                <a:cubicBezTo>
                  <a:pt x="29049" y="47658"/>
                  <a:pt x="40850" y="42211"/>
                  <a:pt x="55147" y="42211"/>
                </a:cubicBezTo>
                <a:cubicBezTo>
                  <a:pt x="63771" y="42211"/>
                  <a:pt x="71487" y="44027"/>
                  <a:pt x="77841" y="47431"/>
                </a:cubicBezTo>
                <a:cubicBezTo>
                  <a:pt x="84196" y="50835"/>
                  <a:pt x="88961" y="55601"/>
                  <a:pt x="91685" y="61501"/>
                </a:cubicBezTo>
                <a:cubicBezTo>
                  <a:pt x="94408" y="67629"/>
                  <a:pt x="95770" y="76480"/>
                  <a:pt x="95770" y="87827"/>
                </a:cubicBezTo>
                <a:lnTo>
                  <a:pt x="95770" y="162491"/>
                </a:lnTo>
                <a:lnTo>
                  <a:pt x="75799" y="162491"/>
                </a:lnTo>
                <a:lnTo>
                  <a:pt x="75799" y="87827"/>
                </a:lnTo>
                <a:cubicBezTo>
                  <a:pt x="75799" y="77841"/>
                  <a:pt x="73529" y="70579"/>
                  <a:pt x="69217" y="66040"/>
                </a:cubicBezTo>
                <a:cubicBezTo>
                  <a:pt x="64906" y="61501"/>
                  <a:pt x="58778" y="59232"/>
                  <a:pt x="51062" y="59232"/>
                </a:cubicBezTo>
                <a:cubicBezTo>
                  <a:pt x="45162" y="59232"/>
                  <a:pt x="39488" y="60821"/>
                  <a:pt x="34268" y="63998"/>
                </a:cubicBezTo>
                <a:cubicBezTo>
                  <a:pt x="29049" y="67175"/>
                  <a:pt x="25418" y="71260"/>
                  <a:pt x="23148" y="76480"/>
                </a:cubicBezTo>
                <a:cubicBezTo>
                  <a:pt x="20879" y="81699"/>
                  <a:pt x="19971" y="88961"/>
                  <a:pt x="19971" y="98039"/>
                </a:cubicBezTo>
                <a:lnTo>
                  <a:pt x="19971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68E66C-7156-4099-B771-E6E004DB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4785" y="1175748"/>
            <a:ext cx="19971" cy="162491"/>
          </a:xfrm>
          <a:custGeom xmlns:a="http://schemas.openxmlformats.org/drawingml/2006/main">
            <a:pathLst>
              <a:path w="19971" h="162491">
                <a:moveTo>
                  <a:pt x="0" y="162491"/>
                </a:moveTo>
                <a:lnTo>
                  <a:pt x="0" y="0"/>
                </a:lnTo>
                <a:lnTo>
                  <a:pt x="19971" y="0"/>
                </a:lnTo>
                <a:lnTo>
                  <a:pt x="19971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348077-B2EA-4F43-9C01-E58B53DD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620" y="1175748"/>
            <a:ext cx="19971" cy="162491"/>
          </a:xfrm>
          <a:custGeom xmlns:a="http://schemas.openxmlformats.org/drawingml/2006/main">
            <a:pathLst>
              <a:path w="19971" h="162491">
                <a:moveTo>
                  <a:pt x="0" y="22921"/>
                </a:moveTo>
                <a:lnTo>
                  <a:pt x="0" y="0"/>
                </a:lnTo>
                <a:lnTo>
                  <a:pt x="19971" y="0"/>
                </a:lnTo>
                <a:lnTo>
                  <a:pt x="19971" y="22921"/>
                </a:lnTo>
                <a:lnTo>
                  <a:pt x="0" y="22921"/>
                </a:lnTo>
                <a:close/>
                <a:moveTo>
                  <a:pt x="0" y="162491"/>
                </a:moveTo>
                <a:lnTo>
                  <a:pt x="0" y="44708"/>
                </a:lnTo>
                <a:lnTo>
                  <a:pt x="19971" y="44708"/>
                </a:lnTo>
                <a:lnTo>
                  <a:pt x="19971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78EAD4-398B-47BF-9CEA-92A3B11B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286" y="1217959"/>
            <a:ext cx="103713" cy="167711"/>
          </a:xfrm>
          <a:custGeom xmlns:a="http://schemas.openxmlformats.org/drawingml/2006/main">
            <a:pathLst>
              <a:path w="103713" h="167711">
                <a:moveTo>
                  <a:pt x="4085" y="129811"/>
                </a:moveTo>
                <a:lnTo>
                  <a:pt x="23375" y="132761"/>
                </a:lnTo>
                <a:cubicBezTo>
                  <a:pt x="24283" y="138662"/>
                  <a:pt x="26552" y="142974"/>
                  <a:pt x="30183" y="145697"/>
                </a:cubicBezTo>
                <a:cubicBezTo>
                  <a:pt x="35176" y="149328"/>
                  <a:pt x="41757" y="151371"/>
                  <a:pt x="50381" y="151371"/>
                </a:cubicBezTo>
                <a:cubicBezTo>
                  <a:pt x="59459" y="151371"/>
                  <a:pt x="66721" y="149328"/>
                  <a:pt x="71714" y="145697"/>
                </a:cubicBezTo>
                <a:cubicBezTo>
                  <a:pt x="76707" y="142066"/>
                  <a:pt x="80338" y="136846"/>
                  <a:pt x="82153" y="130265"/>
                </a:cubicBezTo>
                <a:cubicBezTo>
                  <a:pt x="83061" y="126180"/>
                  <a:pt x="83515" y="117783"/>
                  <a:pt x="83515" y="104847"/>
                </a:cubicBezTo>
                <a:cubicBezTo>
                  <a:pt x="74664" y="115287"/>
                  <a:pt x="63771" y="120280"/>
                  <a:pt x="50835" y="120280"/>
                </a:cubicBezTo>
                <a:cubicBezTo>
                  <a:pt x="34495" y="120280"/>
                  <a:pt x="22013" y="114606"/>
                  <a:pt x="13163" y="102805"/>
                </a:cubicBezTo>
                <a:cubicBezTo>
                  <a:pt x="4312" y="91231"/>
                  <a:pt x="0" y="77160"/>
                  <a:pt x="0" y="60821"/>
                </a:cubicBezTo>
                <a:cubicBezTo>
                  <a:pt x="0" y="49700"/>
                  <a:pt x="2042" y="39261"/>
                  <a:pt x="6127" y="29729"/>
                </a:cubicBezTo>
                <a:cubicBezTo>
                  <a:pt x="10212" y="20198"/>
                  <a:pt x="16113" y="12936"/>
                  <a:pt x="23829" y="7716"/>
                </a:cubicBezTo>
                <a:cubicBezTo>
                  <a:pt x="31545" y="2723"/>
                  <a:pt x="40623" y="0"/>
                  <a:pt x="51062" y="0"/>
                </a:cubicBezTo>
                <a:cubicBezTo>
                  <a:pt x="64906" y="0"/>
                  <a:pt x="76253" y="5674"/>
                  <a:pt x="85330" y="16794"/>
                </a:cubicBezTo>
                <a:lnTo>
                  <a:pt x="85330" y="2496"/>
                </a:lnTo>
                <a:lnTo>
                  <a:pt x="103713" y="2496"/>
                </a:lnTo>
                <a:lnTo>
                  <a:pt x="103713" y="104394"/>
                </a:lnTo>
                <a:cubicBezTo>
                  <a:pt x="103713" y="122549"/>
                  <a:pt x="101670" y="135258"/>
                  <a:pt x="98039" y="142974"/>
                </a:cubicBezTo>
                <a:cubicBezTo>
                  <a:pt x="94408" y="150690"/>
                  <a:pt x="88508" y="156590"/>
                  <a:pt x="80338" y="161129"/>
                </a:cubicBezTo>
                <a:cubicBezTo>
                  <a:pt x="72168" y="165441"/>
                  <a:pt x="62409" y="167711"/>
                  <a:pt x="50608" y="167711"/>
                </a:cubicBezTo>
                <a:cubicBezTo>
                  <a:pt x="36538" y="167711"/>
                  <a:pt x="25191" y="164533"/>
                  <a:pt x="16567" y="158179"/>
                </a:cubicBezTo>
                <a:cubicBezTo>
                  <a:pt x="7943" y="151825"/>
                  <a:pt x="3631" y="142520"/>
                  <a:pt x="4085" y="129811"/>
                </a:cubicBezTo>
                <a:close/>
                <a:moveTo>
                  <a:pt x="20652" y="59232"/>
                </a:moveTo>
                <a:cubicBezTo>
                  <a:pt x="20652" y="74664"/>
                  <a:pt x="23602" y="86011"/>
                  <a:pt x="29729" y="93046"/>
                </a:cubicBezTo>
                <a:cubicBezTo>
                  <a:pt x="35857" y="100309"/>
                  <a:pt x="43573" y="103713"/>
                  <a:pt x="52878" y="103713"/>
                </a:cubicBezTo>
                <a:cubicBezTo>
                  <a:pt x="61955" y="103713"/>
                  <a:pt x="69444" y="100309"/>
                  <a:pt x="75799" y="93273"/>
                </a:cubicBezTo>
                <a:cubicBezTo>
                  <a:pt x="81926" y="86238"/>
                  <a:pt x="85103" y="75118"/>
                  <a:pt x="85103" y="59913"/>
                </a:cubicBezTo>
                <a:cubicBezTo>
                  <a:pt x="85103" y="45615"/>
                  <a:pt x="81926" y="34722"/>
                  <a:pt x="75572" y="27460"/>
                </a:cubicBezTo>
                <a:cubicBezTo>
                  <a:pt x="69217" y="20198"/>
                  <a:pt x="61501" y="16340"/>
                  <a:pt x="52424" y="16340"/>
                </a:cubicBezTo>
                <a:cubicBezTo>
                  <a:pt x="43573" y="16340"/>
                  <a:pt x="36084" y="19971"/>
                  <a:pt x="29956" y="27233"/>
                </a:cubicBezTo>
                <a:cubicBezTo>
                  <a:pt x="23602" y="34495"/>
                  <a:pt x="20652" y="45162"/>
                  <a:pt x="20652" y="59232"/>
                </a:cubicBez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6C8A58-2F82-4F06-8425-31E47457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181" y="1175748"/>
            <a:ext cx="95770" cy="162491"/>
          </a:xfrm>
          <a:custGeom xmlns:a="http://schemas.openxmlformats.org/drawingml/2006/main">
            <a:pathLst>
              <a:path w="95770" h="162491">
                <a:moveTo>
                  <a:pt x="0" y="162491"/>
                </a:moveTo>
                <a:lnTo>
                  <a:pt x="0" y="0"/>
                </a:lnTo>
                <a:lnTo>
                  <a:pt x="19971" y="0"/>
                </a:lnTo>
                <a:lnTo>
                  <a:pt x="19971" y="58324"/>
                </a:lnTo>
                <a:cubicBezTo>
                  <a:pt x="29049" y="47658"/>
                  <a:pt x="40850" y="42211"/>
                  <a:pt x="55147" y="42211"/>
                </a:cubicBezTo>
                <a:cubicBezTo>
                  <a:pt x="63771" y="42211"/>
                  <a:pt x="71487" y="44027"/>
                  <a:pt x="77841" y="47431"/>
                </a:cubicBezTo>
                <a:cubicBezTo>
                  <a:pt x="84196" y="50835"/>
                  <a:pt x="88961" y="55601"/>
                  <a:pt x="91685" y="61501"/>
                </a:cubicBezTo>
                <a:cubicBezTo>
                  <a:pt x="94408" y="67629"/>
                  <a:pt x="95770" y="76480"/>
                  <a:pt x="95770" y="87827"/>
                </a:cubicBezTo>
                <a:lnTo>
                  <a:pt x="95770" y="162491"/>
                </a:lnTo>
                <a:lnTo>
                  <a:pt x="75799" y="162491"/>
                </a:lnTo>
                <a:lnTo>
                  <a:pt x="75799" y="87827"/>
                </a:lnTo>
                <a:cubicBezTo>
                  <a:pt x="75799" y="77841"/>
                  <a:pt x="73529" y="70579"/>
                  <a:pt x="69217" y="66040"/>
                </a:cubicBezTo>
                <a:cubicBezTo>
                  <a:pt x="64906" y="61501"/>
                  <a:pt x="58778" y="59232"/>
                  <a:pt x="51062" y="59232"/>
                </a:cubicBezTo>
                <a:cubicBezTo>
                  <a:pt x="45162" y="59232"/>
                  <a:pt x="39488" y="60821"/>
                  <a:pt x="34268" y="63998"/>
                </a:cubicBezTo>
                <a:cubicBezTo>
                  <a:pt x="29049" y="67175"/>
                  <a:pt x="25418" y="71260"/>
                  <a:pt x="23148" y="76480"/>
                </a:cubicBezTo>
                <a:cubicBezTo>
                  <a:pt x="20879" y="81699"/>
                  <a:pt x="19971" y="88961"/>
                  <a:pt x="19971" y="98039"/>
                </a:cubicBezTo>
                <a:lnTo>
                  <a:pt x="19971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6CB5DB-1567-46B6-89FE-2C50962A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468" y="1179379"/>
            <a:ext cx="57416" cy="160221"/>
          </a:xfrm>
          <a:custGeom xmlns:a="http://schemas.openxmlformats.org/drawingml/2006/main">
            <a:pathLst>
              <a:path w="57416" h="160221">
                <a:moveTo>
                  <a:pt x="54466" y="140931"/>
                </a:moveTo>
                <a:lnTo>
                  <a:pt x="57416" y="158633"/>
                </a:lnTo>
                <a:cubicBezTo>
                  <a:pt x="51516" y="159541"/>
                  <a:pt x="46523" y="160221"/>
                  <a:pt x="42211" y="160221"/>
                </a:cubicBezTo>
                <a:cubicBezTo>
                  <a:pt x="34949" y="160221"/>
                  <a:pt x="29276" y="159087"/>
                  <a:pt x="25418" y="157044"/>
                </a:cubicBezTo>
                <a:cubicBezTo>
                  <a:pt x="21333" y="154775"/>
                  <a:pt x="18609" y="151825"/>
                  <a:pt x="17021" y="147967"/>
                </a:cubicBezTo>
                <a:cubicBezTo>
                  <a:pt x="15205" y="144335"/>
                  <a:pt x="14524" y="136392"/>
                  <a:pt x="14524" y="124365"/>
                </a:cubicBezTo>
                <a:lnTo>
                  <a:pt x="14524" y="56736"/>
                </a:lnTo>
                <a:lnTo>
                  <a:pt x="0" y="56736"/>
                </a:lnTo>
                <a:lnTo>
                  <a:pt x="0" y="41077"/>
                </a:lnTo>
                <a:lnTo>
                  <a:pt x="14524" y="41077"/>
                </a:lnTo>
                <a:lnTo>
                  <a:pt x="14524" y="12028"/>
                </a:lnTo>
                <a:lnTo>
                  <a:pt x="34268" y="0"/>
                </a:lnTo>
                <a:lnTo>
                  <a:pt x="34268" y="41077"/>
                </a:lnTo>
                <a:lnTo>
                  <a:pt x="54466" y="41077"/>
                </a:lnTo>
                <a:lnTo>
                  <a:pt x="54466" y="56736"/>
                </a:lnTo>
                <a:lnTo>
                  <a:pt x="34268" y="56736"/>
                </a:lnTo>
                <a:lnTo>
                  <a:pt x="34268" y="125499"/>
                </a:lnTo>
                <a:cubicBezTo>
                  <a:pt x="34268" y="131400"/>
                  <a:pt x="34495" y="135031"/>
                  <a:pt x="35403" y="136619"/>
                </a:cubicBezTo>
                <a:cubicBezTo>
                  <a:pt x="36084" y="138208"/>
                  <a:pt x="37219" y="139570"/>
                  <a:pt x="38807" y="140477"/>
                </a:cubicBezTo>
                <a:cubicBezTo>
                  <a:pt x="40396" y="141385"/>
                  <a:pt x="42665" y="141839"/>
                  <a:pt x="45615" y="141839"/>
                </a:cubicBezTo>
                <a:cubicBezTo>
                  <a:pt x="47885" y="141839"/>
                  <a:pt x="50835" y="141612"/>
                  <a:pt x="54466" y="140931"/>
                </a:cubicBez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2B66C8-2C40-41CC-BCAD-4C86D02C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509" y="1217959"/>
            <a:ext cx="97585" cy="122776"/>
          </a:xfrm>
          <a:custGeom xmlns:a="http://schemas.openxmlformats.org/drawingml/2006/main">
            <a:pathLst>
              <a:path w="97585" h="122776">
                <a:moveTo>
                  <a:pt x="0" y="85103"/>
                </a:moveTo>
                <a:lnTo>
                  <a:pt x="19744" y="82153"/>
                </a:lnTo>
                <a:cubicBezTo>
                  <a:pt x="20652" y="90096"/>
                  <a:pt x="23829" y="96224"/>
                  <a:pt x="28822" y="100309"/>
                </a:cubicBezTo>
                <a:cubicBezTo>
                  <a:pt x="33814" y="104394"/>
                  <a:pt x="41077" y="106436"/>
                  <a:pt x="50154" y="106436"/>
                </a:cubicBezTo>
                <a:cubicBezTo>
                  <a:pt x="59232" y="106436"/>
                  <a:pt x="66040" y="104621"/>
                  <a:pt x="70579" y="100989"/>
                </a:cubicBezTo>
                <a:cubicBezTo>
                  <a:pt x="74891" y="97358"/>
                  <a:pt x="77160" y="92820"/>
                  <a:pt x="77160" y="87827"/>
                </a:cubicBezTo>
                <a:cubicBezTo>
                  <a:pt x="77160" y="83288"/>
                  <a:pt x="75118" y="79884"/>
                  <a:pt x="71260" y="77160"/>
                </a:cubicBezTo>
                <a:cubicBezTo>
                  <a:pt x="68537" y="75345"/>
                  <a:pt x="61728" y="73076"/>
                  <a:pt x="50835" y="70352"/>
                </a:cubicBezTo>
                <a:cubicBezTo>
                  <a:pt x="36311" y="66721"/>
                  <a:pt x="26098" y="63544"/>
                  <a:pt x="20425" y="60821"/>
                </a:cubicBezTo>
                <a:cubicBezTo>
                  <a:pt x="14751" y="58097"/>
                  <a:pt x="10439" y="54466"/>
                  <a:pt x="7489" y="49700"/>
                </a:cubicBezTo>
                <a:cubicBezTo>
                  <a:pt x="4539" y="44935"/>
                  <a:pt x="3177" y="39715"/>
                  <a:pt x="3177" y="33814"/>
                </a:cubicBezTo>
                <a:cubicBezTo>
                  <a:pt x="3177" y="28595"/>
                  <a:pt x="4312" y="23829"/>
                  <a:pt x="6808" y="19290"/>
                </a:cubicBezTo>
                <a:cubicBezTo>
                  <a:pt x="9078" y="14751"/>
                  <a:pt x="12482" y="11120"/>
                  <a:pt x="16567" y="8170"/>
                </a:cubicBezTo>
                <a:cubicBezTo>
                  <a:pt x="19744" y="5901"/>
                  <a:pt x="23829" y="4085"/>
                  <a:pt x="29276" y="2496"/>
                </a:cubicBezTo>
                <a:cubicBezTo>
                  <a:pt x="34722" y="908"/>
                  <a:pt x="40396" y="0"/>
                  <a:pt x="46523" y="0"/>
                </a:cubicBezTo>
                <a:cubicBezTo>
                  <a:pt x="55601" y="0"/>
                  <a:pt x="63771" y="1362"/>
                  <a:pt x="70806" y="4085"/>
                </a:cubicBezTo>
                <a:cubicBezTo>
                  <a:pt x="77841" y="6808"/>
                  <a:pt x="83061" y="10212"/>
                  <a:pt x="86465" y="14751"/>
                </a:cubicBezTo>
                <a:cubicBezTo>
                  <a:pt x="89642" y="19290"/>
                  <a:pt x="91912" y="25418"/>
                  <a:pt x="93273" y="32907"/>
                </a:cubicBezTo>
                <a:lnTo>
                  <a:pt x="73756" y="35630"/>
                </a:lnTo>
                <a:cubicBezTo>
                  <a:pt x="72849" y="29729"/>
                  <a:pt x="70125" y="24964"/>
                  <a:pt x="66040" y="21560"/>
                </a:cubicBezTo>
                <a:cubicBezTo>
                  <a:pt x="61728" y="18155"/>
                  <a:pt x="55828" y="16340"/>
                  <a:pt x="48112" y="16340"/>
                </a:cubicBezTo>
                <a:cubicBezTo>
                  <a:pt x="38807" y="16340"/>
                  <a:pt x="32226" y="17928"/>
                  <a:pt x="28368" y="20879"/>
                </a:cubicBezTo>
                <a:cubicBezTo>
                  <a:pt x="24283" y="24056"/>
                  <a:pt x="22467" y="27460"/>
                  <a:pt x="22467" y="31545"/>
                </a:cubicBezTo>
                <a:cubicBezTo>
                  <a:pt x="22467" y="34268"/>
                  <a:pt x="23148" y="36538"/>
                  <a:pt x="24964" y="38580"/>
                </a:cubicBezTo>
                <a:cubicBezTo>
                  <a:pt x="26552" y="40850"/>
                  <a:pt x="29049" y="42438"/>
                  <a:pt x="32680" y="43800"/>
                </a:cubicBezTo>
                <a:cubicBezTo>
                  <a:pt x="34495" y="44708"/>
                  <a:pt x="40396" y="46296"/>
                  <a:pt x="50154" y="49020"/>
                </a:cubicBezTo>
                <a:cubicBezTo>
                  <a:pt x="64225" y="52651"/>
                  <a:pt x="74210" y="55828"/>
                  <a:pt x="79657" y="58097"/>
                </a:cubicBezTo>
                <a:cubicBezTo>
                  <a:pt x="85103" y="60594"/>
                  <a:pt x="89642" y="64225"/>
                  <a:pt x="92820" y="68764"/>
                </a:cubicBezTo>
                <a:cubicBezTo>
                  <a:pt x="95997" y="73302"/>
                  <a:pt x="97585" y="78976"/>
                  <a:pt x="97585" y="85784"/>
                </a:cubicBezTo>
                <a:cubicBezTo>
                  <a:pt x="97585" y="92593"/>
                  <a:pt x="95543" y="98720"/>
                  <a:pt x="91685" y="104621"/>
                </a:cubicBezTo>
                <a:cubicBezTo>
                  <a:pt x="87827" y="110521"/>
                  <a:pt x="82153" y="114833"/>
                  <a:pt x="74891" y="118010"/>
                </a:cubicBezTo>
                <a:cubicBezTo>
                  <a:pt x="67629" y="121187"/>
                  <a:pt x="59232" y="122776"/>
                  <a:pt x="50154" y="122776"/>
                </a:cubicBezTo>
                <a:cubicBezTo>
                  <a:pt x="34722" y="122776"/>
                  <a:pt x="23148" y="119826"/>
                  <a:pt x="15205" y="113471"/>
                </a:cubicBezTo>
                <a:cubicBezTo>
                  <a:pt x="7035" y="107117"/>
                  <a:pt x="2042" y="97812"/>
                  <a:pt x="0" y="85103"/>
                </a:cubicBez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B2CA30-1EC1-44A3-9912-7F2000BF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9601" y="1175748"/>
            <a:ext cx="101670" cy="162491"/>
          </a:xfrm>
          <a:custGeom xmlns:a="http://schemas.openxmlformats.org/drawingml/2006/main">
            <a:pathLst>
              <a:path w="101670" h="162491">
                <a:moveTo>
                  <a:pt x="0" y="162491"/>
                </a:moveTo>
                <a:lnTo>
                  <a:pt x="0" y="0"/>
                </a:lnTo>
                <a:lnTo>
                  <a:pt x="21560" y="0"/>
                </a:lnTo>
                <a:lnTo>
                  <a:pt x="21560" y="143428"/>
                </a:lnTo>
                <a:lnTo>
                  <a:pt x="101670" y="143428"/>
                </a:lnTo>
                <a:lnTo>
                  <a:pt x="101670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55177D-EAA0-46BA-B1BE-96EE067E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704" y="1217959"/>
            <a:ext cx="110294" cy="122776"/>
          </a:xfrm>
          <a:custGeom xmlns:a="http://schemas.openxmlformats.org/drawingml/2006/main">
            <a:pathLst>
              <a:path w="110294" h="122776">
                <a:moveTo>
                  <a:pt x="0" y="61501"/>
                </a:moveTo>
                <a:cubicBezTo>
                  <a:pt x="0" y="39715"/>
                  <a:pt x="5901" y="23602"/>
                  <a:pt x="18155" y="12936"/>
                </a:cubicBezTo>
                <a:cubicBezTo>
                  <a:pt x="28141" y="4312"/>
                  <a:pt x="40623" y="0"/>
                  <a:pt x="55147" y="0"/>
                </a:cubicBezTo>
                <a:cubicBezTo>
                  <a:pt x="71260" y="0"/>
                  <a:pt x="84423" y="5447"/>
                  <a:pt x="94862" y="15886"/>
                </a:cubicBezTo>
                <a:cubicBezTo>
                  <a:pt x="105074" y="26552"/>
                  <a:pt x="110294" y="41077"/>
                  <a:pt x="110294" y="59686"/>
                </a:cubicBezTo>
                <a:cubicBezTo>
                  <a:pt x="110294" y="74891"/>
                  <a:pt x="108025" y="86919"/>
                  <a:pt x="103486" y="95543"/>
                </a:cubicBezTo>
                <a:cubicBezTo>
                  <a:pt x="98947" y="104167"/>
                  <a:pt x="92139" y="110975"/>
                  <a:pt x="83515" y="115741"/>
                </a:cubicBezTo>
                <a:cubicBezTo>
                  <a:pt x="74891" y="120280"/>
                  <a:pt x="65359" y="122776"/>
                  <a:pt x="55147" y="122776"/>
                </a:cubicBezTo>
                <a:cubicBezTo>
                  <a:pt x="38580" y="122776"/>
                  <a:pt x="25191" y="117556"/>
                  <a:pt x="15205" y="107117"/>
                </a:cubicBezTo>
                <a:cubicBezTo>
                  <a:pt x="4993" y="96678"/>
                  <a:pt x="0" y="81472"/>
                  <a:pt x="0" y="61501"/>
                </a:cubicBezTo>
                <a:close/>
                <a:moveTo>
                  <a:pt x="20652" y="61501"/>
                </a:moveTo>
                <a:cubicBezTo>
                  <a:pt x="20652" y="76480"/>
                  <a:pt x="23829" y="87827"/>
                  <a:pt x="30410" y="95316"/>
                </a:cubicBezTo>
                <a:cubicBezTo>
                  <a:pt x="36765" y="102805"/>
                  <a:pt x="45162" y="106436"/>
                  <a:pt x="55147" y="106436"/>
                </a:cubicBezTo>
                <a:cubicBezTo>
                  <a:pt x="65133" y="106436"/>
                  <a:pt x="73302" y="102805"/>
                  <a:pt x="79884" y="95316"/>
                </a:cubicBezTo>
                <a:cubicBezTo>
                  <a:pt x="86465" y="87827"/>
                  <a:pt x="89869" y="76253"/>
                  <a:pt x="89869" y="60821"/>
                </a:cubicBezTo>
                <a:cubicBezTo>
                  <a:pt x="89869" y="46296"/>
                  <a:pt x="86465" y="35403"/>
                  <a:pt x="79884" y="27687"/>
                </a:cubicBezTo>
                <a:cubicBezTo>
                  <a:pt x="73076" y="20198"/>
                  <a:pt x="64906" y="16340"/>
                  <a:pt x="55147" y="16340"/>
                </a:cubicBezTo>
                <a:cubicBezTo>
                  <a:pt x="45162" y="16340"/>
                  <a:pt x="36765" y="20198"/>
                  <a:pt x="30410" y="27687"/>
                </a:cubicBezTo>
                <a:cubicBezTo>
                  <a:pt x="23829" y="35176"/>
                  <a:pt x="20652" y="46523"/>
                  <a:pt x="20652" y="61501"/>
                </a:cubicBez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0F5CA9-E738-4DB3-8AFB-60798B06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245" y="1217959"/>
            <a:ext cx="102578" cy="122776"/>
          </a:xfrm>
          <a:custGeom xmlns:a="http://schemas.openxmlformats.org/drawingml/2006/main">
            <a:pathLst>
              <a:path w="102578" h="122776">
                <a:moveTo>
                  <a:pt x="82834" y="77160"/>
                </a:moveTo>
                <a:lnTo>
                  <a:pt x="102578" y="79657"/>
                </a:lnTo>
                <a:cubicBezTo>
                  <a:pt x="100309" y="93273"/>
                  <a:pt x="94862" y="103940"/>
                  <a:pt x="86011" y="111429"/>
                </a:cubicBezTo>
                <a:cubicBezTo>
                  <a:pt x="77160" y="119145"/>
                  <a:pt x="66267" y="122776"/>
                  <a:pt x="53558" y="122776"/>
                </a:cubicBezTo>
                <a:cubicBezTo>
                  <a:pt x="37219" y="122776"/>
                  <a:pt x="24283" y="117556"/>
                  <a:pt x="14524" y="107117"/>
                </a:cubicBezTo>
                <a:cubicBezTo>
                  <a:pt x="4766" y="96678"/>
                  <a:pt x="0" y="81699"/>
                  <a:pt x="0" y="61955"/>
                </a:cubicBezTo>
                <a:cubicBezTo>
                  <a:pt x="0" y="49247"/>
                  <a:pt x="2042" y="38126"/>
                  <a:pt x="6354" y="28595"/>
                </a:cubicBezTo>
                <a:cubicBezTo>
                  <a:pt x="10439" y="19063"/>
                  <a:pt x="16794" y="12028"/>
                  <a:pt x="25418" y="7262"/>
                </a:cubicBezTo>
                <a:cubicBezTo>
                  <a:pt x="34041" y="2496"/>
                  <a:pt x="43346" y="0"/>
                  <a:pt x="53558" y="0"/>
                </a:cubicBezTo>
                <a:cubicBezTo>
                  <a:pt x="66267" y="0"/>
                  <a:pt x="76707" y="3404"/>
                  <a:pt x="84877" y="9759"/>
                </a:cubicBezTo>
                <a:cubicBezTo>
                  <a:pt x="93046" y="16113"/>
                  <a:pt x="98266" y="25418"/>
                  <a:pt x="100536" y="37219"/>
                </a:cubicBezTo>
                <a:lnTo>
                  <a:pt x="81245" y="40169"/>
                </a:lnTo>
                <a:cubicBezTo>
                  <a:pt x="79430" y="32453"/>
                  <a:pt x="76026" y="26552"/>
                  <a:pt x="71487" y="22467"/>
                </a:cubicBezTo>
                <a:cubicBezTo>
                  <a:pt x="66721" y="18382"/>
                  <a:pt x="61048" y="16340"/>
                  <a:pt x="54466" y="16340"/>
                </a:cubicBezTo>
                <a:cubicBezTo>
                  <a:pt x="44254" y="16340"/>
                  <a:pt x="36084" y="19971"/>
                  <a:pt x="29729" y="27233"/>
                </a:cubicBezTo>
                <a:cubicBezTo>
                  <a:pt x="23375" y="34495"/>
                  <a:pt x="20425" y="45842"/>
                  <a:pt x="20425" y="61274"/>
                </a:cubicBezTo>
                <a:cubicBezTo>
                  <a:pt x="20425" y="77160"/>
                  <a:pt x="23375" y="88735"/>
                  <a:pt x="29503" y="95770"/>
                </a:cubicBezTo>
                <a:cubicBezTo>
                  <a:pt x="35403" y="103032"/>
                  <a:pt x="43346" y="106436"/>
                  <a:pt x="53332" y="106436"/>
                </a:cubicBezTo>
                <a:cubicBezTo>
                  <a:pt x="61048" y="106436"/>
                  <a:pt x="67629" y="104167"/>
                  <a:pt x="72849" y="99401"/>
                </a:cubicBezTo>
                <a:cubicBezTo>
                  <a:pt x="78068" y="94635"/>
                  <a:pt x="81472" y="87146"/>
                  <a:pt x="82834" y="77160"/>
                </a:cubicBez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F08283-40F2-4772-9DB2-76EDF302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036" y="1217959"/>
            <a:ext cx="108479" cy="122776"/>
          </a:xfrm>
          <a:custGeom xmlns:a="http://schemas.openxmlformats.org/drawingml/2006/main">
            <a:pathLst>
              <a:path w="108479" h="122776">
                <a:moveTo>
                  <a:pt x="83515" y="105755"/>
                </a:moveTo>
                <a:cubicBezTo>
                  <a:pt x="76026" y="112110"/>
                  <a:pt x="68991" y="116648"/>
                  <a:pt x="62182" y="119145"/>
                </a:cubicBezTo>
                <a:cubicBezTo>
                  <a:pt x="55374" y="121414"/>
                  <a:pt x="47885" y="122776"/>
                  <a:pt x="40169" y="122776"/>
                </a:cubicBezTo>
                <a:cubicBezTo>
                  <a:pt x="27233" y="122776"/>
                  <a:pt x="17248" y="119826"/>
                  <a:pt x="10439" y="113471"/>
                </a:cubicBezTo>
                <a:cubicBezTo>
                  <a:pt x="3404" y="107117"/>
                  <a:pt x="0" y="99174"/>
                  <a:pt x="0" y="89188"/>
                </a:cubicBezTo>
                <a:cubicBezTo>
                  <a:pt x="0" y="83515"/>
                  <a:pt x="1135" y="78295"/>
                  <a:pt x="3858" y="73529"/>
                </a:cubicBezTo>
                <a:cubicBezTo>
                  <a:pt x="6581" y="68764"/>
                  <a:pt x="9985" y="64906"/>
                  <a:pt x="14297" y="61955"/>
                </a:cubicBezTo>
                <a:cubicBezTo>
                  <a:pt x="18382" y="59232"/>
                  <a:pt x="23148" y="56963"/>
                  <a:pt x="28595" y="55374"/>
                </a:cubicBezTo>
                <a:cubicBezTo>
                  <a:pt x="32453" y="54466"/>
                  <a:pt x="38353" y="53558"/>
                  <a:pt x="46296" y="52424"/>
                </a:cubicBezTo>
                <a:cubicBezTo>
                  <a:pt x="62409" y="50608"/>
                  <a:pt x="74210" y="48339"/>
                  <a:pt x="81926" y="45615"/>
                </a:cubicBezTo>
                <a:cubicBezTo>
                  <a:pt x="81926" y="42892"/>
                  <a:pt x="81926" y="41304"/>
                  <a:pt x="81926" y="40396"/>
                </a:cubicBezTo>
                <a:cubicBezTo>
                  <a:pt x="81926" y="32226"/>
                  <a:pt x="80111" y="26552"/>
                  <a:pt x="76480" y="23148"/>
                </a:cubicBezTo>
                <a:cubicBezTo>
                  <a:pt x="71260" y="18609"/>
                  <a:pt x="63544" y="16340"/>
                  <a:pt x="53558" y="16340"/>
                </a:cubicBezTo>
                <a:cubicBezTo>
                  <a:pt x="44027" y="16340"/>
                  <a:pt x="37219" y="18155"/>
                  <a:pt x="32680" y="21333"/>
                </a:cubicBezTo>
                <a:cubicBezTo>
                  <a:pt x="28141" y="24737"/>
                  <a:pt x="24964" y="30637"/>
                  <a:pt x="22921" y="38807"/>
                </a:cubicBezTo>
                <a:lnTo>
                  <a:pt x="3404" y="36084"/>
                </a:lnTo>
                <a:cubicBezTo>
                  <a:pt x="5220" y="27914"/>
                  <a:pt x="8170" y="21106"/>
                  <a:pt x="12255" y="15886"/>
                </a:cubicBezTo>
                <a:cubicBezTo>
                  <a:pt x="16340" y="10893"/>
                  <a:pt x="22013" y="6808"/>
                  <a:pt x="29729" y="4085"/>
                </a:cubicBezTo>
                <a:cubicBezTo>
                  <a:pt x="37446" y="1362"/>
                  <a:pt x="46296" y="0"/>
                  <a:pt x="56509" y="0"/>
                </a:cubicBezTo>
                <a:cubicBezTo>
                  <a:pt x="66494" y="0"/>
                  <a:pt x="74664" y="1362"/>
                  <a:pt x="81018" y="3631"/>
                </a:cubicBezTo>
                <a:cubicBezTo>
                  <a:pt x="87373" y="5901"/>
                  <a:pt x="91912" y="8851"/>
                  <a:pt x="94862" y="12482"/>
                </a:cubicBezTo>
                <a:cubicBezTo>
                  <a:pt x="97812" y="16113"/>
                  <a:pt x="99855" y="20425"/>
                  <a:pt x="100989" y="25871"/>
                </a:cubicBezTo>
                <a:cubicBezTo>
                  <a:pt x="101670" y="29503"/>
                  <a:pt x="102124" y="35630"/>
                  <a:pt x="102124" y="44481"/>
                </a:cubicBezTo>
                <a:lnTo>
                  <a:pt x="102124" y="71033"/>
                </a:lnTo>
                <a:cubicBezTo>
                  <a:pt x="102124" y="89642"/>
                  <a:pt x="102351" y="101216"/>
                  <a:pt x="103259" y="106209"/>
                </a:cubicBezTo>
                <a:cubicBezTo>
                  <a:pt x="104167" y="111202"/>
                  <a:pt x="105755" y="115741"/>
                  <a:pt x="108479" y="120280"/>
                </a:cubicBezTo>
                <a:lnTo>
                  <a:pt x="87600" y="120280"/>
                </a:lnTo>
                <a:cubicBezTo>
                  <a:pt x="85330" y="116195"/>
                  <a:pt x="83969" y="111429"/>
                  <a:pt x="83515" y="105755"/>
                </a:cubicBezTo>
                <a:close/>
                <a:moveTo>
                  <a:pt x="81926" y="61274"/>
                </a:moveTo>
                <a:cubicBezTo>
                  <a:pt x="74664" y="64225"/>
                  <a:pt x="63771" y="66721"/>
                  <a:pt x="49247" y="68764"/>
                </a:cubicBezTo>
                <a:cubicBezTo>
                  <a:pt x="41077" y="70125"/>
                  <a:pt x="35176" y="71487"/>
                  <a:pt x="31772" y="72849"/>
                </a:cubicBezTo>
                <a:cubicBezTo>
                  <a:pt x="28368" y="74210"/>
                  <a:pt x="25871" y="76480"/>
                  <a:pt x="24056" y="79203"/>
                </a:cubicBezTo>
                <a:cubicBezTo>
                  <a:pt x="22240" y="82153"/>
                  <a:pt x="21333" y="85330"/>
                  <a:pt x="21333" y="88735"/>
                </a:cubicBezTo>
                <a:cubicBezTo>
                  <a:pt x="21333" y="94181"/>
                  <a:pt x="23148" y="98493"/>
                  <a:pt x="27233" y="102124"/>
                </a:cubicBezTo>
                <a:cubicBezTo>
                  <a:pt x="31318" y="105755"/>
                  <a:pt x="37219" y="107344"/>
                  <a:pt x="44935" y="107344"/>
                </a:cubicBezTo>
                <a:cubicBezTo>
                  <a:pt x="52651" y="107344"/>
                  <a:pt x="59459" y="105755"/>
                  <a:pt x="65359" y="102351"/>
                </a:cubicBezTo>
                <a:cubicBezTo>
                  <a:pt x="71260" y="98947"/>
                  <a:pt x="75799" y="94408"/>
                  <a:pt x="78749" y="88508"/>
                </a:cubicBezTo>
                <a:cubicBezTo>
                  <a:pt x="80792" y="83969"/>
                  <a:pt x="81926" y="77387"/>
                  <a:pt x="81926" y="68537"/>
                </a:cubicBezTo>
                <a:lnTo>
                  <a:pt x="81926" y="61274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9EB176-CC2D-49BE-96C5-4CA216E9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9570" y="1175748"/>
            <a:ext cx="19971" cy="162491"/>
          </a:xfrm>
          <a:custGeom xmlns:a="http://schemas.openxmlformats.org/drawingml/2006/main">
            <a:pathLst>
              <a:path w="19971" h="162491">
                <a:moveTo>
                  <a:pt x="0" y="162491"/>
                </a:moveTo>
                <a:lnTo>
                  <a:pt x="0" y="0"/>
                </a:lnTo>
                <a:lnTo>
                  <a:pt x="19971" y="0"/>
                </a:lnTo>
                <a:lnTo>
                  <a:pt x="19971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C67ADE-2725-4A76-A1F8-C83F5A1D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0405" y="1175748"/>
            <a:ext cx="19971" cy="162491"/>
          </a:xfrm>
          <a:custGeom xmlns:a="http://schemas.openxmlformats.org/drawingml/2006/main">
            <a:pathLst>
              <a:path w="19971" h="162491">
                <a:moveTo>
                  <a:pt x="0" y="22921"/>
                </a:moveTo>
                <a:lnTo>
                  <a:pt x="0" y="0"/>
                </a:lnTo>
                <a:lnTo>
                  <a:pt x="19971" y="0"/>
                </a:lnTo>
                <a:lnTo>
                  <a:pt x="19971" y="22921"/>
                </a:lnTo>
                <a:lnTo>
                  <a:pt x="0" y="22921"/>
                </a:lnTo>
                <a:close/>
                <a:moveTo>
                  <a:pt x="0" y="162491"/>
                </a:moveTo>
                <a:lnTo>
                  <a:pt x="0" y="44708"/>
                </a:lnTo>
                <a:lnTo>
                  <a:pt x="19971" y="44708"/>
                </a:lnTo>
                <a:lnTo>
                  <a:pt x="19971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243671-7AE3-43EF-9F3F-409B9E43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0348" y="1220456"/>
            <a:ext cx="104167" cy="117783"/>
          </a:xfrm>
          <a:custGeom xmlns:a="http://schemas.openxmlformats.org/drawingml/2006/main">
            <a:pathLst>
              <a:path w="104167" h="117783">
                <a:moveTo>
                  <a:pt x="0" y="117783"/>
                </a:moveTo>
                <a:lnTo>
                  <a:pt x="0" y="101670"/>
                </a:lnTo>
                <a:lnTo>
                  <a:pt x="74891" y="15659"/>
                </a:lnTo>
                <a:cubicBezTo>
                  <a:pt x="66267" y="16113"/>
                  <a:pt x="58551" y="16340"/>
                  <a:pt x="52197" y="16340"/>
                </a:cubicBezTo>
                <a:lnTo>
                  <a:pt x="4312" y="16340"/>
                </a:lnTo>
                <a:lnTo>
                  <a:pt x="4312" y="0"/>
                </a:lnTo>
                <a:lnTo>
                  <a:pt x="100536" y="0"/>
                </a:lnTo>
                <a:lnTo>
                  <a:pt x="100536" y="13390"/>
                </a:lnTo>
                <a:lnTo>
                  <a:pt x="36765" y="88054"/>
                </a:lnTo>
                <a:lnTo>
                  <a:pt x="24510" y="101670"/>
                </a:lnTo>
                <a:cubicBezTo>
                  <a:pt x="33361" y="100989"/>
                  <a:pt x="41757" y="100536"/>
                  <a:pt x="49700" y="100536"/>
                </a:cubicBezTo>
                <a:lnTo>
                  <a:pt x="104167" y="100536"/>
                </a:lnTo>
                <a:lnTo>
                  <a:pt x="104167" y="117783"/>
                </a:lnTo>
                <a:lnTo>
                  <a:pt x="0" y="117783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AF3224-9AE4-4048-9B50-6A9097BE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449" y="1217959"/>
            <a:ext cx="108479" cy="122776"/>
          </a:xfrm>
          <a:custGeom xmlns:a="http://schemas.openxmlformats.org/drawingml/2006/main">
            <a:pathLst>
              <a:path w="108479" h="122776">
                <a:moveTo>
                  <a:pt x="83515" y="105755"/>
                </a:moveTo>
                <a:cubicBezTo>
                  <a:pt x="76026" y="112110"/>
                  <a:pt x="68991" y="116648"/>
                  <a:pt x="62182" y="119145"/>
                </a:cubicBezTo>
                <a:cubicBezTo>
                  <a:pt x="55374" y="121414"/>
                  <a:pt x="47885" y="122776"/>
                  <a:pt x="40169" y="122776"/>
                </a:cubicBezTo>
                <a:cubicBezTo>
                  <a:pt x="27233" y="122776"/>
                  <a:pt x="17248" y="119826"/>
                  <a:pt x="10439" y="113471"/>
                </a:cubicBezTo>
                <a:cubicBezTo>
                  <a:pt x="3404" y="107117"/>
                  <a:pt x="0" y="99174"/>
                  <a:pt x="0" y="89188"/>
                </a:cubicBezTo>
                <a:cubicBezTo>
                  <a:pt x="0" y="83515"/>
                  <a:pt x="1135" y="78295"/>
                  <a:pt x="3858" y="73529"/>
                </a:cubicBezTo>
                <a:cubicBezTo>
                  <a:pt x="6581" y="68764"/>
                  <a:pt x="9985" y="64906"/>
                  <a:pt x="14297" y="61955"/>
                </a:cubicBezTo>
                <a:cubicBezTo>
                  <a:pt x="18382" y="59232"/>
                  <a:pt x="23148" y="56963"/>
                  <a:pt x="28595" y="55374"/>
                </a:cubicBezTo>
                <a:cubicBezTo>
                  <a:pt x="32453" y="54466"/>
                  <a:pt x="38353" y="53558"/>
                  <a:pt x="46296" y="52424"/>
                </a:cubicBezTo>
                <a:cubicBezTo>
                  <a:pt x="62409" y="50608"/>
                  <a:pt x="74210" y="48339"/>
                  <a:pt x="81926" y="45615"/>
                </a:cubicBezTo>
                <a:cubicBezTo>
                  <a:pt x="81926" y="42892"/>
                  <a:pt x="81926" y="41304"/>
                  <a:pt x="81926" y="40396"/>
                </a:cubicBezTo>
                <a:cubicBezTo>
                  <a:pt x="81926" y="32226"/>
                  <a:pt x="80111" y="26552"/>
                  <a:pt x="76480" y="23148"/>
                </a:cubicBezTo>
                <a:cubicBezTo>
                  <a:pt x="71260" y="18609"/>
                  <a:pt x="63544" y="16340"/>
                  <a:pt x="53558" y="16340"/>
                </a:cubicBezTo>
                <a:cubicBezTo>
                  <a:pt x="44027" y="16340"/>
                  <a:pt x="37219" y="18155"/>
                  <a:pt x="32680" y="21333"/>
                </a:cubicBezTo>
                <a:cubicBezTo>
                  <a:pt x="28141" y="24737"/>
                  <a:pt x="24964" y="30637"/>
                  <a:pt x="22921" y="38807"/>
                </a:cubicBezTo>
                <a:lnTo>
                  <a:pt x="3404" y="36084"/>
                </a:lnTo>
                <a:cubicBezTo>
                  <a:pt x="5220" y="27914"/>
                  <a:pt x="8170" y="21106"/>
                  <a:pt x="12255" y="15886"/>
                </a:cubicBezTo>
                <a:cubicBezTo>
                  <a:pt x="16340" y="10893"/>
                  <a:pt x="22013" y="6808"/>
                  <a:pt x="29729" y="4085"/>
                </a:cubicBezTo>
                <a:cubicBezTo>
                  <a:pt x="37446" y="1362"/>
                  <a:pt x="46296" y="0"/>
                  <a:pt x="56509" y="0"/>
                </a:cubicBezTo>
                <a:cubicBezTo>
                  <a:pt x="66494" y="0"/>
                  <a:pt x="74664" y="1362"/>
                  <a:pt x="81018" y="3631"/>
                </a:cubicBezTo>
                <a:cubicBezTo>
                  <a:pt x="87373" y="5901"/>
                  <a:pt x="91912" y="8851"/>
                  <a:pt x="94862" y="12482"/>
                </a:cubicBezTo>
                <a:cubicBezTo>
                  <a:pt x="97812" y="16113"/>
                  <a:pt x="99855" y="20425"/>
                  <a:pt x="100989" y="25871"/>
                </a:cubicBezTo>
                <a:cubicBezTo>
                  <a:pt x="101670" y="29503"/>
                  <a:pt x="102124" y="35630"/>
                  <a:pt x="102124" y="44481"/>
                </a:cubicBezTo>
                <a:lnTo>
                  <a:pt x="102124" y="71033"/>
                </a:lnTo>
                <a:cubicBezTo>
                  <a:pt x="102124" y="89642"/>
                  <a:pt x="102351" y="101216"/>
                  <a:pt x="103259" y="106209"/>
                </a:cubicBezTo>
                <a:cubicBezTo>
                  <a:pt x="104167" y="111202"/>
                  <a:pt x="105755" y="115741"/>
                  <a:pt x="108479" y="120280"/>
                </a:cubicBezTo>
                <a:lnTo>
                  <a:pt x="87600" y="120280"/>
                </a:lnTo>
                <a:cubicBezTo>
                  <a:pt x="85330" y="116195"/>
                  <a:pt x="83969" y="111429"/>
                  <a:pt x="83515" y="105755"/>
                </a:cubicBezTo>
                <a:close/>
                <a:moveTo>
                  <a:pt x="81926" y="61274"/>
                </a:moveTo>
                <a:cubicBezTo>
                  <a:pt x="74664" y="64225"/>
                  <a:pt x="63771" y="66721"/>
                  <a:pt x="49247" y="68764"/>
                </a:cubicBezTo>
                <a:cubicBezTo>
                  <a:pt x="41077" y="70125"/>
                  <a:pt x="35176" y="71487"/>
                  <a:pt x="31772" y="72849"/>
                </a:cubicBezTo>
                <a:cubicBezTo>
                  <a:pt x="28368" y="74210"/>
                  <a:pt x="25871" y="76480"/>
                  <a:pt x="24056" y="79203"/>
                </a:cubicBezTo>
                <a:cubicBezTo>
                  <a:pt x="22240" y="82153"/>
                  <a:pt x="21333" y="85330"/>
                  <a:pt x="21333" y="88735"/>
                </a:cubicBezTo>
                <a:cubicBezTo>
                  <a:pt x="21333" y="94181"/>
                  <a:pt x="23148" y="98493"/>
                  <a:pt x="27233" y="102124"/>
                </a:cubicBezTo>
                <a:cubicBezTo>
                  <a:pt x="31318" y="105755"/>
                  <a:pt x="37219" y="107344"/>
                  <a:pt x="44935" y="107344"/>
                </a:cubicBezTo>
                <a:cubicBezTo>
                  <a:pt x="52651" y="107344"/>
                  <a:pt x="59459" y="105755"/>
                  <a:pt x="65359" y="102351"/>
                </a:cubicBezTo>
                <a:cubicBezTo>
                  <a:pt x="71260" y="98947"/>
                  <a:pt x="75799" y="94408"/>
                  <a:pt x="78749" y="88508"/>
                </a:cubicBezTo>
                <a:cubicBezTo>
                  <a:pt x="80792" y="83969"/>
                  <a:pt x="81926" y="77387"/>
                  <a:pt x="81926" y="68537"/>
                </a:cubicBezTo>
                <a:lnTo>
                  <a:pt x="81926" y="61274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3302A8-25D0-4174-9F04-33D546D8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9544" y="1179379"/>
            <a:ext cx="57416" cy="160221"/>
          </a:xfrm>
          <a:custGeom xmlns:a="http://schemas.openxmlformats.org/drawingml/2006/main">
            <a:pathLst>
              <a:path w="57416" h="160221">
                <a:moveTo>
                  <a:pt x="54466" y="140931"/>
                </a:moveTo>
                <a:lnTo>
                  <a:pt x="57416" y="158633"/>
                </a:lnTo>
                <a:cubicBezTo>
                  <a:pt x="51516" y="159541"/>
                  <a:pt x="46523" y="160221"/>
                  <a:pt x="42211" y="160221"/>
                </a:cubicBezTo>
                <a:cubicBezTo>
                  <a:pt x="34949" y="160221"/>
                  <a:pt x="29276" y="159087"/>
                  <a:pt x="25418" y="157044"/>
                </a:cubicBezTo>
                <a:cubicBezTo>
                  <a:pt x="21333" y="154775"/>
                  <a:pt x="18609" y="151825"/>
                  <a:pt x="17021" y="147967"/>
                </a:cubicBezTo>
                <a:cubicBezTo>
                  <a:pt x="15205" y="144335"/>
                  <a:pt x="14524" y="136392"/>
                  <a:pt x="14524" y="124365"/>
                </a:cubicBezTo>
                <a:lnTo>
                  <a:pt x="14524" y="56736"/>
                </a:lnTo>
                <a:lnTo>
                  <a:pt x="0" y="56736"/>
                </a:lnTo>
                <a:lnTo>
                  <a:pt x="0" y="41077"/>
                </a:lnTo>
                <a:lnTo>
                  <a:pt x="14524" y="41077"/>
                </a:lnTo>
                <a:lnTo>
                  <a:pt x="14524" y="12028"/>
                </a:lnTo>
                <a:lnTo>
                  <a:pt x="34268" y="0"/>
                </a:lnTo>
                <a:lnTo>
                  <a:pt x="34268" y="41077"/>
                </a:lnTo>
                <a:lnTo>
                  <a:pt x="54466" y="41077"/>
                </a:lnTo>
                <a:lnTo>
                  <a:pt x="54466" y="56736"/>
                </a:lnTo>
                <a:lnTo>
                  <a:pt x="34268" y="56736"/>
                </a:lnTo>
                <a:lnTo>
                  <a:pt x="34268" y="125499"/>
                </a:lnTo>
                <a:cubicBezTo>
                  <a:pt x="34268" y="131400"/>
                  <a:pt x="34495" y="135031"/>
                  <a:pt x="35403" y="136619"/>
                </a:cubicBezTo>
                <a:cubicBezTo>
                  <a:pt x="36084" y="138208"/>
                  <a:pt x="37219" y="139570"/>
                  <a:pt x="38807" y="140477"/>
                </a:cubicBezTo>
                <a:cubicBezTo>
                  <a:pt x="40396" y="141385"/>
                  <a:pt x="42665" y="141839"/>
                  <a:pt x="45615" y="141839"/>
                </a:cubicBezTo>
                <a:cubicBezTo>
                  <a:pt x="47885" y="141839"/>
                  <a:pt x="50835" y="141612"/>
                  <a:pt x="54466" y="140931"/>
                </a:cubicBez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DA595E-86B4-4EA0-BAD6-72C23D45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528" y="1175748"/>
            <a:ext cx="19971" cy="162491"/>
          </a:xfrm>
          <a:custGeom xmlns:a="http://schemas.openxmlformats.org/drawingml/2006/main">
            <a:pathLst>
              <a:path w="19971" h="162491">
                <a:moveTo>
                  <a:pt x="0" y="22921"/>
                </a:moveTo>
                <a:lnTo>
                  <a:pt x="0" y="0"/>
                </a:lnTo>
                <a:lnTo>
                  <a:pt x="19971" y="0"/>
                </a:lnTo>
                <a:lnTo>
                  <a:pt x="19971" y="22921"/>
                </a:lnTo>
                <a:lnTo>
                  <a:pt x="0" y="22921"/>
                </a:lnTo>
                <a:close/>
                <a:moveTo>
                  <a:pt x="0" y="162491"/>
                </a:moveTo>
                <a:lnTo>
                  <a:pt x="0" y="44708"/>
                </a:lnTo>
                <a:lnTo>
                  <a:pt x="19971" y="44708"/>
                </a:lnTo>
                <a:lnTo>
                  <a:pt x="19971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B7A2F5-7827-4E79-9649-613AA07B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420" y="1217959"/>
            <a:ext cx="110294" cy="122776"/>
          </a:xfrm>
          <a:custGeom xmlns:a="http://schemas.openxmlformats.org/drawingml/2006/main">
            <a:pathLst>
              <a:path w="110294" h="122776">
                <a:moveTo>
                  <a:pt x="0" y="61501"/>
                </a:moveTo>
                <a:cubicBezTo>
                  <a:pt x="0" y="39715"/>
                  <a:pt x="5901" y="23602"/>
                  <a:pt x="18155" y="12936"/>
                </a:cubicBezTo>
                <a:cubicBezTo>
                  <a:pt x="28141" y="4312"/>
                  <a:pt x="40623" y="0"/>
                  <a:pt x="55147" y="0"/>
                </a:cubicBezTo>
                <a:cubicBezTo>
                  <a:pt x="71260" y="0"/>
                  <a:pt x="84423" y="5447"/>
                  <a:pt x="94862" y="15886"/>
                </a:cubicBezTo>
                <a:cubicBezTo>
                  <a:pt x="105074" y="26552"/>
                  <a:pt x="110294" y="41077"/>
                  <a:pt x="110294" y="59686"/>
                </a:cubicBezTo>
                <a:cubicBezTo>
                  <a:pt x="110294" y="74891"/>
                  <a:pt x="108025" y="86919"/>
                  <a:pt x="103486" y="95543"/>
                </a:cubicBezTo>
                <a:cubicBezTo>
                  <a:pt x="98947" y="104167"/>
                  <a:pt x="92139" y="110975"/>
                  <a:pt x="83515" y="115741"/>
                </a:cubicBezTo>
                <a:cubicBezTo>
                  <a:pt x="74891" y="120280"/>
                  <a:pt x="65359" y="122776"/>
                  <a:pt x="55147" y="122776"/>
                </a:cubicBezTo>
                <a:cubicBezTo>
                  <a:pt x="38580" y="122776"/>
                  <a:pt x="25191" y="117556"/>
                  <a:pt x="15205" y="107117"/>
                </a:cubicBezTo>
                <a:cubicBezTo>
                  <a:pt x="4993" y="96678"/>
                  <a:pt x="0" y="81472"/>
                  <a:pt x="0" y="61501"/>
                </a:cubicBezTo>
                <a:close/>
                <a:moveTo>
                  <a:pt x="20652" y="61501"/>
                </a:moveTo>
                <a:cubicBezTo>
                  <a:pt x="20652" y="76480"/>
                  <a:pt x="23829" y="87827"/>
                  <a:pt x="30410" y="95316"/>
                </a:cubicBezTo>
                <a:cubicBezTo>
                  <a:pt x="36765" y="102805"/>
                  <a:pt x="45162" y="106436"/>
                  <a:pt x="55147" y="106436"/>
                </a:cubicBezTo>
                <a:cubicBezTo>
                  <a:pt x="65133" y="106436"/>
                  <a:pt x="73302" y="102805"/>
                  <a:pt x="79884" y="95316"/>
                </a:cubicBezTo>
                <a:cubicBezTo>
                  <a:pt x="86465" y="87827"/>
                  <a:pt x="89869" y="76253"/>
                  <a:pt x="89869" y="60821"/>
                </a:cubicBezTo>
                <a:cubicBezTo>
                  <a:pt x="89869" y="46296"/>
                  <a:pt x="86465" y="35403"/>
                  <a:pt x="79884" y="27687"/>
                </a:cubicBezTo>
                <a:cubicBezTo>
                  <a:pt x="73076" y="20198"/>
                  <a:pt x="64906" y="16340"/>
                  <a:pt x="55147" y="16340"/>
                </a:cubicBezTo>
                <a:cubicBezTo>
                  <a:pt x="45162" y="16340"/>
                  <a:pt x="36765" y="20198"/>
                  <a:pt x="30410" y="27687"/>
                </a:cubicBezTo>
                <a:cubicBezTo>
                  <a:pt x="23829" y="35176"/>
                  <a:pt x="20652" y="46523"/>
                  <a:pt x="20652" y="61501"/>
                </a:cubicBez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E6A6D0-8612-4F7E-B70C-0B62416A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089" y="1217959"/>
            <a:ext cx="95543" cy="120280"/>
          </a:xfrm>
          <a:custGeom xmlns:a="http://schemas.openxmlformats.org/drawingml/2006/main">
            <a:pathLst>
              <a:path w="95543" h="120280">
                <a:moveTo>
                  <a:pt x="0" y="120280"/>
                </a:moveTo>
                <a:lnTo>
                  <a:pt x="0" y="2496"/>
                </a:lnTo>
                <a:lnTo>
                  <a:pt x="17928" y="2496"/>
                </a:lnTo>
                <a:lnTo>
                  <a:pt x="17928" y="19290"/>
                </a:lnTo>
                <a:cubicBezTo>
                  <a:pt x="26552" y="6581"/>
                  <a:pt x="39034" y="0"/>
                  <a:pt x="55374" y="0"/>
                </a:cubicBezTo>
                <a:cubicBezTo>
                  <a:pt x="62409" y="0"/>
                  <a:pt x="68991" y="1362"/>
                  <a:pt x="74891" y="3858"/>
                </a:cubicBezTo>
                <a:cubicBezTo>
                  <a:pt x="80792" y="6354"/>
                  <a:pt x="85330" y="9759"/>
                  <a:pt x="88281" y="13843"/>
                </a:cubicBezTo>
                <a:cubicBezTo>
                  <a:pt x="91231" y="17928"/>
                  <a:pt x="93273" y="22921"/>
                  <a:pt x="94408" y="28595"/>
                </a:cubicBezTo>
                <a:cubicBezTo>
                  <a:pt x="95089" y="32226"/>
                  <a:pt x="95543" y="38807"/>
                  <a:pt x="95543" y="47885"/>
                </a:cubicBezTo>
                <a:lnTo>
                  <a:pt x="95543" y="120280"/>
                </a:lnTo>
                <a:lnTo>
                  <a:pt x="75572" y="120280"/>
                </a:lnTo>
                <a:lnTo>
                  <a:pt x="75572" y="48793"/>
                </a:lnTo>
                <a:cubicBezTo>
                  <a:pt x="75572" y="40623"/>
                  <a:pt x="74664" y="34722"/>
                  <a:pt x="73302" y="30637"/>
                </a:cubicBezTo>
                <a:cubicBezTo>
                  <a:pt x="71714" y="26552"/>
                  <a:pt x="68991" y="23375"/>
                  <a:pt x="65133" y="20879"/>
                </a:cubicBezTo>
                <a:cubicBezTo>
                  <a:pt x="61048" y="18609"/>
                  <a:pt x="56509" y="17248"/>
                  <a:pt x="51289" y="17248"/>
                </a:cubicBezTo>
                <a:cubicBezTo>
                  <a:pt x="42665" y="17248"/>
                  <a:pt x="35176" y="19971"/>
                  <a:pt x="29049" y="25418"/>
                </a:cubicBezTo>
                <a:cubicBezTo>
                  <a:pt x="22921" y="30864"/>
                  <a:pt x="19971" y="41077"/>
                  <a:pt x="19971" y="56055"/>
                </a:cubicBezTo>
                <a:lnTo>
                  <a:pt x="19971" y="120280"/>
                </a:lnTo>
                <a:lnTo>
                  <a:pt x="0" y="120280"/>
                </a:lnTo>
                <a:close/>
              </a:path>
            </a:pathLst>
          </a:custGeom>
          <a:solidFill xmlns:a="http://schemas.openxmlformats.org/drawingml/2006/main">
            <a:srgbClr val="228B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547867-626C-4AB1-AF83-6E3AAAD7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932" y="1528189"/>
            <a:ext cx="155002" cy="162491"/>
          </a:xfrm>
          <a:custGeom xmlns:a="http://schemas.openxmlformats.org/drawingml/2006/main">
            <a:pathLst>
              <a:path w="155002" h="162491">
                <a:moveTo>
                  <a:pt x="0" y="162491"/>
                </a:moveTo>
                <a:lnTo>
                  <a:pt x="0" y="0"/>
                </a:lnTo>
                <a:lnTo>
                  <a:pt x="32453" y="0"/>
                </a:lnTo>
                <a:lnTo>
                  <a:pt x="70806" y="115060"/>
                </a:lnTo>
                <a:cubicBezTo>
                  <a:pt x="74437" y="125953"/>
                  <a:pt x="76934" y="133896"/>
                  <a:pt x="78522" y="139116"/>
                </a:cubicBezTo>
                <a:cubicBezTo>
                  <a:pt x="80338" y="133215"/>
                  <a:pt x="83288" y="124591"/>
                  <a:pt x="87146" y="113017"/>
                </a:cubicBezTo>
                <a:lnTo>
                  <a:pt x="126180" y="0"/>
                </a:lnTo>
                <a:lnTo>
                  <a:pt x="155002" y="0"/>
                </a:lnTo>
                <a:lnTo>
                  <a:pt x="155002" y="162491"/>
                </a:lnTo>
                <a:lnTo>
                  <a:pt x="134350" y="162491"/>
                </a:lnTo>
                <a:lnTo>
                  <a:pt x="134350" y="26552"/>
                </a:lnTo>
                <a:lnTo>
                  <a:pt x="87146" y="162491"/>
                </a:lnTo>
                <a:lnTo>
                  <a:pt x="67856" y="162491"/>
                </a:lnTo>
                <a:lnTo>
                  <a:pt x="20879" y="24283"/>
                </a:lnTo>
                <a:lnTo>
                  <a:pt x="20879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8C7F7A-2223-455C-9119-4A384016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1394" y="1525466"/>
            <a:ext cx="129357" cy="167711"/>
          </a:xfrm>
          <a:custGeom xmlns:a="http://schemas.openxmlformats.org/drawingml/2006/main">
            <a:pathLst>
              <a:path w="129357" h="167711">
                <a:moveTo>
                  <a:pt x="0" y="113017"/>
                </a:moveTo>
                <a:lnTo>
                  <a:pt x="20198" y="111202"/>
                </a:lnTo>
                <a:cubicBezTo>
                  <a:pt x="21106" y="119372"/>
                  <a:pt x="23375" y="126180"/>
                  <a:pt x="27006" y="131400"/>
                </a:cubicBezTo>
                <a:cubicBezTo>
                  <a:pt x="30410" y="136619"/>
                  <a:pt x="35857" y="140704"/>
                  <a:pt x="43346" y="143882"/>
                </a:cubicBezTo>
                <a:cubicBezTo>
                  <a:pt x="50608" y="147059"/>
                  <a:pt x="59005" y="148647"/>
                  <a:pt x="68310" y="148647"/>
                </a:cubicBezTo>
                <a:cubicBezTo>
                  <a:pt x="76480" y="148647"/>
                  <a:pt x="83515" y="147513"/>
                  <a:pt x="89869" y="145016"/>
                </a:cubicBezTo>
                <a:cubicBezTo>
                  <a:pt x="96224" y="142747"/>
                  <a:pt x="100762" y="139343"/>
                  <a:pt x="103940" y="135031"/>
                </a:cubicBezTo>
                <a:cubicBezTo>
                  <a:pt x="106890" y="130946"/>
                  <a:pt x="108479" y="126180"/>
                  <a:pt x="108479" y="121187"/>
                </a:cubicBezTo>
                <a:cubicBezTo>
                  <a:pt x="108479" y="116195"/>
                  <a:pt x="106890" y="111656"/>
                  <a:pt x="103940" y="107798"/>
                </a:cubicBezTo>
                <a:cubicBezTo>
                  <a:pt x="100989" y="104167"/>
                  <a:pt x="96224" y="100989"/>
                  <a:pt x="89415" y="98266"/>
                </a:cubicBezTo>
                <a:cubicBezTo>
                  <a:pt x="85103" y="96451"/>
                  <a:pt x="75572" y="93954"/>
                  <a:pt x="60594" y="90323"/>
                </a:cubicBezTo>
                <a:cubicBezTo>
                  <a:pt x="45615" y="86692"/>
                  <a:pt x="35176" y="83288"/>
                  <a:pt x="29276" y="80111"/>
                </a:cubicBezTo>
                <a:cubicBezTo>
                  <a:pt x="21560" y="76026"/>
                  <a:pt x="15659" y="71033"/>
                  <a:pt x="11801" y="65133"/>
                </a:cubicBezTo>
                <a:cubicBezTo>
                  <a:pt x="7943" y="59232"/>
                  <a:pt x="6127" y="52424"/>
                  <a:pt x="6127" y="44708"/>
                </a:cubicBezTo>
                <a:cubicBezTo>
                  <a:pt x="6127" y="36538"/>
                  <a:pt x="8397" y="29049"/>
                  <a:pt x="13163" y="21786"/>
                </a:cubicBezTo>
                <a:cubicBezTo>
                  <a:pt x="17702" y="14751"/>
                  <a:pt x="24510" y="9305"/>
                  <a:pt x="33587" y="5674"/>
                </a:cubicBezTo>
                <a:cubicBezTo>
                  <a:pt x="42438" y="2042"/>
                  <a:pt x="52424" y="0"/>
                  <a:pt x="63317" y="0"/>
                </a:cubicBezTo>
                <a:cubicBezTo>
                  <a:pt x="75345" y="0"/>
                  <a:pt x="86011" y="2042"/>
                  <a:pt x="95089" y="5901"/>
                </a:cubicBezTo>
                <a:cubicBezTo>
                  <a:pt x="104167" y="9759"/>
                  <a:pt x="111429" y="15432"/>
                  <a:pt x="116422" y="22921"/>
                </a:cubicBezTo>
                <a:cubicBezTo>
                  <a:pt x="121414" y="30637"/>
                  <a:pt x="123911" y="39034"/>
                  <a:pt x="124365" y="48566"/>
                </a:cubicBezTo>
                <a:lnTo>
                  <a:pt x="103713" y="50154"/>
                </a:lnTo>
                <a:cubicBezTo>
                  <a:pt x="102578" y="39942"/>
                  <a:pt x="98947" y="32226"/>
                  <a:pt x="92593" y="26779"/>
                </a:cubicBezTo>
                <a:cubicBezTo>
                  <a:pt x="86238" y="21560"/>
                  <a:pt x="76707" y="18836"/>
                  <a:pt x="64225" y="18836"/>
                </a:cubicBezTo>
                <a:cubicBezTo>
                  <a:pt x="51062" y="18836"/>
                  <a:pt x="41757" y="21333"/>
                  <a:pt x="35857" y="26098"/>
                </a:cubicBezTo>
                <a:cubicBezTo>
                  <a:pt x="29956" y="30864"/>
                  <a:pt x="27006" y="36538"/>
                  <a:pt x="27006" y="43346"/>
                </a:cubicBezTo>
                <a:cubicBezTo>
                  <a:pt x="27006" y="49247"/>
                  <a:pt x="29049" y="54012"/>
                  <a:pt x="33134" y="57643"/>
                </a:cubicBezTo>
                <a:cubicBezTo>
                  <a:pt x="37219" y="61501"/>
                  <a:pt x="48112" y="65359"/>
                  <a:pt x="65586" y="69444"/>
                </a:cubicBezTo>
                <a:cubicBezTo>
                  <a:pt x="83061" y="73529"/>
                  <a:pt x="95089" y="76934"/>
                  <a:pt x="101670" y="79657"/>
                </a:cubicBezTo>
                <a:cubicBezTo>
                  <a:pt x="110975" y="84196"/>
                  <a:pt x="118010" y="89642"/>
                  <a:pt x="122549" y="96224"/>
                </a:cubicBezTo>
                <a:cubicBezTo>
                  <a:pt x="127088" y="103032"/>
                  <a:pt x="129357" y="110748"/>
                  <a:pt x="129357" y="119372"/>
                </a:cubicBezTo>
                <a:cubicBezTo>
                  <a:pt x="129357" y="127996"/>
                  <a:pt x="126861" y="136166"/>
                  <a:pt x="121868" y="143882"/>
                </a:cubicBezTo>
                <a:cubicBezTo>
                  <a:pt x="116875" y="151598"/>
                  <a:pt x="109613" y="157498"/>
                  <a:pt x="100536" y="161583"/>
                </a:cubicBezTo>
                <a:cubicBezTo>
                  <a:pt x="91231" y="165668"/>
                  <a:pt x="80792" y="167711"/>
                  <a:pt x="69217" y="167711"/>
                </a:cubicBezTo>
                <a:cubicBezTo>
                  <a:pt x="54466" y="167711"/>
                  <a:pt x="42211" y="165668"/>
                  <a:pt x="32226" y="161583"/>
                </a:cubicBezTo>
                <a:cubicBezTo>
                  <a:pt x="22240" y="157498"/>
                  <a:pt x="14524" y="150917"/>
                  <a:pt x="8851" y="142293"/>
                </a:cubicBezTo>
                <a:cubicBezTo>
                  <a:pt x="3177" y="133669"/>
                  <a:pt x="227" y="123911"/>
                  <a:pt x="0" y="113017"/>
                </a:cubicBez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666FF4-89EA-4EF9-A9E2-08473ED2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481" y="1528189"/>
            <a:ext cx="142974" cy="162491"/>
          </a:xfrm>
          <a:custGeom xmlns:a="http://schemas.openxmlformats.org/drawingml/2006/main">
            <a:pathLst>
              <a:path w="142974" h="162491">
                <a:moveTo>
                  <a:pt x="0" y="162491"/>
                </a:moveTo>
                <a:lnTo>
                  <a:pt x="0" y="0"/>
                </a:lnTo>
                <a:lnTo>
                  <a:pt x="71941" y="0"/>
                </a:lnTo>
                <a:cubicBezTo>
                  <a:pt x="86465" y="0"/>
                  <a:pt x="97358" y="1589"/>
                  <a:pt x="104847" y="4539"/>
                </a:cubicBezTo>
                <a:cubicBezTo>
                  <a:pt x="112337" y="7489"/>
                  <a:pt x="118464" y="12709"/>
                  <a:pt x="123003" y="19971"/>
                </a:cubicBezTo>
                <a:cubicBezTo>
                  <a:pt x="127542" y="27233"/>
                  <a:pt x="129811" y="35403"/>
                  <a:pt x="129811" y="44254"/>
                </a:cubicBezTo>
                <a:cubicBezTo>
                  <a:pt x="129811" y="56055"/>
                  <a:pt x="125953" y="65813"/>
                  <a:pt x="118464" y="73529"/>
                </a:cubicBezTo>
                <a:cubicBezTo>
                  <a:pt x="110975" y="81472"/>
                  <a:pt x="99401" y="86465"/>
                  <a:pt x="83969" y="88508"/>
                </a:cubicBezTo>
                <a:cubicBezTo>
                  <a:pt x="89642" y="91231"/>
                  <a:pt x="93954" y="93954"/>
                  <a:pt x="96904" y="96678"/>
                </a:cubicBezTo>
                <a:cubicBezTo>
                  <a:pt x="103259" y="102578"/>
                  <a:pt x="109159" y="109613"/>
                  <a:pt x="114833" y="118237"/>
                </a:cubicBezTo>
                <a:lnTo>
                  <a:pt x="142974" y="162491"/>
                </a:lnTo>
                <a:lnTo>
                  <a:pt x="115968" y="162491"/>
                </a:lnTo>
                <a:lnTo>
                  <a:pt x="94635" y="128676"/>
                </a:lnTo>
                <a:cubicBezTo>
                  <a:pt x="88281" y="119145"/>
                  <a:pt x="83061" y="111656"/>
                  <a:pt x="78976" y="106436"/>
                </a:cubicBezTo>
                <a:cubicBezTo>
                  <a:pt x="74891" y="101216"/>
                  <a:pt x="71260" y="97585"/>
                  <a:pt x="68083" y="95543"/>
                </a:cubicBezTo>
                <a:cubicBezTo>
                  <a:pt x="64906" y="93500"/>
                  <a:pt x="61501" y="92139"/>
                  <a:pt x="58324" y="91231"/>
                </a:cubicBezTo>
                <a:cubicBezTo>
                  <a:pt x="55828" y="90777"/>
                  <a:pt x="51743" y="90323"/>
                  <a:pt x="46296" y="90323"/>
                </a:cubicBezTo>
                <a:lnTo>
                  <a:pt x="21333" y="90323"/>
                </a:lnTo>
                <a:lnTo>
                  <a:pt x="21333" y="162491"/>
                </a:lnTo>
                <a:lnTo>
                  <a:pt x="0" y="162491"/>
                </a:lnTo>
                <a:close/>
                <a:moveTo>
                  <a:pt x="21333" y="71714"/>
                </a:moveTo>
                <a:lnTo>
                  <a:pt x="67629" y="71714"/>
                </a:lnTo>
                <a:cubicBezTo>
                  <a:pt x="77387" y="71714"/>
                  <a:pt x="85103" y="70806"/>
                  <a:pt x="90550" y="68764"/>
                </a:cubicBezTo>
                <a:cubicBezTo>
                  <a:pt x="95997" y="66721"/>
                  <a:pt x="100309" y="63544"/>
                  <a:pt x="103259" y="59005"/>
                </a:cubicBezTo>
                <a:cubicBezTo>
                  <a:pt x="105982" y="54466"/>
                  <a:pt x="107571" y="49700"/>
                  <a:pt x="107571" y="44254"/>
                </a:cubicBezTo>
                <a:cubicBezTo>
                  <a:pt x="107571" y="36765"/>
                  <a:pt x="104621" y="30410"/>
                  <a:pt x="99174" y="25418"/>
                </a:cubicBezTo>
                <a:cubicBezTo>
                  <a:pt x="93500" y="20425"/>
                  <a:pt x="84650" y="17928"/>
                  <a:pt x="72849" y="17928"/>
                </a:cubicBezTo>
                <a:lnTo>
                  <a:pt x="21333" y="17928"/>
                </a:lnTo>
                <a:lnTo>
                  <a:pt x="21333" y="71714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1C9DFD-67F4-4CE9-99CC-00536E54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667" y="1621917"/>
            <a:ext cx="61274" cy="19971"/>
          </a:xfrm>
          <a:custGeom xmlns:a="http://schemas.openxmlformats.org/drawingml/2006/main">
            <a:pathLst>
              <a:path w="61274" h="19971">
                <a:moveTo>
                  <a:pt x="0" y="19971"/>
                </a:moveTo>
                <a:lnTo>
                  <a:pt x="0" y="0"/>
                </a:lnTo>
                <a:lnTo>
                  <a:pt x="61274" y="0"/>
                </a:lnTo>
                <a:lnTo>
                  <a:pt x="61274" y="19971"/>
                </a:lnTo>
                <a:lnTo>
                  <a:pt x="0" y="19971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FB7315-B906-4709-B5E6-61E4997A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2885" y="1528189"/>
            <a:ext cx="148647" cy="162491"/>
          </a:xfrm>
          <a:custGeom xmlns:a="http://schemas.openxmlformats.org/drawingml/2006/main">
            <a:pathLst>
              <a:path w="148647" h="162491">
                <a:moveTo>
                  <a:pt x="63090" y="162491"/>
                </a:moveTo>
                <a:lnTo>
                  <a:pt x="0" y="0"/>
                </a:lnTo>
                <a:lnTo>
                  <a:pt x="23375" y="0"/>
                </a:lnTo>
                <a:lnTo>
                  <a:pt x="65586" y="118010"/>
                </a:lnTo>
                <a:cubicBezTo>
                  <a:pt x="68764" y="127542"/>
                  <a:pt x="71714" y="136392"/>
                  <a:pt x="74210" y="144562"/>
                </a:cubicBezTo>
                <a:cubicBezTo>
                  <a:pt x="76480" y="135939"/>
                  <a:pt x="79430" y="127088"/>
                  <a:pt x="82834" y="118010"/>
                </a:cubicBezTo>
                <a:lnTo>
                  <a:pt x="126861" y="0"/>
                </a:lnTo>
                <a:lnTo>
                  <a:pt x="148647" y="0"/>
                </a:lnTo>
                <a:lnTo>
                  <a:pt x="85103" y="162491"/>
                </a:lnTo>
                <a:lnTo>
                  <a:pt x="63090" y="162491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CB06C1-62EA-4AFB-ACEF-17401DC2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8567" y="1528189"/>
            <a:ext cx="128903" cy="162491"/>
          </a:xfrm>
          <a:custGeom xmlns:a="http://schemas.openxmlformats.org/drawingml/2006/main">
            <a:pathLst>
              <a:path w="128903" h="162491">
                <a:moveTo>
                  <a:pt x="53558" y="162491"/>
                </a:moveTo>
                <a:lnTo>
                  <a:pt x="53558" y="19290"/>
                </a:lnTo>
                <a:lnTo>
                  <a:pt x="0" y="19290"/>
                </a:lnTo>
                <a:lnTo>
                  <a:pt x="0" y="0"/>
                </a:lnTo>
                <a:lnTo>
                  <a:pt x="128903" y="0"/>
                </a:lnTo>
                <a:lnTo>
                  <a:pt x="128903" y="19290"/>
                </a:lnTo>
                <a:lnTo>
                  <a:pt x="75118" y="19290"/>
                </a:lnTo>
                <a:lnTo>
                  <a:pt x="75118" y="162491"/>
                </a:lnTo>
                <a:lnTo>
                  <a:pt x="53558" y="162491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E7198C-5932-4789-B709-7486F815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7229" y="1528189"/>
            <a:ext cx="128903" cy="162491"/>
          </a:xfrm>
          <a:custGeom xmlns:a="http://schemas.openxmlformats.org/drawingml/2006/main">
            <a:pathLst>
              <a:path w="128903" h="162491">
                <a:moveTo>
                  <a:pt x="53558" y="162491"/>
                </a:moveTo>
                <a:lnTo>
                  <a:pt x="53558" y="19290"/>
                </a:lnTo>
                <a:lnTo>
                  <a:pt x="0" y="19290"/>
                </a:lnTo>
                <a:lnTo>
                  <a:pt x="0" y="0"/>
                </a:lnTo>
                <a:lnTo>
                  <a:pt x="128903" y="0"/>
                </a:lnTo>
                <a:lnTo>
                  <a:pt x="128903" y="19290"/>
                </a:lnTo>
                <a:lnTo>
                  <a:pt x="75118" y="19290"/>
                </a:lnTo>
                <a:lnTo>
                  <a:pt x="75118" y="162491"/>
                </a:lnTo>
                <a:lnTo>
                  <a:pt x="53558" y="162491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64C977-2B64-482F-8F36-5523A344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086" y="1768337"/>
            <a:ext cx="142974" cy="162491"/>
          </a:xfrm>
          <a:custGeom xmlns:a="http://schemas.openxmlformats.org/drawingml/2006/main">
            <a:pathLst>
              <a:path w="142974" h="162491">
                <a:moveTo>
                  <a:pt x="0" y="162491"/>
                </a:moveTo>
                <a:lnTo>
                  <a:pt x="0" y="0"/>
                </a:lnTo>
                <a:lnTo>
                  <a:pt x="71941" y="0"/>
                </a:lnTo>
                <a:cubicBezTo>
                  <a:pt x="86465" y="0"/>
                  <a:pt x="97358" y="1589"/>
                  <a:pt x="104847" y="4539"/>
                </a:cubicBezTo>
                <a:cubicBezTo>
                  <a:pt x="112337" y="7489"/>
                  <a:pt x="118464" y="12709"/>
                  <a:pt x="123003" y="19971"/>
                </a:cubicBezTo>
                <a:cubicBezTo>
                  <a:pt x="127542" y="27233"/>
                  <a:pt x="129811" y="35403"/>
                  <a:pt x="129811" y="44254"/>
                </a:cubicBezTo>
                <a:cubicBezTo>
                  <a:pt x="129811" y="56055"/>
                  <a:pt x="125953" y="65813"/>
                  <a:pt x="118464" y="73529"/>
                </a:cubicBezTo>
                <a:cubicBezTo>
                  <a:pt x="110975" y="81472"/>
                  <a:pt x="99401" y="86465"/>
                  <a:pt x="83969" y="88508"/>
                </a:cubicBezTo>
                <a:cubicBezTo>
                  <a:pt x="89642" y="91231"/>
                  <a:pt x="93954" y="93954"/>
                  <a:pt x="96904" y="96678"/>
                </a:cubicBezTo>
                <a:cubicBezTo>
                  <a:pt x="103259" y="102578"/>
                  <a:pt x="109159" y="109613"/>
                  <a:pt x="114833" y="118237"/>
                </a:cubicBezTo>
                <a:lnTo>
                  <a:pt x="142974" y="162491"/>
                </a:lnTo>
                <a:lnTo>
                  <a:pt x="115968" y="162491"/>
                </a:lnTo>
                <a:lnTo>
                  <a:pt x="94635" y="128676"/>
                </a:lnTo>
                <a:cubicBezTo>
                  <a:pt x="88281" y="119145"/>
                  <a:pt x="83061" y="111656"/>
                  <a:pt x="78976" y="106436"/>
                </a:cubicBezTo>
                <a:cubicBezTo>
                  <a:pt x="74891" y="101216"/>
                  <a:pt x="71260" y="97585"/>
                  <a:pt x="68083" y="95543"/>
                </a:cubicBezTo>
                <a:cubicBezTo>
                  <a:pt x="64906" y="93500"/>
                  <a:pt x="61501" y="92139"/>
                  <a:pt x="58324" y="91231"/>
                </a:cubicBezTo>
                <a:cubicBezTo>
                  <a:pt x="55828" y="90777"/>
                  <a:pt x="51743" y="90323"/>
                  <a:pt x="46296" y="90323"/>
                </a:cubicBezTo>
                <a:lnTo>
                  <a:pt x="21333" y="90323"/>
                </a:lnTo>
                <a:lnTo>
                  <a:pt x="21333" y="162491"/>
                </a:lnTo>
                <a:lnTo>
                  <a:pt x="0" y="162491"/>
                </a:lnTo>
                <a:close/>
                <a:moveTo>
                  <a:pt x="21333" y="71714"/>
                </a:moveTo>
                <a:lnTo>
                  <a:pt x="67629" y="71714"/>
                </a:lnTo>
                <a:cubicBezTo>
                  <a:pt x="77387" y="71714"/>
                  <a:pt x="85103" y="70806"/>
                  <a:pt x="90550" y="68764"/>
                </a:cubicBezTo>
                <a:cubicBezTo>
                  <a:pt x="95997" y="66721"/>
                  <a:pt x="100309" y="63544"/>
                  <a:pt x="103259" y="59005"/>
                </a:cubicBezTo>
                <a:cubicBezTo>
                  <a:pt x="105982" y="54466"/>
                  <a:pt x="107571" y="49700"/>
                  <a:pt x="107571" y="44254"/>
                </a:cubicBezTo>
                <a:cubicBezTo>
                  <a:pt x="107571" y="36765"/>
                  <a:pt x="104621" y="30410"/>
                  <a:pt x="99174" y="25418"/>
                </a:cubicBezTo>
                <a:cubicBezTo>
                  <a:pt x="93500" y="20425"/>
                  <a:pt x="84650" y="17928"/>
                  <a:pt x="72849" y="17928"/>
                </a:cubicBezTo>
                <a:lnTo>
                  <a:pt x="21333" y="17928"/>
                </a:lnTo>
                <a:lnTo>
                  <a:pt x="21333" y="71714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1D1D2B-D913-4A1B-8E77-82558A68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407" y="1810549"/>
            <a:ext cx="108479" cy="122776"/>
          </a:xfrm>
          <a:custGeom xmlns:a="http://schemas.openxmlformats.org/drawingml/2006/main">
            <a:pathLst>
              <a:path w="108479" h="122776">
                <a:moveTo>
                  <a:pt x="87146" y="82380"/>
                </a:moveTo>
                <a:lnTo>
                  <a:pt x="107798" y="84877"/>
                </a:lnTo>
                <a:cubicBezTo>
                  <a:pt x="104394" y="97131"/>
                  <a:pt x="98266" y="106436"/>
                  <a:pt x="89642" y="113017"/>
                </a:cubicBezTo>
                <a:cubicBezTo>
                  <a:pt x="80792" y="119599"/>
                  <a:pt x="69671" y="122776"/>
                  <a:pt x="56055" y="122776"/>
                </a:cubicBezTo>
                <a:cubicBezTo>
                  <a:pt x="38807" y="122776"/>
                  <a:pt x="24964" y="117556"/>
                  <a:pt x="14978" y="107117"/>
                </a:cubicBezTo>
                <a:cubicBezTo>
                  <a:pt x="4993" y="96678"/>
                  <a:pt x="0" y="81699"/>
                  <a:pt x="0" y="62409"/>
                </a:cubicBezTo>
                <a:cubicBezTo>
                  <a:pt x="0" y="42665"/>
                  <a:pt x="4993" y="27233"/>
                  <a:pt x="15205" y="16340"/>
                </a:cubicBezTo>
                <a:cubicBezTo>
                  <a:pt x="25191" y="5447"/>
                  <a:pt x="38580" y="0"/>
                  <a:pt x="54920" y="0"/>
                </a:cubicBezTo>
                <a:cubicBezTo>
                  <a:pt x="70579" y="0"/>
                  <a:pt x="83515" y="5447"/>
                  <a:pt x="93500" y="16113"/>
                </a:cubicBezTo>
                <a:cubicBezTo>
                  <a:pt x="103486" y="26779"/>
                  <a:pt x="108479" y="41757"/>
                  <a:pt x="108479" y="61274"/>
                </a:cubicBezTo>
                <a:cubicBezTo>
                  <a:pt x="108479" y="62636"/>
                  <a:pt x="108252" y="64225"/>
                  <a:pt x="108252" y="66494"/>
                </a:cubicBezTo>
                <a:lnTo>
                  <a:pt x="20425" y="66494"/>
                </a:lnTo>
                <a:cubicBezTo>
                  <a:pt x="21106" y="79657"/>
                  <a:pt x="24737" y="89415"/>
                  <a:pt x="31318" y="96224"/>
                </a:cubicBezTo>
                <a:cubicBezTo>
                  <a:pt x="37899" y="103032"/>
                  <a:pt x="46069" y="106436"/>
                  <a:pt x="56055" y="106436"/>
                </a:cubicBezTo>
                <a:cubicBezTo>
                  <a:pt x="63317" y="106436"/>
                  <a:pt x="69671" y="104621"/>
                  <a:pt x="74891" y="100762"/>
                </a:cubicBezTo>
                <a:cubicBezTo>
                  <a:pt x="79884" y="97131"/>
                  <a:pt x="83969" y="91004"/>
                  <a:pt x="87146" y="82380"/>
                </a:cubicBezTo>
                <a:close/>
                <a:moveTo>
                  <a:pt x="21560" y="50154"/>
                </a:moveTo>
                <a:lnTo>
                  <a:pt x="87373" y="50154"/>
                </a:lnTo>
                <a:cubicBezTo>
                  <a:pt x="86465" y="40169"/>
                  <a:pt x="83969" y="32907"/>
                  <a:pt x="79884" y="27914"/>
                </a:cubicBezTo>
                <a:cubicBezTo>
                  <a:pt x="73529" y="20198"/>
                  <a:pt x="65133" y="16340"/>
                  <a:pt x="55147" y="16340"/>
                </a:cubicBezTo>
                <a:cubicBezTo>
                  <a:pt x="45842" y="16340"/>
                  <a:pt x="38126" y="19517"/>
                  <a:pt x="31999" y="25645"/>
                </a:cubicBezTo>
                <a:cubicBezTo>
                  <a:pt x="25645" y="31772"/>
                  <a:pt x="22240" y="39942"/>
                  <a:pt x="21560" y="50154"/>
                </a:cubicBez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ED8F67-5B15-4F6F-A472-EF1DBA6E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275" y="1771968"/>
            <a:ext cx="57416" cy="160221"/>
          </a:xfrm>
          <a:custGeom xmlns:a="http://schemas.openxmlformats.org/drawingml/2006/main">
            <a:pathLst>
              <a:path w="57416" h="160221">
                <a:moveTo>
                  <a:pt x="54466" y="140931"/>
                </a:moveTo>
                <a:lnTo>
                  <a:pt x="57416" y="158633"/>
                </a:lnTo>
                <a:cubicBezTo>
                  <a:pt x="51516" y="159541"/>
                  <a:pt x="46523" y="160221"/>
                  <a:pt x="42211" y="160221"/>
                </a:cubicBezTo>
                <a:cubicBezTo>
                  <a:pt x="34949" y="160221"/>
                  <a:pt x="29276" y="159087"/>
                  <a:pt x="25418" y="157044"/>
                </a:cubicBezTo>
                <a:cubicBezTo>
                  <a:pt x="21333" y="154775"/>
                  <a:pt x="18609" y="151825"/>
                  <a:pt x="17021" y="147967"/>
                </a:cubicBezTo>
                <a:cubicBezTo>
                  <a:pt x="15205" y="144335"/>
                  <a:pt x="14524" y="136392"/>
                  <a:pt x="14524" y="124365"/>
                </a:cubicBezTo>
                <a:lnTo>
                  <a:pt x="14524" y="56736"/>
                </a:lnTo>
                <a:lnTo>
                  <a:pt x="0" y="56736"/>
                </a:lnTo>
                <a:lnTo>
                  <a:pt x="0" y="41077"/>
                </a:lnTo>
                <a:lnTo>
                  <a:pt x="14524" y="41077"/>
                </a:lnTo>
                <a:lnTo>
                  <a:pt x="14524" y="12028"/>
                </a:lnTo>
                <a:lnTo>
                  <a:pt x="34268" y="0"/>
                </a:lnTo>
                <a:lnTo>
                  <a:pt x="34268" y="41077"/>
                </a:lnTo>
                <a:lnTo>
                  <a:pt x="54466" y="41077"/>
                </a:lnTo>
                <a:lnTo>
                  <a:pt x="54466" y="56736"/>
                </a:lnTo>
                <a:lnTo>
                  <a:pt x="34268" y="56736"/>
                </a:lnTo>
                <a:lnTo>
                  <a:pt x="34268" y="125499"/>
                </a:lnTo>
                <a:cubicBezTo>
                  <a:pt x="34268" y="131400"/>
                  <a:pt x="34495" y="135031"/>
                  <a:pt x="35403" y="136619"/>
                </a:cubicBezTo>
                <a:cubicBezTo>
                  <a:pt x="36084" y="138208"/>
                  <a:pt x="37219" y="139570"/>
                  <a:pt x="38807" y="140477"/>
                </a:cubicBezTo>
                <a:cubicBezTo>
                  <a:pt x="40396" y="141385"/>
                  <a:pt x="42665" y="141839"/>
                  <a:pt x="45615" y="141839"/>
                </a:cubicBezTo>
                <a:cubicBezTo>
                  <a:pt x="47885" y="141839"/>
                  <a:pt x="50835" y="141612"/>
                  <a:pt x="54466" y="140931"/>
                </a:cubicBez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5568E0-FC08-4086-95BA-CC66E2FB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7031" y="1810549"/>
            <a:ext cx="63998" cy="120280"/>
          </a:xfrm>
          <a:custGeom xmlns:a="http://schemas.openxmlformats.org/drawingml/2006/main">
            <a:pathLst>
              <a:path w="63998" h="120280">
                <a:moveTo>
                  <a:pt x="0" y="120280"/>
                </a:moveTo>
                <a:lnTo>
                  <a:pt x="0" y="2496"/>
                </a:lnTo>
                <a:lnTo>
                  <a:pt x="17928" y="2496"/>
                </a:lnTo>
                <a:lnTo>
                  <a:pt x="17928" y="20425"/>
                </a:lnTo>
                <a:cubicBezTo>
                  <a:pt x="22467" y="12255"/>
                  <a:pt x="26552" y="6808"/>
                  <a:pt x="30637" y="4085"/>
                </a:cubicBezTo>
                <a:cubicBezTo>
                  <a:pt x="34495" y="1362"/>
                  <a:pt x="38807" y="0"/>
                  <a:pt x="43346" y="0"/>
                </a:cubicBezTo>
                <a:cubicBezTo>
                  <a:pt x="50154" y="0"/>
                  <a:pt x="56963" y="2269"/>
                  <a:pt x="63998" y="6354"/>
                </a:cubicBezTo>
                <a:lnTo>
                  <a:pt x="56963" y="24964"/>
                </a:lnTo>
                <a:cubicBezTo>
                  <a:pt x="51970" y="22240"/>
                  <a:pt x="47204" y="20652"/>
                  <a:pt x="42438" y="20652"/>
                </a:cubicBezTo>
                <a:cubicBezTo>
                  <a:pt x="37899" y="20652"/>
                  <a:pt x="34041" y="22013"/>
                  <a:pt x="30637" y="24510"/>
                </a:cubicBezTo>
                <a:cubicBezTo>
                  <a:pt x="27006" y="27233"/>
                  <a:pt x="24510" y="30864"/>
                  <a:pt x="23148" y="35403"/>
                </a:cubicBezTo>
                <a:cubicBezTo>
                  <a:pt x="20879" y="42665"/>
                  <a:pt x="19971" y="50381"/>
                  <a:pt x="19971" y="58778"/>
                </a:cubicBezTo>
                <a:lnTo>
                  <a:pt x="19971" y="120280"/>
                </a:lnTo>
                <a:lnTo>
                  <a:pt x="0" y="120280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FB1A51-C6E1-47FC-A67A-FFC19760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830" y="1768337"/>
            <a:ext cx="19971" cy="162491"/>
          </a:xfrm>
          <a:custGeom xmlns:a="http://schemas.openxmlformats.org/drawingml/2006/main">
            <a:pathLst>
              <a:path w="19971" h="162491">
                <a:moveTo>
                  <a:pt x="0" y="22921"/>
                </a:moveTo>
                <a:lnTo>
                  <a:pt x="0" y="0"/>
                </a:lnTo>
                <a:lnTo>
                  <a:pt x="19971" y="0"/>
                </a:lnTo>
                <a:lnTo>
                  <a:pt x="19971" y="22921"/>
                </a:lnTo>
                <a:lnTo>
                  <a:pt x="0" y="22921"/>
                </a:lnTo>
                <a:close/>
                <a:moveTo>
                  <a:pt x="0" y="162491"/>
                </a:moveTo>
                <a:lnTo>
                  <a:pt x="0" y="44708"/>
                </a:lnTo>
                <a:lnTo>
                  <a:pt x="19971" y="44708"/>
                </a:lnTo>
                <a:lnTo>
                  <a:pt x="19971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AE8A7D-4876-448F-A1AB-F15CE52A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630" y="1810549"/>
            <a:ext cx="108479" cy="122776"/>
          </a:xfrm>
          <a:custGeom xmlns:a="http://schemas.openxmlformats.org/drawingml/2006/main">
            <a:pathLst>
              <a:path w="108479" h="122776">
                <a:moveTo>
                  <a:pt x="87146" y="82380"/>
                </a:moveTo>
                <a:lnTo>
                  <a:pt x="107798" y="84877"/>
                </a:lnTo>
                <a:cubicBezTo>
                  <a:pt x="104394" y="97131"/>
                  <a:pt x="98266" y="106436"/>
                  <a:pt x="89642" y="113017"/>
                </a:cubicBezTo>
                <a:cubicBezTo>
                  <a:pt x="80792" y="119599"/>
                  <a:pt x="69671" y="122776"/>
                  <a:pt x="56055" y="122776"/>
                </a:cubicBezTo>
                <a:cubicBezTo>
                  <a:pt x="38807" y="122776"/>
                  <a:pt x="24964" y="117556"/>
                  <a:pt x="14978" y="107117"/>
                </a:cubicBezTo>
                <a:cubicBezTo>
                  <a:pt x="4993" y="96678"/>
                  <a:pt x="0" y="81699"/>
                  <a:pt x="0" y="62409"/>
                </a:cubicBezTo>
                <a:cubicBezTo>
                  <a:pt x="0" y="42665"/>
                  <a:pt x="4993" y="27233"/>
                  <a:pt x="15205" y="16340"/>
                </a:cubicBezTo>
                <a:cubicBezTo>
                  <a:pt x="25191" y="5447"/>
                  <a:pt x="38580" y="0"/>
                  <a:pt x="54920" y="0"/>
                </a:cubicBezTo>
                <a:cubicBezTo>
                  <a:pt x="70579" y="0"/>
                  <a:pt x="83515" y="5447"/>
                  <a:pt x="93500" y="16113"/>
                </a:cubicBezTo>
                <a:cubicBezTo>
                  <a:pt x="103486" y="26779"/>
                  <a:pt x="108479" y="41757"/>
                  <a:pt x="108479" y="61274"/>
                </a:cubicBezTo>
                <a:cubicBezTo>
                  <a:pt x="108479" y="62636"/>
                  <a:pt x="108252" y="64225"/>
                  <a:pt x="108252" y="66494"/>
                </a:cubicBezTo>
                <a:lnTo>
                  <a:pt x="20425" y="66494"/>
                </a:lnTo>
                <a:cubicBezTo>
                  <a:pt x="21106" y="79657"/>
                  <a:pt x="24737" y="89415"/>
                  <a:pt x="31318" y="96224"/>
                </a:cubicBezTo>
                <a:cubicBezTo>
                  <a:pt x="37899" y="103032"/>
                  <a:pt x="46069" y="106436"/>
                  <a:pt x="56055" y="106436"/>
                </a:cubicBezTo>
                <a:cubicBezTo>
                  <a:pt x="63317" y="106436"/>
                  <a:pt x="69671" y="104621"/>
                  <a:pt x="74891" y="100762"/>
                </a:cubicBezTo>
                <a:cubicBezTo>
                  <a:pt x="79884" y="97131"/>
                  <a:pt x="83969" y="91004"/>
                  <a:pt x="87146" y="82380"/>
                </a:cubicBezTo>
                <a:close/>
                <a:moveTo>
                  <a:pt x="21560" y="50154"/>
                </a:moveTo>
                <a:lnTo>
                  <a:pt x="87373" y="50154"/>
                </a:lnTo>
                <a:cubicBezTo>
                  <a:pt x="86465" y="40169"/>
                  <a:pt x="83969" y="32907"/>
                  <a:pt x="79884" y="27914"/>
                </a:cubicBezTo>
                <a:cubicBezTo>
                  <a:pt x="73529" y="20198"/>
                  <a:pt x="65133" y="16340"/>
                  <a:pt x="55147" y="16340"/>
                </a:cubicBezTo>
                <a:cubicBezTo>
                  <a:pt x="45842" y="16340"/>
                  <a:pt x="38126" y="19517"/>
                  <a:pt x="31999" y="25645"/>
                </a:cubicBezTo>
                <a:cubicBezTo>
                  <a:pt x="25645" y="31772"/>
                  <a:pt x="22240" y="39942"/>
                  <a:pt x="21560" y="50154"/>
                </a:cubicBez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1666B3-CB9A-418B-9E30-84A32553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363" y="1813045"/>
            <a:ext cx="107798" cy="117783"/>
          </a:xfrm>
          <a:custGeom xmlns:a="http://schemas.openxmlformats.org/drawingml/2006/main">
            <a:pathLst>
              <a:path w="107798" h="117783">
                <a:moveTo>
                  <a:pt x="44708" y="117783"/>
                </a:moveTo>
                <a:lnTo>
                  <a:pt x="0" y="0"/>
                </a:lnTo>
                <a:lnTo>
                  <a:pt x="20879" y="0"/>
                </a:lnTo>
                <a:lnTo>
                  <a:pt x="46296" y="70579"/>
                </a:lnTo>
                <a:cubicBezTo>
                  <a:pt x="49020" y="78295"/>
                  <a:pt x="51516" y="86011"/>
                  <a:pt x="53785" y="94181"/>
                </a:cubicBezTo>
                <a:cubicBezTo>
                  <a:pt x="55601" y="88054"/>
                  <a:pt x="58097" y="80565"/>
                  <a:pt x="61274" y="71941"/>
                </a:cubicBezTo>
                <a:lnTo>
                  <a:pt x="87373" y="0"/>
                </a:lnTo>
                <a:lnTo>
                  <a:pt x="107798" y="0"/>
                </a:lnTo>
                <a:lnTo>
                  <a:pt x="63317" y="117783"/>
                </a:lnTo>
                <a:lnTo>
                  <a:pt x="44708" y="117783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EB0757-D409-415A-BEBA-ED1536CE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054" y="1810549"/>
            <a:ext cx="108479" cy="122776"/>
          </a:xfrm>
          <a:custGeom xmlns:a="http://schemas.openxmlformats.org/drawingml/2006/main">
            <a:pathLst>
              <a:path w="108479" h="122776">
                <a:moveTo>
                  <a:pt x="83515" y="105755"/>
                </a:moveTo>
                <a:cubicBezTo>
                  <a:pt x="76026" y="112110"/>
                  <a:pt x="68991" y="116648"/>
                  <a:pt x="62182" y="119145"/>
                </a:cubicBezTo>
                <a:cubicBezTo>
                  <a:pt x="55374" y="121414"/>
                  <a:pt x="47885" y="122776"/>
                  <a:pt x="40169" y="122776"/>
                </a:cubicBezTo>
                <a:cubicBezTo>
                  <a:pt x="27233" y="122776"/>
                  <a:pt x="17248" y="119826"/>
                  <a:pt x="10439" y="113471"/>
                </a:cubicBezTo>
                <a:cubicBezTo>
                  <a:pt x="3404" y="107117"/>
                  <a:pt x="0" y="99174"/>
                  <a:pt x="0" y="89188"/>
                </a:cubicBezTo>
                <a:cubicBezTo>
                  <a:pt x="0" y="83515"/>
                  <a:pt x="1135" y="78295"/>
                  <a:pt x="3858" y="73529"/>
                </a:cubicBezTo>
                <a:cubicBezTo>
                  <a:pt x="6581" y="68764"/>
                  <a:pt x="9985" y="64906"/>
                  <a:pt x="14297" y="61955"/>
                </a:cubicBezTo>
                <a:cubicBezTo>
                  <a:pt x="18382" y="59232"/>
                  <a:pt x="23148" y="56963"/>
                  <a:pt x="28595" y="55374"/>
                </a:cubicBezTo>
                <a:cubicBezTo>
                  <a:pt x="32453" y="54466"/>
                  <a:pt x="38353" y="53558"/>
                  <a:pt x="46296" y="52424"/>
                </a:cubicBezTo>
                <a:cubicBezTo>
                  <a:pt x="62409" y="50608"/>
                  <a:pt x="74210" y="48339"/>
                  <a:pt x="81926" y="45615"/>
                </a:cubicBezTo>
                <a:cubicBezTo>
                  <a:pt x="81926" y="42892"/>
                  <a:pt x="81926" y="41304"/>
                  <a:pt x="81926" y="40396"/>
                </a:cubicBezTo>
                <a:cubicBezTo>
                  <a:pt x="81926" y="32226"/>
                  <a:pt x="80111" y="26552"/>
                  <a:pt x="76480" y="23148"/>
                </a:cubicBezTo>
                <a:cubicBezTo>
                  <a:pt x="71260" y="18609"/>
                  <a:pt x="63544" y="16340"/>
                  <a:pt x="53558" y="16340"/>
                </a:cubicBezTo>
                <a:cubicBezTo>
                  <a:pt x="44027" y="16340"/>
                  <a:pt x="37219" y="18155"/>
                  <a:pt x="32680" y="21333"/>
                </a:cubicBezTo>
                <a:cubicBezTo>
                  <a:pt x="28141" y="24737"/>
                  <a:pt x="24964" y="30637"/>
                  <a:pt x="22921" y="38807"/>
                </a:cubicBezTo>
                <a:lnTo>
                  <a:pt x="3404" y="36084"/>
                </a:lnTo>
                <a:cubicBezTo>
                  <a:pt x="5220" y="27914"/>
                  <a:pt x="8170" y="21106"/>
                  <a:pt x="12255" y="15886"/>
                </a:cubicBezTo>
                <a:cubicBezTo>
                  <a:pt x="16340" y="10893"/>
                  <a:pt x="22013" y="6808"/>
                  <a:pt x="29729" y="4085"/>
                </a:cubicBezTo>
                <a:cubicBezTo>
                  <a:pt x="37446" y="1362"/>
                  <a:pt x="46296" y="0"/>
                  <a:pt x="56509" y="0"/>
                </a:cubicBezTo>
                <a:cubicBezTo>
                  <a:pt x="66494" y="0"/>
                  <a:pt x="74664" y="1362"/>
                  <a:pt x="81018" y="3631"/>
                </a:cubicBezTo>
                <a:cubicBezTo>
                  <a:pt x="87373" y="5901"/>
                  <a:pt x="91912" y="8851"/>
                  <a:pt x="94862" y="12482"/>
                </a:cubicBezTo>
                <a:cubicBezTo>
                  <a:pt x="97812" y="16113"/>
                  <a:pt x="99855" y="20425"/>
                  <a:pt x="100989" y="25871"/>
                </a:cubicBezTo>
                <a:cubicBezTo>
                  <a:pt x="101670" y="29503"/>
                  <a:pt x="102124" y="35630"/>
                  <a:pt x="102124" y="44481"/>
                </a:cubicBezTo>
                <a:lnTo>
                  <a:pt x="102124" y="71033"/>
                </a:lnTo>
                <a:cubicBezTo>
                  <a:pt x="102124" y="89642"/>
                  <a:pt x="102351" y="101216"/>
                  <a:pt x="103259" y="106209"/>
                </a:cubicBezTo>
                <a:cubicBezTo>
                  <a:pt x="104167" y="111202"/>
                  <a:pt x="105755" y="115741"/>
                  <a:pt x="108479" y="120280"/>
                </a:cubicBezTo>
                <a:lnTo>
                  <a:pt x="87600" y="120280"/>
                </a:lnTo>
                <a:cubicBezTo>
                  <a:pt x="85330" y="116195"/>
                  <a:pt x="83969" y="111429"/>
                  <a:pt x="83515" y="105755"/>
                </a:cubicBezTo>
                <a:close/>
                <a:moveTo>
                  <a:pt x="81926" y="61274"/>
                </a:moveTo>
                <a:cubicBezTo>
                  <a:pt x="74664" y="64225"/>
                  <a:pt x="63771" y="66721"/>
                  <a:pt x="49247" y="68764"/>
                </a:cubicBezTo>
                <a:cubicBezTo>
                  <a:pt x="41077" y="70125"/>
                  <a:pt x="35176" y="71487"/>
                  <a:pt x="31772" y="72849"/>
                </a:cubicBezTo>
                <a:cubicBezTo>
                  <a:pt x="28368" y="74210"/>
                  <a:pt x="25871" y="76480"/>
                  <a:pt x="24056" y="79203"/>
                </a:cubicBezTo>
                <a:cubicBezTo>
                  <a:pt x="22240" y="82153"/>
                  <a:pt x="21333" y="85330"/>
                  <a:pt x="21333" y="88735"/>
                </a:cubicBezTo>
                <a:cubicBezTo>
                  <a:pt x="21333" y="94181"/>
                  <a:pt x="23148" y="98493"/>
                  <a:pt x="27233" y="102124"/>
                </a:cubicBezTo>
                <a:cubicBezTo>
                  <a:pt x="31318" y="105755"/>
                  <a:pt x="37219" y="107344"/>
                  <a:pt x="44935" y="107344"/>
                </a:cubicBezTo>
                <a:cubicBezTo>
                  <a:pt x="52651" y="107344"/>
                  <a:pt x="59459" y="105755"/>
                  <a:pt x="65359" y="102351"/>
                </a:cubicBezTo>
                <a:cubicBezTo>
                  <a:pt x="71260" y="98947"/>
                  <a:pt x="75799" y="94408"/>
                  <a:pt x="78749" y="88508"/>
                </a:cubicBezTo>
                <a:cubicBezTo>
                  <a:pt x="80792" y="83969"/>
                  <a:pt x="81926" y="77387"/>
                  <a:pt x="81926" y="68537"/>
                </a:cubicBezTo>
                <a:lnTo>
                  <a:pt x="81926" y="61274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140F64-5061-4310-B0A6-53279F7B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589" y="1768337"/>
            <a:ext cx="19971" cy="162491"/>
          </a:xfrm>
          <a:custGeom xmlns:a="http://schemas.openxmlformats.org/drawingml/2006/main">
            <a:pathLst>
              <a:path w="19971" h="162491">
                <a:moveTo>
                  <a:pt x="0" y="162491"/>
                </a:moveTo>
                <a:lnTo>
                  <a:pt x="0" y="0"/>
                </a:lnTo>
                <a:lnTo>
                  <a:pt x="19971" y="0"/>
                </a:lnTo>
                <a:lnTo>
                  <a:pt x="19971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818D56-7603-467F-BC17-E0D1BCE6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369" y="3095682"/>
            <a:ext cx="134350" cy="162491"/>
          </a:xfrm>
          <a:custGeom xmlns:a="http://schemas.openxmlformats.org/drawingml/2006/main">
            <a:pathLst>
              <a:path w="134350" h="162491">
                <a:moveTo>
                  <a:pt x="0" y="162491"/>
                </a:moveTo>
                <a:lnTo>
                  <a:pt x="0" y="0"/>
                </a:lnTo>
                <a:lnTo>
                  <a:pt x="56055" y="0"/>
                </a:lnTo>
                <a:cubicBezTo>
                  <a:pt x="68537" y="0"/>
                  <a:pt x="78068" y="908"/>
                  <a:pt x="84877" y="2269"/>
                </a:cubicBezTo>
                <a:cubicBezTo>
                  <a:pt x="94181" y="4539"/>
                  <a:pt x="102124" y="8624"/>
                  <a:pt x="108705" y="14070"/>
                </a:cubicBezTo>
                <a:cubicBezTo>
                  <a:pt x="117329" y="21333"/>
                  <a:pt x="123684" y="30637"/>
                  <a:pt x="127996" y="41757"/>
                </a:cubicBezTo>
                <a:cubicBezTo>
                  <a:pt x="132081" y="53105"/>
                  <a:pt x="134350" y="65813"/>
                  <a:pt x="134350" y="80338"/>
                </a:cubicBezTo>
                <a:cubicBezTo>
                  <a:pt x="134350" y="92820"/>
                  <a:pt x="132761" y="103713"/>
                  <a:pt x="130038" y="113244"/>
                </a:cubicBezTo>
                <a:cubicBezTo>
                  <a:pt x="127088" y="122776"/>
                  <a:pt x="123457" y="130719"/>
                  <a:pt x="118918" y="136846"/>
                </a:cubicBezTo>
                <a:cubicBezTo>
                  <a:pt x="114379" y="143201"/>
                  <a:pt x="109386" y="147967"/>
                  <a:pt x="103940" y="151598"/>
                </a:cubicBezTo>
                <a:cubicBezTo>
                  <a:pt x="98493" y="155229"/>
                  <a:pt x="92139" y="157952"/>
                  <a:pt x="84650" y="159768"/>
                </a:cubicBezTo>
                <a:cubicBezTo>
                  <a:pt x="76934" y="161583"/>
                  <a:pt x="68310" y="162491"/>
                  <a:pt x="58551" y="162491"/>
                </a:cubicBezTo>
                <a:lnTo>
                  <a:pt x="0" y="162491"/>
                </a:lnTo>
                <a:close/>
                <a:moveTo>
                  <a:pt x="21560" y="143428"/>
                </a:moveTo>
                <a:lnTo>
                  <a:pt x="56282" y="143428"/>
                </a:lnTo>
                <a:cubicBezTo>
                  <a:pt x="66948" y="143428"/>
                  <a:pt x="75345" y="142520"/>
                  <a:pt x="81472" y="140477"/>
                </a:cubicBezTo>
                <a:cubicBezTo>
                  <a:pt x="87373" y="138435"/>
                  <a:pt x="92366" y="135485"/>
                  <a:pt x="95997" y="131854"/>
                </a:cubicBezTo>
                <a:cubicBezTo>
                  <a:pt x="100989" y="126861"/>
                  <a:pt x="105074" y="120053"/>
                  <a:pt x="107798" y="111429"/>
                </a:cubicBezTo>
                <a:cubicBezTo>
                  <a:pt x="110521" y="102805"/>
                  <a:pt x="112110" y="92366"/>
                  <a:pt x="112110" y="80111"/>
                </a:cubicBezTo>
                <a:cubicBezTo>
                  <a:pt x="112110" y="63090"/>
                  <a:pt x="109159" y="49927"/>
                  <a:pt x="103713" y="40850"/>
                </a:cubicBezTo>
                <a:cubicBezTo>
                  <a:pt x="98266" y="31772"/>
                  <a:pt x="91458" y="25645"/>
                  <a:pt x="83515" y="22467"/>
                </a:cubicBezTo>
                <a:cubicBezTo>
                  <a:pt x="77614" y="20425"/>
                  <a:pt x="68310" y="19290"/>
                  <a:pt x="55601" y="19290"/>
                </a:cubicBezTo>
                <a:lnTo>
                  <a:pt x="21560" y="19290"/>
                </a:lnTo>
                <a:lnTo>
                  <a:pt x="21560" y="143428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832A49-419C-4426-991A-65687A0A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725" y="3095682"/>
            <a:ext cx="19971" cy="162491"/>
          </a:xfrm>
          <a:custGeom xmlns:a="http://schemas.openxmlformats.org/drawingml/2006/main">
            <a:pathLst>
              <a:path w="19971" h="162491">
                <a:moveTo>
                  <a:pt x="0" y="22921"/>
                </a:moveTo>
                <a:lnTo>
                  <a:pt x="0" y="0"/>
                </a:lnTo>
                <a:lnTo>
                  <a:pt x="19971" y="0"/>
                </a:lnTo>
                <a:lnTo>
                  <a:pt x="19971" y="22921"/>
                </a:lnTo>
                <a:lnTo>
                  <a:pt x="0" y="22921"/>
                </a:lnTo>
                <a:close/>
                <a:moveTo>
                  <a:pt x="0" y="162491"/>
                </a:moveTo>
                <a:lnTo>
                  <a:pt x="0" y="44708"/>
                </a:lnTo>
                <a:lnTo>
                  <a:pt x="19971" y="44708"/>
                </a:lnTo>
                <a:lnTo>
                  <a:pt x="19971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2A125D-EEC9-4CD0-85D2-6CCD0F75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603" y="3095682"/>
            <a:ext cx="134350" cy="162491"/>
          </a:xfrm>
          <a:custGeom xmlns:a="http://schemas.openxmlformats.org/drawingml/2006/main">
            <a:pathLst>
              <a:path w="134350" h="162491">
                <a:moveTo>
                  <a:pt x="0" y="162491"/>
                </a:moveTo>
                <a:lnTo>
                  <a:pt x="0" y="0"/>
                </a:lnTo>
                <a:lnTo>
                  <a:pt x="56055" y="0"/>
                </a:lnTo>
                <a:cubicBezTo>
                  <a:pt x="68537" y="0"/>
                  <a:pt x="78068" y="908"/>
                  <a:pt x="84877" y="2269"/>
                </a:cubicBezTo>
                <a:cubicBezTo>
                  <a:pt x="94181" y="4539"/>
                  <a:pt x="102124" y="8624"/>
                  <a:pt x="108705" y="14070"/>
                </a:cubicBezTo>
                <a:cubicBezTo>
                  <a:pt x="117329" y="21333"/>
                  <a:pt x="123684" y="30637"/>
                  <a:pt x="127996" y="41757"/>
                </a:cubicBezTo>
                <a:cubicBezTo>
                  <a:pt x="132081" y="53105"/>
                  <a:pt x="134350" y="65813"/>
                  <a:pt x="134350" y="80338"/>
                </a:cubicBezTo>
                <a:cubicBezTo>
                  <a:pt x="134350" y="92820"/>
                  <a:pt x="132761" y="103713"/>
                  <a:pt x="130038" y="113244"/>
                </a:cubicBezTo>
                <a:cubicBezTo>
                  <a:pt x="127088" y="122776"/>
                  <a:pt x="123457" y="130719"/>
                  <a:pt x="118918" y="136846"/>
                </a:cubicBezTo>
                <a:cubicBezTo>
                  <a:pt x="114379" y="143201"/>
                  <a:pt x="109386" y="147967"/>
                  <a:pt x="103940" y="151598"/>
                </a:cubicBezTo>
                <a:cubicBezTo>
                  <a:pt x="98493" y="155229"/>
                  <a:pt x="92139" y="157952"/>
                  <a:pt x="84650" y="159768"/>
                </a:cubicBezTo>
                <a:cubicBezTo>
                  <a:pt x="76934" y="161583"/>
                  <a:pt x="68310" y="162491"/>
                  <a:pt x="58551" y="162491"/>
                </a:cubicBezTo>
                <a:lnTo>
                  <a:pt x="0" y="162491"/>
                </a:lnTo>
                <a:close/>
                <a:moveTo>
                  <a:pt x="21560" y="143428"/>
                </a:moveTo>
                <a:lnTo>
                  <a:pt x="56282" y="143428"/>
                </a:lnTo>
                <a:cubicBezTo>
                  <a:pt x="66948" y="143428"/>
                  <a:pt x="75345" y="142520"/>
                  <a:pt x="81472" y="140477"/>
                </a:cubicBezTo>
                <a:cubicBezTo>
                  <a:pt x="87373" y="138435"/>
                  <a:pt x="92366" y="135485"/>
                  <a:pt x="95997" y="131854"/>
                </a:cubicBezTo>
                <a:cubicBezTo>
                  <a:pt x="100989" y="126861"/>
                  <a:pt x="105074" y="120053"/>
                  <a:pt x="107798" y="111429"/>
                </a:cubicBezTo>
                <a:cubicBezTo>
                  <a:pt x="110521" y="102805"/>
                  <a:pt x="112110" y="92366"/>
                  <a:pt x="112110" y="80111"/>
                </a:cubicBezTo>
                <a:cubicBezTo>
                  <a:pt x="112110" y="63090"/>
                  <a:pt x="109159" y="49927"/>
                  <a:pt x="103713" y="40850"/>
                </a:cubicBezTo>
                <a:cubicBezTo>
                  <a:pt x="98266" y="31772"/>
                  <a:pt x="91458" y="25645"/>
                  <a:pt x="83515" y="22467"/>
                </a:cubicBezTo>
                <a:cubicBezTo>
                  <a:pt x="77614" y="20425"/>
                  <a:pt x="68310" y="19290"/>
                  <a:pt x="55601" y="19290"/>
                </a:cubicBezTo>
                <a:lnTo>
                  <a:pt x="21560" y="19290"/>
                </a:lnTo>
                <a:lnTo>
                  <a:pt x="21560" y="143428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5C016E-097C-443A-B097-8ACAF9A4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77" y="3137893"/>
            <a:ext cx="108479" cy="122776"/>
          </a:xfrm>
          <a:custGeom xmlns:a="http://schemas.openxmlformats.org/drawingml/2006/main">
            <a:pathLst>
              <a:path w="108479" h="122776">
                <a:moveTo>
                  <a:pt x="87146" y="82380"/>
                </a:moveTo>
                <a:lnTo>
                  <a:pt x="107798" y="84877"/>
                </a:lnTo>
                <a:cubicBezTo>
                  <a:pt x="104394" y="97131"/>
                  <a:pt x="98266" y="106436"/>
                  <a:pt x="89642" y="113017"/>
                </a:cubicBezTo>
                <a:cubicBezTo>
                  <a:pt x="80792" y="119599"/>
                  <a:pt x="69671" y="122776"/>
                  <a:pt x="56055" y="122776"/>
                </a:cubicBezTo>
                <a:cubicBezTo>
                  <a:pt x="38807" y="122776"/>
                  <a:pt x="24964" y="117556"/>
                  <a:pt x="14978" y="107117"/>
                </a:cubicBezTo>
                <a:cubicBezTo>
                  <a:pt x="4993" y="96678"/>
                  <a:pt x="0" y="81699"/>
                  <a:pt x="0" y="62409"/>
                </a:cubicBezTo>
                <a:cubicBezTo>
                  <a:pt x="0" y="42665"/>
                  <a:pt x="4993" y="27233"/>
                  <a:pt x="15205" y="16340"/>
                </a:cubicBezTo>
                <a:cubicBezTo>
                  <a:pt x="25191" y="5447"/>
                  <a:pt x="38580" y="0"/>
                  <a:pt x="54920" y="0"/>
                </a:cubicBezTo>
                <a:cubicBezTo>
                  <a:pt x="70579" y="0"/>
                  <a:pt x="83515" y="5447"/>
                  <a:pt x="93500" y="16113"/>
                </a:cubicBezTo>
                <a:cubicBezTo>
                  <a:pt x="103486" y="26779"/>
                  <a:pt x="108479" y="41757"/>
                  <a:pt x="108479" y="61274"/>
                </a:cubicBezTo>
                <a:cubicBezTo>
                  <a:pt x="108479" y="62636"/>
                  <a:pt x="108252" y="64225"/>
                  <a:pt x="108252" y="66494"/>
                </a:cubicBezTo>
                <a:lnTo>
                  <a:pt x="20425" y="66494"/>
                </a:lnTo>
                <a:cubicBezTo>
                  <a:pt x="21106" y="79657"/>
                  <a:pt x="24737" y="89415"/>
                  <a:pt x="31318" y="96224"/>
                </a:cubicBezTo>
                <a:cubicBezTo>
                  <a:pt x="37899" y="103032"/>
                  <a:pt x="46069" y="106436"/>
                  <a:pt x="56055" y="106436"/>
                </a:cubicBezTo>
                <a:cubicBezTo>
                  <a:pt x="63317" y="106436"/>
                  <a:pt x="69671" y="104621"/>
                  <a:pt x="74891" y="100762"/>
                </a:cubicBezTo>
                <a:cubicBezTo>
                  <a:pt x="79884" y="97131"/>
                  <a:pt x="83969" y="91004"/>
                  <a:pt x="87146" y="82380"/>
                </a:cubicBezTo>
                <a:close/>
                <a:moveTo>
                  <a:pt x="21560" y="50154"/>
                </a:moveTo>
                <a:lnTo>
                  <a:pt x="87373" y="50154"/>
                </a:lnTo>
                <a:cubicBezTo>
                  <a:pt x="86465" y="40169"/>
                  <a:pt x="83969" y="32907"/>
                  <a:pt x="79884" y="27914"/>
                </a:cubicBezTo>
                <a:cubicBezTo>
                  <a:pt x="73529" y="20198"/>
                  <a:pt x="65133" y="16340"/>
                  <a:pt x="55147" y="16340"/>
                </a:cubicBezTo>
                <a:cubicBezTo>
                  <a:pt x="45842" y="16340"/>
                  <a:pt x="38126" y="19517"/>
                  <a:pt x="31999" y="25645"/>
                </a:cubicBezTo>
                <a:cubicBezTo>
                  <a:pt x="25645" y="31772"/>
                  <a:pt x="22240" y="39942"/>
                  <a:pt x="21560" y="50154"/>
                </a:cubicBez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A744AE-8EDE-4BCD-B36D-0ECE31D4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54" y="3095682"/>
            <a:ext cx="155002" cy="162491"/>
          </a:xfrm>
          <a:custGeom xmlns:a="http://schemas.openxmlformats.org/drawingml/2006/main">
            <a:pathLst>
              <a:path w="155002" h="162491">
                <a:moveTo>
                  <a:pt x="0" y="162491"/>
                </a:moveTo>
                <a:lnTo>
                  <a:pt x="0" y="0"/>
                </a:lnTo>
                <a:lnTo>
                  <a:pt x="32453" y="0"/>
                </a:lnTo>
                <a:lnTo>
                  <a:pt x="70806" y="115060"/>
                </a:lnTo>
                <a:cubicBezTo>
                  <a:pt x="74437" y="125953"/>
                  <a:pt x="76934" y="133896"/>
                  <a:pt x="78522" y="139116"/>
                </a:cubicBezTo>
                <a:cubicBezTo>
                  <a:pt x="80338" y="133215"/>
                  <a:pt x="83288" y="124591"/>
                  <a:pt x="87146" y="113017"/>
                </a:cubicBezTo>
                <a:lnTo>
                  <a:pt x="126180" y="0"/>
                </a:lnTo>
                <a:lnTo>
                  <a:pt x="155002" y="0"/>
                </a:lnTo>
                <a:lnTo>
                  <a:pt x="155002" y="162491"/>
                </a:lnTo>
                <a:lnTo>
                  <a:pt x="134350" y="162491"/>
                </a:lnTo>
                <a:lnTo>
                  <a:pt x="134350" y="26552"/>
                </a:lnTo>
                <a:lnTo>
                  <a:pt x="87146" y="162491"/>
                </a:lnTo>
                <a:lnTo>
                  <a:pt x="67856" y="162491"/>
                </a:lnTo>
                <a:lnTo>
                  <a:pt x="20879" y="24283"/>
                </a:lnTo>
                <a:lnTo>
                  <a:pt x="20879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BF4F0D-0945-4379-B533-E467784F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693" y="3137893"/>
            <a:ext cx="110294" cy="122776"/>
          </a:xfrm>
          <a:custGeom xmlns:a="http://schemas.openxmlformats.org/drawingml/2006/main">
            <a:pathLst>
              <a:path w="110294" h="122776">
                <a:moveTo>
                  <a:pt x="0" y="61501"/>
                </a:moveTo>
                <a:cubicBezTo>
                  <a:pt x="0" y="39715"/>
                  <a:pt x="5901" y="23602"/>
                  <a:pt x="18155" y="12936"/>
                </a:cubicBezTo>
                <a:cubicBezTo>
                  <a:pt x="28141" y="4312"/>
                  <a:pt x="40623" y="0"/>
                  <a:pt x="55147" y="0"/>
                </a:cubicBezTo>
                <a:cubicBezTo>
                  <a:pt x="71260" y="0"/>
                  <a:pt x="84423" y="5447"/>
                  <a:pt x="94862" y="15886"/>
                </a:cubicBezTo>
                <a:cubicBezTo>
                  <a:pt x="105074" y="26552"/>
                  <a:pt x="110294" y="41077"/>
                  <a:pt x="110294" y="59686"/>
                </a:cubicBezTo>
                <a:cubicBezTo>
                  <a:pt x="110294" y="74891"/>
                  <a:pt x="108025" y="86919"/>
                  <a:pt x="103486" y="95543"/>
                </a:cubicBezTo>
                <a:cubicBezTo>
                  <a:pt x="98947" y="104167"/>
                  <a:pt x="92139" y="110975"/>
                  <a:pt x="83515" y="115741"/>
                </a:cubicBezTo>
                <a:cubicBezTo>
                  <a:pt x="74891" y="120280"/>
                  <a:pt x="65359" y="122776"/>
                  <a:pt x="55147" y="122776"/>
                </a:cubicBezTo>
                <a:cubicBezTo>
                  <a:pt x="38580" y="122776"/>
                  <a:pt x="25191" y="117556"/>
                  <a:pt x="15205" y="107117"/>
                </a:cubicBezTo>
                <a:cubicBezTo>
                  <a:pt x="4993" y="96678"/>
                  <a:pt x="0" y="81472"/>
                  <a:pt x="0" y="61501"/>
                </a:cubicBezTo>
                <a:close/>
                <a:moveTo>
                  <a:pt x="20652" y="61501"/>
                </a:moveTo>
                <a:cubicBezTo>
                  <a:pt x="20652" y="76480"/>
                  <a:pt x="23829" y="87827"/>
                  <a:pt x="30410" y="95316"/>
                </a:cubicBezTo>
                <a:cubicBezTo>
                  <a:pt x="36765" y="102805"/>
                  <a:pt x="45162" y="106436"/>
                  <a:pt x="55147" y="106436"/>
                </a:cubicBezTo>
                <a:cubicBezTo>
                  <a:pt x="65133" y="106436"/>
                  <a:pt x="73302" y="102805"/>
                  <a:pt x="79884" y="95316"/>
                </a:cubicBezTo>
                <a:cubicBezTo>
                  <a:pt x="86465" y="87827"/>
                  <a:pt x="89869" y="76253"/>
                  <a:pt x="89869" y="60821"/>
                </a:cubicBezTo>
                <a:cubicBezTo>
                  <a:pt x="89869" y="46296"/>
                  <a:pt x="86465" y="35403"/>
                  <a:pt x="79884" y="27687"/>
                </a:cubicBezTo>
                <a:cubicBezTo>
                  <a:pt x="73076" y="20198"/>
                  <a:pt x="64906" y="16340"/>
                  <a:pt x="55147" y="16340"/>
                </a:cubicBezTo>
                <a:cubicBezTo>
                  <a:pt x="45162" y="16340"/>
                  <a:pt x="36765" y="20198"/>
                  <a:pt x="30410" y="27687"/>
                </a:cubicBezTo>
                <a:cubicBezTo>
                  <a:pt x="23829" y="35176"/>
                  <a:pt x="20652" y="46523"/>
                  <a:pt x="20652" y="61501"/>
                </a:cubicBez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39DD30-19E7-4F15-AF4C-FFE462BE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901" y="3335829"/>
            <a:ext cx="142974" cy="162491"/>
          </a:xfrm>
          <a:custGeom xmlns:a="http://schemas.openxmlformats.org/drawingml/2006/main">
            <a:pathLst>
              <a:path w="142974" h="162491">
                <a:moveTo>
                  <a:pt x="0" y="162491"/>
                </a:moveTo>
                <a:lnTo>
                  <a:pt x="0" y="0"/>
                </a:lnTo>
                <a:lnTo>
                  <a:pt x="71941" y="0"/>
                </a:lnTo>
                <a:cubicBezTo>
                  <a:pt x="86465" y="0"/>
                  <a:pt x="97358" y="1589"/>
                  <a:pt x="104847" y="4539"/>
                </a:cubicBezTo>
                <a:cubicBezTo>
                  <a:pt x="112337" y="7489"/>
                  <a:pt x="118464" y="12709"/>
                  <a:pt x="123003" y="19971"/>
                </a:cubicBezTo>
                <a:cubicBezTo>
                  <a:pt x="127542" y="27233"/>
                  <a:pt x="129811" y="35403"/>
                  <a:pt x="129811" y="44254"/>
                </a:cubicBezTo>
                <a:cubicBezTo>
                  <a:pt x="129811" y="56055"/>
                  <a:pt x="125953" y="65813"/>
                  <a:pt x="118464" y="73529"/>
                </a:cubicBezTo>
                <a:cubicBezTo>
                  <a:pt x="110975" y="81472"/>
                  <a:pt x="99401" y="86465"/>
                  <a:pt x="83969" y="88508"/>
                </a:cubicBezTo>
                <a:cubicBezTo>
                  <a:pt x="89642" y="91231"/>
                  <a:pt x="93954" y="93954"/>
                  <a:pt x="96904" y="96678"/>
                </a:cubicBezTo>
                <a:cubicBezTo>
                  <a:pt x="103259" y="102578"/>
                  <a:pt x="109159" y="109613"/>
                  <a:pt x="114833" y="118237"/>
                </a:cubicBezTo>
                <a:lnTo>
                  <a:pt x="142974" y="162491"/>
                </a:lnTo>
                <a:lnTo>
                  <a:pt x="115968" y="162491"/>
                </a:lnTo>
                <a:lnTo>
                  <a:pt x="94635" y="128676"/>
                </a:lnTo>
                <a:cubicBezTo>
                  <a:pt x="88281" y="119145"/>
                  <a:pt x="83061" y="111656"/>
                  <a:pt x="78976" y="106436"/>
                </a:cubicBezTo>
                <a:cubicBezTo>
                  <a:pt x="74891" y="101216"/>
                  <a:pt x="71260" y="97585"/>
                  <a:pt x="68083" y="95543"/>
                </a:cubicBezTo>
                <a:cubicBezTo>
                  <a:pt x="64906" y="93500"/>
                  <a:pt x="61501" y="92139"/>
                  <a:pt x="58324" y="91231"/>
                </a:cubicBezTo>
                <a:cubicBezTo>
                  <a:pt x="55828" y="90777"/>
                  <a:pt x="51743" y="90323"/>
                  <a:pt x="46296" y="90323"/>
                </a:cubicBezTo>
                <a:lnTo>
                  <a:pt x="21333" y="90323"/>
                </a:lnTo>
                <a:lnTo>
                  <a:pt x="21333" y="162491"/>
                </a:lnTo>
                <a:lnTo>
                  <a:pt x="0" y="162491"/>
                </a:lnTo>
                <a:close/>
                <a:moveTo>
                  <a:pt x="21333" y="71714"/>
                </a:moveTo>
                <a:lnTo>
                  <a:pt x="67629" y="71714"/>
                </a:lnTo>
                <a:cubicBezTo>
                  <a:pt x="77387" y="71714"/>
                  <a:pt x="85103" y="70806"/>
                  <a:pt x="90550" y="68764"/>
                </a:cubicBezTo>
                <a:cubicBezTo>
                  <a:pt x="95997" y="66721"/>
                  <a:pt x="100309" y="63544"/>
                  <a:pt x="103259" y="59005"/>
                </a:cubicBezTo>
                <a:cubicBezTo>
                  <a:pt x="105982" y="54466"/>
                  <a:pt x="107571" y="49700"/>
                  <a:pt x="107571" y="44254"/>
                </a:cubicBezTo>
                <a:cubicBezTo>
                  <a:pt x="107571" y="36765"/>
                  <a:pt x="104621" y="30410"/>
                  <a:pt x="99174" y="25418"/>
                </a:cubicBezTo>
                <a:cubicBezTo>
                  <a:pt x="93500" y="20425"/>
                  <a:pt x="84650" y="17928"/>
                  <a:pt x="72849" y="17928"/>
                </a:cubicBezTo>
                <a:lnTo>
                  <a:pt x="21333" y="17928"/>
                </a:lnTo>
                <a:lnTo>
                  <a:pt x="21333" y="71714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08B134-8F37-421B-81E1-10D9D996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222" y="3378041"/>
            <a:ext cx="108479" cy="122776"/>
          </a:xfrm>
          <a:custGeom xmlns:a="http://schemas.openxmlformats.org/drawingml/2006/main">
            <a:pathLst>
              <a:path w="108479" h="122776">
                <a:moveTo>
                  <a:pt x="87146" y="82380"/>
                </a:moveTo>
                <a:lnTo>
                  <a:pt x="107798" y="84877"/>
                </a:lnTo>
                <a:cubicBezTo>
                  <a:pt x="104394" y="97131"/>
                  <a:pt x="98266" y="106436"/>
                  <a:pt x="89642" y="113017"/>
                </a:cubicBezTo>
                <a:cubicBezTo>
                  <a:pt x="80792" y="119599"/>
                  <a:pt x="69671" y="122776"/>
                  <a:pt x="56055" y="122776"/>
                </a:cubicBezTo>
                <a:cubicBezTo>
                  <a:pt x="38807" y="122776"/>
                  <a:pt x="24964" y="117556"/>
                  <a:pt x="14978" y="107117"/>
                </a:cubicBezTo>
                <a:cubicBezTo>
                  <a:pt x="4993" y="96678"/>
                  <a:pt x="0" y="81699"/>
                  <a:pt x="0" y="62409"/>
                </a:cubicBezTo>
                <a:cubicBezTo>
                  <a:pt x="0" y="42665"/>
                  <a:pt x="4993" y="27233"/>
                  <a:pt x="15205" y="16340"/>
                </a:cubicBezTo>
                <a:cubicBezTo>
                  <a:pt x="25191" y="5447"/>
                  <a:pt x="38580" y="0"/>
                  <a:pt x="54920" y="0"/>
                </a:cubicBezTo>
                <a:cubicBezTo>
                  <a:pt x="70579" y="0"/>
                  <a:pt x="83515" y="5447"/>
                  <a:pt x="93500" y="16113"/>
                </a:cubicBezTo>
                <a:cubicBezTo>
                  <a:pt x="103486" y="26779"/>
                  <a:pt x="108479" y="41757"/>
                  <a:pt x="108479" y="61274"/>
                </a:cubicBezTo>
                <a:cubicBezTo>
                  <a:pt x="108479" y="62636"/>
                  <a:pt x="108252" y="64225"/>
                  <a:pt x="108252" y="66494"/>
                </a:cubicBezTo>
                <a:lnTo>
                  <a:pt x="20425" y="66494"/>
                </a:lnTo>
                <a:cubicBezTo>
                  <a:pt x="21106" y="79657"/>
                  <a:pt x="24737" y="89415"/>
                  <a:pt x="31318" y="96224"/>
                </a:cubicBezTo>
                <a:cubicBezTo>
                  <a:pt x="37899" y="103032"/>
                  <a:pt x="46069" y="106436"/>
                  <a:pt x="56055" y="106436"/>
                </a:cubicBezTo>
                <a:cubicBezTo>
                  <a:pt x="63317" y="106436"/>
                  <a:pt x="69671" y="104621"/>
                  <a:pt x="74891" y="100762"/>
                </a:cubicBezTo>
                <a:cubicBezTo>
                  <a:pt x="79884" y="97131"/>
                  <a:pt x="83969" y="91004"/>
                  <a:pt x="87146" y="82380"/>
                </a:cubicBezTo>
                <a:close/>
                <a:moveTo>
                  <a:pt x="21560" y="50154"/>
                </a:moveTo>
                <a:lnTo>
                  <a:pt x="87373" y="50154"/>
                </a:lnTo>
                <a:cubicBezTo>
                  <a:pt x="86465" y="40169"/>
                  <a:pt x="83969" y="32907"/>
                  <a:pt x="79884" y="27914"/>
                </a:cubicBezTo>
                <a:cubicBezTo>
                  <a:pt x="73529" y="20198"/>
                  <a:pt x="65133" y="16340"/>
                  <a:pt x="55147" y="16340"/>
                </a:cubicBezTo>
                <a:cubicBezTo>
                  <a:pt x="45842" y="16340"/>
                  <a:pt x="38126" y="19517"/>
                  <a:pt x="31999" y="25645"/>
                </a:cubicBezTo>
                <a:cubicBezTo>
                  <a:pt x="25645" y="31772"/>
                  <a:pt x="22240" y="39942"/>
                  <a:pt x="21560" y="50154"/>
                </a:cubicBez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908F03-3FD1-498F-AD3A-088CE5C3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090" y="3339460"/>
            <a:ext cx="57416" cy="160221"/>
          </a:xfrm>
          <a:custGeom xmlns:a="http://schemas.openxmlformats.org/drawingml/2006/main">
            <a:pathLst>
              <a:path w="57416" h="160221">
                <a:moveTo>
                  <a:pt x="54466" y="140931"/>
                </a:moveTo>
                <a:lnTo>
                  <a:pt x="57416" y="158633"/>
                </a:lnTo>
                <a:cubicBezTo>
                  <a:pt x="51516" y="159541"/>
                  <a:pt x="46523" y="160221"/>
                  <a:pt x="42211" y="160221"/>
                </a:cubicBezTo>
                <a:cubicBezTo>
                  <a:pt x="34949" y="160221"/>
                  <a:pt x="29276" y="159087"/>
                  <a:pt x="25418" y="157044"/>
                </a:cubicBezTo>
                <a:cubicBezTo>
                  <a:pt x="21333" y="154775"/>
                  <a:pt x="18609" y="151825"/>
                  <a:pt x="17021" y="147967"/>
                </a:cubicBezTo>
                <a:cubicBezTo>
                  <a:pt x="15205" y="144335"/>
                  <a:pt x="14524" y="136392"/>
                  <a:pt x="14524" y="124365"/>
                </a:cubicBezTo>
                <a:lnTo>
                  <a:pt x="14524" y="56736"/>
                </a:lnTo>
                <a:lnTo>
                  <a:pt x="0" y="56736"/>
                </a:lnTo>
                <a:lnTo>
                  <a:pt x="0" y="41077"/>
                </a:lnTo>
                <a:lnTo>
                  <a:pt x="14524" y="41077"/>
                </a:lnTo>
                <a:lnTo>
                  <a:pt x="14524" y="12028"/>
                </a:lnTo>
                <a:lnTo>
                  <a:pt x="34268" y="0"/>
                </a:lnTo>
                <a:lnTo>
                  <a:pt x="34268" y="41077"/>
                </a:lnTo>
                <a:lnTo>
                  <a:pt x="54466" y="41077"/>
                </a:lnTo>
                <a:lnTo>
                  <a:pt x="54466" y="56736"/>
                </a:lnTo>
                <a:lnTo>
                  <a:pt x="34268" y="56736"/>
                </a:lnTo>
                <a:lnTo>
                  <a:pt x="34268" y="125499"/>
                </a:lnTo>
                <a:cubicBezTo>
                  <a:pt x="34268" y="131400"/>
                  <a:pt x="34495" y="135031"/>
                  <a:pt x="35403" y="136619"/>
                </a:cubicBezTo>
                <a:cubicBezTo>
                  <a:pt x="36084" y="138208"/>
                  <a:pt x="37219" y="139570"/>
                  <a:pt x="38807" y="140477"/>
                </a:cubicBezTo>
                <a:cubicBezTo>
                  <a:pt x="40396" y="141385"/>
                  <a:pt x="42665" y="141839"/>
                  <a:pt x="45615" y="141839"/>
                </a:cubicBezTo>
                <a:cubicBezTo>
                  <a:pt x="47885" y="141839"/>
                  <a:pt x="50835" y="141612"/>
                  <a:pt x="54466" y="140931"/>
                </a:cubicBez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9A944F-18C1-4D45-B706-F9312DD0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847" y="3378041"/>
            <a:ext cx="63998" cy="120280"/>
          </a:xfrm>
          <a:custGeom xmlns:a="http://schemas.openxmlformats.org/drawingml/2006/main">
            <a:pathLst>
              <a:path w="63998" h="120280">
                <a:moveTo>
                  <a:pt x="0" y="120280"/>
                </a:moveTo>
                <a:lnTo>
                  <a:pt x="0" y="2496"/>
                </a:lnTo>
                <a:lnTo>
                  <a:pt x="17928" y="2496"/>
                </a:lnTo>
                <a:lnTo>
                  <a:pt x="17928" y="20425"/>
                </a:lnTo>
                <a:cubicBezTo>
                  <a:pt x="22467" y="12255"/>
                  <a:pt x="26552" y="6808"/>
                  <a:pt x="30637" y="4085"/>
                </a:cubicBezTo>
                <a:cubicBezTo>
                  <a:pt x="34495" y="1362"/>
                  <a:pt x="38807" y="0"/>
                  <a:pt x="43346" y="0"/>
                </a:cubicBezTo>
                <a:cubicBezTo>
                  <a:pt x="50154" y="0"/>
                  <a:pt x="56963" y="2269"/>
                  <a:pt x="63998" y="6354"/>
                </a:cubicBezTo>
                <a:lnTo>
                  <a:pt x="56963" y="24964"/>
                </a:lnTo>
                <a:cubicBezTo>
                  <a:pt x="51970" y="22240"/>
                  <a:pt x="47204" y="20652"/>
                  <a:pt x="42438" y="20652"/>
                </a:cubicBezTo>
                <a:cubicBezTo>
                  <a:pt x="37899" y="20652"/>
                  <a:pt x="34041" y="22013"/>
                  <a:pt x="30637" y="24510"/>
                </a:cubicBezTo>
                <a:cubicBezTo>
                  <a:pt x="27006" y="27233"/>
                  <a:pt x="24510" y="30864"/>
                  <a:pt x="23148" y="35403"/>
                </a:cubicBezTo>
                <a:cubicBezTo>
                  <a:pt x="20879" y="42665"/>
                  <a:pt x="19971" y="50381"/>
                  <a:pt x="19971" y="58778"/>
                </a:cubicBezTo>
                <a:lnTo>
                  <a:pt x="19971" y="120280"/>
                </a:lnTo>
                <a:lnTo>
                  <a:pt x="0" y="120280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843EAE-8225-437C-8188-5F31926D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45" y="3335829"/>
            <a:ext cx="19971" cy="162491"/>
          </a:xfrm>
          <a:custGeom xmlns:a="http://schemas.openxmlformats.org/drawingml/2006/main">
            <a:pathLst>
              <a:path w="19971" h="162491">
                <a:moveTo>
                  <a:pt x="0" y="22921"/>
                </a:moveTo>
                <a:lnTo>
                  <a:pt x="0" y="0"/>
                </a:lnTo>
                <a:lnTo>
                  <a:pt x="19971" y="0"/>
                </a:lnTo>
                <a:lnTo>
                  <a:pt x="19971" y="22921"/>
                </a:lnTo>
                <a:lnTo>
                  <a:pt x="0" y="22921"/>
                </a:lnTo>
                <a:close/>
                <a:moveTo>
                  <a:pt x="0" y="162491"/>
                </a:moveTo>
                <a:lnTo>
                  <a:pt x="0" y="44708"/>
                </a:lnTo>
                <a:lnTo>
                  <a:pt x="19971" y="44708"/>
                </a:lnTo>
                <a:lnTo>
                  <a:pt x="19971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A54DBB-CE58-4FCF-8D79-6C2D7538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5" y="3378041"/>
            <a:ext cx="108479" cy="122776"/>
          </a:xfrm>
          <a:custGeom xmlns:a="http://schemas.openxmlformats.org/drawingml/2006/main">
            <a:pathLst>
              <a:path w="108479" h="122776">
                <a:moveTo>
                  <a:pt x="87146" y="82380"/>
                </a:moveTo>
                <a:lnTo>
                  <a:pt x="107798" y="84877"/>
                </a:lnTo>
                <a:cubicBezTo>
                  <a:pt x="104394" y="97131"/>
                  <a:pt x="98266" y="106436"/>
                  <a:pt x="89642" y="113017"/>
                </a:cubicBezTo>
                <a:cubicBezTo>
                  <a:pt x="80792" y="119599"/>
                  <a:pt x="69671" y="122776"/>
                  <a:pt x="56055" y="122776"/>
                </a:cubicBezTo>
                <a:cubicBezTo>
                  <a:pt x="38807" y="122776"/>
                  <a:pt x="24964" y="117556"/>
                  <a:pt x="14978" y="107117"/>
                </a:cubicBezTo>
                <a:cubicBezTo>
                  <a:pt x="4993" y="96678"/>
                  <a:pt x="0" y="81699"/>
                  <a:pt x="0" y="62409"/>
                </a:cubicBezTo>
                <a:cubicBezTo>
                  <a:pt x="0" y="42665"/>
                  <a:pt x="4993" y="27233"/>
                  <a:pt x="15205" y="16340"/>
                </a:cubicBezTo>
                <a:cubicBezTo>
                  <a:pt x="25191" y="5447"/>
                  <a:pt x="38580" y="0"/>
                  <a:pt x="54920" y="0"/>
                </a:cubicBezTo>
                <a:cubicBezTo>
                  <a:pt x="70579" y="0"/>
                  <a:pt x="83515" y="5447"/>
                  <a:pt x="93500" y="16113"/>
                </a:cubicBezTo>
                <a:cubicBezTo>
                  <a:pt x="103486" y="26779"/>
                  <a:pt x="108479" y="41757"/>
                  <a:pt x="108479" y="61274"/>
                </a:cubicBezTo>
                <a:cubicBezTo>
                  <a:pt x="108479" y="62636"/>
                  <a:pt x="108252" y="64225"/>
                  <a:pt x="108252" y="66494"/>
                </a:cubicBezTo>
                <a:lnTo>
                  <a:pt x="20425" y="66494"/>
                </a:lnTo>
                <a:cubicBezTo>
                  <a:pt x="21106" y="79657"/>
                  <a:pt x="24737" y="89415"/>
                  <a:pt x="31318" y="96224"/>
                </a:cubicBezTo>
                <a:cubicBezTo>
                  <a:pt x="37899" y="103032"/>
                  <a:pt x="46069" y="106436"/>
                  <a:pt x="56055" y="106436"/>
                </a:cubicBezTo>
                <a:cubicBezTo>
                  <a:pt x="63317" y="106436"/>
                  <a:pt x="69671" y="104621"/>
                  <a:pt x="74891" y="100762"/>
                </a:cubicBezTo>
                <a:cubicBezTo>
                  <a:pt x="79884" y="97131"/>
                  <a:pt x="83969" y="91004"/>
                  <a:pt x="87146" y="82380"/>
                </a:cubicBezTo>
                <a:close/>
                <a:moveTo>
                  <a:pt x="21560" y="50154"/>
                </a:moveTo>
                <a:lnTo>
                  <a:pt x="87373" y="50154"/>
                </a:lnTo>
                <a:cubicBezTo>
                  <a:pt x="86465" y="40169"/>
                  <a:pt x="83969" y="32907"/>
                  <a:pt x="79884" y="27914"/>
                </a:cubicBezTo>
                <a:cubicBezTo>
                  <a:pt x="73529" y="20198"/>
                  <a:pt x="65133" y="16340"/>
                  <a:pt x="55147" y="16340"/>
                </a:cubicBezTo>
                <a:cubicBezTo>
                  <a:pt x="45842" y="16340"/>
                  <a:pt x="38126" y="19517"/>
                  <a:pt x="31999" y="25645"/>
                </a:cubicBezTo>
                <a:cubicBezTo>
                  <a:pt x="25645" y="31772"/>
                  <a:pt x="22240" y="39942"/>
                  <a:pt x="21560" y="50154"/>
                </a:cubicBez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103FD4-368D-425E-B2C2-7CE1A9B8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79" y="3380537"/>
            <a:ext cx="107798" cy="117783"/>
          </a:xfrm>
          <a:custGeom xmlns:a="http://schemas.openxmlformats.org/drawingml/2006/main">
            <a:pathLst>
              <a:path w="107798" h="117783">
                <a:moveTo>
                  <a:pt x="44708" y="117783"/>
                </a:moveTo>
                <a:lnTo>
                  <a:pt x="0" y="0"/>
                </a:lnTo>
                <a:lnTo>
                  <a:pt x="20879" y="0"/>
                </a:lnTo>
                <a:lnTo>
                  <a:pt x="46296" y="70579"/>
                </a:lnTo>
                <a:cubicBezTo>
                  <a:pt x="49020" y="78295"/>
                  <a:pt x="51516" y="86011"/>
                  <a:pt x="53785" y="94181"/>
                </a:cubicBezTo>
                <a:cubicBezTo>
                  <a:pt x="55601" y="88054"/>
                  <a:pt x="58097" y="80565"/>
                  <a:pt x="61274" y="71941"/>
                </a:cubicBezTo>
                <a:lnTo>
                  <a:pt x="87373" y="0"/>
                </a:lnTo>
                <a:lnTo>
                  <a:pt x="107798" y="0"/>
                </a:lnTo>
                <a:lnTo>
                  <a:pt x="63317" y="117783"/>
                </a:lnTo>
                <a:lnTo>
                  <a:pt x="44708" y="117783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6BC1CB-8D53-4F19-8118-90D72999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70" y="3378041"/>
            <a:ext cx="108479" cy="122776"/>
          </a:xfrm>
          <a:custGeom xmlns:a="http://schemas.openxmlformats.org/drawingml/2006/main">
            <a:pathLst>
              <a:path w="108479" h="122776">
                <a:moveTo>
                  <a:pt x="83515" y="105755"/>
                </a:moveTo>
                <a:cubicBezTo>
                  <a:pt x="76026" y="112110"/>
                  <a:pt x="68991" y="116648"/>
                  <a:pt x="62182" y="119145"/>
                </a:cubicBezTo>
                <a:cubicBezTo>
                  <a:pt x="55374" y="121414"/>
                  <a:pt x="47885" y="122776"/>
                  <a:pt x="40169" y="122776"/>
                </a:cubicBezTo>
                <a:cubicBezTo>
                  <a:pt x="27233" y="122776"/>
                  <a:pt x="17248" y="119826"/>
                  <a:pt x="10439" y="113471"/>
                </a:cubicBezTo>
                <a:cubicBezTo>
                  <a:pt x="3404" y="107117"/>
                  <a:pt x="0" y="99174"/>
                  <a:pt x="0" y="89188"/>
                </a:cubicBezTo>
                <a:cubicBezTo>
                  <a:pt x="0" y="83515"/>
                  <a:pt x="1135" y="78295"/>
                  <a:pt x="3858" y="73529"/>
                </a:cubicBezTo>
                <a:cubicBezTo>
                  <a:pt x="6581" y="68764"/>
                  <a:pt x="9985" y="64906"/>
                  <a:pt x="14297" y="61955"/>
                </a:cubicBezTo>
                <a:cubicBezTo>
                  <a:pt x="18382" y="59232"/>
                  <a:pt x="23148" y="56963"/>
                  <a:pt x="28595" y="55374"/>
                </a:cubicBezTo>
                <a:cubicBezTo>
                  <a:pt x="32453" y="54466"/>
                  <a:pt x="38353" y="53558"/>
                  <a:pt x="46296" y="52424"/>
                </a:cubicBezTo>
                <a:cubicBezTo>
                  <a:pt x="62409" y="50608"/>
                  <a:pt x="74210" y="48339"/>
                  <a:pt x="81926" y="45615"/>
                </a:cubicBezTo>
                <a:cubicBezTo>
                  <a:pt x="81926" y="42892"/>
                  <a:pt x="81926" y="41304"/>
                  <a:pt x="81926" y="40396"/>
                </a:cubicBezTo>
                <a:cubicBezTo>
                  <a:pt x="81926" y="32226"/>
                  <a:pt x="80111" y="26552"/>
                  <a:pt x="76480" y="23148"/>
                </a:cubicBezTo>
                <a:cubicBezTo>
                  <a:pt x="71260" y="18609"/>
                  <a:pt x="63544" y="16340"/>
                  <a:pt x="53558" y="16340"/>
                </a:cubicBezTo>
                <a:cubicBezTo>
                  <a:pt x="44027" y="16340"/>
                  <a:pt x="37219" y="18155"/>
                  <a:pt x="32680" y="21333"/>
                </a:cubicBezTo>
                <a:cubicBezTo>
                  <a:pt x="28141" y="24737"/>
                  <a:pt x="24964" y="30637"/>
                  <a:pt x="22921" y="38807"/>
                </a:cubicBezTo>
                <a:lnTo>
                  <a:pt x="3404" y="36084"/>
                </a:lnTo>
                <a:cubicBezTo>
                  <a:pt x="5220" y="27914"/>
                  <a:pt x="8170" y="21106"/>
                  <a:pt x="12255" y="15886"/>
                </a:cubicBezTo>
                <a:cubicBezTo>
                  <a:pt x="16340" y="10893"/>
                  <a:pt x="22013" y="6808"/>
                  <a:pt x="29729" y="4085"/>
                </a:cubicBezTo>
                <a:cubicBezTo>
                  <a:pt x="37446" y="1362"/>
                  <a:pt x="46296" y="0"/>
                  <a:pt x="56509" y="0"/>
                </a:cubicBezTo>
                <a:cubicBezTo>
                  <a:pt x="66494" y="0"/>
                  <a:pt x="74664" y="1362"/>
                  <a:pt x="81018" y="3631"/>
                </a:cubicBezTo>
                <a:cubicBezTo>
                  <a:pt x="87373" y="5901"/>
                  <a:pt x="91912" y="8851"/>
                  <a:pt x="94862" y="12482"/>
                </a:cubicBezTo>
                <a:cubicBezTo>
                  <a:pt x="97812" y="16113"/>
                  <a:pt x="99855" y="20425"/>
                  <a:pt x="100989" y="25871"/>
                </a:cubicBezTo>
                <a:cubicBezTo>
                  <a:pt x="101670" y="29503"/>
                  <a:pt x="102124" y="35630"/>
                  <a:pt x="102124" y="44481"/>
                </a:cubicBezTo>
                <a:lnTo>
                  <a:pt x="102124" y="71033"/>
                </a:lnTo>
                <a:cubicBezTo>
                  <a:pt x="102124" y="89642"/>
                  <a:pt x="102351" y="101216"/>
                  <a:pt x="103259" y="106209"/>
                </a:cubicBezTo>
                <a:cubicBezTo>
                  <a:pt x="104167" y="111202"/>
                  <a:pt x="105755" y="115741"/>
                  <a:pt x="108479" y="120280"/>
                </a:cubicBezTo>
                <a:lnTo>
                  <a:pt x="87600" y="120280"/>
                </a:lnTo>
                <a:cubicBezTo>
                  <a:pt x="85330" y="116195"/>
                  <a:pt x="83969" y="111429"/>
                  <a:pt x="83515" y="105755"/>
                </a:cubicBezTo>
                <a:close/>
                <a:moveTo>
                  <a:pt x="81926" y="61274"/>
                </a:moveTo>
                <a:cubicBezTo>
                  <a:pt x="74664" y="64225"/>
                  <a:pt x="63771" y="66721"/>
                  <a:pt x="49247" y="68764"/>
                </a:cubicBezTo>
                <a:cubicBezTo>
                  <a:pt x="41077" y="70125"/>
                  <a:pt x="35176" y="71487"/>
                  <a:pt x="31772" y="72849"/>
                </a:cubicBezTo>
                <a:cubicBezTo>
                  <a:pt x="28368" y="74210"/>
                  <a:pt x="25871" y="76480"/>
                  <a:pt x="24056" y="79203"/>
                </a:cubicBezTo>
                <a:cubicBezTo>
                  <a:pt x="22240" y="82153"/>
                  <a:pt x="21333" y="85330"/>
                  <a:pt x="21333" y="88735"/>
                </a:cubicBezTo>
                <a:cubicBezTo>
                  <a:pt x="21333" y="94181"/>
                  <a:pt x="23148" y="98493"/>
                  <a:pt x="27233" y="102124"/>
                </a:cubicBezTo>
                <a:cubicBezTo>
                  <a:pt x="31318" y="105755"/>
                  <a:pt x="37219" y="107344"/>
                  <a:pt x="44935" y="107344"/>
                </a:cubicBezTo>
                <a:cubicBezTo>
                  <a:pt x="52651" y="107344"/>
                  <a:pt x="59459" y="105755"/>
                  <a:pt x="65359" y="102351"/>
                </a:cubicBezTo>
                <a:cubicBezTo>
                  <a:pt x="71260" y="98947"/>
                  <a:pt x="75799" y="94408"/>
                  <a:pt x="78749" y="88508"/>
                </a:cubicBezTo>
                <a:cubicBezTo>
                  <a:pt x="80792" y="83969"/>
                  <a:pt x="81926" y="77387"/>
                  <a:pt x="81926" y="68537"/>
                </a:cubicBezTo>
                <a:lnTo>
                  <a:pt x="81926" y="61274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BD3144-F337-4FDF-8E39-55F3CCEF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404" y="3335829"/>
            <a:ext cx="19971" cy="162491"/>
          </a:xfrm>
          <a:custGeom xmlns:a="http://schemas.openxmlformats.org/drawingml/2006/main">
            <a:pathLst>
              <a:path w="19971" h="162491">
                <a:moveTo>
                  <a:pt x="0" y="162491"/>
                </a:moveTo>
                <a:lnTo>
                  <a:pt x="0" y="0"/>
                </a:lnTo>
                <a:lnTo>
                  <a:pt x="19971" y="0"/>
                </a:lnTo>
                <a:lnTo>
                  <a:pt x="19971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BCA7B8-928C-4F07-90A3-AF6124CF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41" y="4694095"/>
            <a:ext cx="148647" cy="162491"/>
          </a:xfrm>
          <a:custGeom xmlns:a="http://schemas.openxmlformats.org/drawingml/2006/main">
            <a:pathLst>
              <a:path w="148647" h="162491">
                <a:moveTo>
                  <a:pt x="63090" y="162491"/>
                </a:moveTo>
                <a:lnTo>
                  <a:pt x="0" y="0"/>
                </a:lnTo>
                <a:lnTo>
                  <a:pt x="23375" y="0"/>
                </a:lnTo>
                <a:lnTo>
                  <a:pt x="65586" y="118010"/>
                </a:lnTo>
                <a:cubicBezTo>
                  <a:pt x="68764" y="127542"/>
                  <a:pt x="71714" y="136392"/>
                  <a:pt x="74210" y="144562"/>
                </a:cubicBezTo>
                <a:cubicBezTo>
                  <a:pt x="76480" y="135939"/>
                  <a:pt x="79430" y="127088"/>
                  <a:pt x="82834" y="118010"/>
                </a:cubicBezTo>
                <a:lnTo>
                  <a:pt x="126861" y="0"/>
                </a:lnTo>
                <a:lnTo>
                  <a:pt x="148647" y="0"/>
                </a:lnTo>
                <a:lnTo>
                  <a:pt x="85103" y="162491"/>
                </a:lnTo>
                <a:lnTo>
                  <a:pt x="63090" y="162491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9F3BBD-D04C-45C6-851D-67B940FC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54" y="4694095"/>
            <a:ext cx="151598" cy="162491"/>
          </a:xfrm>
          <a:custGeom xmlns:a="http://schemas.openxmlformats.org/drawingml/2006/main">
            <a:pathLst>
              <a:path w="151598" h="162491">
                <a:moveTo>
                  <a:pt x="0" y="162491"/>
                </a:moveTo>
                <a:lnTo>
                  <a:pt x="61955" y="0"/>
                </a:lnTo>
                <a:lnTo>
                  <a:pt x="85103" y="0"/>
                </a:lnTo>
                <a:lnTo>
                  <a:pt x="151598" y="162491"/>
                </a:lnTo>
                <a:lnTo>
                  <a:pt x="127315" y="162491"/>
                </a:lnTo>
                <a:lnTo>
                  <a:pt x="108252" y="113244"/>
                </a:lnTo>
                <a:lnTo>
                  <a:pt x="40396" y="113244"/>
                </a:lnTo>
                <a:lnTo>
                  <a:pt x="22467" y="162491"/>
                </a:lnTo>
                <a:lnTo>
                  <a:pt x="0" y="162491"/>
                </a:lnTo>
                <a:close/>
                <a:moveTo>
                  <a:pt x="46523" y="95770"/>
                </a:moveTo>
                <a:lnTo>
                  <a:pt x="101670" y="95770"/>
                </a:lnTo>
                <a:lnTo>
                  <a:pt x="84650" y="50835"/>
                </a:lnTo>
                <a:cubicBezTo>
                  <a:pt x="79430" y="37219"/>
                  <a:pt x="75572" y="25871"/>
                  <a:pt x="73076" y="17021"/>
                </a:cubicBezTo>
                <a:cubicBezTo>
                  <a:pt x="71033" y="27460"/>
                  <a:pt x="68083" y="37899"/>
                  <a:pt x="64452" y="48112"/>
                </a:cubicBezTo>
                <a:lnTo>
                  <a:pt x="46523" y="95770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D60AFE-E8B7-4330-AD5A-DF6851D8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01" y="4694095"/>
            <a:ext cx="128903" cy="162491"/>
          </a:xfrm>
          <a:custGeom xmlns:a="http://schemas.openxmlformats.org/drawingml/2006/main">
            <a:pathLst>
              <a:path w="128903" h="162491">
                <a:moveTo>
                  <a:pt x="53558" y="162491"/>
                </a:moveTo>
                <a:lnTo>
                  <a:pt x="53558" y="19290"/>
                </a:lnTo>
                <a:lnTo>
                  <a:pt x="0" y="19290"/>
                </a:lnTo>
                <a:lnTo>
                  <a:pt x="0" y="0"/>
                </a:lnTo>
                <a:lnTo>
                  <a:pt x="128903" y="0"/>
                </a:lnTo>
                <a:lnTo>
                  <a:pt x="128903" y="19290"/>
                </a:lnTo>
                <a:lnTo>
                  <a:pt x="75118" y="19290"/>
                </a:lnTo>
                <a:lnTo>
                  <a:pt x="75118" y="162491"/>
                </a:lnTo>
                <a:lnTo>
                  <a:pt x="53558" y="162491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A6872C-715A-4DE2-A80F-925C398E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71" y="4694095"/>
            <a:ext cx="121187" cy="162491"/>
          </a:xfrm>
          <a:custGeom xmlns:a="http://schemas.openxmlformats.org/drawingml/2006/main">
            <a:pathLst>
              <a:path w="121187" h="162491">
                <a:moveTo>
                  <a:pt x="0" y="162491"/>
                </a:moveTo>
                <a:lnTo>
                  <a:pt x="0" y="0"/>
                </a:lnTo>
                <a:lnTo>
                  <a:pt x="117556" y="0"/>
                </a:lnTo>
                <a:lnTo>
                  <a:pt x="117556" y="19290"/>
                </a:lnTo>
                <a:lnTo>
                  <a:pt x="21560" y="19290"/>
                </a:lnTo>
                <a:lnTo>
                  <a:pt x="21560" y="68991"/>
                </a:lnTo>
                <a:lnTo>
                  <a:pt x="111429" y="68991"/>
                </a:lnTo>
                <a:lnTo>
                  <a:pt x="111429" y="88054"/>
                </a:lnTo>
                <a:lnTo>
                  <a:pt x="21560" y="88054"/>
                </a:lnTo>
                <a:lnTo>
                  <a:pt x="21560" y="143428"/>
                </a:lnTo>
                <a:lnTo>
                  <a:pt x="121187" y="143428"/>
                </a:lnTo>
                <a:lnTo>
                  <a:pt x="121187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D035FD-B825-48E4-A0BE-EB803D66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822" y="4694095"/>
            <a:ext cx="149101" cy="162491"/>
          </a:xfrm>
          <a:custGeom xmlns:a="http://schemas.openxmlformats.org/drawingml/2006/main">
            <a:pathLst>
              <a:path w="149101" h="162491">
                <a:moveTo>
                  <a:pt x="0" y="162491"/>
                </a:moveTo>
                <a:lnTo>
                  <a:pt x="62863" y="77841"/>
                </a:lnTo>
                <a:lnTo>
                  <a:pt x="7489" y="0"/>
                </a:lnTo>
                <a:lnTo>
                  <a:pt x="33134" y="0"/>
                </a:lnTo>
                <a:lnTo>
                  <a:pt x="62636" y="41757"/>
                </a:lnTo>
                <a:cubicBezTo>
                  <a:pt x="68537" y="50381"/>
                  <a:pt x="72849" y="57190"/>
                  <a:pt x="75572" y="61728"/>
                </a:cubicBezTo>
                <a:cubicBezTo>
                  <a:pt x="79203" y="55828"/>
                  <a:pt x="83515" y="49700"/>
                  <a:pt x="88508" y="43119"/>
                </a:cubicBezTo>
                <a:lnTo>
                  <a:pt x="121187" y="0"/>
                </a:lnTo>
                <a:lnTo>
                  <a:pt x="144562" y="0"/>
                </a:lnTo>
                <a:lnTo>
                  <a:pt x="87600" y="76707"/>
                </a:lnTo>
                <a:lnTo>
                  <a:pt x="149101" y="162491"/>
                </a:lnTo>
                <a:lnTo>
                  <a:pt x="122322" y="162491"/>
                </a:lnTo>
                <a:lnTo>
                  <a:pt x="81472" y="104621"/>
                </a:lnTo>
                <a:cubicBezTo>
                  <a:pt x="79203" y="101443"/>
                  <a:pt x="76707" y="97812"/>
                  <a:pt x="74437" y="93727"/>
                </a:cubicBezTo>
                <a:cubicBezTo>
                  <a:pt x="70806" y="99628"/>
                  <a:pt x="68083" y="103713"/>
                  <a:pt x="66721" y="105755"/>
                </a:cubicBezTo>
                <a:lnTo>
                  <a:pt x="25871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FEE3AF-8764-4216-94A0-6BF2789E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901" y="4934243"/>
            <a:ext cx="142974" cy="162491"/>
          </a:xfrm>
          <a:custGeom xmlns:a="http://schemas.openxmlformats.org/drawingml/2006/main">
            <a:pathLst>
              <a:path w="142974" h="162491">
                <a:moveTo>
                  <a:pt x="0" y="162491"/>
                </a:moveTo>
                <a:lnTo>
                  <a:pt x="0" y="0"/>
                </a:lnTo>
                <a:lnTo>
                  <a:pt x="71941" y="0"/>
                </a:lnTo>
                <a:cubicBezTo>
                  <a:pt x="86465" y="0"/>
                  <a:pt x="97358" y="1589"/>
                  <a:pt x="104847" y="4539"/>
                </a:cubicBezTo>
                <a:cubicBezTo>
                  <a:pt x="112337" y="7489"/>
                  <a:pt x="118464" y="12709"/>
                  <a:pt x="123003" y="19971"/>
                </a:cubicBezTo>
                <a:cubicBezTo>
                  <a:pt x="127542" y="27233"/>
                  <a:pt x="129811" y="35403"/>
                  <a:pt x="129811" y="44254"/>
                </a:cubicBezTo>
                <a:cubicBezTo>
                  <a:pt x="129811" y="56055"/>
                  <a:pt x="125953" y="65813"/>
                  <a:pt x="118464" y="73529"/>
                </a:cubicBezTo>
                <a:cubicBezTo>
                  <a:pt x="110975" y="81472"/>
                  <a:pt x="99401" y="86465"/>
                  <a:pt x="83969" y="88508"/>
                </a:cubicBezTo>
                <a:cubicBezTo>
                  <a:pt x="89642" y="91231"/>
                  <a:pt x="93954" y="93954"/>
                  <a:pt x="96904" y="96678"/>
                </a:cubicBezTo>
                <a:cubicBezTo>
                  <a:pt x="103259" y="102578"/>
                  <a:pt x="109159" y="109613"/>
                  <a:pt x="114833" y="118237"/>
                </a:cubicBezTo>
                <a:lnTo>
                  <a:pt x="142974" y="162491"/>
                </a:lnTo>
                <a:lnTo>
                  <a:pt x="115968" y="162491"/>
                </a:lnTo>
                <a:lnTo>
                  <a:pt x="94635" y="128676"/>
                </a:lnTo>
                <a:cubicBezTo>
                  <a:pt x="88281" y="119145"/>
                  <a:pt x="83061" y="111656"/>
                  <a:pt x="78976" y="106436"/>
                </a:cubicBezTo>
                <a:cubicBezTo>
                  <a:pt x="74891" y="101216"/>
                  <a:pt x="71260" y="97585"/>
                  <a:pt x="68083" y="95543"/>
                </a:cubicBezTo>
                <a:cubicBezTo>
                  <a:pt x="64906" y="93500"/>
                  <a:pt x="61501" y="92139"/>
                  <a:pt x="58324" y="91231"/>
                </a:cubicBezTo>
                <a:cubicBezTo>
                  <a:pt x="55828" y="90777"/>
                  <a:pt x="51743" y="90323"/>
                  <a:pt x="46296" y="90323"/>
                </a:cubicBezTo>
                <a:lnTo>
                  <a:pt x="21333" y="90323"/>
                </a:lnTo>
                <a:lnTo>
                  <a:pt x="21333" y="162491"/>
                </a:lnTo>
                <a:lnTo>
                  <a:pt x="0" y="162491"/>
                </a:lnTo>
                <a:close/>
                <a:moveTo>
                  <a:pt x="21333" y="71714"/>
                </a:moveTo>
                <a:lnTo>
                  <a:pt x="67629" y="71714"/>
                </a:lnTo>
                <a:cubicBezTo>
                  <a:pt x="77387" y="71714"/>
                  <a:pt x="85103" y="70806"/>
                  <a:pt x="90550" y="68764"/>
                </a:cubicBezTo>
                <a:cubicBezTo>
                  <a:pt x="95997" y="66721"/>
                  <a:pt x="100309" y="63544"/>
                  <a:pt x="103259" y="59005"/>
                </a:cubicBezTo>
                <a:cubicBezTo>
                  <a:pt x="105982" y="54466"/>
                  <a:pt x="107571" y="49700"/>
                  <a:pt x="107571" y="44254"/>
                </a:cubicBezTo>
                <a:cubicBezTo>
                  <a:pt x="107571" y="36765"/>
                  <a:pt x="104621" y="30410"/>
                  <a:pt x="99174" y="25418"/>
                </a:cubicBezTo>
                <a:cubicBezTo>
                  <a:pt x="93500" y="20425"/>
                  <a:pt x="84650" y="17928"/>
                  <a:pt x="72849" y="17928"/>
                </a:cubicBezTo>
                <a:lnTo>
                  <a:pt x="21333" y="17928"/>
                </a:lnTo>
                <a:lnTo>
                  <a:pt x="21333" y="71714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E92C04-4A2E-4BF6-8EFC-D931F908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222" y="4976454"/>
            <a:ext cx="108479" cy="122776"/>
          </a:xfrm>
          <a:custGeom xmlns:a="http://schemas.openxmlformats.org/drawingml/2006/main">
            <a:pathLst>
              <a:path w="108479" h="122776">
                <a:moveTo>
                  <a:pt x="87146" y="82380"/>
                </a:moveTo>
                <a:lnTo>
                  <a:pt x="107798" y="84877"/>
                </a:lnTo>
                <a:cubicBezTo>
                  <a:pt x="104394" y="97131"/>
                  <a:pt x="98266" y="106436"/>
                  <a:pt x="89642" y="113017"/>
                </a:cubicBezTo>
                <a:cubicBezTo>
                  <a:pt x="80792" y="119599"/>
                  <a:pt x="69671" y="122776"/>
                  <a:pt x="56055" y="122776"/>
                </a:cubicBezTo>
                <a:cubicBezTo>
                  <a:pt x="38807" y="122776"/>
                  <a:pt x="24964" y="117556"/>
                  <a:pt x="14978" y="107117"/>
                </a:cubicBezTo>
                <a:cubicBezTo>
                  <a:pt x="4993" y="96678"/>
                  <a:pt x="0" y="81699"/>
                  <a:pt x="0" y="62409"/>
                </a:cubicBezTo>
                <a:cubicBezTo>
                  <a:pt x="0" y="42665"/>
                  <a:pt x="4993" y="27233"/>
                  <a:pt x="15205" y="16340"/>
                </a:cubicBezTo>
                <a:cubicBezTo>
                  <a:pt x="25191" y="5447"/>
                  <a:pt x="38580" y="0"/>
                  <a:pt x="54920" y="0"/>
                </a:cubicBezTo>
                <a:cubicBezTo>
                  <a:pt x="70579" y="0"/>
                  <a:pt x="83515" y="5447"/>
                  <a:pt x="93500" y="16113"/>
                </a:cubicBezTo>
                <a:cubicBezTo>
                  <a:pt x="103486" y="26779"/>
                  <a:pt x="108479" y="41757"/>
                  <a:pt x="108479" y="61274"/>
                </a:cubicBezTo>
                <a:cubicBezTo>
                  <a:pt x="108479" y="62636"/>
                  <a:pt x="108252" y="64225"/>
                  <a:pt x="108252" y="66494"/>
                </a:cubicBezTo>
                <a:lnTo>
                  <a:pt x="20425" y="66494"/>
                </a:lnTo>
                <a:cubicBezTo>
                  <a:pt x="21106" y="79657"/>
                  <a:pt x="24737" y="89415"/>
                  <a:pt x="31318" y="96224"/>
                </a:cubicBezTo>
                <a:cubicBezTo>
                  <a:pt x="37899" y="103032"/>
                  <a:pt x="46069" y="106436"/>
                  <a:pt x="56055" y="106436"/>
                </a:cubicBezTo>
                <a:cubicBezTo>
                  <a:pt x="63317" y="106436"/>
                  <a:pt x="69671" y="104621"/>
                  <a:pt x="74891" y="100762"/>
                </a:cubicBezTo>
                <a:cubicBezTo>
                  <a:pt x="79884" y="97131"/>
                  <a:pt x="83969" y="91004"/>
                  <a:pt x="87146" y="82380"/>
                </a:cubicBezTo>
                <a:close/>
                <a:moveTo>
                  <a:pt x="21560" y="50154"/>
                </a:moveTo>
                <a:lnTo>
                  <a:pt x="87373" y="50154"/>
                </a:lnTo>
                <a:cubicBezTo>
                  <a:pt x="86465" y="40169"/>
                  <a:pt x="83969" y="32907"/>
                  <a:pt x="79884" y="27914"/>
                </a:cubicBezTo>
                <a:cubicBezTo>
                  <a:pt x="73529" y="20198"/>
                  <a:pt x="65133" y="16340"/>
                  <a:pt x="55147" y="16340"/>
                </a:cubicBezTo>
                <a:cubicBezTo>
                  <a:pt x="45842" y="16340"/>
                  <a:pt x="38126" y="19517"/>
                  <a:pt x="31999" y="25645"/>
                </a:cubicBezTo>
                <a:cubicBezTo>
                  <a:pt x="25645" y="31772"/>
                  <a:pt x="22240" y="39942"/>
                  <a:pt x="21560" y="50154"/>
                </a:cubicBez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E4AFD5-6F6E-4C81-B512-314CCD9A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090" y="4937874"/>
            <a:ext cx="57416" cy="160221"/>
          </a:xfrm>
          <a:custGeom xmlns:a="http://schemas.openxmlformats.org/drawingml/2006/main">
            <a:pathLst>
              <a:path w="57416" h="160221">
                <a:moveTo>
                  <a:pt x="54466" y="140931"/>
                </a:moveTo>
                <a:lnTo>
                  <a:pt x="57416" y="158633"/>
                </a:lnTo>
                <a:cubicBezTo>
                  <a:pt x="51516" y="159541"/>
                  <a:pt x="46523" y="160221"/>
                  <a:pt x="42211" y="160221"/>
                </a:cubicBezTo>
                <a:cubicBezTo>
                  <a:pt x="34949" y="160221"/>
                  <a:pt x="29276" y="159087"/>
                  <a:pt x="25418" y="157044"/>
                </a:cubicBezTo>
                <a:cubicBezTo>
                  <a:pt x="21333" y="154775"/>
                  <a:pt x="18609" y="151825"/>
                  <a:pt x="17021" y="147967"/>
                </a:cubicBezTo>
                <a:cubicBezTo>
                  <a:pt x="15205" y="144335"/>
                  <a:pt x="14524" y="136392"/>
                  <a:pt x="14524" y="124365"/>
                </a:cubicBezTo>
                <a:lnTo>
                  <a:pt x="14524" y="56736"/>
                </a:lnTo>
                <a:lnTo>
                  <a:pt x="0" y="56736"/>
                </a:lnTo>
                <a:lnTo>
                  <a:pt x="0" y="41077"/>
                </a:lnTo>
                <a:lnTo>
                  <a:pt x="14524" y="41077"/>
                </a:lnTo>
                <a:lnTo>
                  <a:pt x="14524" y="12028"/>
                </a:lnTo>
                <a:lnTo>
                  <a:pt x="34268" y="0"/>
                </a:lnTo>
                <a:lnTo>
                  <a:pt x="34268" y="41077"/>
                </a:lnTo>
                <a:lnTo>
                  <a:pt x="54466" y="41077"/>
                </a:lnTo>
                <a:lnTo>
                  <a:pt x="54466" y="56736"/>
                </a:lnTo>
                <a:lnTo>
                  <a:pt x="34268" y="56736"/>
                </a:lnTo>
                <a:lnTo>
                  <a:pt x="34268" y="125499"/>
                </a:lnTo>
                <a:cubicBezTo>
                  <a:pt x="34268" y="131400"/>
                  <a:pt x="34495" y="135031"/>
                  <a:pt x="35403" y="136619"/>
                </a:cubicBezTo>
                <a:cubicBezTo>
                  <a:pt x="36084" y="138208"/>
                  <a:pt x="37219" y="139570"/>
                  <a:pt x="38807" y="140477"/>
                </a:cubicBezTo>
                <a:cubicBezTo>
                  <a:pt x="40396" y="141385"/>
                  <a:pt x="42665" y="141839"/>
                  <a:pt x="45615" y="141839"/>
                </a:cubicBezTo>
                <a:cubicBezTo>
                  <a:pt x="47885" y="141839"/>
                  <a:pt x="50835" y="141612"/>
                  <a:pt x="54466" y="140931"/>
                </a:cubicBez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8AE418-B254-4DB1-9C5A-D8EABC30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847" y="4976454"/>
            <a:ext cx="63998" cy="120280"/>
          </a:xfrm>
          <a:custGeom xmlns:a="http://schemas.openxmlformats.org/drawingml/2006/main">
            <a:pathLst>
              <a:path w="63998" h="120280">
                <a:moveTo>
                  <a:pt x="0" y="120280"/>
                </a:moveTo>
                <a:lnTo>
                  <a:pt x="0" y="2496"/>
                </a:lnTo>
                <a:lnTo>
                  <a:pt x="17928" y="2496"/>
                </a:lnTo>
                <a:lnTo>
                  <a:pt x="17928" y="20425"/>
                </a:lnTo>
                <a:cubicBezTo>
                  <a:pt x="22467" y="12255"/>
                  <a:pt x="26552" y="6808"/>
                  <a:pt x="30637" y="4085"/>
                </a:cubicBezTo>
                <a:cubicBezTo>
                  <a:pt x="34495" y="1362"/>
                  <a:pt x="38807" y="0"/>
                  <a:pt x="43346" y="0"/>
                </a:cubicBezTo>
                <a:cubicBezTo>
                  <a:pt x="50154" y="0"/>
                  <a:pt x="56963" y="2269"/>
                  <a:pt x="63998" y="6354"/>
                </a:cubicBezTo>
                <a:lnTo>
                  <a:pt x="56963" y="24964"/>
                </a:lnTo>
                <a:cubicBezTo>
                  <a:pt x="51970" y="22240"/>
                  <a:pt x="47204" y="20652"/>
                  <a:pt x="42438" y="20652"/>
                </a:cubicBezTo>
                <a:cubicBezTo>
                  <a:pt x="37899" y="20652"/>
                  <a:pt x="34041" y="22013"/>
                  <a:pt x="30637" y="24510"/>
                </a:cubicBezTo>
                <a:cubicBezTo>
                  <a:pt x="27006" y="27233"/>
                  <a:pt x="24510" y="30864"/>
                  <a:pt x="23148" y="35403"/>
                </a:cubicBezTo>
                <a:cubicBezTo>
                  <a:pt x="20879" y="42665"/>
                  <a:pt x="19971" y="50381"/>
                  <a:pt x="19971" y="58778"/>
                </a:cubicBezTo>
                <a:lnTo>
                  <a:pt x="19971" y="120280"/>
                </a:lnTo>
                <a:lnTo>
                  <a:pt x="0" y="120280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FD78F0-09EC-40AC-9E40-52159D01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45" y="4934243"/>
            <a:ext cx="19971" cy="162491"/>
          </a:xfrm>
          <a:custGeom xmlns:a="http://schemas.openxmlformats.org/drawingml/2006/main">
            <a:pathLst>
              <a:path w="19971" h="162491">
                <a:moveTo>
                  <a:pt x="0" y="22921"/>
                </a:moveTo>
                <a:lnTo>
                  <a:pt x="0" y="0"/>
                </a:lnTo>
                <a:lnTo>
                  <a:pt x="19971" y="0"/>
                </a:lnTo>
                <a:lnTo>
                  <a:pt x="19971" y="22921"/>
                </a:lnTo>
                <a:lnTo>
                  <a:pt x="0" y="22921"/>
                </a:lnTo>
                <a:close/>
                <a:moveTo>
                  <a:pt x="0" y="162491"/>
                </a:moveTo>
                <a:lnTo>
                  <a:pt x="0" y="44708"/>
                </a:lnTo>
                <a:lnTo>
                  <a:pt x="19971" y="44708"/>
                </a:lnTo>
                <a:lnTo>
                  <a:pt x="19971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901A97-43BE-4223-AC57-2F70AAEE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5" y="4976454"/>
            <a:ext cx="108479" cy="122776"/>
          </a:xfrm>
          <a:custGeom xmlns:a="http://schemas.openxmlformats.org/drawingml/2006/main">
            <a:pathLst>
              <a:path w="108479" h="122776">
                <a:moveTo>
                  <a:pt x="87146" y="82380"/>
                </a:moveTo>
                <a:lnTo>
                  <a:pt x="107798" y="84877"/>
                </a:lnTo>
                <a:cubicBezTo>
                  <a:pt x="104394" y="97131"/>
                  <a:pt x="98266" y="106436"/>
                  <a:pt x="89642" y="113017"/>
                </a:cubicBezTo>
                <a:cubicBezTo>
                  <a:pt x="80792" y="119599"/>
                  <a:pt x="69671" y="122776"/>
                  <a:pt x="56055" y="122776"/>
                </a:cubicBezTo>
                <a:cubicBezTo>
                  <a:pt x="38807" y="122776"/>
                  <a:pt x="24964" y="117556"/>
                  <a:pt x="14978" y="107117"/>
                </a:cubicBezTo>
                <a:cubicBezTo>
                  <a:pt x="4993" y="96678"/>
                  <a:pt x="0" y="81699"/>
                  <a:pt x="0" y="62409"/>
                </a:cubicBezTo>
                <a:cubicBezTo>
                  <a:pt x="0" y="42665"/>
                  <a:pt x="4993" y="27233"/>
                  <a:pt x="15205" y="16340"/>
                </a:cubicBezTo>
                <a:cubicBezTo>
                  <a:pt x="25191" y="5447"/>
                  <a:pt x="38580" y="0"/>
                  <a:pt x="54920" y="0"/>
                </a:cubicBezTo>
                <a:cubicBezTo>
                  <a:pt x="70579" y="0"/>
                  <a:pt x="83515" y="5447"/>
                  <a:pt x="93500" y="16113"/>
                </a:cubicBezTo>
                <a:cubicBezTo>
                  <a:pt x="103486" y="26779"/>
                  <a:pt x="108479" y="41757"/>
                  <a:pt x="108479" y="61274"/>
                </a:cubicBezTo>
                <a:cubicBezTo>
                  <a:pt x="108479" y="62636"/>
                  <a:pt x="108252" y="64225"/>
                  <a:pt x="108252" y="66494"/>
                </a:cubicBezTo>
                <a:lnTo>
                  <a:pt x="20425" y="66494"/>
                </a:lnTo>
                <a:cubicBezTo>
                  <a:pt x="21106" y="79657"/>
                  <a:pt x="24737" y="89415"/>
                  <a:pt x="31318" y="96224"/>
                </a:cubicBezTo>
                <a:cubicBezTo>
                  <a:pt x="37899" y="103032"/>
                  <a:pt x="46069" y="106436"/>
                  <a:pt x="56055" y="106436"/>
                </a:cubicBezTo>
                <a:cubicBezTo>
                  <a:pt x="63317" y="106436"/>
                  <a:pt x="69671" y="104621"/>
                  <a:pt x="74891" y="100762"/>
                </a:cubicBezTo>
                <a:cubicBezTo>
                  <a:pt x="79884" y="97131"/>
                  <a:pt x="83969" y="91004"/>
                  <a:pt x="87146" y="82380"/>
                </a:cubicBezTo>
                <a:close/>
                <a:moveTo>
                  <a:pt x="21560" y="50154"/>
                </a:moveTo>
                <a:lnTo>
                  <a:pt x="87373" y="50154"/>
                </a:lnTo>
                <a:cubicBezTo>
                  <a:pt x="86465" y="40169"/>
                  <a:pt x="83969" y="32907"/>
                  <a:pt x="79884" y="27914"/>
                </a:cubicBezTo>
                <a:cubicBezTo>
                  <a:pt x="73529" y="20198"/>
                  <a:pt x="65133" y="16340"/>
                  <a:pt x="55147" y="16340"/>
                </a:cubicBezTo>
                <a:cubicBezTo>
                  <a:pt x="45842" y="16340"/>
                  <a:pt x="38126" y="19517"/>
                  <a:pt x="31999" y="25645"/>
                </a:cubicBezTo>
                <a:cubicBezTo>
                  <a:pt x="25645" y="31772"/>
                  <a:pt x="22240" y="39942"/>
                  <a:pt x="21560" y="50154"/>
                </a:cubicBez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5BEC3D-DBE5-458B-BC53-D05B4E62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79" y="4978950"/>
            <a:ext cx="107798" cy="117783"/>
          </a:xfrm>
          <a:custGeom xmlns:a="http://schemas.openxmlformats.org/drawingml/2006/main">
            <a:pathLst>
              <a:path w="107798" h="117783">
                <a:moveTo>
                  <a:pt x="44708" y="117783"/>
                </a:moveTo>
                <a:lnTo>
                  <a:pt x="0" y="0"/>
                </a:lnTo>
                <a:lnTo>
                  <a:pt x="20879" y="0"/>
                </a:lnTo>
                <a:lnTo>
                  <a:pt x="46296" y="70579"/>
                </a:lnTo>
                <a:cubicBezTo>
                  <a:pt x="49020" y="78295"/>
                  <a:pt x="51516" y="86011"/>
                  <a:pt x="53785" y="94181"/>
                </a:cubicBezTo>
                <a:cubicBezTo>
                  <a:pt x="55601" y="88054"/>
                  <a:pt x="58097" y="80565"/>
                  <a:pt x="61274" y="71941"/>
                </a:cubicBezTo>
                <a:lnTo>
                  <a:pt x="87373" y="0"/>
                </a:lnTo>
                <a:lnTo>
                  <a:pt x="107798" y="0"/>
                </a:lnTo>
                <a:lnTo>
                  <a:pt x="63317" y="117783"/>
                </a:lnTo>
                <a:lnTo>
                  <a:pt x="44708" y="117783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287573-6D26-4FD3-BF30-B5E208E5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70" y="4976454"/>
            <a:ext cx="108479" cy="122776"/>
          </a:xfrm>
          <a:custGeom xmlns:a="http://schemas.openxmlformats.org/drawingml/2006/main">
            <a:pathLst>
              <a:path w="108479" h="122776">
                <a:moveTo>
                  <a:pt x="83515" y="105755"/>
                </a:moveTo>
                <a:cubicBezTo>
                  <a:pt x="76026" y="112110"/>
                  <a:pt x="68991" y="116648"/>
                  <a:pt x="62182" y="119145"/>
                </a:cubicBezTo>
                <a:cubicBezTo>
                  <a:pt x="55374" y="121414"/>
                  <a:pt x="47885" y="122776"/>
                  <a:pt x="40169" y="122776"/>
                </a:cubicBezTo>
                <a:cubicBezTo>
                  <a:pt x="27233" y="122776"/>
                  <a:pt x="17248" y="119826"/>
                  <a:pt x="10439" y="113471"/>
                </a:cubicBezTo>
                <a:cubicBezTo>
                  <a:pt x="3404" y="107117"/>
                  <a:pt x="0" y="99174"/>
                  <a:pt x="0" y="89188"/>
                </a:cubicBezTo>
                <a:cubicBezTo>
                  <a:pt x="0" y="83515"/>
                  <a:pt x="1135" y="78295"/>
                  <a:pt x="3858" y="73529"/>
                </a:cubicBezTo>
                <a:cubicBezTo>
                  <a:pt x="6581" y="68764"/>
                  <a:pt x="9985" y="64906"/>
                  <a:pt x="14297" y="61955"/>
                </a:cubicBezTo>
                <a:cubicBezTo>
                  <a:pt x="18382" y="59232"/>
                  <a:pt x="23148" y="56963"/>
                  <a:pt x="28595" y="55374"/>
                </a:cubicBezTo>
                <a:cubicBezTo>
                  <a:pt x="32453" y="54466"/>
                  <a:pt x="38353" y="53558"/>
                  <a:pt x="46296" y="52424"/>
                </a:cubicBezTo>
                <a:cubicBezTo>
                  <a:pt x="62409" y="50608"/>
                  <a:pt x="74210" y="48339"/>
                  <a:pt x="81926" y="45615"/>
                </a:cubicBezTo>
                <a:cubicBezTo>
                  <a:pt x="81926" y="42892"/>
                  <a:pt x="81926" y="41304"/>
                  <a:pt x="81926" y="40396"/>
                </a:cubicBezTo>
                <a:cubicBezTo>
                  <a:pt x="81926" y="32226"/>
                  <a:pt x="80111" y="26552"/>
                  <a:pt x="76480" y="23148"/>
                </a:cubicBezTo>
                <a:cubicBezTo>
                  <a:pt x="71260" y="18609"/>
                  <a:pt x="63544" y="16340"/>
                  <a:pt x="53558" y="16340"/>
                </a:cubicBezTo>
                <a:cubicBezTo>
                  <a:pt x="44027" y="16340"/>
                  <a:pt x="37219" y="18155"/>
                  <a:pt x="32680" y="21333"/>
                </a:cubicBezTo>
                <a:cubicBezTo>
                  <a:pt x="28141" y="24737"/>
                  <a:pt x="24964" y="30637"/>
                  <a:pt x="22921" y="38807"/>
                </a:cubicBezTo>
                <a:lnTo>
                  <a:pt x="3404" y="36084"/>
                </a:lnTo>
                <a:cubicBezTo>
                  <a:pt x="5220" y="27914"/>
                  <a:pt x="8170" y="21106"/>
                  <a:pt x="12255" y="15886"/>
                </a:cubicBezTo>
                <a:cubicBezTo>
                  <a:pt x="16340" y="10893"/>
                  <a:pt x="22013" y="6808"/>
                  <a:pt x="29729" y="4085"/>
                </a:cubicBezTo>
                <a:cubicBezTo>
                  <a:pt x="37446" y="1362"/>
                  <a:pt x="46296" y="0"/>
                  <a:pt x="56509" y="0"/>
                </a:cubicBezTo>
                <a:cubicBezTo>
                  <a:pt x="66494" y="0"/>
                  <a:pt x="74664" y="1362"/>
                  <a:pt x="81018" y="3631"/>
                </a:cubicBezTo>
                <a:cubicBezTo>
                  <a:pt x="87373" y="5901"/>
                  <a:pt x="91912" y="8851"/>
                  <a:pt x="94862" y="12482"/>
                </a:cubicBezTo>
                <a:cubicBezTo>
                  <a:pt x="97812" y="16113"/>
                  <a:pt x="99855" y="20425"/>
                  <a:pt x="100989" y="25871"/>
                </a:cubicBezTo>
                <a:cubicBezTo>
                  <a:pt x="101670" y="29503"/>
                  <a:pt x="102124" y="35630"/>
                  <a:pt x="102124" y="44481"/>
                </a:cubicBezTo>
                <a:lnTo>
                  <a:pt x="102124" y="71033"/>
                </a:lnTo>
                <a:cubicBezTo>
                  <a:pt x="102124" y="89642"/>
                  <a:pt x="102351" y="101216"/>
                  <a:pt x="103259" y="106209"/>
                </a:cubicBezTo>
                <a:cubicBezTo>
                  <a:pt x="104167" y="111202"/>
                  <a:pt x="105755" y="115741"/>
                  <a:pt x="108479" y="120280"/>
                </a:cubicBezTo>
                <a:lnTo>
                  <a:pt x="87600" y="120280"/>
                </a:lnTo>
                <a:cubicBezTo>
                  <a:pt x="85330" y="116195"/>
                  <a:pt x="83969" y="111429"/>
                  <a:pt x="83515" y="105755"/>
                </a:cubicBezTo>
                <a:close/>
                <a:moveTo>
                  <a:pt x="81926" y="61274"/>
                </a:moveTo>
                <a:cubicBezTo>
                  <a:pt x="74664" y="64225"/>
                  <a:pt x="63771" y="66721"/>
                  <a:pt x="49247" y="68764"/>
                </a:cubicBezTo>
                <a:cubicBezTo>
                  <a:pt x="41077" y="70125"/>
                  <a:pt x="35176" y="71487"/>
                  <a:pt x="31772" y="72849"/>
                </a:cubicBezTo>
                <a:cubicBezTo>
                  <a:pt x="28368" y="74210"/>
                  <a:pt x="25871" y="76480"/>
                  <a:pt x="24056" y="79203"/>
                </a:cubicBezTo>
                <a:cubicBezTo>
                  <a:pt x="22240" y="82153"/>
                  <a:pt x="21333" y="85330"/>
                  <a:pt x="21333" y="88735"/>
                </a:cubicBezTo>
                <a:cubicBezTo>
                  <a:pt x="21333" y="94181"/>
                  <a:pt x="23148" y="98493"/>
                  <a:pt x="27233" y="102124"/>
                </a:cubicBezTo>
                <a:cubicBezTo>
                  <a:pt x="31318" y="105755"/>
                  <a:pt x="37219" y="107344"/>
                  <a:pt x="44935" y="107344"/>
                </a:cubicBezTo>
                <a:cubicBezTo>
                  <a:pt x="52651" y="107344"/>
                  <a:pt x="59459" y="105755"/>
                  <a:pt x="65359" y="102351"/>
                </a:cubicBezTo>
                <a:cubicBezTo>
                  <a:pt x="71260" y="98947"/>
                  <a:pt x="75799" y="94408"/>
                  <a:pt x="78749" y="88508"/>
                </a:cubicBezTo>
                <a:cubicBezTo>
                  <a:pt x="80792" y="83969"/>
                  <a:pt x="81926" y="77387"/>
                  <a:pt x="81926" y="68537"/>
                </a:cubicBezTo>
                <a:lnTo>
                  <a:pt x="81926" y="61274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2D83E0-A912-48FD-AE47-3B981B87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404" y="4934243"/>
            <a:ext cx="19971" cy="162491"/>
          </a:xfrm>
          <a:custGeom xmlns:a="http://schemas.openxmlformats.org/drawingml/2006/main">
            <a:pathLst>
              <a:path w="19971" h="162491">
                <a:moveTo>
                  <a:pt x="0" y="162491"/>
                </a:moveTo>
                <a:lnTo>
                  <a:pt x="0" y="0"/>
                </a:lnTo>
                <a:lnTo>
                  <a:pt x="19971" y="0"/>
                </a:lnTo>
                <a:lnTo>
                  <a:pt x="19971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C2554B-4D6D-4AE3-BCA8-2BD3097B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311" y="6258141"/>
            <a:ext cx="148647" cy="162491"/>
          </a:xfrm>
          <a:custGeom xmlns:a="http://schemas.openxmlformats.org/drawingml/2006/main">
            <a:pathLst>
              <a:path w="148647" h="162491">
                <a:moveTo>
                  <a:pt x="63090" y="162491"/>
                </a:moveTo>
                <a:lnTo>
                  <a:pt x="0" y="0"/>
                </a:lnTo>
                <a:lnTo>
                  <a:pt x="23375" y="0"/>
                </a:lnTo>
                <a:lnTo>
                  <a:pt x="65586" y="118010"/>
                </a:lnTo>
                <a:cubicBezTo>
                  <a:pt x="68764" y="127542"/>
                  <a:pt x="71714" y="136392"/>
                  <a:pt x="74210" y="144562"/>
                </a:cubicBezTo>
                <a:cubicBezTo>
                  <a:pt x="76480" y="135939"/>
                  <a:pt x="79430" y="127088"/>
                  <a:pt x="82834" y="118010"/>
                </a:cubicBezTo>
                <a:lnTo>
                  <a:pt x="126861" y="0"/>
                </a:lnTo>
                <a:lnTo>
                  <a:pt x="148647" y="0"/>
                </a:lnTo>
                <a:lnTo>
                  <a:pt x="85103" y="162491"/>
                </a:lnTo>
                <a:lnTo>
                  <a:pt x="63090" y="162491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4F532A-B256-4751-9594-864623D0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767" y="6258141"/>
            <a:ext cx="19971" cy="162491"/>
          </a:xfrm>
          <a:custGeom xmlns:a="http://schemas.openxmlformats.org/drawingml/2006/main">
            <a:pathLst>
              <a:path w="19971" h="162491">
                <a:moveTo>
                  <a:pt x="0" y="22921"/>
                </a:moveTo>
                <a:lnTo>
                  <a:pt x="0" y="0"/>
                </a:lnTo>
                <a:lnTo>
                  <a:pt x="19971" y="0"/>
                </a:lnTo>
                <a:lnTo>
                  <a:pt x="19971" y="22921"/>
                </a:lnTo>
                <a:lnTo>
                  <a:pt x="0" y="22921"/>
                </a:lnTo>
                <a:close/>
                <a:moveTo>
                  <a:pt x="0" y="162491"/>
                </a:moveTo>
                <a:lnTo>
                  <a:pt x="0" y="44708"/>
                </a:lnTo>
                <a:lnTo>
                  <a:pt x="19971" y="44708"/>
                </a:lnTo>
                <a:lnTo>
                  <a:pt x="19971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CE0CC4-A496-4EF3-9E71-6D6C249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886" y="6258141"/>
            <a:ext cx="102124" cy="164987"/>
          </a:xfrm>
          <a:custGeom xmlns:a="http://schemas.openxmlformats.org/drawingml/2006/main">
            <a:pathLst>
              <a:path w="102124" h="164987">
                <a:moveTo>
                  <a:pt x="83515" y="162491"/>
                </a:moveTo>
                <a:lnTo>
                  <a:pt x="83515" y="147740"/>
                </a:lnTo>
                <a:cubicBezTo>
                  <a:pt x="76026" y="159314"/>
                  <a:pt x="65133" y="164987"/>
                  <a:pt x="50608" y="164987"/>
                </a:cubicBezTo>
                <a:cubicBezTo>
                  <a:pt x="41077" y="164987"/>
                  <a:pt x="32453" y="162491"/>
                  <a:pt x="24737" y="157271"/>
                </a:cubicBezTo>
                <a:cubicBezTo>
                  <a:pt x="16794" y="152278"/>
                  <a:pt x="10666" y="145016"/>
                  <a:pt x="6354" y="135712"/>
                </a:cubicBezTo>
                <a:cubicBezTo>
                  <a:pt x="2042" y="126634"/>
                  <a:pt x="0" y="115968"/>
                  <a:pt x="0" y="103713"/>
                </a:cubicBezTo>
                <a:cubicBezTo>
                  <a:pt x="0" y="92139"/>
                  <a:pt x="1816" y="81472"/>
                  <a:pt x="5901" y="71941"/>
                </a:cubicBezTo>
                <a:cubicBezTo>
                  <a:pt x="9759" y="62409"/>
                  <a:pt x="15659" y="54920"/>
                  <a:pt x="23375" y="49927"/>
                </a:cubicBezTo>
                <a:cubicBezTo>
                  <a:pt x="31091" y="44935"/>
                  <a:pt x="39942" y="42211"/>
                  <a:pt x="49700" y="42211"/>
                </a:cubicBezTo>
                <a:cubicBezTo>
                  <a:pt x="56736" y="42211"/>
                  <a:pt x="63090" y="43800"/>
                  <a:pt x="68764" y="46750"/>
                </a:cubicBezTo>
                <a:cubicBezTo>
                  <a:pt x="74210" y="49700"/>
                  <a:pt x="78749" y="53558"/>
                  <a:pt x="82153" y="58324"/>
                </a:cubicBezTo>
                <a:lnTo>
                  <a:pt x="82153" y="0"/>
                </a:lnTo>
                <a:lnTo>
                  <a:pt x="102124" y="0"/>
                </a:lnTo>
                <a:lnTo>
                  <a:pt x="102124" y="162491"/>
                </a:lnTo>
                <a:lnTo>
                  <a:pt x="83515" y="162491"/>
                </a:lnTo>
                <a:close/>
                <a:moveTo>
                  <a:pt x="20652" y="103713"/>
                </a:moveTo>
                <a:cubicBezTo>
                  <a:pt x="20652" y="118918"/>
                  <a:pt x="23602" y="130265"/>
                  <a:pt x="29956" y="137527"/>
                </a:cubicBezTo>
                <a:cubicBezTo>
                  <a:pt x="36311" y="145016"/>
                  <a:pt x="43800" y="148647"/>
                  <a:pt x="52424" y="148647"/>
                </a:cubicBezTo>
                <a:cubicBezTo>
                  <a:pt x="61048" y="148647"/>
                  <a:pt x="68537" y="145243"/>
                  <a:pt x="74664" y="137981"/>
                </a:cubicBezTo>
                <a:cubicBezTo>
                  <a:pt x="80792" y="130946"/>
                  <a:pt x="83969" y="120053"/>
                  <a:pt x="83969" y="105528"/>
                </a:cubicBezTo>
                <a:cubicBezTo>
                  <a:pt x="83969" y="89415"/>
                  <a:pt x="80792" y="77614"/>
                  <a:pt x="74664" y="69898"/>
                </a:cubicBezTo>
                <a:cubicBezTo>
                  <a:pt x="68310" y="62409"/>
                  <a:pt x="60821" y="58551"/>
                  <a:pt x="51743" y="58551"/>
                </a:cubicBezTo>
                <a:cubicBezTo>
                  <a:pt x="42665" y="58551"/>
                  <a:pt x="35403" y="62182"/>
                  <a:pt x="29503" y="69444"/>
                </a:cubicBezTo>
                <a:cubicBezTo>
                  <a:pt x="23602" y="76707"/>
                  <a:pt x="20652" y="88281"/>
                  <a:pt x="20652" y="103713"/>
                </a:cubicBez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3D67D5-8A55-499B-9EF8-30D64564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747" y="6300352"/>
            <a:ext cx="108479" cy="122776"/>
          </a:xfrm>
          <a:custGeom xmlns:a="http://schemas.openxmlformats.org/drawingml/2006/main">
            <a:pathLst>
              <a:path w="108479" h="122776">
                <a:moveTo>
                  <a:pt x="87146" y="82380"/>
                </a:moveTo>
                <a:lnTo>
                  <a:pt x="107798" y="84877"/>
                </a:lnTo>
                <a:cubicBezTo>
                  <a:pt x="104394" y="97131"/>
                  <a:pt x="98266" y="106436"/>
                  <a:pt x="89642" y="113017"/>
                </a:cubicBezTo>
                <a:cubicBezTo>
                  <a:pt x="80792" y="119599"/>
                  <a:pt x="69671" y="122776"/>
                  <a:pt x="56055" y="122776"/>
                </a:cubicBezTo>
                <a:cubicBezTo>
                  <a:pt x="38807" y="122776"/>
                  <a:pt x="24964" y="117556"/>
                  <a:pt x="14978" y="107117"/>
                </a:cubicBezTo>
                <a:cubicBezTo>
                  <a:pt x="4993" y="96678"/>
                  <a:pt x="0" y="81699"/>
                  <a:pt x="0" y="62409"/>
                </a:cubicBezTo>
                <a:cubicBezTo>
                  <a:pt x="0" y="42665"/>
                  <a:pt x="4993" y="27233"/>
                  <a:pt x="15205" y="16340"/>
                </a:cubicBezTo>
                <a:cubicBezTo>
                  <a:pt x="25191" y="5447"/>
                  <a:pt x="38580" y="0"/>
                  <a:pt x="54920" y="0"/>
                </a:cubicBezTo>
                <a:cubicBezTo>
                  <a:pt x="70579" y="0"/>
                  <a:pt x="83515" y="5447"/>
                  <a:pt x="93500" y="16113"/>
                </a:cubicBezTo>
                <a:cubicBezTo>
                  <a:pt x="103486" y="26779"/>
                  <a:pt x="108479" y="41757"/>
                  <a:pt x="108479" y="61274"/>
                </a:cubicBezTo>
                <a:cubicBezTo>
                  <a:pt x="108479" y="62636"/>
                  <a:pt x="108252" y="64225"/>
                  <a:pt x="108252" y="66494"/>
                </a:cubicBezTo>
                <a:lnTo>
                  <a:pt x="20425" y="66494"/>
                </a:lnTo>
                <a:cubicBezTo>
                  <a:pt x="21106" y="79657"/>
                  <a:pt x="24737" y="89415"/>
                  <a:pt x="31318" y="96224"/>
                </a:cubicBezTo>
                <a:cubicBezTo>
                  <a:pt x="37899" y="103032"/>
                  <a:pt x="46069" y="106436"/>
                  <a:pt x="56055" y="106436"/>
                </a:cubicBezTo>
                <a:cubicBezTo>
                  <a:pt x="63317" y="106436"/>
                  <a:pt x="69671" y="104621"/>
                  <a:pt x="74891" y="100762"/>
                </a:cubicBezTo>
                <a:cubicBezTo>
                  <a:pt x="79884" y="97131"/>
                  <a:pt x="83969" y="91004"/>
                  <a:pt x="87146" y="82380"/>
                </a:cubicBezTo>
                <a:close/>
                <a:moveTo>
                  <a:pt x="21560" y="50154"/>
                </a:moveTo>
                <a:lnTo>
                  <a:pt x="87373" y="50154"/>
                </a:lnTo>
                <a:cubicBezTo>
                  <a:pt x="86465" y="40169"/>
                  <a:pt x="83969" y="32907"/>
                  <a:pt x="79884" y="27914"/>
                </a:cubicBezTo>
                <a:cubicBezTo>
                  <a:pt x="73529" y="20198"/>
                  <a:pt x="65133" y="16340"/>
                  <a:pt x="55147" y="16340"/>
                </a:cubicBezTo>
                <a:cubicBezTo>
                  <a:pt x="45842" y="16340"/>
                  <a:pt x="38126" y="19517"/>
                  <a:pt x="31999" y="25645"/>
                </a:cubicBezTo>
                <a:cubicBezTo>
                  <a:pt x="25645" y="31772"/>
                  <a:pt x="22240" y="39942"/>
                  <a:pt x="21560" y="50154"/>
                </a:cubicBez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6B8907-3FEF-4064-A900-CE5632E2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019" y="6300352"/>
            <a:ext cx="110294" cy="122776"/>
          </a:xfrm>
          <a:custGeom xmlns:a="http://schemas.openxmlformats.org/drawingml/2006/main">
            <a:pathLst>
              <a:path w="110294" h="122776">
                <a:moveTo>
                  <a:pt x="0" y="61501"/>
                </a:moveTo>
                <a:cubicBezTo>
                  <a:pt x="0" y="39715"/>
                  <a:pt x="5901" y="23602"/>
                  <a:pt x="18155" y="12936"/>
                </a:cubicBezTo>
                <a:cubicBezTo>
                  <a:pt x="28141" y="4312"/>
                  <a:pt x="40623" y="0"/>
                  <a:pt x="55147" y="0"/>
                </a:cubicBezTo>
                <a:cubicBezTo>
                  <a:pt x="71260" y="0"/>
                  <a:pt x="84423" y="5447"/>
                  <a:pt x="94862" y="15886"/>
                </a:cubicBezTo>
                <a:cubicBezTo>
                  <a:pt x="105074" y="26552"/>
                  <a:pt x="110294" y="41077"/>
                  <a:pt x="110294" y="59686"/>
                </a:cubicBezTo>
                <a:cubicBezTo>
                  <a:pt x="110294" y="74891"/>
                  <a:pt x="108025" y="86919"/>
                  <a:pt x="103486" y="95543"/>
                </a:cubicBezTo>
                <a:cubicBezTo>
                  <a:pt x="98947" y="104167"/>
                  <a:pt x="92139" y="110975"/>
                  <a:pt x="83515" y="115741"/>
                </a:cubicBezTo>
                <a:cubicBezTo>
                  <a:pt x="74891" y="120280"/>
                  <a:pt x="65359" y="122776"/>
                  <a:pt x="55147" y="122776"/>
                </a:cubicBezTo>
                <a:cubicBezTo>
                  <a:pt x="38580" y="122776"/>
                  <a:pt x="25191" y="117556"/>
                  <a:pt x="15205" y="107117"/>
                </a:cubicBezTo>
                <a:cubicBezTo>
                  <a:pt x="4993" y="96678"/>
                  <a:pt x="0" y="81472"/>
                  <a:pt x="0" y="61501"/>
                </a:cubicBezTo>
                <a:close/>
                <a:moveTo>
                  <a:pt x="20652" y="61501"/>
                </a:moveTo>
                <a:cubicBezTo>
                  <a:pt x="20652" y="76480"/>
                  <a:pt x="23829" y="87827"/>
                  <a:pt x="30410" y="95316"/>
                </a:cubicBezTo>
                <a:cubicBezTo>
                  <a:pt x="36765" y="102805"/>
                  <a:pt x="45162" y="106436"/>
                  <a:pt x="55147" y="106436"/>
                </a:cubicBezTo>
                <a:cubicBezTo>
                  <a:pt x="65133" y="106436"/>
                  <a:pt x="73302" y="102805"/>
                  <a:pt x="79884" y="95316"/>
                </a:cubicBezTo>
                <a:cubicBezTo>
                  <a:pt x="86465" y="87827"/>
                  <a:pt x="89869" y="76253"/>
                  <a:pt x="89869" y="60821"/>
                </a:cubicBezTo>
                <a:cubicBezTo>
                  <a:pt x="89869" y="46296"/>
                  <a:pt x="86465" y="35403"/>
                  <a:pt x="79884" y="27687"/>
                </a:cubicBezTo>
                <a:cubicBezTo>
                  <a:pt x="73076" y="20198"/>
                  <a:pt x="64906" y="16340"/>
                  <a:pt x="55147" y="16340"/>
                </a:cubicBezTo>
                <a:cubicBezTo>
                  <a:pt x="45162" y="16340"/>
                  <a:pt x="36765" y="20198"/>
                  <a:pt x="30410" y="27687"/>
                </a:cubicBezTo>
                <a:cubicBezTo>
                  <a:pt x="23829" y="35176"/>
                  <a:pt x="20652" y="46523"/>
                  <a:pt x="20652" y="61501"/>
                </a:cubicBez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64A8ED-5812-4BD1-B6E9-2813AD86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275" y="6258141"/>
            <a:ext cx="134350" cy="162491"/>
          </a:xfrm>
          <a:custGeom xmlns:a="http://schemas.openxmlformats.org/drawingml/2006/main">
            <a:pathLst>
              <a:path w="134350" h="162491">
                <a:moveTo>
                  <a:pt x="0" y="162491"/>
                </a:moveTo>
                <a:lnTo>
                  <a:pt x="0" y="0"/>
                </a:lnTo>
                <a:lnTo>
                  <a:pt x="56055" y="0"/>
                </a:lnTo>
                <a:cubicBezTo>
                  <a:pt x="68537" y="0"/>
                  <a:pt x="78068" y="908"/>
                  <a:pt x="84877" y="2269"/>
                </a:cubicBezTo>
                <a:cubicBezTo>
                  <a:pt x="94181" y="4539"/>
                  <a:pt x="102124" y="8624"/>
                  <a:pt x="108705" y="14070"/>
                </a:cubicBezTo>
                <a:cubicBezTo>
                  <a:pt x="117329" y="21333"/>
                  <a:pt x="123684" y="30637"/>
                  <a:pt x="127996" y="41757"/>
                </a:cubicBezTo>
                <a:cubicBezTo>
                  <a:pt x="132081" y="53105"/>
                  <a:pt x="134350" y="65813"/>
                  <a:pt x="134350" y="80338"/>
                </a:cubicBezTo>
                <a:cubicBezTo>
                  <a:pt x="134350" y="92820"/>
                  <a:pt x="132761" y="103713"/>
                  <a:pt x="130038" y="113244"/>
                </a:cubicBezTo>
                <a:cubicBezTo>
                  <a:pt x="127088" y="122776"/>
                  <a:pt x="123457" y="130719"/>
                  <a:pt x="118918" y="136846"/>
                </a:cubicBezTo>
                <a:cubicBezTo>
                  <a:pt x="114379" y="143201"/>
                  <a:pt x="109386" y="147967"/>
                  <a:pt x="103940" y="151598"/>
                </a:cubicBezTo>
                <a:cubicBezTo>
                  <a:pt x="98493" y="155229"/>
                  <a:pt x="92139" y="157952"/>
                  <a:pt x="84650" y="159768"/>
                </a:cubicBezTo>
                <a:cubicBezTo>
                  <a:pt x="76934" y="161583"/>
                  <a:pt x="68310" y="162491"/>
                  <a:pt x="58551" y="162491"/>
                </a:cubicBezTo>
                <a:lnTo>
                  <a:pt x="0" y="162491"/>
                </a:lnTo>
                <a:close/>
                <a:moveTo>
                  <a:pt x="21560" y="143428"/>
                </a:moveTo>
                <a:lnTo>
                  <a:pt x="56282" y="143428"/>
                </a:lnTo>
                <a:cubicBezTo>
                  <a:pt x="66948" y="143428"/>
                  <a:pt x="75345" y="142520"/>
                  <a:pt x="81472" y="140477"/>
                </a:cubicBezTo>
                <a:cubicBezTo>
                  <a:pt x="87373" y="138435"/>
                  <a:pt x="92366" y="135485"/>
                  <a:pt x="95997" y="131854"/>
                </a:cubicBezTo>
                <a:cubicBezTo>
                  <a:pt x="100989" y="126861"/>
                  <a:pt x="105074" y="120053"/>
                  <a:pt x="107798" y="111429"/>
                </a:cubicBezTo>
                <a:cubicBezTo>
                  <a:pt x="110521" y="102805"/>
                  <a:pt x="112110" y="92366"/>
                  <a:pt x="112110" y="80111"/>
                </a:cubicBezTo>
                <a:cubicBezTo>
                  <a:pt x="112110" y="63090"/>
                  <a:pt x="109159" y="49927"/>
                  <a:pt x="103713" y="40850"/>
                </a:cubicBezTo>
                <a:cubicBezTo>
                  <a:pt x="98266" y="31772"/>
                  <a:pt x="91458" y="25645"/>
                  <a:pt x="83515" y="22467"/>
                </a:cubicBezTo>
                <a:cubicBezTo>
                  <a:pt x="77614" y="20425"/>
                  <a:pt x="68310" y="19290"/>
                  <a:pt x="55601" y="19290"/>
                </a:cubicBezTo>
                <a:lnTo>
                  <a:pt x="21560" y="19290"/>
                </a:lnTo>
                <a:lnTo>
                  <a:pt x="21560" y="143428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062CDC-5642-4BE5-A9AD-EA0E2240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50" y="6300352"/>
            <a:ext cx="108479" cy="122776"/>
          </a:xfrm>
          <a:custGeom xmlns:a="http://schemas.openxmlformats.org/drawingml/2006/main">
            <a:pathLst>
              <a:path w="108479" h="122776">
                <a:moveTo>
                  <a:pt x="87146" y="82380"/>
                </a:moveTo>
                <a:lnTo>
                  <a:pt x="107798" y="84877"/>
                </a:lnTo>
                <a:cubicBezTo>
                  <a:pt x="104394" y="97131"/>
                  <a:pt x="98266" y="106436"/>
                  <a:pt x="89642" y="113017"/>
                </a:cubicBezTo>
                <a:cubicBezTo>
                  <a:pt x="80792" y="119599"/>
                  <a:pt x="69671" y="122776"/>
                  <a:pt x="56055" y="122776"/>
                </a:cubicBezTo>
                <a:cubicBezTo>
                  <a:pt x="38807" y="122776"/>
                  <a:pt x="24964" y="117556"/>
                  <a:pt x="14978" y="107117"/>
                </a:cubicBezTo>
                <a:cubicBezTo>
                  <a:pt x="4993" y="96678"/>
                  <a:pt x="0" y="81699"/>
                  <a:pt x="0" y="62409"/>
                </a:cubicBezTo>
                <a:cubicBezTo>
                  <a:pt x="0" y="42665"/>
                  <a:pt x="4993" y="27233"/>
                  <a:pt x="15205" y="16340"/>
                </a:cubicBezTo>
                <a:cubicBezTo>
                  <a:pt x="25191" y="5447"/>
                  <a:pt x="38580" y="0"/>
                  <a:pt x="54920" y="0"/>
                </a:cubicBezTo>
                <a:cubicBezTo>
                  <a:pt x="70579" y="0"/>
                  <a:pt x="83515" y="5447"/>
                  <a:pt x="93500" y="16113"/>
                </a:cubicBezTo>
                <a:cubicBezTo>
                  <a:pt x="103486" y="26779"/>
                  <a:pt x="108479" y="41757"/>
                  <a:pt x="108479" y="61274"/>
                </a:cubicBezTo>
                <a:cubicBezTo>
                  <a:pt x="108479" y="62636"/>
                  <a:pt x="108252" y="64225"/>
                  <a:pt x="108252" y="66494"/>
                </a:cubicBezTo>
                <a:lnTo>
                  <a:pt x="20425" y="66494"/>
                </a:lnTo>
                <a:cubicBezTo>
                  <a:pt x="21106" y="79657"/>
                  <a:pt x="24737" y="89415"/>
                  <a:pt x="31318" y="96224"/>
                </a:cubicBezTo>
                <a:cubicBezTo>
                  <a:pt x="37899" y="103032"/>
                  <a:pt x="46069" y="106436"/>
                  <a:pt x="56055" y="106436"/>
                </a:cubicBezTo>
                <a:cubicBezTo>
                  <a:pt x="63317" y="106436"/>
                  <a:pt x="69671" y="104621"/>
                  <a:pt x="74891" y="100762"/>
                </a:cubicBezTo>
                <a:cubicBezTo>
                  <a:pt x="79884" y="97131"/>
                  <a:pt x="83969" y="91004"/>
                  <a:pt x="87146" y="82380"/>
                </a:cubicBezTo>
                <a:close/>
                <a:moveTo>
                  <a:pt x="21560" y="50154"/>
                </a:moveTo>
                <a:lnTo>
                  <a:pt x="87373" y="50154"/>
                </a:lnTo>
                <a:cubicBezTo>
                  <a:pt x="86465" y="40169"/>
                  <a:pt x="83969" y="32907"/>
                  <a:pt x="79884" y="27914"/>
                </a:cubicBezTo>
                <a:cubicBezTo>
                  <a:pt x="73529" y="20198"/>
                  <a:pt x="65133" y="16340"/>
                  <a:pt x="55147" y="16340"/>
                </a:cubicBezTo>
                <a:cubicBezTo>
                  <a:pt x="45842" y="16340"/>
                  <a:pt x="38126" y="19517"/>
                  <a:pt x="31999" y="25645"/>
                </a:cubicBezTo>
                <a:cubicBezTo>
                  <a:pt x="25645" y="31772"/>
                  <a:pt x="22240" y="39942"/>
                  <a:pt x="21560" y="50154"/>
                </a:cubicBez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B29C29-3813-4489-BED7-C512B2E9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6918" y="6261772"/>
            <a:ext cx="57416" cy="160221"/>
          </a:xfrm>
          <a:custGeom xmlns:a="http://schemas.openxmlformats.org/drawingml/2006/main">
            <a:pathLst>
              <a:path w="57416" h="160221">
                <a:moveTo>
                  <a:pt x="54466" y="140931"/>
                </a:moveTo>
                <a:lnTo>
                  <a:pt x="57416" y="158633"/>
                </a:lnTo>
                <a:cubicBezTo>
                  <a:pt x="51516" y="159541"/>
                  <a:pt x="46523" y="160221"/>
                  <a:pt x="42211" y="160221"/>
                </a:cubicBezTo>
                <a:cubicBezTo>
                  <a:pt x="34949" y="160221"/>
                  <a:pt x="29276" y="159087"/>
                  <a:pt x="25418" y="157044"/>
                </a:cubicBezTo>
                <a:cubicBezTo>
                  <a:pt x="21333" y="154775"/>
                  <a:pt x="18609" y="151825"/>
                  <a:pt x="17021" y="147967"/>
                </a:cubicBezTo>
                <a:cubicBezTo>
                  <a:pt x="15205" y="144335"/>
                  <a:pt x="14524" y="136392"/>
                  <a:pt x="14524" y="124365"/>
                </a:cubicBezTo>
                <a:lnTo>
                  <a:pt x="14524" y="56736"/>
                </a:lnTo>
                <a:lnTo>
                  <a:pt x="0" y="56736"/>
                </a:lnTo>
                <a:lnTo>
                  <a:pt x="0" y="41077"/>
                </a:lnTo>
                <a:lnTo>
                  <a:pt x="14524" y="41077"/>
                </a:lnTo>
                <a:lnTo>
                  <a:pt x="14524" y="12028"/>
                </a:lnTo>
                <a:lnTo>
                  <a:pt x="34268" y="0"/>
                </a:lnTo>
                <a:lnTo>
                  <a:pt x="34268" y="41077"/>
                </a:lnTo>
                <a:lnTo>
                  <a:pt x="54466" y="41077"/>
                </a:lnTo>
                <a:lnTo>
                  <a:pt x="54466" y="56736"/>
                </a:lnTo>
                <a:lnTo>
                  <a:pt x="34268" y="56736"/>
                </a:lnTo>
                <a:lnTo>
                  <a:pt x="34268" y="125499"/>
                </a:lnTo>
                <a:cubicBezTo>
                  <a:pt x="34268" y="131400"/>
                  <a:pt x="34495" y="135031"/>
                  <a:pt x="35403" y="136619"/>
                </a:cubicBezTo>
                <a:cubicBezTo>
                  <a:pt x="36084" y="138208"/>
                  <a:pt x="37219" y="139570"/>
                  <a:pt x="38807" y="140477"/>
                </a:cubicBezTo>
                <a:cubicBezTo>
                  <a:pt x="40396" y="141385"/>
                  <a:pt x="42665" y="141839"/>
                  <a:pt x="45615" y="141839"/>
                </a:cubicBezTo>
                <a:cubicBezTo>
                  <a:pt x="47885" y="141839"/>
                  <a:pt x="50835" y="141612"/>
                  <a:pt x="54466" y="140931"/>
                </a:cubicBez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89439F-F323-4FC8-A9C5-75F94F6F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093" y="6300352"/>
            <a:ext cx="108479" cy="122776"/>
          </a:xfrm>
          <a:custGeom xmlns:a="http://schemas.openxmlformats.org/drawingml/2006/main">
            <a:pathLst>
              <a:path w="108479" h="122776">
                <a:moveTo>
                  <a:pt x="83515" y="105755"/>
                </a:moveTo>
                <a:cubicBezTo>
                  <a:pt x="76026" y="112110"/>
                  <a:pt x="68991" y="116648"/>
                  <a:pt x="62182" y="119145"/>
                </a:cubicBezTo>
                <a:cubicBezTo>
                  <a:pt x="55374" y="121414"/>
                  <a:pt x="47885" y="122776"/>
                  <a:pt x="40169" y="122776"/>
                </a:cubicBezTo>
                <a:cubicBezTo>
                  <a:pt x="27233" y="122776"/>
                  <a:pt x="17248" y="119826"/>
                  <a:pt x="10439" y="113471"/>
                </a:cubicBezTo>
                <a:cubicBezTo>
                  <a:pt x="3404" y="107117"/>
                  <a:pt x="0" y="99174"/>
                  <a:pt x="0" y="89188"/>
                </a:cubicBezTo>
                <a:cubicBezTo>
                  <a:pt x="0" y="83515"/>
                  <a:pt x="1135" y="78295"/>
                  <a:pt x="3858" y="73529"/>
                </a:cubicBezTo>
                <a:cubicBezTo>
                  <a:pt x="6581" y="68764"/>
                  <a:pt x="9985" y="64906"/>
                  <a:pt x="14297" y="61955"/>
                </a:cubicBezTo>
                <a:cubicBezTo>
                  <a:pt x="18382" y="59232"/>
                  <a:pt x="23148" y="56963"/>
                  <a:pt x="28595" y="55374"/>
                </a:cubicBezTo>
                <a:cubicBezTo>
                  <a:pt x="32453" y="54466"/>
                  <a:pt x="38353" y="53558"/>
                  <a:pt x="46296" y="52424"/>
                </a:cubicBezTo>
                <a:cubicBezTo>
                  <a:pt x="62409" y="50608"/>
                  <a:pt x="74210" y="48339"/>
                  <a:pt x="81926" y="45615"/>
                </a:cubicBezTo>
                <a:cubicBezTo>
                  <a:pt x="81926" y="42892"/>
                  <a:pt x="81926" y="41304"/>
                  <a:pt x="81926" y="40396"/>
                </a:cubicBezTo>
                <a:cubicBezTo>
                  <a:pt x="81926" y="32226"/>
                  <a:pt x="80111" y="26552"/>
                  <a:pt x="76480" y="23148"/>
                </a:cubicBezTo>
                <a:cubicBezTo>
                  <a:pt x="71260" y="18609"/>
                  <a:pt x="63544" y="16340"/>
                  <a:pt x="53558" y="16340"/>
                </a:cubicBezTo>
                <a:cubicBezTo>
                  <a:pt x="44027" y="16340"/>
                  <a:pt x="37219" y="18155"/>
                  <a:pt x="32680" y="21333"/>
                </a:cubicBezTo>
                <a:cubicBezTo>
                  <a:pt x="28141" y="24737"/>
                  <a:pt x="24964" y="30637"/>
                  <a:pt x="22921" y="38807"/>
                </a:cubicBezTo>
                <a:lnTo>
                  <a:pt x="3404" y="36084"/>
                </a:lnTo>
                <a:cubicBezTo>
                  <a:pt x="5220" y="27914"/>
                  <a:pt x="8170" y="21106"/>
                  <a:pt x="12255" y="15886"/>
                </a:cubicBezTo>
                <a:cubicBezTo>
                  <a:pt x="16340" y="10893"/>
                  <a:pt x="22013" y="6808"/>
                  <a:pt x="29729" y="4085"/>
                </a:cubicBezTo>
                <a:cubicBezTo>
                  <a:pt x="37446" y="1362"/>
                  <a:pt x="46296" y="0"/>
                  <a:pt x="56509" y="0"/>
                </a:cubicBezTo>
                <a:cubicBezTo>
                  <a:pt x="66494" y="0"/>
                  <a:pt x="74664" y="1362"/>
                  <a:pt x="81018" y="3631"/>
                </a:cubicBezTo>
                <a:cubicBezTo>
                  <a:pt x="87373" y="5901"/>
                  <a:pt x="91912" y="8851"/>
                  <a:pt x="94862" y="12482"/>
                </a:cubicBezTo>
                <a:cubicBezTo>
                  <a:pt x="97812" y="16113"/>
                  <a:pt x="99855" y="20425"/>
                  <a:pt x="100989" y="25871"/>
                </a:cubicBezTo>
                <a:cubicBezTo>
                  <a:pt x="101670" y="29503"/>
                  <a:pt x="102124" y="35630"/>
                  <a:pt x="102124" y="44481"/>
                </a:cubicBezTo>
                <a:lnTo>
                  <a:pt x="102124" y="71033"/>
                </a:lnTo>
                <a:cubicBezTo>
                  <a:pt x="102124" y="89642"/>
                  <a:pt x="102351" y="101216"/>
                  <a:pt x="103259" y="106209"/>
                </a:cubicBezTo>
                <a:cubicBezTo>
                  <a:pt x="104167" y="111202"/>
                  <a:pt x="105755" y="115741"/>
                  <a:pt x="108479" y="120280"/>
                </a:cubicBezTo>
                <a:lnTo>
                  <a:pt x="87600" y="120280"/>
                </a:lnTo>
                <a:cubicBezTo>
                  <a:pt x="85330" y="116195"/>
                  <a:pt x="83969" y="111429"/>
                  <a:pt x="83515" y="105755"/>
                </a:cubicBezTo>
                <a:close/>
                <a:moveTo>
                  <a:pt x="81926" y="61274"/>
                </a:moveTo>
                <a:cubicBezTo>
                  <a:pt x="74664" y="64225"/>
                  <a:pt x="63771" y="66721"/>
                  <a:pt x="49247" y="68764"/>
                </a:cubicBezTo>
                <a:cubicBezTo>
                  <a:pt x="41077" y="70125"/>
                  <a:pt x="35176" y="71487"/>
                  <a:pt x="31772" y="72849"/>
                </a:cubicBezTo>
                <a:cubicBezTo>
                  <a:pt x="28368" y="74210"/>
                  <a:pt x="25871" y="76480"/>
                  <a:pt x="24056" y="79203"/>
                </a:cubicBezTo>
                <a:cubicBezTo>
                  <a:pt x="22240" y="82153"/>
                  <a:pt x="21333" y="85330"/>
                  <a:pt x="21333" y="88735"/>
                </a:cubicBezTo>
                <a:cubicBezTo>
                  <a:pt x="21333" y="94181"/>
                  <a:pt x="23148" y="98493"/>
                  <a:pt x="27233" y="102124"/>
                </a:cubicBezTo>
                <a:cubicBezTo>
                  <a:pt x="31318" y="105755"/>
                  <a:pt x="37219" y="107344"/>
                  <a:pt x="44935" y="107344"/>
                </a:cubicBezTo>
                <a:cubicBezTo>
                  <a:pt x="52651" y="107344"/>
                  <a:pt x="59459" y="105755"/>
                  <a:pt x="65359" y="102351"/>
                </a:cubicBezTo>
                <a:cubicBezTo>
                  <a:pt x="71260" y="98947"/>
                  <a:pt x="75799" y="94408"/>
                  <a:pt x="78749" y="88508"/>
                </a:cubicBezTo>
                <a:cubicBezTo>
                  <a:pt x="80792" y="83969"/>
                  <a:pt x="81926" y="77387"/>
                  <a:pt x="81926" y="68537"/>
                </a:cubicBezTo>
                <a:lnTo>
                  <a:pt x="81926" y="61274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1D85E6-FB9F-40C6-ABEE-859F093E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7081" y="6258141"/>
            <a:ext cx="19971" cy="162491"/>
          </a:xfrm>
          <a:custGeom xmlns:a="http://schemas.openxmlformats.org/drawingml/2006/main">
            <a:pathLst>
              <a:path w="19971" h="162491">
                <a:moveTo>
                  <a:pt x="0" y="22921"/>
                </a:moveTo>
                <a:lnTo>
                  <a:pt x="0" y="0"/>
                </a:lnTo>
                <a:lnTo>
                  <a:pt x="19971" y="0"/>
                </a:lnTo>
                <a:lnTo>
                  <a:pt x="19971" y="22921"/>
                </a:lnTo>
                <a:lnTo>
                  <a:pt x="0" y="22921"/>
                </a:lnTo>
                <a:close/>
                <a:moveTo>
                  <a:pt x="0" y="162491"/>
                </a:moveTo>
                <a:lnTo>
                  <a:pt x="0" y="44708"/>
                </a:lnTo>
                <a:lnTo>
                  <a:pt x="19971" y="44708"/>
                </a:lnTo>
                <a:lnTo>
                  <a:pt x="19971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8E17A0-10A5-48AD-A55B-1DB77816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7008" y="6258141"/>
            <a:ext cx="19971" cy="162491"/>
          </a:xfrm>
          <a:custGeom xmlns:a="http://schemas.openxmlformats.org/drawingml/2006/main">
            <a:pathLst>
              <a:path w="19971" h="162491">
                <a:moveTo>
                  <a:pt x="0" y="162491"/>
                </a:moveTo>
                <a:lnTo>
                  <a:pt x="0" y="0"/>
                </a:lnTo>
                <a:lnTo>
                  <a:pt x="19971" y="0"/>
                </a:lnTo>
                <a:lnTo>
                  <a:pt x="19971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9F8E48-2FBB-4E54-9161-9FD49268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262" y="6300352"/>
            <a:ext cx="108479" cy="122776"/>
          </a:xfrm>
          <a:custGeom xmlns:a="http://schemas.openxmlformats.org/drawingml/2006/main">
            <a:pathLst>
              <a:path w="108479" h="122776">
                <a:moveTo>
                  <a:pt x="87146" y="82380"/>
                </a:moveTo>
                <a:lnTo>
                  <a:pt x="107798" y="84877"/>
                </a:lnTo>
                <a:cubicBezTo>
                  <a:pt x="104394" y="97131"/>
                  <a:pt x="98266" y="106436"/>
                  <a:pt x="89642" y="113017"/>
                </a:cubicBezTo>
                <a:cubicBezTo>
                  <a:pt x="80792" y="119599"/>
                  <a:pt x="69671" y="122776"/>
                  <a:pt x="56055" y="122776"/>
                </a:cubicBezTo>
                <a:cubicBezTo>
                  <a:pt x="38807" y="122776"/>
                  <a:pt x="24964" y="117556"/>
                  <a:pt x="14978" y="107117"/>
                </a:cubicBezTo>
                <a:cubicBezTo>
                  <a:pt x="4993" y="96678"/>
                  <a:pt x="0" y="81699"/>
                  <a:pt x="0" y="62409"/>
                </a:cubicBezTo>
                <a:cubicBezTo>
                  <a:pt x="0" y="42665"/>
                  <a:pt x="4993" y="27233"/>
                  <a:pt x="15205" y="16340"/>
                </a:cubicBezTo>
                <a:cubicBezTo>
                  <a:pt x="25191" y="5447"/>
                  <a:pt x="38580" y="0"/>
                  <a:pt x="54920" y="0"/>
                </a:cubicBezTo>
                <a:cubicBezTo>
                  <a:pt x="70579" y="0"/>
                  <a:pt x="83515" y="5447"/>
                  <a:pt x="93500" y="16113"/>
                </a:cubicBezTo>
                <a:cubicBezTo>
                  <a:pt x="103486" y="26779"/>
                  <a:pt x="108479" y="41757"/>
                  <a:pt x="108479" y="61274"/>
                </a:cubicBezTo>
                <a:cubicBezTo>
                  <a:pt x="108479" y="62636"/>
                  <a:pt x="108252" y="64225"/>
                  <a:pt x="108252" y="66494"/>
                </a:cubicBezTo>
                <a:lnTo>
                  <a:pt x="20425" y="66494"/>
                </a:lnTo>
                <a:cubicBezTo>
                  <a:pt x="21106" y="79657"/>
                  <a:pt x="24737" y="89415"/>
                  <a:pt x="31318" y="96224"/>
                </a:cubicBezTo>
                <a:cubicBezTo>
                  <a:pt x="37899" y="103032"/>
                  <a:pt x="46069" y="106436"/>
                  <a:pt x="56055" y="106436"/>
                </a:cubicBezTo>
                <a:cubicBezTo>
                  <a:pt x="63317" y="106436"/>
                  <a:pt x="69671" y="104621"/>
                  <a:pt x="74891" y="100762"/>
                </a:cubicBezTo>
                <a:cubicBezTo>
                  <a:pt x="79884" y="97131"/>
                  <a:pt x="83969" y="91004"/>
                  <a:pt x="87146" y="82380"/>
                </a:cubicBezTo>
                <a:close/>
                <a:moveTo>
                  <a:pt x="21560" y="50154"/>
                </a:moveTo>
                <a:lnTo>
                  <a:pt x="87373" y="50154"/>
                </a:lnTo>
                <a:cubicBezTo>
                  <a:pt x="86465" y="40169"/>
                  <a:pt x="83969" y="32907"/>
                  <a:pt x="79884" y="27914"/>
                </a:cubicBezTo>
                <a:cubicBezTo>
                  <a:pt x="73529" y="20198"/>
                  <a:pt x="65133" y="16340"/>
                  <a:pt x="55147" y="16340"/>
                </a:cubicBezTo>
                <a:cubicBezTo>
                  <a:pt x="45842" y="16340"/>
                  <a:pt x="38126" y="19517"/>
                  <a:pt x="31999" y="25645"/>
                </a:cubicBezTo>
                <a:cubicBezTo>
                  <a:pt x="25645" y="31772"/>
                  <a:pt x="22240" y="39942"/>
                  <a:pt x="21560" y="50154"/>
                </a:cubicBez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FC12BE-FAB5-4743-B519-C2C39518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761" y="6258141"/>
            <a:ext cx="102124" cy="164987"/>
          </a:xfrm>
          <a:custGeom xmlns:a="http://schemas.openxmlformats.org/drawingml/2006/main">
            <a:pathLst>
              <a:path w="102124" h="164987">
                <a:moveTo>
                  <a:pt x="83515" y="162491"/>
                </a:moveTo>
                <a:lnTo>
                  <a:pt x="83515" y="147740"/>
                </a:lnTo>
                <a:cubicBezTo>
                  <a:pt x="76026" y="159314"/>
                  <a:pt x="65133" y="164987"/>
                  <a:pt x="50608" y="164987"/>
                </a:cubicBezTo>
                <a:cubicBezTo>
                  <a:pt x="41077" y="164987"/>
                  <a:pt x="32453" y="162491"/>
                  <a:pt x="24737" y="157271"/>
                </a:cubicBezTo>
                <a:cubicBezTo>
                  <a:pt x="16794" y="152278"/>
                  <a:pt x="10666" y="145016"/>
                  <a:pt x="6354" y="135712"/>
                </a:cubicBezTo>
                <a:cubicBezTo>
                  <a:pt x="2042" y="126634"/>
                  <a:pt x="0" y="115968"/>
                  <a:pt x="0" y="103713"/>
                </a:cubicBezTo>
                <a:cubicBezTo>
                  <a:pt x="0" y="92139"/>
                  <a:pt x="1816" y="81472"/>
                  <a:pt x="5901" y="71941"/>
                </a:cubicBezTo>
                <a:cubicBezTo>
                  <a:pt x="9759" y="62409"/>
                  <a:pt x="15659" y="54920"/>
                  <a:pt x="23375" y="49927"/>
                </a:cubicBezTo>
                <a:cubicBezTo>
                  <a:pt x="31091" y="44935"/>
                  <a:pt x="39942" y="42211"/>
                  <a:pt x="49700" y="42211"/>
                </a:cubicBezTo>
                <a:cubicBezTo>
                  <a:pt x="56736" y="42211"/>
                  <a:pt x="63090" y="43800"/>
                  <a:pt x="68764" y="46750"/>
                </a:cubicBezTo>
                <a:cubicBezTo>
                  <a:pt x="74210" y="49700"/>
                  <a:pt x="78749" y="53558"/>
                  <a:pt x="82153" y="58324"/>
                </a:cubicBezTo>
                <a:lnTo>
                  <a:pt x="82153" y="0"/>
                </a:lnTo>
                <a:lnTo>
                  <a:pt x="102124" y="0"/>
                </a:lnTo>
                <a:lnTo>
                  <a:pt x="102124" y="162491"/>
                </a:lnTo>
                <a:lnTo>
                  <a:pt x="83515" y="162491"/>
                </a:lnTo>
                <a:close/>
                <a:moveTo>
                  <a:pt x="20652" y="103713"/>
                </a:moveTo>
                <a:cubicBezTo>
                  <a:pt x="20652" y="118918"/>
                  <a:pt x="23602" y="130265"/>
                  <a:pt x="29956" y="137527"/>
                </a:cubicBezTo>
                <a:cubicBezTo>
                  <a:pt x="36311" y="145016"/>
                  <a:pt x="43800" y="148647"/>
                  <a:pt x="52424" y="148647"/>
                </a:cubicBezTo>
                <a:cubicBezTo>
                  <a:pt x="61048" y="148647"/>
                  <a:pt x="68537" y="145243"/>
                  <a:pt x="74664" y="137981"/>
                </a:cubicBezTo>
                <a:cubicBezTo>
                  <a:pt x="80792" y="130946"/>
                  <a:pt x="83969" y="120053"/>
                  <a:pt x="83969" y="105528"/>
                </a:cubicBezTo>
                <a:cubicBezTo>
                  <a:pt x="83969" y="89415"/>
                  <a:pt x="80792" y="77614"/>
                  <a:pt x="74664" y="69898"/>
                </a:cubicBezTo>
                <a:cubicBezTo>
                  <a:pt x="68310" y="62409"/>
                  <a:pt x="60821" y="58551"/>
                  <a:pt x="51743" y="58551"/>
                </a:cubicBezTo>
                <a:cubicBezTo>
                  <a:pt x="42665" y="58551"/>
                  <a:pt x="35403" y="62182"/>
                  <a:pt x="29503" y="69444"/>
                </a:cubicBezTo>
                <a:cubicBezTo>
                  <a:pt x="23602" y="76707"/>
                  <a:pt x="20652" y="88281"/>
                  <a:pt x="20652" y="103713"/>
                </a:cubicBez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220F73-BDE5-413C-8604-CA87792A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633" y="6499026"/>
            <a:ext cx="143655" cy="167711"/>
          </a:xfrm>
          <a:custGeom xmlns:a="http://schemas.openxmlformats.org/drawingml/2006/main">
            <a:pathLst>
              <a:path w="143655" h="167711">
                <a:moveTo>
                  <a:pt x="122095" y="108252"/>
                </a:moveTo>
                <a:lnTo>
                  <a:pt x="143655" y="113698"/>
                </a:lnTo>
                <a:cubicBezTo>
                  <a:pt x="139116" y="131400"/>
                  <a:pt x="130946" y="145016"/>
                  <a:pt x="119145" y="154094"/>
                </a:cubicBezTo>
                <a:cubicBezTo>
                  <a:pt x="107344" y="163172"/>
                  <a:pt x="93046" y="167711"/>
                  <a:pt x="76253" y="167711"/>
                </a:cubicBezTo>
                <a:cubicBezTo>
                  <a:pt x="58778" y="167711"/>
                  <a:pt x="44481" y="164306"/>
                  <a:pt x="33587" y="157271"/>
                </a:cubicBezTo>
                <a:cubicBezTo>
                  <a:pt x="22467" y="150236"/>
                  <a:pt x="14070" y="140024"/>
                  <a:pt x="8397" y="126407"/>
                </a:cubicBezTo>
                <a:cubicBezTo>
                  <a:pt x="2723" y="112790"/>
                  <a:pt x="0" y="98266"/>
                  <a:pt x="0" y="82834"/>
                </a:cubicBezTo>
                <a:cubicBezTo>
                  <a:pt x="0" y="66040"/>
                  <a:pt x="3177" y="51289"/>
                  <a:pt x="9532" y="38580"/>
                </a:cubicBezTo>
                <a:cubicBezTo>
                  <a:pt x="15886" y="25871"/>
                  <a:pt x="25191" y="16340"/>
                  <a:pt x="37219" y="9759"/>
                </a:cubicBezTo>
                <a:cubicBezTo>
                  <a:pt x="49020" y="3404"/>
                  <a:pt x="62182" y="0"/>
                  <a:pt x="76707" y="0"/>
                </a:cubicBezTo>
                <a:cubicBezTo>
                  <a:pt x="92820" y="0"/>
                  <a:pt x="106436" y="4312"/>
                  <a:pt x="117556" y="12482"/>
                </a:cubicBezTo>
                <a:cubicBezTo>
                  <a:pt x="128676" y="20652"/>
                  <a:pt x="136392" y="32226"/>
                  <a:pt x="140704" y="47204"/>
                </a:cubicBezTo>
                <a:lnTo>
                  <a:pt x="119599" y="52197"/>
                </a:lnTo>
                <a:cubicBezTo>
                  <a:pt x="115741" y="40396"/>
                  <a:pt x="110294" y="31999"/>
                  <a:pt x="103259" y="26552"/>
                </a:cubicBezTo>
                <a:cubicBezTo>
                  <a:pt x="95997" y="21106"/>
                  <a:pt x="87146" y="18382"/>
                  <a:pt x="76253" y="18382"/>
                </a:cubicBezTo>
                <a:cubicBezTo>
                  <a:pt x="63544" y="18382"/>
                  <a:pt x="53105" y="21560"/>
                  <a:pt x="44708" y="27460"/>
                </a:cubicBezTo>
                <a:cubicBezTo>
                  <a:pt x="36311" y="33361"/>
                  <a:pt x="30410" y="41530"/>
                  <a:pt x="27006" y="51516"/>
                </a:cubicBezTo>
                <a:cubicBezTo>
                  <a:pt x="23602" y="61501"/>
                  <a:pt x="22013" y="71941"/>
                  <a:pt x="22013" y="82607"/>
                </a:cubicBezTo>
                <a:cubicBezTo>
                  <a:pt x="22013" y="96678"/>
                  <a:pt x="24056" y="108705"/>
                  <a:pt x="28141" y="118918"/>
                </a:cubicBezTo>
                <a:cubicBezTo>
                  <a:pt x="32226" y="129357"/>
                  <a:pt x="38353" y="137073"/>
                  <a:pt x="46977" y="142066"/>
                </a:cubicBezTo>
                <a:cubicBezTo>
                  <a:pt x="55374" y="147059"/>
                  <a:pt x="64452" y="149555"/>
                  <a:pt x="74437" y="149555"/>
                </a:cubicBezTo>
                <a:cubicBezTo>
                  <a:pt x="86465" y="149555"/>
                  <a:pt x="96678" y="146151"/>
                  <a:pt x="105074" y="139116"/>
                </a:cubicBezTo>
                <a:cubicBezTo>
                  <a:pt x="113244" y="132308"/>
                  <a:pt x="118918" y="121868"/>
                  <a:pt x="122095" y="108252"/>
                </a:cubicBez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0F68CF-2183-413A-A129-27F5C15C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308" y="6543960"/>
            <a:ext cx="108479" cy="122776"/>
          </a:xfrm>
          <a:custGeom xmlns:a="http://schemas.openxmlformats.org/drawingml/2006/main">
            <a:pathLst>
              <a:path w="108479" h="122776">
                <a:moveTo>
                  <a:pt x="83515" y="105755"/>
                </a:moveTo>
                <a:cubicBezTo>
                  <a:pt x="76026" y="112110"/>
                  <a:pt x="68991" y="116648"/>
                  <a:pt x="62182" y="119145"/>
                </a:cubicBezTo>
                <a:cubicBezTo>
                  <a:pt x="55374" y="121414"/>
                  <a:pt x="47885" y="122776"/>
                  <a:pt x="40169" y="122776"/>
                </a:cubicBezTo>
                <a:cubicBezTo>
                  <a:pt x="27233" y="122776"/>
                  <a:pt x="17248" y="119826"/>
                  <a:pt x="10439" y="113471"/>
                </a:cubicBezTo>
                <a:cubicBezTo>
                  <a:pt x="3404" y="107117"/>
                  <a:pt x="0" y="99174"/>
                  <a:pt x="0" y="89188"/>
                </a:cubicBezTo>
                <a:cubicBezTo>
                  <a:pt x="0" y="83515"/>
                  <a:pt x="1135" y="78295"/>
                  <a:pt x="3858" y="73529"/>
                </a:cubicBezTo>
                <a:cubicBezTo>
                  <a:pt x="6581" y="68764"/>
                  <a:pt x="9985" y="64906"/>
                  <a:pt x="14297" y="61955"/>
                </a:cubicBezTo>
                <a:cubicBezTo>
                  <a:pt x="18382" y="59232"/>
                  <a:pt x="23148" y="56963"/>
                  <a:pt x="28595" y="55374"/>
                </a:cubicBezTo>
                <a:cubicBezTo>
                  <a:pt x="32453" y="54466"/>
                  <a:pt x="38353" y="53558"/>
                  <a:pt x="46296" y="52424"/>
                </a:cubicBezTo>
                <a:cubicBezTo>
                  <a:pt x="62409" y="50608"/>
                  <a:pt x="74210" y="48339"/>
                  <a:pt x="81926" y="45615"/>
                </a:cubicBezTo>
                <a:cubicBezTo>
                  <a:pt x="81926" y="42892"/>
                  <a:pt x="81926" y="41304"/>
                  <a:pt x="81926" y="40396"/>
                </a:cubicBezTo>
                <a:cubicBezTo>
                  <a:pt x="81926" y="32226"/>
                  <a:pt x="80111" y="26552"/>
                  <a:pt x="76480" y="23148"/>
                </a:cubicBezTo>
                <a:cubicBezTo>
                  <a:pt x="71260" y="18609"/>
                  <a:pt x="63544" y="16340"/>
                  <a:pt x="53558" y="16340"/>
                </a:cubicBezTo>
                <a:cubicBezTo>
                  <a:pt x="44027" y="16340"/>
                  <a:pt x="37219" y="18155"/>
                  <a:pt x="32680" y="21333"/>
                </a:cubicBezTo>
                <a:cubicBezTo>
                  <a:pt x="28141" y="24737"/>
                  <a:pt x="24964" y="30637"/>
                  <a:pt x="22921" y="38807"/>
                </a:cubicBezTo>
                <a:lnTo>
                  <a:pt x="3404" y="36084"/>
                </a:lnTo>
                <a:cubicBezTo>
                  <a:pt x="5220" y="27914"/>
                  <a:pt x="8170" y="21106"/>
                  <a:pt x="12255" y="15886"/>
                </a:cubicBezTo>
                <a:cubicBezTo>
                  <a:pt x="16340" y="10893"/>
                  <a:pt x="22013" y="6808"/>
                  <a:pt x="29729" y="4085"/>
                </a:cubicBezTo>
                <a:cubicBezTo>
                  <a:pt x="37446" y="1362"/>
                  <a:pt x="46296" y="0"/>
                  <a:pt x="56509" y="0"/>
                </a:cubicBezTo>
                <a:cubicBezTo>
                  <a:pt x="66494" y="0"/>
                  <a:pt x="74664" y="1362"/>
                  <a:pt x="81018" y="3631"/>
                </a:cubicBezTo>
                <a:cubicBezTo>
                  <a:pt x="87373" y="5901"/>
                  <a:pt x="91912" y="8851"/>
                  <a:pt x="94862" y="12482"/>
                </a:cubicBezTo>
                <a:cubicBezTo>
                  <a:pt x="97812" y="16113"/>
                  <a:pt x="99855" y="20425"/>
                  <a:pt x="100989" y="25871"/>
                </a:cubicBezTo>
                <a:cubicBezTo>
                  <a:pt x="101670" y="29503"/>
                  <a:pt x="102124" y="35630"/>
                  <a:pt x="102124" y="44481"/>
                </a:cubicBezTo>
                <a:lnTo>
                  <a:pt x="102124" y="71033"/>
                </a:lnTo>
                <a:cubicBezTo>
                  <a:pt x="102124" y="89642"/>
                  <a:pt x="102351" y="101216"/>
                  <a:pt x="103259" y="106209"/>
                </a:cubicBezTo>
                <a:cubicBezTo>
                  <a:pt x="104167" y="111202"/>
                  <a:pt x="105755" y="115741"/>
                  <a:pt x="108479" y="120280"/>
                </a:cubicBezTo>
                <a:lnTo>
                  <a:pt x="87600" y="120280"/>
                </a:lnTo>
                <a:cubicBezTo>
                  <a:pt x="85330" y="116195"/>
                  <a:pt x="83969" y="111429"/>
                  <a:pt x="83515" y="105755"/>
                </a:cubicBezTo>
                <a:close/>
                <a:moveTo>
                  <a:pt x="81926" y="61274"/>
                </a:moveTo>
                <a:cubicBezTo>
                  <a:pt x="74664" y="64225"/>
                  <a:pt x="63771" y="66721"/>
                  <a:pt x="49247" y="68764"/>
                </a:cubicBezTo>
                <a:cubicBezTo>
                  <a:pt x="41077" y="70125"/>
                  <a:pt x="35176" y="71487"/>
                  <a:pt x="31772" y="72849"/>
                </a:cubicBezTo>
                <a:cubicBezTo>
                  <a:pt x="28368" y="74210"/>
                  <a:pt x="25871" y="76480"/>
                  <a:pt x="24056" y="79203"/>
                </a:cubicBezTo>
                <a:cubicBezTo>
                  <a:pt x="22240" y="82153"/>
                  <a:pt x="21333" y="85330"/>
                  <a:pt x="21333" y="88735"/>
                </a:cubicBezTo>
                <a:cubicBezTo>
                  <a:pt x="21333" y="94181"/>
                  <a:pt x="23148" y="98493"/>
                  <a:pt x="27233" y="102124"/>
                </a:cubicBezTo>
                <a:cubicBezTo>
                  <a:pt x="31318" y="105755"/>
                  <a:pt x="37219" y="107344"/>
                  <a:pt x="44935" y="107344"/>
                </a:cubicBezTo>
                <a:cubicBezTo>
                  <a:pt x="52651" y="107344"/>
                  <a:pt x="59459" y="105755"/>
                  <a:pt x="65359" y="102351"/>
                </a:cubicBezTo>
                <a:cubicBezTo>
                  <a:pt x="71260" y="98947"/>
                  <a:pt x="75799" y="94408"/>
                  <a:pt x="78749" y="88508"/>
                </a:cubicBezTo>
                <a:cubicBezTo>
                  <a:pt x="80792" y="83969"/>
                  <a:pt x="81926" y="77387"/>
                  <a:pt x="81926" y="68537"/>
                </a:cubicBezTo>
                <a:lnTo>
                  <a:pt x="81926" y="61274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ED3D34-4B07-4C05-976A-AF862281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96" y="6543960"/>
            <a:ext cx="102124" cy="165214"/>
          </a:xfrm>
          <a:custGeom xmlns:a="http://schemas.openxmlformats.org/drawingml/2006/main">
            <a:pathLst>
              <a:path w="102124" h="165214">
                <a:moveTo>
                  <a:pt x="0" y="165214"/>
                </a:moveTo>
                <a:lnTo>
                  <a:pt x="0" y="2496"/>
                </a:lnTo>
                <a:lnTo>
                  <a:pt x="18155" y="2496"/>
                </a:lnTo>
                <a:lnTo>
                  <a:pt x="18155" y="17928"/>
                </a:lnTo>
                <a:cubicBezTo>
                  <a:pt x="22240" y="12028"/>
                  <a:pt x="27233" y="7489"/>
                  <a:pt x="32680" y="4539"/>
                </a:cubicBezTo>
                <a:cubicBezTo>
                  <a:pt x="38126" y="1589"/>
                  <a:pt x="44481" y="0"/>
                  <a:pt x="52197" y="0"/>
                </a:cubicBezTo>
                <a:cubicBezTo>
                  <a:pt x="62182" y="0"/>
                  <a:pt x="71033" y="2723"/>
                  <a:pt x="78749" y="7716"/>
                </a:cubicBezTo>
                <a:cubicBezTo>
                  <a:pt x="86465" y="12936"/>
                  <a:pt x="92139" y="20198"/>
                  <a:pt x="96224" y="29729"/>
                </a:cubicBezTo>
                <a:cubicBezTo>
                  <a:pt x="100082" y="39261"/>
                  <a:pt x="102124" y="49473"/>
                  <a:pt x="102124" y="60594"/>
                </a:cubicBezTo>
                <a:cubicBezTo>
                  <a:pt x="102124" y="72622"/>
                  <a:pt x="99855" y="83515"/>
                  <a:pt x="95543" y="93046"/>
                </a:cubicBezTo>
                <a:cubicBezTo>
                  <a:pt x="91231" y="102805"/>
                  <a:pt x="84877" y="110294"/>
                  <a:pt x="76707" y="115287"/>
                </a:cubicBezTo>
                <a:cubicBezTo>
                  <a:pt x="68537" y="120280"/>
                  <a:pt x="59913" y="122776"/>
                  <a:pt x="50835" y="122776"/>
                </a:cubicBezTo>
                <a:cubicBezTo>
                  <a:pt x="44027" y="122776"/>
                  <a:pt x="38126" y="121414"/>
                  <a:pt x="32907" y="118691"/>
                </a:cubicBezTo>
                <a:cubicBezTo>
                  <a:pt x="27460" y="115968"/>
                  <a:pt x="23148" y="112564"/>
                  <a:pt x="19971" y="108025"/>
                </a:cubicBezTo>
                <a:lnTo>
                  <a:pt x="19971" y="165214"/>
                </a:lnTo>
                <a:lnTo>
                  <a:pt x="0" y="165214"/>
                </a:lnTo>
                <a:close/>
                <a:moveTo>
                  <a:pt x="18155" y="62182"/>
                </a:moveTo>
                <a:cubicBezTo>
                  <a:pt x="18155" y="77387"/>
                  <a:pt x="21106" y="88508"/>
                  <a:pt x="27233" y="95770"/>
                </a:cubicBezTo>
                <a:cubicBezTo>
                  <a:pt x="33361" y="103032"/>
                  <a:pt x="40850" y="106436"/>
                  <a:pt x="49473" y="106436"/>
                </a:cubicBezTo>
                <a:cubicBezTo>
                  <a:pt x="58324" y="106436"/>
                  <a:pt x="65813" y="102805"/>
                  <a:pt x="72168" y="95316"/>
                </a:cubicBezTo>
                <a:cubicBezTo>
                  <a:pt x="78522" y="87827"/>
                  <a:pt x="81699" y="76253"/>
                  <a:pt x="81699" y="60367"/>
                </a:cubicBezTo>
                <a:cubicBezTo>
                  <a:pt x="81699" y="45389"/>
                  <a:pt x="78522" y="34268"/>
                  <a:pt x="72395" y="26779"/>
                </a:cubicBezTo>
                <a:cubicBezTo>
                  <a:pt x="66267" y="19517"/>
                  <a:pt x="59005" y="15659"/>
                  <a:pt x="50381" y="15659"/>
                </a:cubicBezTo>
                <a:cubicBezTo>
                  <a:pt x="41757" y="15659"/>
                  <a:pt x="34268" y="19744"/>
                  <a:pt x="27914" y="27687"/>
                </a:cubicBezTo>
                <a:cubicBezTo>
                  <a:pt x="21333" y="35630"/>
                  <a:pt x="18155" y="47204"/>
                  <a:pt x="18155" y="62182"/>
                </a:cubicBez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976DD2-B0AF-44A8-AEB5-18E1FA73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583" y="6505380"/>
            <a:ext cx="57416" cy="160221"/>
          </a:xfrm>
          <a:custGeom xmlns:a="http://schemas.openxmlformats.org/drawingml/2006/main">
            <a:pathLst>
              <a:path w="57416" h="160221">
                <a:moveTo>
                  <a:pt x="54466" y="140931"/>
                </a:moveTo>
                <a:lnTo>
                  <a:pt x="57416" y="158633"/>
                </a:lnTo>
                <a:cubicBezTo>
                  <a:pt x="51516" y="159541"/>
                  <a:pt x="46523" y="160221"/>
                  <a:pt x="42211" y="160221"/>
                </a:cubicBezTo>
                <a:cubicBezTo>
                  <a:pt x="34949" y="160221"/>
                  <a:pt x="29276" y="159087"/>
                  <a:pt x="25418" y="157044"/>
                </a:cubicBezTo>
                <a:cubicBezTo>
                  <a:pt x="21333" y="154775"/>
                  <a:pt x="18609" y="151825"/>
                  <a:pt x="17021" y="147967"/>
                </a:cubicBezTo>
                <a:cubicBezTo>
                  <a:pt x="15205" y="144335"/>
                  <a:pt x="14524" y="136392"/>
                  <a:pt x="14524" y="124365"/>
                </a:cubicBezTo>
                <a:lnTo>
                  <a:pt x="14524" y="56736"/>
                </a:lnTo>
                <a:lnTo>
                  <a:pt x="0" y="56736"/>
                </a:lnTo>
                <a:lnTo>
                  <a:pt x="0" y="41077"/>
                </a:lnTo>
                <a:lnTo>
                  <a:pt x="14524" y="41077"/>
                </a:lnTo>
                <a:lnTo>
                  <a:pt x="14524" y="12028"/>
                </a:lnTo>
                <a:lnTo>
                  <a:pt x="34268" y="0"/>
                </a:lnTo>
                <a:lnTo>
                  <a:pt x="34268" y="41077"/>
                </a:lnTo>
                <a:lnTo>
                  <a:pt x="54466" y="41077"/>
                </a:lnTo>
                <a:lnTo>
                  <a:pt x="54466" y="56736"/>
                </a:lnTo>
                <a:lnTo>
                  <a:pt x="34268" y="56736"/>
                </a:lnTo>
                <a:lnTo>
                  <a:pt x="34268" y="125499"/>
                </a:lnTo>
                <a:cubicBezTo>
                  <a:pt x="34268" y="131400"/>
                  <a:pt x="34495" y="135031"/>
                  <a:pt x="35403" y="136619"/>
                </a:cubicBezTo>
                <a:cubicBezTo>
                  <a:pt x="36084" y="138208"/>
                  <a:pt x="37219" y="139570"/>
                  <a:pt x="38807" y="140477"/>
                </a:cubicBezTo>
                <a:cubicBezTo>
                  <a:pt x="40396" y="141385"/>
                  <a:pt x="42665" y="141839"/>
                  <a:pt x="45615" y="141839"/>
                </a:cubicBezTo>
                <a:cubicBezTo>
                  <a:pt x="47885" y="141839"/>
                  <a:pt x="50835" y="141612"/>
                  <a:pt x="54466" y="140931"/>
                </a:cubicBez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167FA0-5135-4741-AE96-CD1A8DDD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566" y="6501749"/>
            <a:ext cx="19971" cy="162491"/>
          </a:xfrm>
          <a:custGeom xmlns:a="http://schemas.openxmlformats.org/drawingml/2006/main">
            <a:pathLst>
              <a:path w="19971" h="162491">
                <a:moveTo>
                  <a:pt x="0" y="22921"/>
                </a:moveTo>
                <a:lnTo>
                  <a:pt x="0" y="0"/>
                </a:lnTo>
                <a:lnTo>
                  <a:pt x="19971" y="0"/>
                </a:lnTo>
                <a:lnTo>
                  <a:pt x="19971" y="22921"/>
                </a:lnTo>
                <a:lnTo>
                  <a:pt x="0" y="22921"/>
                </a:lnTo>
                <a:close/>
                <a:moveTo>
                  <a:pt x="0" y="162491"/>
                </a:moveTo>
                <a:lnTo>
                  <a:pt x="0" y="44708"/>
                </a:lnTo>
                <a:lnTo>
                  <a:pt x="19971" y="44708"/>
                </a:lnTo>
                <a:lnTo>
                  <a:pt x="19971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BDB300-E22F-49ED-90F4-04E32720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59" y="6543960"/>
            <a:ext cx="110294" cy="122776"/>
          </a:xfrm>
          <a:custGeom xmlns:a="http://schemas.openxmlformats.org/drawingml/2006/main">
            <a:pathLst>
              <a:path w="110294" h="122776">
                <a:moveTo>
                  <a:pt x="0" y="61501"/>
                </a:moveTo>
                <a:cubicBezTo>
                  <a:pt x="0" y="39715"/>
                  <a:pt x="5901" y="23602"/>
                  <a:pt x="18155" y="12936"/>
                </a:cubicBezTo>
                <a:cubicBezTo>
                  <a:pt x="28141" y="4312"/>
                  <a:pt x="40623" y="0"/>
                  <a:pt x="55147" y="0"/>
                </a:cubicBezTo>
                <a:cubicBezTo>
                  <a:pt x="71260" y="0"/>
                  <a:pt x="84423" y="5447"/>
                  <a:pt x="94862" y="15886"/>
                </a:cubicBezTo>
                <a:cubicBezTo>
                  <a:pt x="105074" y="26552"/>
                  <a:pt x="110294" y="41077"/>
                  <a:pt x="110294" y="59686"/>
                </a:cubicBezTo>
                <a:cubicBezTo>
                  <a:pt x="110294" y="74891"/>
                  <a:pt x="108025" y="86919"/>
                  <a:pt x="103486" y="95543"/>
                </a:cubicBezTo>
                <a:cubicBezTo>
                  <a:pt x="98947" y="104167"/>
                  <a:pt x="92139" y="110975"/>
                  <a:pt x="83515" y="115741"/>
                </a:cubicBezTo>
                <a:cubicBezTo>
                  <a:pt x="74891" y="120280"/>
                  <a:pt x="65359" y="122776"/>
                  <a:pt x="55147" y="122776"/>
                </a:cubicBezTo>
                <a:cubicBezTo>
                  <a:pt x="38580" y="122776"/>
                  <a:pt x="25191" y="117556"/>
                  <a:pt x="15205" y="107117"/>
                </a:cubicBezTo>
                <a:cubicBezTo>
                  <a:pt x="4993" y="96678"/>
                  <a:pt x="0" y="81472"/>
                  <a:pt x="0" y="61501"/>
                </a:cubicBezTo>
                <a:close/>
                <a:moveTo>
                  <a:pt x="20652" y="61501"/>
                </a:moveTo>
                <a:cubicBezTo>
                  <a:pt x="20652" y="76480"/>
                  <a:pt x="23829" y="87827"/>
                  <a:pt x="30410" y="95316"/>
                </a:cubicBezTo>
                <a:cubicBezTo>
                  <a:pt x="36765" y="102805"/>
                  <a:pt x="45162" y="106436"/>
                  <a:pt x="55147" y="106436"/>
                </a:cubicBezTo>
                <a:cubicBezTo>
                  <a:pt x="65133" y="106436"/>
                  <a:pt x="73302" y="102805"/>
                  <a:pt x="79884" y="95316"/>
                </a:cubicBezTo>
                <a:cubicBezTo>
                  <a:pt x="86465" y="87827"/>
                  <a:pt x="89869" y="76253"/>
                  <a:pt x="89869" y="60821"/>
                </a:cubicBezTo>
                <a:cubicBezTo>
                  <a:pt x="89869" y="46296"/>
                  <a:pt x="86465" y="35403"/>
                  <a:pt x="79884" y="27687"/>
                </a:cubicBezTo>
                <a:cubicBezTo>
                  <a:pt x="73076" y="20198"/>
                  <a:pt x="64906" y="16340"/>
                  <a:pt x="55147" y="16340"/>
                </a:cubicBezTo>
                <a:cubicBezTo>
                  <a:pt x="45162" y="16340"/>
                  <a:pt x="36765" y="20198"/>
                  <a:pt x="30410" y="27687"/>
                </a:cubicBezTo>
                <a:cubicBezTo>
                  <a:pt x="23829" y="35176"/>
                  <a:pt x="20652" y="46523"/>
                  <a:pt x="20652" y="61501"/>
                </a:cubicBez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2E3FFE-12F0-4342-9869-FD424F4D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128" y="6543960"/>
            <a:ext cx="95543" cy="120280"/>
          </a:xfrm>
          <a:custGeom xmlns:a="http://schemas.openxmlformats.org/drawingml/2006/main">
            <a:pathLst>
              <a:path w="95543" h="120280">
                <a:moveTo>
                  <a:pt x="0" y="120280"/>
                </a:moveTo>
                <a:lnTo>
                  <a:pt x="0" y="2496"/>
                </a:lnTo>
                <a:lnTo>
                  <a:pt x="17928" y="2496"/>
                </a:lnTo>
                <a:lnTo>
                  <a:pt x="17928" y="19290"/>
                </a:lnTo>
                <a:cubicBezTo>
                  <a:pt x="26552" y="6581"/>
                  <a:pt x="39034" y="0"/>
                  <a:pt x="55374" y="0"/>
                </a:cubicBezTo>
                <a:cubicBezTo>
                  <a:pt x="62409" y="0"/>
                  <a:pt x="68991" y="1362"/>
                  <a:pt x="74891" y="3858"/>
                </a:cubicBezTo>
                <a:cubicBezTo>
                  <a:pt x="80792" y="6354"/>
                  <a:pt x="85330" y="9759"/>
                  <a:pt x="88281" y="13843"/>
                </a:cubicBezTo>
                <a:cubicBezTo>
                  <a:pt x="91231" y="17928"/>
                  <a:pt x="93273" y="22921"/>
                  <a:pt x="94408" y="28595"/>
                </a:cubicBezTo>
                <a:cubicBezTo>
                  <a:pt x="95089" y="32226"/>
                  <a:pt x="95543" y="38807"/>
                  <a:pt x="95543" y="47885"/>
                </a:cubicBezTo>
                <a:lnTo>
                  <a:pt x="95543" y="120280"/>
                </a:lnTo>
                <a:lnTo>
                  <a:pt x="75572" y="120280"/>
                </a:lnTo>
                <a:lnTo>
                  <a:pt x="75572" y="48793"/>
                </a:lnTo>
                <a:cubicBezTo>
                  <a:pt x="75572" y="40623"/>
                  <a:pt x="74664" y="34722"/>
                  <a:pt x="73302" y="30637"/>
                </a:cubicBezTo>
                <a:cubicBezTo>
                  <a:pt x="71714" y="26552"/>
                  <a:pt x="68991" y="23375"/>
                  <a:pt x="65133" y="20879"/>
                </a:cubicBezTo>
                <a:cubicBezTo>
                  <a:pt x="61048" y="18609"/>
                  <a:pt x="56509" y="17248"/>
                  <a:pt x="51289" y="17248"/>
                </a:cubicBezTo>
                <a:cubicBezTo>
                  <a:pt x="42665" y="17248"/>
                  <a:pt x="35176" y="19971"/>
                  <a:pt x="29049" y="25418"/>
                </a:cubicBezTo>
                <a:cubicBezTo>
                  <a:pt x="22921" y="30864"/>
                  <a:pt x="19971" y="41077"/>
                  <a:pt x="19971" y="56055"/>
                </a:cubicBezTo>
                <a:lnTo>
                  <a:pt x="19971" y="120280"/>
                </a:lnTo>
                <a:lnTo>
                  <a:pt x="0" y="120280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364508-5E16-4A99-AC15-1CE25C73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348" y="6501749"/>
            <a:ext cx="142974" cy="162491"/>
          </a:xfrm>
          <a:custGeom xmlns:a="http://schemas.openxmlformats.org/drawingml/2006/main">
            <a:pathLst>
              <a:path w="142974" h="162491">
                <a:moveTo>
                  <a:pt x="0" y="162491"/>
                </a:moveTo>
                <a:lnTo>
                  <a:pt x="0" y="0"/>
                </a:lnTo>
                <a:lnTo>
                  <a:pt x="71941" y="0"/>
                </a:lnTo>
                <a:cubicBezTo>
                  <a:pt x="86465" y="0"/>
                  <a:pt x="97358" y="1589"/>
                  <a:pt x="104847" y="4539"/>
                </a:cubicBezTo>
                <a:cubicBezTo>
                  <a:pt x="112337" y="7489"/>
                  <a:pt x="118464" y="12709"/>
                  <a:pt x="123003" y="19971"/>
                </a:cubicBezTo>
                <a:cubicBezTo>
                  <a:pt x="127542" y="27233"/>
                  <a:pt x="129811" y="35403"/>
                  <a:pt x="129811" y="44254"/>
                </a:cubicBezTo>
                <a:cubicBezTo>
                  <a:pt x="129811" y="56055"/>
                  <a:pt x="125953" y="65813"/>
                  <a:pt x="118464" y="73529"/>
                </a:cubicBezTo>
                <a:cubicBezTo>
                  <a:pt x="110975" y="81472"/>
                  <a:pt x="99401" y="86465"/>
                  <a:pt x="83969" y="88508"/>
                </a:cubicBezTo>
                <a:cubicBezTo>
                  <a:pt x="89642" y="91231"/>
                  <a:pt x="93954" y="93954"/>
                  <a:pt x="96904" y="96678"/>
                </a:cubicBezTo>
                <a:cubicBezTo>
                  <a:pt x="103259" y="102578"/>
                  <a:pt x="109159" y="109613"/>
                  <a:pt x="114833" y="118237"/>
                </a:cubicBezTo>
                <a:lnTo>
                  <a:pt x="142974" y="162491"/>
                </a:lnTo>
                <a:lnTo>
                  <a:pt x="115968" y="162491"/>
                </a:lnTo>
                <a:lnTo>
                  <a:pt x="94635" y="128676"/>
                </a:lnTo>
                <a:cubicBezTo>
                  <a:pt x="88281" y="119145"/>
                  <a:pt x="83061" y="111656"/>
                  <a:pt x="78976" y="106436"/>
                </a:cubicBezTo>
                <a:cubicBezTo>
                  <a:pt x="74891" y="101216"/>
                  <a:pt x="71260" y="97585"/>
                  <a:pt x="68083" y="95543"/>
                </a:cubicBezTo>
                <a:cubicBezTo>
                  <a:pt x="64906" y="93500"/>
                  <a:pt x="61501" y="92139"/>
                  <a:pt x="58324" y="91231"/>
                </a:cubicBezTo>
                <a:cubicBezTo>
                  <a:pt x="55828" y="90777"/>
                  <a:pt x="51743" y="90323"/>
                  <a:pt x="46296" y="90323"/>
                </a:cubicBezTo>
                <a:lnTo>
                  <a:pt x="21333" y="90323"/>
                </a:lnTo>
                <a:lnTo>
                  <a:pt x="21333" y="162491"/>
                </a:lnTo>
                <a:lnTo>
                  <a:pt x="0" y="162491"/>
                </a:lnTo>
                <a:close/>
                <a:moveTo>
                  <a:pt x="21333" y="71714"/>
                </a:moveTo>
                <a:lnTo>
                  <a:pt x="67629" y="71714"/>
                </a:lnTo>
                <a:cubicBezTo>
                  <a:pt x="77387" y="71714"/>
                  <a:pt x="85103" y="70806"/>
                  <a:pt x="90550" y="68764"/>
                </a:cubicBezTo>
                <a:cubicBezTo>
                  <a:pt x="95997" y="66721"/>
                  <a:pt x="100309" y="63544"/>
                  <a:pt x="103259" y="59005"/>
                </a:cubicBezTo>
                <a:cubicBezTo>
                  <a:pt x="105982" y="54466"/>
                  <a:pt x="107571" y="49700"/>
                  <a:pt x="107571" y="44254"/>
                </a:cubicBezTo>
                <a:cubicBezTo>
                  <a:pt x="107571" y="36765"/>
                  <a:pt x="104621" y="30410"/>
                  <a:pt x="99174" y="25418"/>
                </a:cubicBezTo>
                <a:cubicBezTo>
                  <a:pt x="93500" y="20425"/>
                  <a:pt x="84650" y="17928"/>
                  <a:pt x="72849" y="17928"/>
                </a:cubicBezTo>
                <a:lnTo>
                  <a:pt x="21333" y="17928"/>
                </a:lnTo>
                <a:lnTo>
                  <a:pt x="21333" y="71714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298BA8-5551-4264-88FA-B46EA0F5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1669" y="6543960"/>
            <a:ext cx="108479" cy="122776"/>
          </a:xfrm>
          <a:custGeom xmlns:a="http://schemas.openxmlformats.org/drawingml/2006/main">
            <a:pathLst>
              <a:path w="108479" h="122776">
                <a:moveTo>
                  <a:pt x="87146" y="82380"/>
                </a:moveTo>
                <a:lnTo>
                  <a:pt x="107798" y="84877"/>
                </a:lnTo>
                <a:cubicBezTo>
                  <a:pt x="104394" y="97131"/>
                  <a:pt x="98266" y="106436"/>
                  <a:pt x="89642" y="113017"/>
                </a:cubicBezTo>
                <a:cubicBezTo>
                  <a:pt x="80792" y="119599"/>
                  <a:pt x="69671" y="122776"/>
                  <a:pt x="56055" y="122776"/>
                </a:cubicBezTo>
                <a:cubicBezTo>
                  <a:pt x="38807" y="122776"/>
                  <a:pt x="24964" y="117556"/>
                  <a:pt x="14978" y="107117"/>
                </a:cubicBezTo>
                <a:cubicBezTo>
                  <a:pt x="4993" y="96678"/>
                  <a:pt x="0" y="81699"/>
                  <a:pt x="0" y="62409"/>
                </a:cubicBezTo>
                <a:cubicBezTo>
                  <a:pt x="0" y="42665"/>
                  <a:pt x="4993" y="27233"/>
                  <a:pt x="15205" y="16340"/>
                </a:cubicBezTo>
                <a:cubicBezTo>
                  <a:pt x="25191" y="5447"/>
                  <a:pt x="38580" y="0"/>
                  <a:pt x="54920" y="0"/>
                </a:cubicBezTo>
                <a:cubicBezTo>
                  <a:pt x="70579" y="0"/>
                  <a:pt x="83515" y="5447"/>
                  <a:pt x="93500" y="16113"/>
                </a:cubicBezTo>
                <a:cubicBezTo>
                  <a:pt x="103486" y="26779"/>
                  <a:pt x="108479" y="41757"/>
                  <a:pt x="108479" y="61274"/>
                </a:cubicBezTo>
                <a:cubicBezTo>
                  <a:pt x="108479" y="62636"/>
                  <a:pt x="108252" y="64225"/>
                  <a:pt x="108252" y="66494"/>
                </a:cubicBezTo>
                <a:lnTo>
                  <a:pt x="20425" y="66494"/>
                </a:lnTo>
                <a:cubicBezTo>
                  <a:pt x="21106" y="79657"/>
                  <a:pt x="24737" y="89415"/>
                  <a:pt x="31318" y="96224"/>
                </a:cubicBezTo>
                <a:cubicBezTo>
                  <a:pt x="37899" y="103032"/>
                  <a:pt x="46069" y="106436"/>
                  <a:pt x="56055" y="106436"/>
                </a:cubicBezTo>
                <a:cubicBezTo>
                  <a:pt x="63317" y="106436"/>
                  <a:pt x="69671" y="104621"/>
                  <a:pt x="74891" y="100762"/>
                </a:cubicBezTo>
                <a:cubicBezTo>
                  <a:pt x="79884" y="97131"/>
                  <a:pt x="83969" y="91004"/>
                  <a:pt x="87146" y="82380"/>
                </a:cubicBezTo>
                <a:close/>
                <a:moveTo>
                  <a:pt x="21560" y="50154"/>
                </a:moveTo>
                <a:lnTo>
                  <a:pt x="87373" y="50154"/>
                </a:lnTo>
                <a:cubicBezTo>
                  <a:pt x="86465" y="40169"/>
                  <a:pt x="83969" y="32907"/>
                  <a:pt x="79884" y="27914"/>
                </a:cubicBezTo>
                <a:cubicBezTo>
                  <a:pt x="73529" y="20198"/>
                  <a:pt x="65133" y="16340"/>
                  <a:pt x="55147" y="16340"/>
                </a:cubicBezTo>
                <a:cubicBezTo>
                  <a:pt x="45842" y="16340"/>
                  <a:pt x="38126" y="19517"/>
                  <a:pt x="31999" y="25645"/>
                </a:cubicBezTo>
                <a:cubicBezTo>
                  <a:pt x="25645" y="31772"/>
                  <a:pt x="22240" y="39942"/>
                  <a:pt x="21560" y="50154"/>
                </a:cubicBez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37A52C-07E1-47AB-BAA9-C6330DDD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537" y="6505380"/>
            <a:ext cx="57416" cy="160221"/>
          </a:xfrm>
          <a:custGeom xmlns:a="http://schemas.openxmlformats.org/drawingml/2006/main">
            <a:pathLst>
              <a:path w="57416" h="160221">
                <a:moveTo>
                  <a:pt x="54466" y="140931"/>
                </a:moveTo>
                <a:lnTo>
                  <a:pt x="57416" y="158633"/>
                </a:lnTo>
                <a:cubicBezTo>
                  <a:pt x="51516" y="159541"/>
                  <a:pt x="46523" y="160221"/>
                  <a:pt x="42211" y="160221"/>
                </a:cubicBezTo>
                <a:cubicBezTo>
                  <a:pt x="34949" y="160221"/>
                  <a:pt x="29276" y="159087"/>
                  <a:pt x="25418" y="157044"/>
                </a:cubicBezTo>
                <a:cubicBezTo>
                  <a:pt x="21333" y="154775"/>
                  <a:pt x="18609" y="151825"/>
                  <a:pt x="17021" y="147967"/>
                </a:cubicBezTo>
                <a:cubicBezTo>
                  <a:pt x="15205" y="144335"/>
                  <a:pt x="14524" y="136392"/>
                  <a:pt x="14524" y="124365"/>
                </a:cubicBezTo>
                <a:lnTo>
                  <a:pt x="14524" y="56736"/>
                </a:lnTo>
                <a:lnTo>
                  <a:pt x="0" y="56736"/>
                </a:lnTo>
                <a:lnTo>
                  <a:pt x="0" y="41077"/>
                </a:lnTo>
                <a:lnTo>
                  <a:pt x="14524" y="41077"/>
                </a:lnTo>
                <a:lnTo>
                  <a:pt x="14524" y="12028"/>
                </a:lnTo>
                <a:lnTo>
                  <a:pt x="34268" y="0"/>
                </a:lnTo>
                <a:lnTo>
                  <a:pt x="34268" y="41077"/>
                </a:lnTo>
                <a:lnTo>
                  <a:pt x="54466" y="41077"/>
                </a:lnTo>
                <a:lnTo>
                  <a:pt x="54466" y="56736"/>
                </a:lnTo>
                <a:lnTo>
                  <a:pt x="34268" y="56736"/>
                </a:lnTo>
                <a:lnTo>
                  <a:pt x="34268" y="125499"/>
                </a:lnTo>
                <a:cubicBezTo>
                  <a:pt x="34268" y="131400"/>
                  <a:pt x="34495" y="135031"/>
                  <a:pt x="35403" y="136619"/>
                </a:cubicBezTo>
                <a:cubicBezTo>
                  <a:pt x="36084" y="138208"/>
                  <a:pt x="37219" y="139570"/>
                  <a:pt x="38807" y="140477"/>
                </a:cubicBezTo>
                <a:cubicBezTo>
                  <a:pt x="40396" y="141385"/>
                  <a:pt x="42665" y="141839"/>
                  <a:pt x="45615" y="141839"/>
                </a:cubicBezTo>
                <a:cubicBezTo>
                  <a:pt x="47885" y="141839"/>
                  <a:pt x="50835" y="141612"/>
                  <a:pt x="54466" y="140931"/>
                </a:cubicBez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F6DF60-C0D4-41D0-BF8D-3D01F38A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7294" y="6543960"/>
            <a:ext cx="63998" cy="120280"/>
          </a:xfrm>
          <a:custGeom xmlns:a="http://schemas.openxmlformats.org/drawingml/2006/main">
            <a:pathLst>
              <a:path w="63998" h="120280">
                <a:moveTo>
                  <a:pt x="0" y="120280"/>
                </a:moveTo>
                <a:lnTo>
                  <a:pt x="0" y="2496"/>
                </a:lnTo>
                <a:lnTo>
                  <a:pt x="17928" y="2496"/>
                </a:lnTo>
                <a:lnTo>
                  <a:pt x="17928" y="20425"/>
                </a:lnTo>
                <a:cubicBezTo>
                  <a:pt x="22467" y="12255"/>
                  <a:pt x="26552" y="6808"/>
                  <a:pt x="30637" y="4085"/>
                </a:cubicBezTo>
                <a:cubicBezTo>
                  <a:pt x="34495" y="1362"/>
                  <a:pt x="38807" y="0"/>
                  <a:pt x="43346" y="0"/>
                </a:cubicBezTo>
                <a:cubicBezTo>
                  <a:pt x="50154" y="0"/>
                  <a:pt x="56963" y="2269"/>
                  <a:pt x="63998" y="6354"/>
                </a:cubicBezTo>
                <a:lnTo>
                  <a:pt x="56963" y="24964"/>
                </a:lnTo>
                <a:cubicBezTo>
                  <a:pt x="51970" y="22240"/>
                  <a:pt x="47204" y="20652"/>
                  <a:pt x="42438" y="20652"/>
                </a:cubicBezTo>
                <a:cubicBezTo>
                  <a:pt x="37899" y="20652"/>
                  <a:pt x="34041" y="22013"/>
                  <a:pt x="30637" y="24510"/>
                </a:cubicBezTo>
                <a:cubicBezTo>
                  <a:pt x="27006" y="27233"/>
                  <a:pt x="24510" y="30864"/>
                  <a:pt x="23148" y="35403"/>
                </a:cubicBezTo>
                <a:cubicBezTo>
                  <a:pt x="20879" y="42665"/>
                  <a:pt x="19971" y="50381"/>
                  <a:pt x="19971" y="58778"/>
                </a:cubicBezTo>
                <a:lnTo>
                  <a:pt x="19971" y="120280"/>
                </a:lnTo>
                <a:lnTo>
                  <a:pt x="0" y="120280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9CE58B-E06F-4DCF-8506-81D393F6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092" y="6501749"/>
            <a:ext cx="19971" cy="162491"/>
          </a:xfrm>
          <a:custGeom xmlns:a="http://schemas.openxmlformats.org/drawingml/2006/main">
            <a:pathLst>
              <a:path w="19971" h="162491">
                <a:moveTo>
                  <a:pt x="0" y="22921"/>
                </a:moveTo>
                <a:lnTo>
                  <a:pt x="0" y="0"/>
                </a:lnTo>
                <a:lnTo>
                  <a:pt x="19971" y="0"/>
                </a:lnTo>
                <a:lnTo>
                  <a:pt x="19971" y="22921"/>
                </a:lnTo>
                <a:lnTo>
                  <a:pt x="0" y="22921"/>
                </a:lnTo>
                <a:close/>
                <a:moveTo>
                  <a:pt x="0" y="162491"/>
                </a:moveTo>
                <a:lnTo>
                  <a:pt x="0" y="44708"/>
                </a:lnTo>
                <a:lnTo>
                  <a:pt x="19971" y="44708"/>
                </a:lnTo>
                <a:lnTo>
                  <a:pt x="19971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B8A017-E5CE-4C75-B95A-7E221194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892" y="6543960"/>
            <a:ext cx="108479" cy="122776"/>
          </a:xfrm>
          <a:custGeom xmlns:a="http://schemas.openxmlformats.org/drawingml/2006/main">
            <a:pathLst>
              <a:path w="108479" h="122776">
                <a:moveTo>
                  <a:pt x="87146" y="82380"/>
                </a:moveTo>
                <a:lnTo>
                  <a:pt x="107798" y="84877"/>
                </a:lnTo>
                <a:cubicBezTo>
                  <a:pt x="104394" y="97131"/>
                  <a:pt x="98266" y="106436"/>
                  <a:pt x="89642" y="113017"/>
                </a:cubicBezTo>
                <a:cubicBezTo>
                  <a:pt x="80792" y="119599"/>
                  <a:pt x="69671" y="122776"/>
                  <a:pt x="56055" y="122776"/>
                </a:cubicBezTo>
                <a:cubicBezTo>
                  <a:pt x="38807" y="122776"/>
                  <a:pt x="24964" y="117556"/>
                  <a:pt x="14978" y="107117"/>
                </a:cubicBezTo>
                <a:cubicBezTo>
                  <a:pt x="4993" y="96678"/>
                  <a:pt x="0" y="81699"/>
                  <a:pt x="0" y="62409"/>
                </a:cubicBezTo>
                <a:cubicBezTo>
                  <a:pt x="0" y="42665"/>
                  <a:pt x="4993" y="27233"/>
                  <a:pt x="15205" y="16340"/>
                </a:cubicBezTo>
                <a:cubicBezTo>
                  <a:pt x="25191" y="5447"/>
                  <a:pt x="38580" y="0"/>
                  <a:pt x="54920" y="0"/>
                </a:cubicBezTo>
                <a:cubicBezTo>
                  <a:pt x="70579" y="0"/>
                  <a:pt x="83515" y="5447"/>
                  <a:pt x="93500" y="16113"/>
                </a:cubicBezTo>
                <a:cubicBezTo>
                  <a:pt x="103486" y="26779"/>
                  <a:pt x="108479" y="41757"/>
                  <a:pt x="108479" y="61274"/>
                </a:cubicBezTo>
                <a:cubicBezTo>
                  <a:pt x="108479" y="62636"/>
                  <a:pt x="108252" y="64225"/>
                  <a:pt x="108252" y="66494"/>
                </a:cubicBezTo>
                <a:lnTo>
                  <a:pt x="20425" y="66494"/>
                </a:lnTo>
                <a:cubicBezTo>
                  <a:pt x="21106" y="79657"/>
                  <a:pt x="24737" y="89415"/>
                  <a:pt x="31318" y="96224"/>
                </a:cubicBezTo>
                <a:cubicBezTo>
                  <a:pt x="37899" y="103032"/>
                  <a:pt x="46069" y="106436"/>
                  <a:pt x="56055" y="106436"/>
                </a:cubicBezTo>
                <a:cubicBezTo>
                  <a:pt x="63317" y="106436"/>
                  <a:pt x="69671" y="104621"/>
                  <a:pt x="74891" y="100762"/>
                </a:cubicBezTo>
                <a:cubicBezTo>
                  <a:pt x="79884" y="97131"/>
                  <a:pt x="83969" y="91004"/>
                  <a:pt x="87146" y="82380"/>
                </a:cubicBezTo>
                <a:close/>
                <a:moveTo>
                  <a:pt x="21560" y="50154"/>
                </a:moveTo>
                <a:lnTo>
                  <a:pt x="87373" y="50154"/>
                </a:lnTo>
                <a:cubicBezTo>
                  <a:pt x="86465" y="40169"/>
                  <a:pt x="83969" y="32907"/>
                  <a:pt x="79884" y="27914"/>
                </a:cubicBezTo>
                <a:cubicBezTo>
                  <a:pt x="73529" y="20198"/>
                  <a:pt x="65133" y="16340"/>
                  <a:pt x="55147" y="16340"/>
                </a:cubicBezTo>
                <a:cubicBezTo>
                  <a:pt x="45842" y="16340"/>
                  <a:pt x="38126" y="19517"/>
                  <a:pt x="31999" y="25645"/>
                </a:cubicBezTo>
                <a:cubicBezTo>
                  <a:pt x="25645" y="31772"/>
                  <a:pt x="22240" y="39942"/>
                  <a:pt x="21560" y="50154"/>
                </a:cubicBez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9FAC2D-90D1-4B2B-B8A1-6C37AD79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7626" y="6546457"/>
            <a:ext cx="107798" cy="117783"/>
          </a:xfrm>
          <a:custGeom xmlns:a="http://schemas.openxmlformats.org/drawingml/2006/main">
            <a:pathLst>
              <a:path w="107798" h="117783">
                <a:moveTo>
                  <a:pt x="44708" y="117783"/>
                </a:moveTo>
                <a:lnTo>
                  <a:pt x="0" y="0"/>
                </a:lnTo>
                <a:lnTo>
                  <a:pt x="20879" y="0"/>
                </a:lnTo>
                <a:lnTo>
                  <a:pt x="46296" y="70579"/>
                </a:lnTo>
                <a:cubicBezTo>
                  <a:pt x="49020" y="78295"/>
                  <a:pt x="51516" y="86011"/>
                  <a:pt x="53785" y="94181"/>
                </a:cubicBezTo>
                <a:cubicBezTo>
                  <a:pt x="55601" y="88054"/>
                  <a:pt x="58097" y="80565"/>
                  <a:pt x="61274" y="71941"/>
                </a:cubicBezTo>
                <a:lnTo>
                  <a:pt x="87373" y="0"/>
                </a:lnTo>
                <a:lnTo>
                  <a:pt x="107798" y="0"/>
                </a:lnTo>
                <a:lnTo>
                  <a:pt x="63317" y="117783"/>
                </a:lnTo>
                <a:lnTo>
                  <a:pt x="44708" y="117783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443AB6-552A-4A57-84BC-0A23250C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317" y="6543960"/>
            <a:ext cx="108479" cy="122776"/>
          </a:xfrm>
          <a:custGeom xmlns:a="http://schemas.openxmlformats.org/drawingml/2006/main">
            <a:pathLst>
              <a:path w="108479" h="122776">
                <a:moveTo>
                  <a:pt x="83515" y="105755"/>
                </a:moveTo>
                <a:cubicBezTo>
                  <a:pt x="76026" y="112110"/>
                  <a:pt x="68991" y="116648"/>
                  <a:pt x="62182" y="119145"/>
                </a:cubicBezTo>
                <a:cubicBezTo>
                  <a:pt x="55374" y="121414"/>
                  <a:pt x="47885" y="122776"/>
                  <a:pt x="40169" y="122776"/>
                </a:cubicBezTo>
                <a:cubicBezTo>
                  <a:pt x="27233" y="122776"/>
                  <a:pt x="17248" y="119826"/>
                  <a:pt x="10439" y="113471"/>
                </a:cubicBezTo>
                <a:cubicBezTo>
                  <a:pt x="3404" y="107117"/>
                  <a:pt x="0" y="99174"/>
                  <a:pt x="0" y="89188"/>
                </a:cubicBezTo>
                <a:cubicBezTo>
                  <a:pt x="0" y="83515"/>
                  <a:pt x="1135" y="78295"/>
                  <a:pt x="3858" y="73529"/>
                </a:cubicBezTo>
                <a:cubicBezTo>
                  <a:pt x="6581" y="68764"/>
                  <a:pt x="9985" y="64906"/>
                  <a:pt x="14297" y="61955"/>
                </a:cubicBezTo>
                <a:cubicBezTo>
                  <a:pt x="18382" y="59232"/>
                  <a:pt x="23148" y="56963"/>
                  <a:pt x="28595" y="55374"/>
                </a:cubicBezTo>
                <a:cubicBezTo>
                  <a:pt x="32453" y="54466"/>
                  <a:pt x="38353" y="53558"/>
                  <a:pt x="46296" y="52424"/>
                </a:cubicBezTo>
                <a:cubicBezTo>
                  <a:pt x="62409" y="50608"/>
                  <a:pt x="74210" y="48339"/>
                  <a:pt x="81926" y="45615"/>
                </a:cubicBezTo>
                <a:cubicBezTo>
                  <a:pt x="81926" y="42892"/>
                  <a:pt x="81926" y="41304"/>
                  <a:pt x="81926" y="40396"/>
                </a:cubicBezTo>
                <a:cubicBezTo>
                  <a:pt x="81926" y="32226"/>
                  <a:pt x="80111" y="26552"/>
                  <a:pt x="76480" y="23148"/>
                </a:cubicBezTo>
                <a:cubicBezTo>
                  <a:pt x="71260" y="18609"/>
                  <a:pt x="63544" y="16340"/>
                  <a:pt x="53558" y="16340"/>
                </a:cubicBezTo>
                <a:cubicBezTo>
                  <a:pt x="44027" y="16340"/>
                  <a:pt x="37219" y="18155"/>
                  <a:pt x="32680" y="21333"/>
                </a:cubicBezTo>
                <a:cubicBezTo>
                  <a:pt x="28141" y="24737"/>
                  <a:pt x="24964" y="30637"/>
                  <a:pt x="22921" y="38807"/>
                </a:cubicBezTo>
                <a:lnTo>
                  <a:pt x="3404" y="36084"/>
                </a:lnTo>
                <a:cubicBezTo>
                  <a:pt x="5220" y="27914"/>
                  <a:pt x="8170" y="21106"/>
                  <a:pt x="12255" y="15886"/>
                </a:cubicBezTo>
                <a:cubicBezTo>
                  <a:pt x="16340" y="10893"/>
                  <a:pt x="22013" y="6808"/>
                  <a:pt x="29729" y="4085"/>
                </a:cubicBezTo>
                <a:cubicBezTo>
                  <a:pt x="37446" y="1362"/>
                  <a:pt x="46296" y="0"/>
                  <a:pt x="56509" y="0"/>
                </a:cubicBezTo>
                <a:cubicBezTo>
                  <a:pt x="66494" y="0"/>
                  <a:pt x="74664" y="1362"/>
                  <a:pt x="81018" y="3631"/>
                </a:cubicBezTo>
                <a:cubicBezTo>
                  <a:pt x="87373" y="5901"/>
                  <a:pt x="91912" y="8851"/>
                  <a:pt x="94862" y="12482"/>
                </a:cubicBezTo>
                <a:cubicBezTo>
                  <a:pt x="97812" y="16113"/>
                  <a:pt x="99855" y="20425"/>
                  <a:pt x="100989" y="25871"/>
                </a:cubicBezTo>
                <a:cubicBezTo>
                  <a:pt x="101670" y="29503"/>
                  <a:pt x="102124" y="35630"/>
                  <a:pt x="102124" y="44481"/>
                </a:cubicBezTo>
                <a:lnTo>
                  <a:pt x="102124" y="71033"/>
                </a:lnTo>
                <a:cubicBezTo>
                  <a:pt x="102124" y="89642"/>
                  <a:pt x="102351" y="101216"/>
                  <a:pt x="103259" y="106209"/>
                </a:cubicBezTo>
                <a:cubicBezTo>
                  <a:pt x="104167" y="111202"/>
                  <a:pt x="105755" y="115741"/>
                  <a:pt x="108479" y="120280"/>
                </a:cubicBezTo>
                <a:lnTo>
                  <a:pt x="87600" y="120280"/>
                </a:lnTo>
                <a:cubicBezTo>
                  <a:pt x="85330" y="116195"/>
                  <a:pt x="83969" y="111429"/>
                  <a:pt x="83515" y="105755"/>
                </a:cubicBezTo>
                <a:close/>
                <a:moveTo>
                  <a:pt x="81926" y="61274"/>
                </a:moveTo>
                <a:cubicBezTo>
                  <a:pt x="74664" y="64225"/>
                  <a:pt x="63771" y="66721"/>
                  <a:pt x="49247" y="68764"/>
                </a:cubicBezTo>
                <a:cubicBezTo>
                  <a:pt x="41077" y="70125"/>
                  <a:pt x="35176" y="71487"/>
                  <a:pt x="31772" y="72849"/>
                </a:cubicBezTo>
                <a:cubicBezTo>
                  <a:pt x="28368" y="74210"/>
                  <a:pt x="25871" y="76480"/>
                  <a:pt x="24056" y="79203"/>
                </a:cubicBezTo>
                <a:cubicBezTo>
                  <a:pt x="22240" y="82153"/>
                  <a:pt x="21333" y="85330"/>
                  <a:pt x="21333" y="88735"/>
                </a:cubicBezTo>
                <a:cubicBezTo>
                  <a:pt x="21333" y="94181"/>
                  <a:pt x="23148" y="98493"/>
                  <a:pt x="27233" y="102124"/>
                </a:cubicBezTo>
                <a:cubicBezTo>
                  <a:pt x="31318" y="105755"/>
                  <a:pt x="37219" y="107344"/>
                  <a:pt x="44935" y="107344"/>
                </a:cubicBezTo>
                <a:cubicBezTo>
                  <a:pt x="52651" y="107344"/>
                  <a:pt x="59459" y="105755"/>
                  <a:pt x="65359" y="102351"/>
                </a:cubicBezTo>
                <a:cubicBezTo>
                  <a:pt x="71260" y="98947"/>
                  <a:pt x="75799" y="94408"/>
                  <a:pt x="78749" y="88508"/>
                </a:cubicBezTo>
                <a:cubicBezTo>
                  <a:pt x="80792" y="83969"/>
                  <a:pt x="81926" y="77387"/>
                  <a:pt x="81926" y="68537"/>
                </a:cubicBezTo>
                <a:lnTo>
                  <a:pt x="81926" y="61274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52E13A-9B5D-41B4-93EA-E0F9452F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851" y="6501749"/>
            <a:ext cx="19971" cy="162491"/>
          </a:xfrm>
          <a:custGeom xmlns:a="http://schemas.openxmlformats.org/drawingml/2006/main">
            <a:pathLst>
              <a:path w="19971" h="162491">
                <a:moveTo>
                  <a:pt x="0" y="162491"/>
                </a:moveTo>
                <a:lnTo>
                  <a:pt x="0" y="0"/>
                </a:lnTo>
                <a:lnTo>
                  <a:pt x="19971" y="0"/>
                </a:lnTo>
                <a:lnTo>
                  <a:pt x="19971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F17CC9-2550-45A5-8744-6D3BE8DA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515" y="6857085"/>
            <a:ext cx="155002" cy="162491"/>
          </a:xfrm>
          <a:custGeom xmlns:a="http://schemas.openxmlformats.org/drawingml/2006/main">
            <a:pathLst>
              <a:path w="155002" h="162491">
                <a:moveTo>
                  <a:pt x="0" y="162491"/>
                </a:moveTo>
                <a:lnTo>
                  <a:pt x="0" y="0"/>
                </a:lnTo>
                <a:lnTo>
                  <a:pt x="32453" y="0"/>
                </a:lnTo>
                <a:lnTo>
                  <a:pt x="70806" y="115060"/>
                </a:lnTo>
                <a:cubicBezTo>
                  <a:pt x="74437" y="125953"/>
                  <a:pt x="76934" y="133896"/>
                  <a:pt x="78522" y="139116"/>
                </a:cubicBezTo>
                <a:cubicBezTo>
                  <a:pt x="80338" y="133215"/>
                  <a:pt x="83288" y="124591"/>
                  <a:pt x="87146" y="113017"/>
                </a:cubicBezTo>
                <a:lnTo>
                  <a:pt x="126180" y="0"/>
                </a:lnTo>
                <a:lnTo>
                  <a:pt x="155002" y="0"/>
                </a:lnTo>
                <a:lnTo>
                  <a:pt x="155002" y="162491"/>
                </a:lnTo>
                <a:lnTo>
                  <a:pt x="134350" y="162491"/>
                </a:lnTo>
                <a:lnTo>
                  <a:pt x="134350" y="26552"/>
                </a:lnTo>
                <a:lnTo>
                  <a:pt x="87146" y="162491"/>
                </a:lnTo>
                <a:lnTo>
                  <a:pt x="67856" y="162491"/>
                </a:lnTo>
                <a:lnTo>
                  <a:pt x="20879" y="24283"/>
                </a:lnTo>
                <a:lnTo>
                  <a:pt x="20879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FF8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B8CC21-A587-4186-89B4-EA2C1693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4977" y="6854361"/>
            <a:ext cx="129357" cy="167711"/>
          </a:xfrm>
          <a:custGeom xmlns:a="http://schemas.openxmlformats.org/drawingml/2006/main">
            <a:pathLst>
              <a:path w="129357" h="167711">
                <a:moveTo>
                  <a:pt x="0" y="113017"/>
                </a:moveTo>
                <a:lnTo>
                  <a:pt x="20198" y="111202"/>
                </a:lnTo>
                <a:cubicBezTo>
                  <a:pt x="21106" y="119372"/>
                  <a:pt x="23375" y="126180"/>
                  <a:pt x="27006" y="131400"/>
                </a:cubicBezTo>
                <a:cubicBezTo>
                  <a:pt x="30410" y="136619"/>
                  <a:pt x="35857" y="140704"/>
                  <a:pt x="43346" y="143882"/>
                </a:cubicBezTo>
                <a:cubicBezTo>
                  <a:pt x="50608" y="147059"/>
                  <a:pt x="59005" y="148647"/>
                  <a:pt x="68310" y="148647"/>
                </a:cubicBezTo>
                <a:cubicBezTo>
                  <a:pt x="76480" y="148647"/>
                  <a:pt x="83515" y="147513"/>
                  <a:pt x="89869" y="145016"/>
                </a:cubicBezTo>
                <a:cubicBezTo>
                  <a:pt x="96224" y="142747"/>
                  <a:pt x="100762" y="139343"/>
                  <a:pt x="103940" y="135031"/>
                </a:cubicBezTo>
                <a:cubicBezTo>
                  <a:pt x="106890" y="130946"/>
                  <a:pt x="108479" y="126180"/>
                  <a:pt x="108479" y="121187"/>
                </a:cubicBezTo>
                <a:cubicBezTo>
                  <a:pt x="108479" y="116195"/>
                  <a:pt x="106890" y="111656"/>
                  <a:pt x="103940" y="107798"/>
                </a:cubicBezTo>
                <a:cubicBezTo>
                  <a:pt x="100989" y="104167"/>
                  <a:pt x="96224" y="100989"/>
                  <a:pt x="89415" y="98266"/>
                </a:cubicBezTo>
                <a:cubicBezTo>
                  <a:pt x="85103" y="96451"/>
                  <a:pt x="75572" y="93954"/>
                  <a:pt x="60594" y="90323"/>
                </a:cubicBezTo>
                <a:cubicBezTo>
                  <a:pt x="45615" y="86692"/>
                  <a:pt x="35176" y="83288"/>
                  <a:pt x="29276" y="80111"/>
                </a:cubicBezTo>
                <a:cubicBezTo>
                  <a:pt x="21560" y="76026"/>
                  <a:pt x="15659" y="71033"/>
                  <a:pt x="11801" y="65133"/>
                </a:cubicBezTo>
                <a:cubicBezTo>
                  <a:pt x="7943" y="59232"/>
                  <a:pt x="6127" y="52424"/>
                  <a:pt x="6127" y="44708"/>
                </a:cubicBezTo>
                <a:cubicBezTo>
                  <a:pt x="6127" y="36538"/>
                  <a:pt x="8397" y="29049"/>
                  <a:pt x="13163" y="21786"/>
                </a:cubicBezTo>
                <a:cubicBezTo>
                  <a:pt x="17702" y="14751"/>
                  <a:pt x="24510" y="9305"/>
                  <a:pt x="33587" y="5674"/>
                </a:cubicBezTo>
                <a:cubicBezTo>
                  <a:pt x="42438" y="2042"/>
                  <a:pt x="52424" y="0"/>
                  <a:pt x="63317" y="0"/>
                </a:cubicBezTo>
                <a:cubicBezTo>
                  <a:pt x="75345" y="0"/>
                  <a:pt x="86011" y="2042"/>
                  <a:pt x="95089" y="5901"/>
                </a:cubicBezTo>
                <a:cubicBezTo>
                  <a:pt x="104167" y="9759"/>
                  <a:pt x="111429" y="15432"/>
                  <a:pt x="116422" y="22921"/>
                </a:cubicBezTo>
                <a:cubicBezTo>
                  <a:pt x="121414" y="30637"/>
                  <a:pt x="123911" y="39034"/>
                  <a:pt x="124365" y="48566"/>
                </a:cubicBezTo>
                <a:lnTo>
                  <a:pt x="103713" y="50154"/>
                </a:lnTo>
                <a:cubicBezTo>
                  <a:pt x="102578" y="39942"/>
                  <a:pt x="98947" y="32226"/>
                  <a:pt x="92593" y="26779"/>
                </a:cubicBezTo>
                <a:cubicBezTo>
                  <a:pt x="86238" y="21560"/>
                  <a:pt x="76707" y="18836"/>
                  <a:pt x="64225" y="18836"/>
                </a:cubicBezTo>
                <a:cubicBezTo>
                  <a:pt x="51062" y="18836"/>
                  <a:pt x="41757" y="21333"/>
                  <a:pt x="35857" y="26098"/>
                </a:cubicBezTo>
                <a:cubicBezTo>
                  <a:pt x="29956" y="30864"/>
                  <a:pt x="27006" y="36538"/>
                  <a:pt x="27006" y="43346"/>
                </a:cubicBezTo>
                <a:cubicBezTo>
                  <a:pt x="27006" y="49247"/>
                  <a:pt x="29049" y="54012"/>
                  <a:pt x="33134" y="57643"/>
                </a:cubicBezTo>
                <a:cubicBezTo>
                  <a:pt x="37219" y="61501"/>
                  <a:pt x="48112" y="65359"/>
                  <a:pt x="65586" y="69444"/>
                </a:cubicBezTo>
                <a:cubicBezTo>
                  <a:pt x="83061" y="73529"/>
                  <a:pt x="95089" y="76934"/>
                  <a:pt x="101670" y="79657"/>
                </a:cubicBezTo>
                <a:cubicBezTo>
                  <a:pt x="110975" y="84196"/>
                  <a:pt x="118010" y="89642"/>
                  <a:pt x="122549" y="96224"/>
                </a:cubicBezTo>
                <a:cubicBezTo>
                  <a:pt x="127088" y="103032"/>
                  <a:pt x="129357" y="110748"/>
                  <a:pt x="129357" y="119372"/>
                </a:cubicBezTo>
                <a:cubicBezTo>
                  <a:pt x="129357" y="127996"/>
                  <a:pt x="126861" y="136166"/>
                  <a:pt x="121868" y="143882"/>
                </a:cubicBezTo>
                <a:cubicBezTo>
                  <a:pt x="116875" y="151598"/>
                  <a:pt x="109613" y="157498"/>
                  <a:pt x="100536" y="161583"/>
                </a:cubicBezTo>
                <a:cubicBezTo>
                  <a:pt x="91231" y="165668"/>
                  <a:pt x="80792" y="167711"/>
                  <a:pt x="69217" y="167711"/>
                </a:cubicBezTo>
                <a:cubicBezTo>
                  <a:pt x="54466" y="167711"/>
                  <a:pt x="42211" y="165668"/>
                  <a:pt x="32226" y="161583"/>
                </a:cubicBezTo>
                <a:cubicBezTo>
                  <a:pt x="22240" y="157498"/>
                  <a:pt x="14524" y="150917"/>
                  <a:pt x="8851" y="142293"/>
                </a:cubicBezTo>
                <a:cubicBezTo>
                  <a:pt x="3177" y="133669"/>
                  <a:pt x="227" y="123911"/>
                  <a:pt x="0" y="113017"/>
                </a:cubicBezTo>
                <a:close/>
              </a:path>
            </a:pathLst>
          </a:custGeom>
          <a:solidFill xmlns:a="http://schemas.openxmlformats.org/drawingml/2006/main">
            <a:srgbClr val="FF8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EF28A3-304B-47E2-B7FC-BECD90E9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063" y="6857085"/>
            <a:ext cx="142974" cy="162491"/>
          </a:xfrm>
          <a:custGeom xmlns:a="http://schemas.openxmlformats.org/drawingml/2006/main">
            <a:pathLst>
              <a:path w="142974" h="162491">
                <a:moveTo>
                  <a:pt x="0" y="162491"/>
                </a:moveTo>
                <a:lnTo>
                  <a:pt x="0" y="0"/>
                </a:lnTo>
                <a:lnTo>
                  <a:pt x="71941" y="0"/>
                </a:lnTo>
                <a:cubicBezTo>
                  <a:pt x="86465" y="0"/>
                  <a:pt x="97358" y="1589"/>
                  <a:pt x="104847" y="4539"/>
                </a:cubicBezTo>
                <a:cubicBezTo>
                  <a:pt x="112337" y="7489"/>
                  <a:pt x="118464" y="12709"/>
                  <a:pt x="123003" y="19971"/>
                </a:cubicBezTo>
                <a:cubicBezTo>
                  <a:pt x="127542" y="27233"/>
                  <a:pt x="129811" y="35403"/>
                  <a:pt x="129811" y="44254"/>
                </a:cubicBezTo>
                <a:cubicBezTo>
                  <a:pt x="129811" y="56055"/>
                  <a:pt x="125953" y="65813"/>
                  <a:pt x="118464" y="73529"/>
                </a:cubicBezTo>
                <a:cubicBezTo>
                  <a:pt x="110975" y="81472"/>
                  <a:pt x="99401" y="86465"/>
                  <a:pt x="83969" y="88508"/>
                </a:cubicBezTo>
                <a:cubicBezTo>
                  <a:pt x="89642" y="91231"/>
                  <a:pt x="93954" y="93954"/>
                  <a:pt x="96904" y="96678"/>
                </a:cubicBezTo>
                <a:cubicBezTo>
                  <a:pt x="103259" y="102578"/>
                  <a:pt x="109159" y="109613"/>
                  <a:pt x="114833" y="118237"/>
                </a:cubicBezTo>
                <a:lnTo>
                  <a:pt x="142974" y="162491"/>
                </a:lnTo>
                <a:lnTo>
                  <a:pt x="115968" y="162491"/>
                </a:lnTo>
                <a:lnTo>
                  <a:pt x="94635" y="128676"/>
                </a:lnTo>
                <a:cubicBezTo>
                  <a:pt x="88281" y="119145"/>
                  <a:pt x="83061" y="111656"/>
                  <a:pt x="78976" y="106436"/>
                </a:cubicBezTo>
                <a:cubicBezTo>
                  <a:pt x="74891" y="101216"/>
                  <a:pt x="71260" y="97585"/>
                  <a:pt x="68083" y="95543"/>
                </a:cubicBezTo>
                <a:cubicBezTo>
                  <a:pt x="64906" y="93500"/>
                  <a:pt x="61501" y="92139"/>
                  <a:pt x="58324" y="91231"/>
                </a:cubicBezTo>
                <a:cubicBezTo>
                  <a:pt x="55828" y="90777"/>
                  <a:pt x="51743" y="90323"/>
                  <a:pt x="46296" y="90323"/>
                </a:cubicBezTo>
                <a:lnTo>
                  <a:pt x="21333" y="90323"/>
                </a:lnTo>
                <a:lnTo>
                  <a:pt x="21333" y="162491"/>
                </a:lnTo>
                <a:lnTo>
                  <a:pt x="0" y="162491"/>
                </a:lnTo>
                <a:close/>
                <a:moveTo>
                  <a:pt x="21333" y="71714"/>
                </a:moveTo>
                <a:lnTo>
                  <a:pt x="67629" y="71714"/>
                </a:lnTo>
                <a:cubicBezTo>
                  <a:pt x="77387" y="71714"/>
                  <a:pt x="85103" y="70806"/>
                  <a:pt x="90550" y="68764"/>
                </a:cubicBezTo>
                <a:cubicBezTo>
                  <a:pt x="95997" y="66721"/>
                  <a:pt x="100309" y="63544"/>
                  <a:pt x="103259" y="59005"/>
                </a:cubicBezTo>
                <a:cubicBezTo>
                  <a:pt x="105982" y="54466"/>
                  <a:pt x="107571" y="49700"/>
                  <a:pt x="107571" y="44254"/>
                </a:cubicBezTo>
                <a:cubicBezTo>
                  <a:pt x="107571" y="36765"/>
                  <a:pt x="104621" y="30410"/>
                  <a:pt x="99174" y="25418"/>
                </a:cubicBezTo>
                <a:cubicBezTo>
                  <a:pt x="93500" y="20425"/>
                  <a:pt x="84650" y="17928"/>
                  <a:pt x="72849" y="17928"/>
                </a:cubicBezTo>
                <a:lnTo>
                  <a:pt x="21333" y="17928"/>
                </a:lnTo>
                <a:lnTo>
                  <a:pt x="21333" y="71714"/>
                </a:lnTo>
                <a:close/>
              </a:path>
            </a:pathLst>
          </a:custGeom>
          <a:solidFill xmlns:a="http://schemas.openxmlformats.org/drawingml/2006/main">
            <a:srgbClr val="FF8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002E1C-7CF5-4EB6-99D7-6B43694B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250" y="6950812"/>
            <a:ext cx="61274" cy="19971"/>
          </a:xfrm>
          <a:custGeom xmlns:a="http://schemas.openxmlformats.org/drawingml/2006/main">
            <a:pathLst>
              <a:path w="61274" h="19971">
                <a:moveTo>
                  <a:pt x="0" y="19971"/>
                </a:moveTo>
                <a:lnTo>
                  <a:pt x="0" y="0"/>
                </a:lnTo>
                <a:lnTo>
                  <a:pt x="61274" y="0"/>
                </a:lnTo>
                <a:lnTo>
                  <a:pt x="61274" y="19971"/>
                </a:lnTo>
                <a:lnTo>
                  <a:pt x="0" y="19971"/>
                </a:lnTo>
                <a:close/>
              </a:path>
            </a:pathLst>
          </a:custGeom>
          <a:solidFill xmlns:a="http://schemas.openxmlformats.org/drawingml/2006/main">
            <a:srgbClr val="FF8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0A1EC6-5EF6-4A13-A7F3-06B06DA0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6467" y="6857085"/>
            <a:ext cx="148647" cy="162491"/>
          </a:xfrm>
          <a:custGeom xmlns:a="http://schemas.openxmlformats.org/drawingml/2006/main">
            <a:pathLst>
              <a:path w="148647" h="162491">
                <a:moveTo>
                  <a:pt x="63090" y="162491"/>
                </a:moveTo>
                <a:lnTo>
                  <a:pt x="0" y="0"/>
                </a:lnTo>
                <a:lnTo>
                  <a:pt x="23375" y="0"/>
                </a:lnTo>
                <a:lnTo>
                  <a:pt x="65586" y="118010"/>
                </a:lnTo>
                <a:cubicBezTo>
                  <a:pt x="68764" y="127542"/>
                  <a:pt x="71714" y="136392"/>
                  <a:pt x="74210" y="144562"/>
                </a:cubicBezTo>
                <a:cubicBezTo>
                  <a:pt x="76480" y="135939"/>
                  <a:pt x="79430" y="127088"/>
                  <a:pt x="82834" y="118010"/>
                </a:cubicBezTo>
                <a:lnTo>
                  <a:pt x="126861" y="0"/>
                </a:lnTo>
                <a:lnTo>
                  <a:pt x="148647" y="0"/>
                </a:lnTo>
                <a:lnTo>
                  <a:pt x="85103" y="162491"/>
                </a:lnTo>
                <a:lnTo>
                  <a:pt x="63090" y="162491"/>
                </a:lnTo>
                <a:close/>
              </a:path>
            </a:pathLst>
          </a:custGeom>
          <a:solidFill xmlns:a="http://schemas.openxmlformats.org/drawingml/2006/main">
            <a:srgbClr val="FF8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CC017C-42E1-48DF-850A-73F57A96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149" y="6857085"/>
            <a:ext cx="128903" cy="162491"/>
          </a:xfrm>
          <a:custGeom xmlns:a="http://schemas.openxmlformats.org/drawingml/2006/main">
            <a:pathLst>
              <a:path w="128903" h="162491">
                <a:moveTo>
                  <a:pt x="53558" y="162491"/>
                </a:moveTo>
                <a:lnTo>
                  <a:pt x="53558" y="19290"/>
                </a:lnTo>
                <a:lnTo>
                  <a:pt x="0" y="19290"/>
                </a:lnTo>
                <a:lnTo>
                  <a:pt x="0" y="0"/>
                </a:lnTo>
                <a:lnTo>
                  <a:pt x="128903" y="0"/>
                </a:lnTo>
                <a:lnTo>
                  <a:pt x="128903" y="19290"/>
                </a:lnTo>
                <a:lnTo>
                  <a:pt x="75118" y="19290"/>
                </a:lnTo>
                <a:lnTo>
                  <a:pt x="75118" y="162491"/>
                </a:lnTo>
                <a:lnTo>
                  <a:pt x="53558" y="162491"/>
                </a:lnTo>
                <a:close/>
              </a:path>
            </a:pathLst>
          </a:custGeom>
          <a:solidFill xmlns:a="http://schemas.openxmlformats.org/drawingml/2006/main">
            <a:srgbClr val="FF8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130DF0-43AF-446B-B76C-2D6F6384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812" y="6857085"/>
            <a:ext cx="128903" cy="162491"/>
          </a:xfrm>
          <a:custGeom xmlns:a="http://schemas.openxmlformats.org/drawingml/2006/main">
            <a:pathLst>
              <a:path w="128903" h="162491">
                <a:moveTo>
                  <a:pt x="53558" y="162491"/>
                </a:moveTo>
                <a:lnTo>
                  <a:pt x="53558" y="19290"/>
                </a:lnTo>
                <a:lnTo>
                  <a:pt x="0" y="19290"/>
                </a:lnTo>
                <a:lnTo>
                  <a:pt x="0" y="0"/>
                </a:lnTo>
                <a:lnTo>
                  <a:pt x="128903" y="0"/>
                </a:lnTo>
                <a:lnTo>
                  <a:pt x="128903" y="19290"/>
                </a:lnTo>
                <a:lnTo>
                  <a:pt x="75118" y="19290"/>
                </a:lnTo>
                <a:lnTo>
                  <a:pt x="75118" y="162491"/>
                </a:lnTo>
                <a:lnTo>
                  <a:pt x="53558" y="162491"/>
                </a:lnTo>
                <a:close/>
              </a:path>
            </a:pathLst>
          </a:custGeom>
          <a:solidFill xmlns:a="http://schemas.openxmlformats.org/drawingml/2006/main">
            <a:srgbClr val="FF8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522223-20FC-45E8-834B-120839C0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3114" y="6854134"/>
            <a:ext cx="158406" cy="177923"/>
          </a:xfrm>
          <a:custGeom xmlns:a="http://schemas.openxmlformats.org/drawingml/2006/main">
            <a:pathLst>
              <a:path w="158406" h="177923">
                <a:moveTo>
                  <a:pt x="130946" y="147967"/>
                </a:moveTo>
                <a:cubicBezTo>
                  <a:pt x="140931" y="155002"/>
                  <a:pt x="150009" y="159995"/>
                  <a:pt x="158406" y="163172"/>
                </a:cubicBezTo>
                <a:lnTo>
                  <a:pt x="152052" y="177923"/>
                </a:lnTo>
                <a:cubicBezTo>
                  <a:pt x="140251" y="173611"/>
                  <a:pt x="128676" y="167030"/>
                  <a:pt x="117329" y="158179"/>
                </a:cubicBezTo>
                <a:cubicBezTo>
                  <a:pt x="105074" y="164760"/>
                  <a:pt x="91912" y="167937"/>
                  <a:pt x="77387" y="167937"/>
                </a:cubicBezTo>
                <a:cubicBezTo>
                  <a:pt x="62636" y="167937"/>
                  <a:pt x="49247" y="164533"/>
                  <a:pt x="37219" y="157498"/>
                </a:cubicBezTo>
                <a:cubicBezTo>
                  <a:pt x="25191" y="150463"/>
                  <a:pt x="15886" y="140477"/>
                  <a:pt x="9532" y="127769"/>
                </a:cubicBezTo>
                <a:cubicBezTo>
                  <a:pt x="3177" y="115060"/>
                  <a:pt x="0" y="100536"/>
                  <a:pt x="0" y="84196"/>
                </a:cubicBezTo>
                <a:cubicBezTo>
                  <a:pt x="0" y="68310"/>
                  <a:pt x="3177" y="53558"/>
                  <a:pt x="9759" y="40396"/>
                </a:cubicBezTo>
                <a:cubicBezTo>
                  <a:pt x="16113" y="27233"/>
                  <a:pt x="25418" y="17248"/>
                  <a:pt x="37446" y="10439"/>
                </a:cubicBezTo>
                <a:cubicBezTo>
                  <a:pt x="49473" y="3631"/>
                  <a:pt x="62863" y="0"/>
                  <a:pt x="77841" y="0"/>
                </a:cubicBezTo>
                <a:cubicBezTo>
                  <a:pt x="92820" y="0"/>
                  <a:pt x="106209" y="3631"/>
                  <a:pt x="118237" y="10893"/>
                </a:cubicBezTo>
                <a:cubicBezTo>
                  <a:pt x="130265" y="18155"/>
                  <a:pt x="139570" y="28141"/>
                  <a:pt x="145924" y="40850"/>
                </a:cubicBezTo>
                <a:cubicBezTo>
                  <a:pt x="152278" y="53558"/>
                  <a:pt x="155456" y="68083"/>
                  <a:pt x="155456" y="84196"/>
                </a:cubicBezTo>
                <a:cubicBezTo>
                  <a:pt x="155456" y="97585"/>
                  <a:pt x="153413" y="109613"/>
                  <a:pt x="149328" y="120280"/>
                </a:cubicBezTo>
                <a:cubicBezTo>
                  <a:pt x="145243" y="130946"/>
                  <a:pt x="139116" y="140251"/>
                  <a:pt x="130946" y="147967"/>
                </a:cubicBezTo>
                <a:close/>
                <a:moveTo>
                  <a:pt x="83515" y="120506"/>
                </a:moveTo>
                <a:cubicBezTo>
                  <a:pt x="95770" y="124138"/>
                  <a:pt x="105982" y="129357"/>
                  <a:pt x="114152" y="136166"/>
                </a:cubicBezTo>
                <a:cubicBezTo>
                  <a:pt x="126861" y="124591"/>
                  <a:pt x="133215" y="107344"/>
                  <a:pt x="133215" y="84196"/>
                </a:cubicBezTo>
                <a:cubicBezTo>
                  <a:pt x="133215" y="71033"/>
                  <a:pt x="130946" y="59686"/>
                  <a:pt x="126407" y="49700"/>
                </a:cubicBezTo>
                <a:cubicBezTo>
                  <a:pt x="121868" y="39942"/>
                  <a:pt x="115514" y="32226"/>
                  <a:pt x="106890" y="26779"/>
                </a:cubicBezTo>
                <a:cubicBezTo>
                  <a:pt x="98266" y="21333"/>
                  <a:pt x="88508" y="18609"/>
                  <a:pt x="77841" y="18609"/>
                </a:cubicBezTo>
                <a:cubicBezTo>
                  <a:pt x="61728" y="18609"/>
                  <a:pt x="48339" y="24283"/>
                  <a:pt x="37899" y="35176"/>
                </a:cubicBezTo>
                <a:cubicBezTo>
                  <a:pt x="27460" y="46069"/>
                  <a:pt x="22240" y="62409"/>
                  <a:pt x="22240" y="84196"/>
                </a:cubicBezTo>
                <a:cubicBezTo>
                  <a:pt x="22240" y="105528"/>
                  <a:pt x="27460" y="121641"/>
                  <a:pt x="37899" y="132988"/>
                </a:cubicBezTo>
                <a:cubicBezTo>
                  <a:pt x="48339" y="144335"/>
                  <a:pt x="61501" y="149782"/>
                  <a:pt x="77841" y="149782"/>
                </a:cubicBezTo>
                <a:cubicBezTo>
                  <a:pt x="85557" y="149782"/>
                  <a:pt x="92820" y="148420"/>
                  <a:pt x="99628" y="145470"/>
                </a:cubicBezTo>
                <a:cubicBezTo>
                  <a:pt x="92820" y="141158"/>
                  <a:pt x="85784" y="137981"/>
                  <a:pt x="78295" y="136166"/>
                </a:cubicBezTo>
                <a:lnTo>
                  <a:pt x="83515" y="120506"/>
                </a:lnTo>
                <a:close/>
              </a:path>
            </a:pathLst>
          </a:custGeom>
          <a:solidFill xmlns:a="http://schemas.openxmlformats.org/drawingml/2006/main">
            <a:srgbClr val="FF8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821540-3527-4332-ACAA-4E3D34E2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917" y="6857085"/>
            <a:ext cx="151598" cy="162491"/>
          </a:xfrm>
          <a:custGeom xmlns:a="http://schemas.openxmlformats.org/drawingml/2006/main">
            <a:pathLst>
              <a:path w="151598" h="162491">
                <a:moveTo>
                  <a:pt x="0" y="162491"/>
                </a:moveTo>
                <a:lnTo>
                  <a:pt x="61955" y="0"/>
                </a:lnTo>
                <a:lnTo>
                  <a:pt x="85103" y="0"/>
                </a:lnTo>
                <a:lnTo>
                  <a:pt x="151598" y="162491"/>
                </a:lnTo>
                <a:lnTo>
                  <a:pt x="127315" y="162491"/>
                </a:lnTo>
                <a:lnTo>
                  <a:pt x="108252" y="113244"/>
                </a:lnTo>
                <a:lnTo>
                  <a:pt x="40396" y="113244"/>
                </a:lnTo>
                <a:lnTo>
                  <a:pt x="22467" y="162491"/>
                </a:lnTo>
                <a:lnTo>
                  <a:pt x="0" y="162491"/>
                </a:lnTo>
                <a:close/>
                <a:moveTo>
                  <a:pt x="46523" y="95770"/>
                </a:moveTo>
                <a:lnTo>
                  <a:pt x="101670" y="95770"/>
                </a:lnTo>
                <a:lnTo>
                  <a:pt x="84650" y="50835"/>
                </a:lnTo>
                <a:cubicBezTo>
                  <a:pt x="79430" y="37219"/>
                  <a:pt x="75572" y="25871"/>
                  <a:pt x="73076" y="17021"/>
                </a:cubicBezTo>
                <a:cubicBezTo>
                  <a:pt x="71033" y="27460"/>
                  <a:pt x="68083" y="37899"/>
                  <a:pt x="64452" y="48112"/>
                </a:cubicBezTo>
                <a:lnTo>
                  <a:pt x="46523" y="95770"/>
                </a:lnTo>
                <a:close/>
              </a:path>
            </a:pathLst>
          </a:custGeom>
          <a:solidFill xmlns:a="http://schemas.openxmlformats.org/drawingml/2006/main">
            <a:srgbClr val="FF8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7A926E-7DB2-4116-B5F8-185876EA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596" y="5833971"/>
            <a:ext cx="155002" cy="162491"/>
          </a:xfrm>
          <a:custGeom xmlns:a="http://schemas.openxmlformats.org/drawingml/2006/main">
            <a:pathLst>
              <a:path w="155002" h="162491">
                <a:moveTo>
                  <a:pt x="0" y="162491"/>
                </a:moveTo>
                <a:lnTo>
                  <a:pt x="0" y="0"/>
                </a:lnTo>
                <a:lnTo>
                  <a:pt x="32453" y="0"/>
                </a:lnTo>
                <a:lnTo>
                  <a:pt x="70806" y="115060"/>
                </a:lnTo>
                <a:cubicBezTo>
                  <a:pt x="74437" y="125953"/>
                  <a:pt x="76934" y="133896"/>
                  <a:pt x="78522" y="139116"/>
                </a:cubicBezTo>
                <a:cubicBezTo>
                  <a:pt x="80338" y="133215"/>
                  <a:pt x="83288" y="124591"/>
                  <a:pt x="87146" y="113017"/>
                </a:cubicBezTo>
                <a:lnTo>
                  <a:pt x="126180" y="0"/>
                </a:lnTo>
                <a:lnTo>
                  <a:pt x="155002" y="0"/>
                </a:lnTo>
                <a:lnTo>
                  <a:pt x="155002" y="162491"/>
                </a:lnTo>
                <a:lnTo>
                  <a:pt x="134350" y="162491"/>
                </a:lnTo>
                <a:lnTo>
                  <a:pt x="134350" y="26552"/>
                </a:lnTo>
                <a:lnTo>
                  <a:pt x="87146" y="162491"/>
                </a:lnTo>
                <a:lnTo>
                  <a:pt x="67856" y="162491"/>
                </a:lnTo>
                <a:lnTo>
                  <a:pt x="20879" y="24283"/>
                </a:lnTo>
                <a:lnTo>
                  <a:pt x="20879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FF8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D686C9-7D46-4E39-9261-A1599AAA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7753" y="5833971"/>
            <a:ext cx="148647" cy="162491"/>
          </a:xfrm>
          <a:custGeom xmlns:a="http://schemas.openxmlformats.org/drawingml/2006/main">
            <a:pathLst>
              <a:path w="148647" h="162491">
                <a:moveTo>
                  <a:pt x="63090" y="162491"/>
                </a:moveTo>
                <a:lnTo>
                  <a:pt x="0" y="0"/>
                </a:lnTo>
                <a:lnTo>
                  <a:pt x="23375" y="0"/>
                </a:lnTo>
                <a:lnTo>
                  <a:pt x="65586" y="118010"/>
                </a:lnTo>
                <a:cubicBezTo>
                  <a:pt x="68764" y="127542"/>
                  <a:pt x="71714" y="136392"/>
                  <a:pt x="74210" y="144562"/>
                </a:cubicBezTo>
                <a:cubicBezTo>
                  <a:pt x="76480" y="135939"/>
                  <a:pt x="79430" y="127088"/>
                  <a:pt x="82834" y="118010"/>
                </a:cubicBezTo>
                <a:lnTo>
                  <a:pt x="126861" y="0"/>
                </a:lnTo>
                <a:lnTo>
                  <a:pt x="148647" y="0"/>
                </a:lnTo>
                <a:lnTo>
                  <a:pt x="85103" y="162491"/>
                </a:lnTo>
                <a:lnTo>
                  <a:pt x="63090" y="162491"/>
                </a:lnTo>
                <a:close/>
              </a:path>
            </a:pathLst>
          </a:custGeom>
          <a:solidFill xmlns:a="http://schemas.openxmlformats.org/drawingml/2006/main">
            <a:srgbClr val="FF8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4DBE68-65BC-48FA-AC99-2DB6FF9A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4783" y="5833971"/>
            <a:ext cx="122776" cy="162491"/>
          </a:xfrm>
          <a:custGeom xmlns:a="http://schemas.openxmlformats.org/drawingml/2006/main">
            <a:pathLst>
              <a:path w="122776" h="162491">
                <a:moveTo>
                  <a:pt x="0" y="162491"/>
                </a:moveTo>
                <a:lnTo>
                  <a:pt x="0" y="0"/>
                </a:lnTo>
                <a:lnTo>
                  <a:pt x="61048" y="0"/>
                </a:lnTo>
                <a:cubicBezTo>
                  <a:pt x="73302" y="0"/>
                  <a:pt x="83288" y="1816"/>
                  <a:pt x="90777" y="4993"/>
                </a:cubicBezTo>
                <a:cubicBezTo>
                  <a:pt x="98266" y="8397"/>
                  <a:pt x="104167" y="13390"/>
                  <a:pt x="108479" y="20198"/>
                </a:cubicBezTo>
                <a:cubicBezTo>
                  <a:pt x="112564" y="27006"/>
                  <a:pt x="114833" y="34268"/>
                  <a:pt x="114833" y="41530"/>
                </a:cubicBezTo>
                <a:cubicBezTo>
                  <a:pt x="114833" y="48566"/>
                  <a:pt x="112790" y="55147"/>
                  <a:pt x="109159" y="61274"/>
                </a:cubicBezTo>
                <a:cubicBezTo>
                  <a:pt x="105301" y="67402"/>
                  <a:pt x="99628" y="72395"/>
                  <a:pt x="92139" y="76026"/>
                </a:cubicBezTo>
                <a:cubicBezTo>
                  <a:pt x="101897" y="78976"/>
                  <a:pt x="109386" y="83969"/>
                  <a:pt x="114833" y="90777"/>
                </a:cubicBezTo>
                <a:cubicBezTo>
                  <a:pt x="120053" y="97812"/>
                  <a:pt x="122776" y="105982"/>
                  <a:pt x="122776" y="115287"/>
                </a:cubicBezTo>
                <a:cubicBezTo>
                  <a:pt x="122776" y="123003"/>
                  <a:pt x="120960" y="130265"/>
                  <a:pt x="117783" y="136619"/>
                </a:cubicBezTo>
                <a:cubicBezTo>
                  <a:pt x="114606" y="143201"/>
                  <a:pt x="110521" y="148193"/>
                  <a:pt x="105982" y="151825"/>
                </a:cubicBezTo>
                <a:cubicBezTo>
                  <a:pt x="101216" y="155456"/>
                  <a:pt x="95316" y="157952"/>
                  <a:pt x="88281" y="159768"/>
                </a:cubicBezTo>
                <a:cubicBezTo>
                  <a:pt x="81018" y="161583"/>
                  <a:pt x="72395" y="162491"/>
                  <a:pt x="61955" y="162491"/>
                </a:cubicBezTo>
                <a:lnTo>
                  <a:pt x="0" y="162491"/>
                </a:lnTo>
                <a:close/>
                <a:moveTo>
                  <a:pt x="21560" y="68310"/>
                </a:moveTo>
                <a:lnTo>
                  <a:pt x="56736" y="68310"/>
                </a:lnTo>
                <a:cubicBezTo>
                  <a:pt x="66267" y="68310"/>
                  <a:pt x="73076" y="67856"/>
                  <a:pt x="77160" y="66494"/>
                </a:cubicBezTo>
                <a:cubicBezTo>
                  <a:pt x="82607" y="64906"/>
                  <a:pt x="86692" y="62182"/>
                  <a:pt x="89415" y="58324"/>
                </a:cubicBezTo>
                <a:cubicBezTo>
                  <a:pt x="92139" y="54693"/>
                  <a:pt x="93727" y="49927"/>
                  <a:pt x="93727" y="44254"/>
                </a:cubicBezTo>
                <a:cubicBezTo>
                  <a:pt x="93727" y="38807"/>
                  <a:pt x="92366" y="34041"/>
                  <a:pt x="89869" y="29956"/>
                </a:cubicBezTo>
                <a:cubicBezTo>
                  <a:pt x="87146" y="25871"/>
                  <a:pt x="83515" y="23148"/>
                  <a:pt x="78749" y="21560"/>
                </a:cubicBezTo>
                <a:cubicBezTo>
                  <a:pt x="73756" y="20198"/>
                  <a:pt x="65586" y="19290"/>
                  <a:pt x="54012" y="19290"/>
                </a:cubicBezTo>
                <a:lnTo>
                  <a:pt x="21560" y="19290"/>
                </a:lnTo>
                <a:lnTo>
                  <a:pt x="21560" y="68310"/>
                </a:lnTo>
                <a:close/>
                <a:moveTo>
                  <a:pt x="21560" y="143428"/>
                </a:moveTo>
                <a:lnTo>
                  <a:pt x="61955" y="143428"/>
                </a:lnTo>
                <a:cubicBezTo>
                  <a:pt x="68764" y="143428"/>
                  <a:pt x="73756" y="143201"/>
                  <a:pt x="76707" y="142520"/>
                </a:cubicBezTo>
                <a:cubicBezTo>
                  <a:pt x="81472" y="141612"/>
                  <a:pt x="85557" y="140251"/>
                  <a:pt x="88961" y="138208"/>
                </a:cubicBezTo>
                <a:cubicBezTo>
                  <a:pt x="92139" y="136166"/>
                  <a:pt x="94862" y="133215"/>
                  <a:pt x="97131" y="129130"/>
                </a:cubicBezTo>
                <a:cubicBezTo>
                  <a:pt x="99401" y="125272"/>
                  <a:pt x="100536" y="120733"/>
                  <a:pt x="100536" y="115287"/>
                </a:cubicBezTo>
                <a:cubicBezTo>
                  <a:pt x="100536" y="109386"/>
                  <a:pt x="98947" y="104167"/>
                  <a:pt x="95770" y="99628"/>
                </a:cubicBezTo>
                <a:cubicBezTo>
                  <a:pt x="92593" y="95089"/>
                  <a:pt x="88281" y="91912"/>
                  <a:pt x="82834" y="90096"/>
                </a:cubicBezTo>
                <a:cubicBezTo>
                  <a:pt x="77387" y="88281"/>
                  <a:pt x="69444" y="87373"/>
                  <a:pt x="59005" y="87373"/>
                </a:cubicBezTo>
                <a:lnTo>
                  <a:pt x="21560" y="87373"/>
                </a:lnTo>
                <a:lnTo>
                  <a:pt x="21560" y="143428"/>
                </a:lnTo>
                <a:close/>
              </a:path>
            </a:pathLst>
          </a:custGeom>
          <a:solidFill xmlns:a="http://schemas.openxmlformats.org/drawingml/2006/main">
            <a:srgbClr val="FF8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F5B8B6-F741-47F1-95D8-495574DF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7983" y="5876182"/>
            <a:ext cx="108479" cy="122776"/>
          </a:xfrm>
          <a:custGeom xmlns:a="http://schemas.openxmlformats.org/drawingml/2006/main">
            <a:pathLst>
              <a:path w="108479" h="122776">
                <a:moveTo>
                  <a:pt x="87146" y="82380"/>
                </a:moveTo>
                <a:lnTo>
                  <a:pt x="107798" y="84877"/>
                </a:lnTo>
                <a:cubicBezTo>
                  <a:pt x="104394" y="97131"/>
                  <a:pt x="98266" y="106436"/>
                  <a:pt x="89642" y="113017"/>
                </a:cubicBezTo>
                <a:cubicBezTo>
                  <a:pt x="80792" y="119599"/>
                  <a:pt x="69671" y="122776"/>
                  <a:pt x="56055" y="122776"/>
                </a:cubicBezTo>
                <a:cubicBezTo>
                  <a:pt x="38807" y="122776"/>
                  <a:pt x="24964" y="117556"/>
                  <a:pt x="14978" y="107117"/>
                </a:cubicBezTo>
                <a:cubicBezTo>
                  <a:pt x="4993" y="96678"/>
                  <a:pt x="0" y="81699"/>
                  <a:pt x="0" y="62409"/>
                </a:cubicBezTo>
                <a:cubicBezTo>
                  <a:pt x="0" y="42665"/>
                  <a:pt x="4993" y="27233"/>
                  <a:pt x="15205" y="16340"/>
                </a:cubicBezTo>
                <a:cubicBezTo>
                  <a:pt x="25191" y="5447"/>
                  <a:pt x="38580" y="0"/>
                  <a:pt x="54920" y="0"/>
                </a:cubicBezTo>
                <a:cubicBezTo>
                  <a:pt x="70579" y="0"/>
                  <a:pt x="83515" y="5447"/>
                  <a:pt x="93500" y="16113"/>
                </a:cubicBezTo>
                <a:cubicBezTo>
                  <a:pt x="103486" y="26779"/>
                  <a:pt x="108479" y="41757"/>
                  <a:pt x="108479" y="61274"/>
                </a:cubicBezTo>
                <a:cubicBezTo>
                  <a:pt x="108479" y="62636"/>
                  <a:pt x="108252" y="64225"/>
                  <a:pt x="108252" y="66494"/>
                </a:cubicBezTo>
                <a:lnTo>
                  <a:pt x="20425" y="66494"/>
                </a:lnTo>
                <a:cubicBezTo>
                  <a:pt x="21106" y="79657"/>
                  <a:pt x="24737" y="89415"/>
                  <a:pt x="31318" y="96224"/>
                </a:cubicBezTo>
                <a:cubicBezTo>
                  <a:pt x="37899" y="103032"/>
                  <a:pt x="46069" y="106436"/>
                  <a:pt x="56055" y="106436"/>
                </a:cubicBezTo>
                <a:cubicBezTo>
                  <a:pt x="63317" y="106436"/>
                  <a:pt x="69671" y="104621"/>
                  <a:pt x="74891" y="100762"/>
                </a:cubicBezTo>
                <a:cubicBezTo>
                  <a:pt x="79884" y="97131"/>
                  <a:pt x="83969" y="91004"/>
                  <a:pt x="87146" y="82380"/>
                </a:cubicBezTo>
                <a:close/>
                <a:moveTo>
                  <a:pt x="21560" y="50154"/>
                </a:moveTo>
                <a:lnTo>
                  <a:pt x="87373" y="50154"/>
                </a:lnTo>
                <a:cubicBezTo>
                  <a:pt x="86465" y="40169"/>
                  <a:pt x="83969" y="32907"/>
                  <a:pt x="79884" y="27914"/>
                </a:cubicBezTo>
                <a:cubicBezTo>
                  <a:pt x="73529" y="20198"/>
                  <a:pt x="65133" y="16340"/>
                  <a:pt x="55147" y="16340"/>
                </a:cubicBezTo>
                <a:cubicBezTo>
                  <a:pt x="45842" y="16340"/>
                  <a:pt x="38126" y="19517"/>
                  <a:pt x="31999" y="25645"/>
                </a:cubicBezTo>
                <a:cubicBezTo>
                  <a:pt x="25645" y="31772"/>
                  <a:pt x="22240" y="39942"/>
                  <a:pt x="21560" y="50154"/>
                </a:cubicBezTo>
                <a:close/>
              </a:path>
            </a:pathLst>
          </a:custGeom>
          <a:solidFill xmlns:a="http://schemas.openxmlformats.org/drawingml/2006/main">
            <a:srgbClr val="FF8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60C179-AD6E-481D-AF50-298A0667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745" y="5876182"/>
            <a:ext cx="95543" cy="120280"/>
          </a:xfrm>
          <a:custGeom xmlns:a="http://schemas.openxmlformats.org/drawingml/2006/main">
            <a:pathLst>
              <a:path w="95543" h="120280">
                <a:moveTo>
                  <a:pt x="0" y="120280"/>
                </a:moveTo>
                <a:lnTo>
                  <a:pt x="0" y="2496"/>
                </a:lnTo>
                <a:lnTo>
                  <a:pt x="17928" y="2496"/>
                </a:lnTo>
                <a:lnTo>
                  <a:pt x="17928" y="19290"/>
                </a:lnTo>
                <a:cubicBezTo>
                  <a:pt x="26552" y="6581"/>
                  <a:pt x="39034" y="0"/>
                  <a:pt x="55374" y="0"/>
                </a:cubicBezTo>
                <a:cubicBezTo>
                  <a:pt x="62409" y="0"/>
                  <a:pt x="68991" y="1362"/>
                  <a:pt x="74891" y="3858"/>
                </a:cubicBezTo>
                <a:cubicBezTo>
                  <a:pt x="80792" y="6354"/>
                  <a:pt x="85330" y="9759"/>
                  <a:pt x="88281" y="13843"/>
                </a:cubicBezTo>
                <a:cubicBezTo>
                  <a:pt x="91231" y="17928"/>
                  <a:pt x="93273" y="22921"/>
                  <a:pt x="94408" y="28595"/>
                </a:cubicBezTo>
                <a:cubicBezTo>
                  <a:pt x="95089" y="32226"/>
                  <a:pt x="95543" y="38807"/>
                  <a:pt x="95543" y="47885"/>
                </a:cubicBezTo>
                <a:lnTo>
                  <a:pt x="95543" y="120280"/>
                </a:lnTo>
                <a:lnTo>
                  <a:pt x="75572" y="120280"/>
                </a:lnTo>
                <a:lnTo>
                  <a:pt x="75572" y="48793"/>
                </a:lnTo>
                <a:cubicBezTo>
                  <a:pt x="75572" y="40623"/>
                  <a:pt x="74664" y="34722"/>
                  <a:pt x="73302" y="30637"/>
                </a:cubicBezTo>
                <a:cubicBezTo>
                  <a:pt x="71714" y="26552"/>
                  <a:pt x="68991" y="23375"/>
                  <a:pt x="65133" y="20879"/>
                </a:cubicBezTo>
                <a:cubicBezTo>
                  <a:pt x="61048" y="18609"/>
                  <a:pt x="56509" y="17248"/>
                  <a:pt x="51289" y="17248"/>
                </a:cubicBezTo>
                <a:cubicBezTo>
                  <a:pt x="42665" y="17248"/>
                  <a:pt x="35176" y="19971"/>
                  <a:pt x="29049" y="25418"/>
                </a:cubicBezTo>
                <a:cubicBezTo>
                  <a:pt x="22921" y="30864"/>
                  <a:pt x="19971" y="41077"/>
                  <a:pt x="19971" y="56055"/>
                </a:cubicBezTo>
                <a:lnTo>
                  <a:pt x="19971" y="120280"/>
                </a:lnTo>
                <a:lnTo>
                  <a:pt x="0" y="120280"/>
                </a:lnTo>
                <a:close/>
              </a:path>
            </a:pathLst>
          </a:custGeom>
          <a:solidFill xmlns:a="http://schemas.openxmlformats.org/drawingml/2006/main">
            <a:srgbClr val="FF8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F26FF5-3032-4FC5-8AC0-F9C6ECCC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797" y="5876182"/>
            <a:ext cx="102578" cy="122776"/>
          </a:xfrm>
          <a:custGeom xmlns:a="http://schemas.openxmlformats.org/drawingml/2006/main">
            <a:pathLst>
              <a:path w="102578" h="122776">
                <a:moveTo>
                  <a:pt x="82834" y="77160"/>
                </a:moveTo>
                <a:lnTo>
                  <a:pt x="102578" y="79657"/>
                </a:lnTo>
                <a:cubicBezTo>
                  <a:pt x="100309" y="93273"/>
                  <a:pt x="94862" y="103940"/>
                  <a:pt x="86011" y="111429"/>
                </a:cubicBezTo>
                <a:cubicBezTo>
                  <a:pt x="77160" y="119145"/>
                  <a:pt x="66267" y="122776"/>
                  <a:pt x="53558" y="122776"/>
                </a:cubicBezTo>
                <a:cubicBezTo>
                  <a:pt x="37219" y="122776"/>
                  <a:pt x="24283" y="117556"/>
                  <a:pt x="14524" y="107117"/>
                </a:cubicBezTo>
                <a:cubicBezTo>
                  <a:pt x="4766" y="96678"/>
                  <a:pt x="0" y="81699"/>
                  <a:pt x="0" y="61955"/>
                </a:cubicBezTo>
                <a:cubicBezTo>
                  <a:pt x="0" y="49247"/>
                  <a:pt x="2042" y="38126"/>
                  <a:pt x="6354" y="28595"/>
                </a:cubicBezTo>
                <a:cubicBezTo>
                  <a:pt x="10439" y="19063"/>
                  <a:pt x="16794" y="12028"/>
                  <a:pt x="25418" y="7262"/>
                </a:cubicBezTo>
                <a:cubicBezTo>
                  <a:pt x="34041" y="2496"/>
                  <a:pt x="43346" y="0"/>
                  <a:pt x="53558" y="0"/>
                </a:cubicBezTo>
                <a:cubicBezTo>
                  <a:pt x="66267" y="0"/>
                  <a:pt x="76707" y="3404"/>
                  <a:pt x="84877" y="9759"/>
                </a:cubicBezTo>
                <a:cubicBezTo>
                  <a:pt x="93046" y="16113"/>
                  <a:pt x="98266" y="25418"/>
                  <a:pt x="100536" y="37219"/>
                </a:cubicBezTo>
                <a:lnTo>
                  <a:pt x="81245" y="40169"/>
                </a:lnTo>
                <a:cubicBezTo>
                  <a:pt x="79430" y="32453"/>
                  <a:pt x="76026" y="26552"/>
                  <a:pt x="71487" y="22467"/>
                </a:cubicBezTo>
                <a:cubicBezTo>
                  <a:pt x="66721" y="18382"/>
                  <a:pt x="61048" y="16340"/>
                  <a:pt x="54466" y="16340"/>
                </a:cubicBezTo>
                <a:cubicBezTo>
                  <a:pt x="44254" y="16340"/>
                  <a:pt x="36084" y="19971"/>
                  <a:pt x="29729" y="27233"/>
                </a:cubicBezTo>
                <a:cubicBezTo>
                  <a:pt x="23375" y="34495"/>
                  <a:pt x="20425" y="45842"/>
                  <a:pt x="20425" y="61274"/>
                </a:cubicBezTo>
                <a:cubicBezTo>
                  <a:pt x="20425" y="77160"/>
                  <a:pt x="23375" y="88735"/>
                  <a:pt x="29503" y="95770"/>
                </a:cubicBezTo>
                <a:cubicBezTo>
                  <a:pt x="35403" y="103032"/>
                  <a:pt x="43346" y="106436"/>
                  <a:pt x="53332" y="106436"/>
                </a:cubicBezTo>
                <a:cubicBezTo>
                  <a:pt x="61048" y="106436"/>
                  <a:pt x="67629" y="104167"/>
                  <a:pt x="72849" y="99401"/>
                </a:cubicBezTo>
                <a:cubicBezTo>
                  <a:pt x="78068" y="94635"/>
                  <a:pt x="81472" y="87146"/>
                  <a:pt x="82834" y="77160"/>
                </a:cubicBezTo>
                <a:close/>
              </a:path>
            </a:pathLst>
          </a:custGeom>
          <a:solidFill xmlns:a="http://schemas.openxmlformats.org/drawingml/2006/main">
            <a:srgbClr val="FF8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47B46C-897B-4AA8-9793-C6AD6251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0396" y="5833971"/>
            <a:ext cx="95770" cy="162491"/>
          </a:xfrm>
          <a:custGeom xmlns:a="http://schemas.openxmlformats.org/drawingml/2006/main">
            <a:pathLst>
              <a:path w="95770" h="162491">
                <a:moveTo>
                  <a:pt x="0" y="162491"/>
                </a:moveTo>
                <a:lnTo>
                  <a:pt x="0" y="0"/>
                </a:lnTo>
                <a:lnTo>
                  <a:pt x="19971" y="0"/>
                </a:lnTo>
                <a:lnTo>
                  <a:pt x="19971" y="58324"/>
                </a:lnTo>
                <a:cubicBezTo>
                  <a:pt x="29049" y="47658"/>
                  <a:pt x="40850" y="42211"/>
                  <a:pt x="55147" y="42211"/>
                </a:cubicBezTo>
                <a:cubicBezTo>
                  <a:pt x="63771" y="42211"/>
                  <a:pt x="71487" y="44027"/>
                  <a:pt x="77841" y="47431"/>
                </a:cubicBezTo>
                <a:cubicBezTo>
                  <a:pt x="84196" y="50835"/>
                  <a:pt x="88961" y="55601"/>
                  <a:pt x="91685" y="61501"/>
                </a:cubicBezTo>
                <a:cubicBezTo>
                  <a:pt x="94408" y="67629"/>
                  <a:pt x="95770" y="76480"/>
                  <a:pt x="95770" y="87827"/>
                </a:cubicBezTo>
                <a:lnTo>
                  <a:pt x="95770" y="162491"/>
                </a:lnTo>
                <a:lnTo>
                  <a:pt x="75799" y="162491"/>
                </a:lnTo>
                <a:lnTo>
                  <a:pt x="75799" y="87827"/>
                </a:lnTo>
                <a:cubicBezTo>
                  <a:pt x="75799" y="77841"/>
                  <a:pt x="73529" y="70579"/>
                  <a:pt x="69217" y="66040"/>
                </a:cubicBezTo>
                <a:cubicBezTo>
                  <a:pt x="64906" y="61501"/>
                  <a:pt x="58778" y="59232"/>
                  <a:pt x="51062" y="59232"/>
                </a:cubicBezTo>
                <a:cubicBezTo>
                  <a:pt x="45162" y="59232"/>
                  <a:pt x="39488" y="60821"/>
                  <a:pt x="34268" y="63998"/>
                </a:cubicBezTo>
                <a:cubicBezTo>
                  <a:pt x="29049" y="67175"/>
                  <a:pt x="25418" y="71260"/>
                  <a:pt x="23148" y="76480"/>
                </a:cubicBezTo>
                <a:cubicBezTo>
                  <a:pt x="20879" y="81699"/>
                  <a:pt x="19971" y="88961"/>
                  <a:pt x="19971" y="98039"/>
                </a:cubicBezTo>
                <a:lnTo>
                  <a:pt x="19971" y="162491"/>
                </a:lnTo>
                <a:lnTo>
                  <a:pt x="0" y="162491"/>
                </a:lnTo>
                <a:close/>
              </a:path>
            </a:pathLst>
          </a:custGeom>
          <a:solidFill xmlns:a="http://schemas.openxmlformats.org/drawingml/2006/main">
            <a:srgbClr val="FF8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676DE1-3176-499B-87D7-F7320702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4446" y="5831020"/>
            <a:ext cx="158406" cy="177923"/>
          </a:xfrm>
          <a:custGeom xmlns:a="http://schemas.openxmlformats.org/drawingml/2006/main">
            <a:pathLst>
              <a:path w="158406" h="177923">
                <a:moveTo>
                  <a:pt x="130946" y="147967"/>
                </a:moveTo>
                <a:cubicBezTo>
                  <a:pt x="140931" y="155002"/>
                  <a:pt x="150009" y="159995"/>
                  <a:pt x="158406" y="163172"/>
                </a:cubicBezTo>
                <a:lnTo>
                  <a:pt x="152052" y="177923"/>
                </a:lnTo>
                <a:cubicBezTo>
                  <a:pt x="140251" y="173611"/>
                  <a:pt x="128676" y="167030"/>
                  <a:pt x="117329" y="158179"/>
                </a:cubicBezTo>
                <a:cubicBezTo>
                  <a:pt x="105074" y="164760"/>
                  <a:pt x="91912" y="167937"/>
                  <a:pt x="77387" y="167937"/>
                </a:cubicBezTo>
                <a:cubicBezTo>
                  <a:pt x="62636" y="167937"/>
                  <a:pt x="49247" y="164533"/>
                  <a:pt x="37219" y="157498"/>
                </a:cubicBezTo>
                <a:cubicBezTo>
                  <a:pt x="25191" y="150463"/>
                  <a:pt x="15886" y="140477"/>
                  <a:pt x="9532" y="127769"/>
                </a:cubicBezTo>
                <a:cubicBezTo>
                  <a:pt x="3177" y="115060"/>
                  <a:pt x="0" y="100536"/>
                  <a:pt x="0" y="84196"/>
                </a:cubicBezTo>
                <a:cubicBezTo>
                  <a:pt x="0" y="68310"/>
                  <a:pt x="3177" y="53558"/>
                  <a:pt x="9759" y="40396"/>
                </a:cubicBezTo>
                <a:cubicBezTo>
                  <a:pt x="16113" y="27233"/>
                  <a:pt x="25418" y="17248"/>
                  <a:pt x="37446" y="10439"/>
                </a:cubicBezTo>
                <a:cubicBezTo>
                  <a:pt x="49473" y="3631"/>
                  <a:pt x="62863" y="0"/>
                  <a:pt x="77841" y="0"/>
                </a:cubicBezTo>
                <a:cubicBezTo>
                  <a:pt x="92820" y="0"/>
                  <a:pt x="106209" y="3631"/>
                  <a:pt x="118237" y="10893"/>
                </a:cubicBezTo>
                <a:cubicBezTo>
                  <a:pt x="130265" y="18155"/>
                  <a:pt x="139570" y="28141"/>
                  <a:pt x="145924" y="40850"/>
                </a:cubicBezTo>
                <a:cubicBezTo>
                  <a:pt x="152278" y="53558"/>
                  <a:pt x="155456" y="68083"/>
                  <a:pt x="155456" y="84196"/>
                </a:cubicBezTo>
                <a:cubicBezTo>
                  <a:pt x="155456" y="97585"/>
                  <a:pt x="153413" y="109613"/>
                  <a:pt x="149328" y="120280"/>
                </a:cubicBezTo>
                <a:cubicBezTo>
                  <a:pt x="145243" y="130946"/>
                  <a:pt x="139116" y="140251"/>
                  <a:pt x="130946" y="147967"/>
                </a:cubicBezTo>
                <a:close/>
                <a:moveTo>
                  <a:pt x="83515" y="120506"/>
                </a:moveTo>
                <a:cubicBezTo>
                  <a:pt x="95770" y="124138"/>
                  <a:pt x="105982" y="129357"/>
                  <a:pt x="114152" y="136166"/>
                </a:cubicBezTo>
                <a:cubicBezTo>
                  <a:pt x="126861" y="124591"/>
                  <a:pt x="133215" y="107344"/>
                  <a:pt x="133215" y="84196"/>
                </a:cubicBezTo>
                <a:cubicBezTo>
                  <a:pt x="133215" y="71033"/>
                  <a:pt x="130946" y="59686"/>
                  <a:pt x="126407" y="49700"/>
                </a:cubicBezTo>
                <a:cubicBezTo>
                  <a:pt x="121868" y="39942"/>
                  <a:pt x="115514" y="32226"/>
                  <a:pt x="106890" y="26779"/>
                </a:cubicBezTo>
                <a:cubicBezTo>
                  <a:pt x="98266" y="21333"/>
                  <a:pt x="88508" y="18609"/>
                  <a:pt x="77841" y="18609"/>
                </a:cubicBezTo>
                <a:cubicBezTo>
                  <a:pt x="61728" y="18609"/>
                  <a:pt x="48339" y="24283"/>
                  <a:pt x="37899" y="35176"/>
                </a:cubicBezTo>
                <a:cubicBezTo>
                  <a:pt x="27460" y="46069"/>
                  <a:pt x="22240" y="62409"/>
                  <a:pt x="22240" y="84196"/>
                </a:cubicBezTo>
                <a:cubicBezTo>
                  <a:pt x="22240" y="105528"/>
                  <a:pt x="27460" y="121641"/>
                  <a:pt x="37899" y="132988"/>
                </a:cubicBezTo>
                <a:cubicBezTo>
                  <a:pt x="48339" y="144335"/>
                  <a:pt x="61501" y="149782"/>
                  <a:pt x="77841" y="149782"/>
                </a:cubicBezTo>
                <a:cubicBezTo>
                  <a:pt x="85557" y="149782"/>
                  <a:pt x="92820" y="148420"/>
                  <a:pt x="99628" y="145470"/>
                </a:cubicBezTo>
                <a:cubicBezTo>
                  <a:pt x="92820" y="141158"/>
                  <a:pt x="85784" y="137981"/>
                  <a:pt x="78295" y="136166"/>
                </a:cubicBezTo>
                <a:lnTo>
                  <a:pt x="83515" y="120506"/>
                </a:lnTo>
                <a:close/>
              </a:path>
            </a:pathLst>
          </a:custGeom>
          <a:solidFill xmlns:a="http://schemas.openxmlformats.org/drawingml/2006/main">
            <a:srgbClr val="FF8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D8814F-827F-473F-A051-F015B282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1249" y="5833971"/>
            <a:ext cx="151598" cy="162491"/>
          </a:xfrm>
          <a:custGeom xmlns:a="http://schemas.openxmlformats.org/drawingml/2006/main">
            <a:pathLst>
              <a:path w="151598" h="162491">
                <a:moveTo>
                  <a:pt x="0" y="162491"/>
                </a:moveTo>
                <a:lnTo>
                  <a:pt x="61955" y="0"/>
                </a:lnTo>
                <a:lnTo>
                  <a:pt x="85103" y="0"/>
                </a:lnTo>
                <a:lnTo>
                  <a:pt x="151598" y="162491"/>
                </a:lnTo>
                <a:lnTo>
                  <a:pt x="127315" y="162491"/>
                </a:lnTo>
                <a:lnTo>
                  <a:pt x="108252" y="113244"/>
                </a:lnTo>
                <a:lnTo>
                  <a:pt x="40396" y="113244"/>
                </a:lnTo>
                <a:lnTo>
                  <a:pt x="22467" y="162491"/>
                </a:lnTo>
                <a:lnTo>
                  <a:pt x="0" y="162491"/>
                </a:lnTo>
                <a:close/>
                <a:moveTo>
                  <a:pt x="46523" y="95770"/>
                </a:moveTo>
                <a:lnTo>
                  <a:pt x="101670" y="95770"/>
                </a:lnTo>
                <a:lnTo>
                  <a:pt x="84650" y="50835"/>
                </a:lnTo>
                <a:cubicBezTo>
                  <a:pt x="79430" y="37219"/>
                  <a:pt x="75572" y="25871"/>
                  <a:pt x="73076" y="17021"/>
                </a:cubicBezTo>
                <a:cubicBezTo>
                  <a:pt x="71033" y="27460"/>
                  <a:pt x="68083" y="37899"/>
                  <a:pt x="64452" y="48112"/>
                </a:cubicBezTo>
                <a:lnTo>
                  <a:pt x="46523" y="95770"/>
                </a:lnTo>
                <a:close/>
              </a:path>
            </a:pathLst>
          </a:custGeom>
          <a:solidFill xmlns:a="http://schemas.openxmlformats.org/drawingml/2006/main">
            <a:srgbClr val="FF8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7E30B2-149F-4C1A-B359-E63BEE8C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0731" y="170502"/>
            <a:ext cx="3642952" cy="10"/>
          </a:xfrm>
          <a:custGeom xmlns:a="http://schemas.openxmlformats.org/drawingml/2006/main">
            <a:pathLst>
              <a:path w="3642952" h="1" fill="none">
                <a:moveTo>
                  <a:pt x="0" y="0"/>
                </a:moveTo>
                <a:lnTo>
                  <a:pt x="364295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947" cap="flat">
            <a:solidFill>
              <a:srgbClr val="000000"/>
            </a:solidFill>
            <a:miter/>
          </a:ln>
        </p:spPr>
      </p:sp>
      <p:sp>
        <p:nvSpPr>
          <p:cNvPr id="508" name="Text Architecture">
            <a:extLst xmlns:a="http://schemas.openxmlformats.org/drawingml/2006/main">
              <a:ext uri="{FF2B5EF4-FFF2-40B4-BE49-F238E27FC236}">
                <a16:creationId xmlns:a16="http://schemas.microsoft.com/office/drawing/2014/main" id="{ED5DC2E1-D15B-47B9-9383-C44BD665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2679" y="336148"/>
            <a:ext cx="1378249" cy="180661"/>
          </a:xfrm>
          <a:custGeom xmlns:a="http://schemas.openxmlformats.org/drawingml/2006/main">
            <a:pathLst>
              <a:path w="1378249" h="180661">
                <a:moveTo>
                  <a:pt x="174237" y="170753"/>
                </a:moveTo>
                <a:lnTo>
                  <a:pt x="173213" y="170753"/>
                </a:lnTo>
                <a:cubicBezTo>
                  <a:pt x="163219" y="170753"/>
                  <a:pt x="159118" y="165393"/>
                  <a:pt x="146306" y="135273"/>
                </a:cubicBezTo>
                <a:lnTo>
                  <a:pt x="89169" y="250"/>
                </a:lnTo>
                <a:lnTo>
                  <a:pt x="81995" y="250"/>
                </a:lnTo>
                <a:lnTo>
                  <a:pt x="25112" y="140887"/>
                </a:lnTo>
                <a:cubicBezTo>
                  <a:pt x="15373" y="164627"/>
                  <a:pt x="12300" y="168454"/>
                  <a:pt x="0" y="170753"/>
                </a:cubicBezTo>
                <a:lnTo>
                  <a:pt x="0" y="177157"/>
                </a:lnTo>
                <a:lnTo>
                  <a:pt x="52015" y="177157"/>
                </a:lnTo>
                <a:lnTo>
                  <a:pt x="52015" y="170753"/>
                </a:lnTo>
                <a:cubicBezTo>
                  <a:pt x="36900" y="169733"/>
                  <a:pt x="31004" y="166926"/>
                  <a:pt x="31004" y="160287"/>
                </a:cubicBezTo>
                <a:cubicBezTo>
                  <a:pt x="31004" y="156968"/>
                  <a:pt x="33053" y="150587"/>
                  <a:pt x="38436" y="136805"/>
                </a:cubicBezTo>
                <a:lnTo>
                  <a:pt x="42280" y="126847"/>
                </a:lnTo>
                <a:lnTo>
                  <a:pt x="99929" y="126847"/>
                </a:lnTo>
                <a:cubicBezTo>
                  <a:pt x="108643" y="146759"/>
                  <a:pt x="111716" y="155947"/>
                  <a:pt x="111716" y="161565"/>
                </a:cubicBezTo>
                <a:cubicBezTo>
                  <a:pt x="111716" y="166926"/>
                  <a:pt x="108385" y="169479"/>
                  <a:pt x="99416" y="169987"/>
                </a:cubicBezTo>
                <a:cubicBezTo>
                  <a:pt x="98138" y="169987"/>
                  <a:pt x="94807" y="170245"/>
                  <a:pt x="91218" y="170753"/>
                </a:cubicBezTo>
                <a:lnTo>
                  <a:pt x="91218" y="177157"/>
                </a:lnTo>
                <a:lnTo>
                  <a:pt x="174237" y="177157"/>
                </a:lnTo>
                <a:lnTo>
                  <a:pt x="174237" y="170753"/>
                </a:lnTo>
                <a:moveTo>
                  <a:pt x="46123" y="116854"/>
                </a:moveTo>
                <a:lnTo>
                  <a:pt x="70207" y="54548"/>
                </a:lnTo>
                <a:lnTo>
                  <a:pt x="96085" y="116854"/>
                </a:lnTo>
                <a:lnTo>
                  <a:pt x="46123" y="116854"/>
                </a:lnTo>
                <a:close/>
                <a:moveTo>
                  <a:pt x="238548" y="59052"/>
                </a:moveTo>
                <a:lnTo>
                  <a:pt x="190122" y="59052"/>
                </a:lnTo>
                <a:lnTo>
                  <a:pt x="190122" y="65202"/>
                </a:lnTo>
                <a:cubicBezTo>
                  <a:pt x="201140" y="66739"/>
                  <a:pt x="203958" y="70070"/>
                  <a:pt x="203958" y="80317"/>
                </a:cubicBezTo>
                <a:lnTo>
                  <a:pt x="203958" y="155638"/>
                </a:lnTo>
                <a:cubicBezTo>
                  <a:pt x="203958" y="166144"/>
                  <a:pt x="201398" y="168959"/>
                  <a:pt x="190122" y="171011"/>
                </a:cubicBezTo>
                <a:lnTo>
                  <a:pt x="190122" y="177157"/>
                </a:lnTo>
                <a:lnTo>
                  <a:pt x="258280" y="177157"/>
                </a:lnTo>
                <a:lnTo>
                  <a:pt x="258280" y="171011"/>
                </a:lnTo>
                <a:cubicBezTo>
                  <a:pt x="242649" y="169987"/>
                  <a:pt x="239576" y="166656"/>
                  <a:pt x="239576" y="150771"/>
                </a:cubicBezTo>
                <a:lnTo>
                  <a:pt x="239576" y="102353"/>
                </a:lnTo>
                <a:cubicBezTo>
                  <a:pt x="239576" y="89028"/>
                  <a:pt x="246750" y="78015"/>
                  <a:pt x="255203" y="78015"/>
                </a:cubicBezTo>
                <a:cubicBezTo>
                  <a:pt x="257256" y="78015"/>
                  <a:pt x="259559" y="79805"/>
                  <a:pt x="262378" y="83907"/>
                </a:cubicBezTo>
                <a:cubicBezTo>
                  <a:pt x="267245" y="90823"/>
                  <a:pt x="271088" y="93130"/>
                  <a:pt x="277751" y="93130"/>
                </a:cubicBezTo>
                <a:cubicBezTo>
                  <a:pt x="287232" y="93130"/>
                  <a:pt x="293894" y="85955"/>
                  <a:pt x="293894" y="75962"/>
                </a:cubicBezTo>
                <a:cubicBezTo>
                  <a:pt x="293894" y="64507"/>
                  <a:pt x="285183" y="56050"/>
                  <a:pt x="273141" y="56050"/>
                </a:cubicBezTo>
                <a:cubicBezTo>
                  <a:pt x="260329" y="56050"/>
                  <a:pt x="250594" y="62970"/>
                  <a:pt x="238548" y="80138"/>
                </a:cubicBezTo>
                <a:lnTo>
                  <a:pt x="238548" y="59052"/>
                </a:lnTo>
                <a:close/>
                <a:moveTo>
                  <a:pt x="397408" y="149172"/>
                </a:moveTo>
                <a:cubicBezTo>
                  <a:pt x="387931" y="159916"/>
                  <a:pt x="381269" y="163497"/>
                  <a:pt x="370763" y="163497"/>
                </a:cubicBezTo>
                <a:cubicBezTo>
                  <a:pt x="348470" y="163497"/>
                  <a:pt x="334376" y="141243"/>
                  <a:pt x="334376" y="106454"/>
                </a:cubicBezTo>
                <a:cubicBezTo>
                  <a:pt x="334376" y="80110"/>
                  <a:pt x="342578" y="63994"/>
                  <a:pt x="355903" y="63994"/>
                </a:cubicBezTo>
                <a:cubicBezTo>
                  <a:pt x="360000" y="63994"/>
                  <a:pt x="363843" y="66039"/>
                  <a:pt x="365380" y="68854"/>
                </a:cubicBezTo>
                <a:cubicBezTo>
                  <a:pt x="366662" y="71157"/>
                  <a:pt x="366662" y="71157"/>
                  <a:pt x="366662" y="81901"/>
                </a:cubicBezTo>
                <a:cubicBezTo>
                  <a:pt x="366920" y="94432"/>
                  <a:pt x="371530" y="100316"/>
                  <a:pt x="381011" y="100316"/>
                </a:cubicBezTo>
                <a:cubicBezTo>
                  <a:pt x="391774" y="100316"/>
                  <a:pt x="398436" y="94177"/>
                  <a:pt x="398436" y="84200"/>
                </a:cubicBezTo>
                <a:cubicBezTo>
                  <a:pt x="398436" y="68342"/>
                  <a:pt x="381269" y="56050"/>
                  <a:pt x="358718" y="56050"/>
                </a:cubicBezTo>
                <a:cubicBezTo>
                  <a:pt x="323874" y="56050"/>
                  <a:pt x="298250" y="83179"/>
                  <a:pt x="298250" y="120013"/>
                </a:cubicBezTo>
                <a:cubicBezTo>
                  <a:pt x="298250" y="155310"/>
                  <a:pt x="321309" y="180661"/>
                  <a:pt x="353084" y="180661"/>
                </a:cubicBezTo>
                <a:cubicBezTo>
                  <a:pt x="372812" y="180661"/>
                  <a:pt x="387161" y="172720"/>
                  <a:pt x="402022" y="153777"/>
                </a:cubicBezTo>
                <a:lnTo>
                  <a:pt x="397408" y="149172"/>
                </a:lnTo>
                <a:close/>
                <a:moveTo>
                  <a:pt x="458905" y="4004"/>
                </a:moveTo>
                <a:lnTo>
                  <a:pt x="409709" y="4004"/>
                </a:lnTo>
                <a:lnTo>
                  <a:pt x="409709" y="10154"/>
                </a:lnTo>
                <a:cubicBezTo>
                  <a:pt x="421497" y="12464"/>
                  <a:pt x="423287" y="14513"/>
                  <a:pt x="423287" y="25026"/>
                </a:cubicBezTo>
                <a:lnTo>
                  <a:pt x="423287" y="155650"/>
                </a:lnTo>
                <a:cubicBezTo>
                  <a:pt x="423287" y="166402"/>
                  <a:pt x="421238" y="168705"/>
                  <a:pt x="409709" y="171011"/>
                </a:cubicBezTo>
                <a:lnTo>
                  <a:pt x="409709" y="177157"/>
                </a:lnTo>
                <a:lnTo>
                  <a:pt x="471459" y="177157"/>
                </a:lnTo>
                <a:lnTo>
                  <a:pt x="471459" y="171011"/>
                </a:lnTo>
                <a:cubicBezTo>
                  <a:pt x="461978" y="169729"/>
                  <a:pt x="458905" y="165890"/>
                  <a:pt x="458905" y="156416"/>
                </a:cubicBezTo>
                <a:lnTo>
                  <a:pt x="458905" y="88067"/>
                </a:lnTo>
                <a:cubicBezTo>
                  <a:pt x="458905" y="87042"/>
                  <a:pt x="460699" y="84485"/>
                  <a:pt x="463260" y="82178"/>
                </a:cubicBezTo>
                <a:cubicBezTo>
                  <a:pt x="468898" y="76290"/>
                  <a:pt x="475048" y="73217"/>
                  <a:pt x="480940" y="73217"/>
                </a:cubicBezTo>
                <a:cubicBezTo>
                  <a:pt x="489909" y="73217"/>
                  <a:pt x="494264" y="80130"/>
                  <a:pt x="494264" y="94467"/>
                </a:cubicBezTo>
                <a:lnTo>
                  <a:pt x="494264" y="156416"/>
                </a:lnTo>
                <a:cubicBezTo>
                  <a:pt x="494264" y="165890"/>
                  <a:pt x="490933" y="169987"/>
                  <a:pt x="482222" y="171011"/>
                </a:cubicBezTo>
                <a:lnTo>
                  <a:pt x="482222" y="177157"/>
                </a:lnTo>
                <a:lnTo>
                  <a:pt x="542436" y="177157"/>
                </a:lnTo>
                <a:lnTo>
                  <a:pt x="542436" y="171011"/>
                </a:lnTo>
                <a:cubicBezTo>
                  <a:pt x="533209" y="170241"/>
                  <a:pt x="529882" y="166402"/>
                  <a:pt x="529882" y="155650"/>
                </a:cubicBezTo>
                <a:lnTo>
                  <a:pt x="529882" y="92164"/>
                </a:lnTo>
                <a:cubicBezTo>
                  <a:pt x="529882" y="70144"/>
                  <a:pt x="516300" y="56050"/>
                  <a:pt x="495289" y="56050"/>
                </a:cubicBezTo>
                <a:cubicBezTo>
                  <a:pt x="481710" y="56050"/>
                  <a:pt x="472229" y="61175"/>
                  <a:pt x="458905" y="76036"/>
                </a:cubicBezTo>
                <a:lnTo>
                  <a:pt x="458905" y="4004"/>
                </a:lnTo>
                <a:close/>
                <a:moveTo>
                  <a:pt x="601367" y="59052"/>
                </a:moveTo>
                <a:lnTo>
                  <a:pt x="552171" y="59052"/>
                </a:lnTo>
                <a:lnTo>
                  <a:pt x="552171" y="65202"/>
                </a:lnTo>
                <a:cubicBezTo>
                  <a:pt x="563447" y="67509"/>
                  <a:pt x="565750" y="69816"/>
                  <a:pt x="565750" y="80317"/>
                </a:cubicBezTo>
                <a:lnTo>
                  <a:pt x="565750" y="155638"/>
                </a:lnTo>
                <a:cubicBezTo>
                  <a:pt x="565750" y="166144"/>
                  <a:pt x="563959" y="168192"/>
                  <a:pt x="552171" y="171011"/>
                </a:cubicBezTo>
                <a:lnTo>
                  <a:pt x="552171" y="177157"/>
                </a:lnTo>
                <a:lnTo>
                  <a:pt x="613409" y="177157"/>
                </a:lnTo>
                <a:lnTo>
                  <a:pt x="613409" y="171011"/>
                </a:lnTo>
                <a:cubicBezTo>
                  <a:pt x="604440" y="169729"/>
                  <a:pt x="601367" y="166144"/>
                  <a:pt x="601367" y="156409"/>
                </a:cubicBezTo>
                <a:lnTo>
                  <a:pt x="601367" y="59052"/>
                </a:lnTo>
                <a:moveTo>
                  <a:pt x="583429" y="0"/>
                </a:moveTo>
                <a:cubicBezTo>
                  <a:pt x="572412" y="0"/>
                  <a:pt x="563447" y="8969"/>
                  <a:pt x="563447" y="19732"/>
                </a:cubicBezTo>
                <a:cubicBezTo>
                  <a:pt x="563447" y="31262"/>
                  <a:pt x="571900" y="39719"/>
                  <a:pt x="583175" y="39719"/>
                </a:cubicBezTo>
                <a:cubicBezTo>
                  <a:pt x="594451" y="39719"/>
                  <a:pt x="603162" y="31262"/>
                  <a:pt x="603162" y="19987"/>
                </a:cubicBezTo>
                <a:cubicBezTo>
                  <a:pt x="603162" y="8969"/>
                  <a:pt x="594451" y="0"/>
                  <a:pt x="583429" y="0"/>
                </a:cubicBezTo>
                <a:close/>
                <a:moveTo>
                  <a:pt x="697452" y="59052"/>
                </a:moveTo>
                <a:lnTo>
                  <a:pt x="673368" y="59052"/>
                </a:lnTo>
                <a:lnTo>
                  <a:pt x="673368" y="15752"/>
                </a:lnTo>
                <a:lnTo>
                  <a:pt x="666960" y="15752"/>
                </a:lnTo>
                <a:cubicBezTo>
                  <a:pt x="651333" y="37787"/>
                  <a:pt x="641081" y="49317"/>
                  <a:pt x="624426" y="63412"/>
                </a:cubicBezTo>
                <a:lnTo>
                  <a:pt x="624426" y="70328"/>
                </a:lnTo>
                <a:lnTo>
                  <a:pt x="637750" y="70328"/>
                </a:lnTo>
                <a:lnTo>
                  <a:pt x="637750" y="153265"/>
                </a:lnTo>
                <a:cubicBezTo>
                  <a:pt x="637750" y="169913"/>
                  <a:pt x="648768" y="180160"/>
                  <a:pt x="666448" y="180160"/>
                </a:cubicBezTo>
                <a:cubicBezTo>
                  <a:pt x="683615" y="180160"/>
                  <a:pt x="693867" y="172474"/>
                  <a:pt x="704368" y="151474"/>
                </a:cubicBezTo>
                <a:lnTo>
                  <a:pt x="697964" y="148659"/>
                </a:lnTo>
                <a:cubicBezTo>
                  <a:pt x="692838" y="158387"/>
                  <a:pt x="688741" y="161968"/>
                  <a:pt x="683361" y="161968"/>
                </a:cubicBezTo>
                <a:cubicBezTo>
                  <a:pt x="676187" y="161968"/>
                  <a:pt x="673368" y="157617"/>
                  <a:pt x="673368" y="147377"/>
                </a:cubicBezTo>
                <a:lnTo>
                  <a:pt x="673368" y="70328"/>
                </a:lnTo>
                <a:lnTo>
                  <a:pt x="697452" y="70328"/>
                </a:lnTo>
                <a:lnTo>
                  <a:pt x="697452" y="59052"/>
                </a:lnTo>
                <a:close/>
                <a:moveTo>
                  <a:pt x="807630" y="145066"/>
                </a:moveTo>
                <a:cubicBezTo>
                  <a:pt x="797383" y="157609"/>
                  <a:pt x="789438" y="162214"/>
                  <a:pt x="778421" y="162214"/>
                </a:cubicBezTo>
                <a:cubicBezTo>
                  <a:pt x="768427" y="162214"/>
                  <a:pt x="760995" y="157609"/>
                  <a:pt x="755615" y="148648"/>
                </a:cubicBezTo>
                <a:cubicBezTo>
                  <a:pt x="751006" y="140461"/>
                  <a:pt x="748953" y="132012"/>
                  <a:pt x="747929" y="114352"/>
                </a:cubicBezTo>
                <a:lnTo>
                  <a:pt x="812498" y="114352"/>
                </a:lnTo>
                <a:cubicBezTo>
                  <a:pt x="810961" y="92864"/>
                  <a:pt x="807118" y="80857"/>
                  <a:pt x="798919" y="71149"/>
                </a:cubicBezTo>
                <a:cubicBezTo>
                  <a:pt x="790462" y="61175"/>
                  <a:pt x="778675" y="56050"/>
                  <a:pt x="764584" y="56050"/>
                </a:cubicBezTo>
                <a:cubicBezTo>
                  <a:pt x="732556" y="56050"/>
                  <a:pt x="711033" y="81369"/>
                  <a:pt x="711033" y="118703"/>
                </a:cubicBezTo>
                <a:cubicBezTo>
                  <a:pt x="711033" y="156072"/>
                  <a:pt x="732043" y="180661"/>
                  <a:pt x="763814" y="180661"/>
                </a:cubicBezTo>
                <a:cubicBezTo>
                  <a:pt x="784571" y="180661"/>
                  <a:pt x="797125" y="172462"/>
                  <a:pt x="813780" y="148648"/>
                </a:cubicBezTo>
                <a:lnTo>
                  <a:pt x="807630" y="145066"/>
                </a:lnTo>
                <a:moveTo>
                  <a:pt x="746646" y="104874"/>
                </a:moveTo>
                <a:cubicBezTo>
                  <a:pt x="747416" y="74214"/>
                  <a:pt x="752030" y="63994"/>
                  <a:pt x="764584" y="63994"/>
                </a:cubicBezTo>
                <a:cubicBezTo>
                  <a:pt x="771758" y="63994"/>
                  <a:pt x="776626" y="68084"/>
                  <a:pt x="778675" y="76001"/>
                </a:cubicBezTo>
                <a:cubicBezTo>
                  <a:pt x="779957" y="80857"/>
                  <a:pt x="780469" y="88012"/>
                  <a:pt x="780981" y="101039"/>
                </a:cubicBezTo>
                <a:lnTo>
                  <a:pt x="780981" y="104874"/>
                </a:lnTo>
                <a:lnTo>
                  <a:pt x="746646" y="104874"/>
                </a:lnTo>
                <a:close/>
                <a:moveTo>
                  <a:pt x="923956" y="149172"/>
                </a:moveTo>
                <a:cubicBezTo>
                  <a:pt x="914479" y="159916"/>
                  <a:pt x="907817" y="163497"/>
                  <a:pt x="897312" y="163497"/>
                </a:cubicBezTo>
                <a:cubicBezTo>
                  <a:pt x="875018" y="163497"/>
                  <a:pt x="860924" y="141243"/>
                  <a:pt x="860924" y="106454"/>
                </a:cubicBezTo>
                <a:cubicBezTo>
                  <a:pt x="860924" y="80110"/>
                  <a:pt x="869126" y="63994"/>
                  <a:pt x="882451" y="63994"/>
                </a:cubicBezTo>
                <a:cubicBezTo>
                  <a:pt x="886548" y="63994"/>
                  <a:pt x="890391" y="66039"/>
                  <a:pt x="891928" y="68854"/>
                </a:cubicBezTo>
                <a:cubicBezTo>
                  <a:pt x="893210" y="71157"/>
                  <a:pt x="893210" y="71157"/>
                  <a:pt x="893210" y="81901"/>
                </a:cubicBezTo>
                <a:cubicBezTo>
                  <a:pt x="893468" y="94432"/>
                  <a:pt x="898078" y="100316"/>
                  <a:pt x="907559" y="100316"/>
                </a:cubicBezTo>
                <a:cubicBezTo>
                  <a:pt x="918322" y="100316"/>
                  <a:pt x="924985" y="94177"/>
                  <a:pt x="924985" y="84200"/>
                </a:cubicBezTo>
                <a:cubicBezTo>
                  <a:pt x="924985" y="68342"/>
                  <a:pt x="907817" y="56050"/>
                  <a:pt x="885266" y="56050"/>
                </a:cubicBezTo>
                <a:cubicBezTo>
                  <a:pt x="850422" y="56050"/>
                  <a:pt x="824798" y="83179"/>
                  <a:pt x="824798" y="120013"/>
                </a:cubicBezTo>
                <a:cubicBezTo>
                  <a:pt x="824798" y="155310"/>
                  <a:pt x="847857" y="180661"/>
                  <a:pt x="879632" y="180661"/>
                </a:cubicBezTo>
                <a:cubicBezTo>
                  <a:pt x="899360" y="180661"/>
                  <a:pt x="913709" y="172720"/>
                  <a:pt x="928570" y="153777"/>
                </a:cubicBezTo>
                <a:lnTo>
                  <a:pt x="923956" y="149172"/>
                </a:lnTo>
                <a:close/>
                <a:moveTo>
                  <a:pt x="1010306" y="59052"/>
                </a:moveTo>
                <a:lnTo>
                  <a:pt x="986222" y="59052"/>
                </a:lnTo>
                <a:lnTo>
                  <a:pt x="986222" y="15752"/>
                </a:lnTo>
                <a:lnTo>
                  <a:pt x="979814" y="15752"/>
                </a:lnTo>
                <a:cubicBezTo>
                  <a:pt x="964187" y="37787"/>
                  <a:pt x="953936" y="49317"/>
                  <a:pt x="937280" y="63412"/>
                </a:cubicBezTo>
                <a:lnTo>
                  <a:pt x="937280" y="70328"/>
                </a:lnTo>
                <a:lnTo>
                  <a:pt x="950605" y="70328"/>
                </a:lnTo>
                <a:lnTo>
                  <a:pt x="950605" y="153265"/>
                </a:lnTo>
                <a:cubicBezTo>
                  <a:pt x="950605" y="169913"/>
                  <a:pt x="961622" y="180160"/>
                  <a:pt x="979302" y="180160"/>
                </a:cubicBezTo>
                <a:cubicBezTo>
                  <a:pt x="996470" y="180160"/>
                  <a:pt x="1006721" y="172474"/>
                  <a:pt x="1017222" y="151474"/>
                </a:cubicBezTo>
                <a:lnTo>
                  <a:pt x="1010818" y="148659"/>
                </a:lnTo>
                <a:cubicBezTo>
                  <a:pt x="1005693" y="158387"/>
                  <a:pt x="1001595" y="161968"/>
                  <a:pt x="996215" y="161968"/>
                </a:cubicBezTo>
                <a:cubicBezTo>
                  <a:pt x="989041" y="161968"/>
                  <a:pt x="986222" y="157617"/>
                  <a:pt x="986222" y="147377"/>
                </a:cubicBezTo>
                <a:lnTo>
                  <a:pt x="986222" y="70328"/>
                </a:lnTo>
                <a:lnTo>
                  <a:pt x="1010306" y="70328"/>
                </a:lnTo>
                <a:lnTo>
                  <a:pt x="1010306" y="59052"/>
                </a:lnTo>
                <a:close/>
                <a:moveTo>
                  <a:pt x="1105365" y="180359"/>
                </a:moveTo>
                <a:cubicBezTo>
                  <a:pt x="1116383" y="176516"/>
                  <a:pt x="1122533" y="175492"/>
                  <a:pt x="1139188" y="173697"/>
                </a:cubicBezTo>
                <a:lnTo>
                  <a:pt x="1155073" y="171903"/>
                </a:lnTo>
                <a:lnTo>
                  <a:pt x="1155073" y="166011"/>
                </a:lnTo>
                <a:cubicBezTo>
                  <a:pt x="1143802" y="165499"/>
                  <a:pt x="1140725" y="162175"/>
                  <a:pt x="1140725" y="151173"/>
                </a:cubicBezTo>
                <a:lnTo>
                  <a:pt x="1140725" y="59052"/>
                </a:lnTo>
                <a:lnTo>
                  <a:pt x="1089226" y="59052"/>
                </a:lnTo>
                <a:lnTo>
                  <a:pt x="1089226" y="65202"/>
                </a:lnTo>
                <a:cubicBezTo>
                  <a:pt x="1102034" y="66227"/>
                  <a:pt x="1105111" y="69296"/>
                  <a:pt x="1105111" y="80298"/>
                </a:cubicBezTo>
                <a:lnTo>
                  <a:pt x="1105111" y="152706"/>
                </a:lnTo>
                <a:cubicBezTo>
                  <a:pt x="1096654" y="161190"/>
                  <a:pt x="1091274" y="164009"/>
                  <a:pt x="1084100" y="164009"/>
                </a:cubicBezTo>
                <a:cubicBezTo>
                  <a:pt x="1073595" y="164009"/>
                  <a:pt x="1069751" y="158887"/>
                  <a:pt x="1069751" y="145833"/>
                </a:cubicBezTo>
                <a:lnTo>
                  <a:pt x="1069751" y="59052"/>
                </a:lnTo>
                <a:lnTo>
                  <a:pt x="1021580" y="59052"/>
                </a:lnTo>
                <a:lnTo>
                  <a:pt x="1021580" y="65202"/>
                </a:lnTo>
                <a:cubicBezTo>
                  <a:pt x="1032085" y="67251"/>
                  <a:pt x="1034134" y="69554"/>
                  <a:pt x="1034134" y="80306"/>
                </a:cubicBezTo>
                <a:lnTo>
                  <a:pt x="1034134" y="144808"/>
                </a:lnTo>
                <a:cubicBezTo>
                  <a:pt x="1034134" y="167340"/>
                  <a:pt x="1046946" y="180661"/>
                  <a:pt x="1068215" y="180661"/>
                </a:cubicBezTo>
                <a:cubicBezTo>
                  <a:pt x="1081539" y="180661"/>
                  <a:pt x="1090504" y="176563"/>
                  <a:pt x="1105365" y="163751"/>
                </a:cubicBezTo>
                <a:lnTo>
                  <a:pt x="1105365" y="180359"/>
                </a:lnTo>
                <a:close/>
                <a:moveTo>
                  <a:pt x="1215799" y="59052"/>
                </a:moveTo>
                <a:lnTo>
                  <a:pt x="1167373" y="59052"/>
                </a:lnTo>
                <a:lnTo>
                  <a:pt x="1167373" y="65202"/>
                </a:lnTo>
                <a:cubicBezTo>
                  <a:pt x="1178391" y="66739"/>
                  <a:pt x="1181210" y="70070"/>
                  <a:pt x="1181210" y="80317"/>
                </a:cubicBezTo>
                <a:lnTo>
                  <a:pt x="1181210" y="155638"/>
                </a:lnTo>
                <a:cubicBezTo>
                  <a:pt x="1181210" y="166144"/>
                  <a:pt x="1178649" y="168959"/>
                  <a:pt x="1167373" y="171011"/>
                </a:cubicBezTo>
                <a:lnTo>
                  <a:pt x="1167373" y="177157"/>
                </a:lnTo>
                <a:lnTo>
                  <a:pt x="1235531" y="177157"/>
                </a:lnTo>
                <a:lnTo>
                  <a:pt x="1235531" y="171011"/>
                </a:lnTo>
                <a:cubicBezTo>
                  <a:pt x="1219900" y="169987"/>
                  <a:pt x="1216827" y="166656"/>
                  <a:pt x="1216827" y="150771"/>
                </a:cubicBezTo>
                <a:lnTo>
                  <a:pt x="1216827" y="102353"/>
                </a:lnTo>
                <a:cubicBezTo>
                  <a:pt x="1216827" y="89028"/>
                  <a:pt x="1224002" y="78015"/>
                  <a:pt x="1232454" y="78015"/>
                </a:cubicBezTo>
                <a:cubicBezTo>
                  <a:pt x="1234507" y="78015"/>
                  <a:pt x="1236810" y="79805"/>
                  <a:pt x="1239629" y="83907"/>
                </a:cubicBezTo>
                <a:cubicBezTo>
                  <a:pt x="1244496" y="90823"/>
                  <a:pt x="1248340" y="93130"/>
                  <a:pt x="1255002" y="93130"/>
                </a:cubicBezTo>
                <a:cubicBezTo>
                  <a:pt x="1264483" y="93130"/>
                  <a:pt x="1271145" y="85955"/>
                  <a:pt x="1271145" y="75962"/>
                </a:cubicBezTo>
                <a:cubicBezTo>
                  <a:pt x="1271145" y="64507"/>
                  <a:pt x="1262434" y="56050"/>
                  <a:pt x="1250392" y="56050"/>
                </a:cubicBezTo>
                <a:cubicBezTo>
                  <a:pt x="1237580" y="56050"/>
                  <a:pt x="1227845" y="62970"/>
                  <a:pt x="1215799" y="80138"/>
                </a:cubicBezTo>
                <a:lnTo>
                  <a:pt x="1215799" y="59052"/>
                </a:lnTo>
                <a:close/>
                <a:moveTo>
                  <a:pt x="1372099" y="145066"/>
                </a:moveTo>
                <a:cubicBezTo>
                  <a:pt x="1361851" y="157609"/>
                  <a:pt x="1353907" y="162214"/>
                  <a:pt x="1342889" y="162214"/>
                </a:cubicBezTo>
                <a:cubicBezTo>
                  <a:pt x="1332896" y="162214"/>
                  <a:pt x="1325463" y="157609"/>
                  <a:pt x="1320084" y="148648"/>
                </a:cubicBezTo>
                <a:cubicBezTo>
                  <a:pt x="1315474" y="140461"/>
                  <a:pt x="1313421" y="132012"/>
                  <a:pt x="1312397" y="114352"/>
                </a:cubicBezTo>
                <a:lnTo>
                  <a:pt x="1376966" y="114352"/>
                </a:lnTo>
                <a:cubicBezTo>
                  <a:pt x="1375430" y="92864"/>
                  <a:pt x="1371586" y="80857"/>
                  <a:pt x="1363388" y="71149"/>
                </a:cubicBezTo>
                <a:cubicBezTo>
                  <a:pt x="1354931" y="61175"/>
                  <a:pt x="1343143" y="56050"/>
                  <a:pt x="1329053" y="56050"/>
                </a:cubicBezTo>
                <a:cubicBezTo>
                  <a:pt x="1297024" y="56050"/>
                  <a:pt x="1275501" y="81369"/>
                  <a:pt x="1275501" y="118703"/>
                </a:cubicBezTo>
                <a:cubicBezTo>
                  <a:pt x="1275501" y="156072"/>
                  <a:pt x="1296512" y="180661"/>
                  <a:pt x="1328282" y="180661"/>
                </a:cubicBezTo>
                <a:cubicBezTo>
                  <a:pt x="1349039" y="180661"/>
                  <a:pt x="1361593" y="172462"/>
                  <a:pt x="1378249" y="148648"/>
                </a:cubicBezTo>
                <a:lnTo>
                  <a:pt x="1372099" y="145066"/>
                </a:lnTo>
                <a:moveTo>
                  <a:pt x="1311115" y="104874"/>
                </a:moveTo>
                <a:cubicBezTo>
                  <a:pt x="1311885" y="74214"/>
                  <a:pt x="1316498" y="63994"/>
                  <a:pt x="1329053" y="63994"/>
                </a:cubicBezTo>
                <a:cubicBezTo>
                  <a:pt x="1336227" y="63994"/>
                  <a:pt x="1341095" y="68084"/>
                  <a:pt x="1343143" y="76001"/>
                </a:cubicBezTo>
                <a:cubicBezTo>
                  <a:pt x="1344426" y="80857"/>
                  <a:pt x="1344938" y="88012"/>
                  <a:pt x="1345450" y="101039"/>
                </a:cubicBezTo>
                <a:lnTo>
                  <a:pt x="1345450" y="104874"/>
                </a:lnTo>
                <a:lnTo>
                  <a:pt x="1311115" y="1048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9" name="Text Method">
            <a:extLst xmlns:a="http://schemas.openxmlformats.org/drawingml/2006/main">
              <a:ext uri="{FF2B5EF4-FFF2-40B4-BE49-F238E27FC236}">
                <a16:creationId xmlns:a16="http://schemas.microsoft.com/office/drawing/2014/main" id="{70C2F7A8-8CA7-4A61-89F0-B6057C28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316" y="681784"/>
            <a:ext cx="844784" cy="176657"/>
          </a:xfrm>
          <a:custGeom xmlns:a="http://schemas.openxmlformats.org/drawingml/2006/main">
            <a:pathLst>
              <a:path w="844784" h="176657">
                <a:moveTo>
                  <a:pt x="170136" y="17168"/>
                </a:moveTo>
                <a:lnTo>
                  <a:pt x="170136" y="147541"/>
                </a:lnTo>
                <a:cubicBezTo>
                  <a:pt x="170136" y="161882"/>
                  <a:pt x="166546" y="164959"/>
                  <a:pt x="147330" y="166750"/>
                </a:cubicBezTo>
                <a:lnTo>
                  <a:pt x="147330" y="173154"/>
                </a:lnTo>
                <a:lnTo>
                  <a:pt x="232398" y="173154"/>
                </a:lnTo>
                <a:lnTo>
                  <a:pt x="232398" y="166750"/>
                </a:lnTo>
                <a:cubicBezTo>
                  <a:pt x="212411" y="164189"/>
                  <a:pt x="209851" y="161370"/>
                  <a:pt x="209851" y="143186"/>
                </a:cubicBezTo>
                <a:lnTo>
                  <a:pt x="209851" y="29972"/>
                </a:lnTo>
                <a:cubicBezTo>
                  <a:pt x="209851" y="11530"/>
                  <a:pt x="213694" y="7690"/>
                  <a:pt x="232398" y="6408"/>
                </a:cubicBezTo>
                <a:lnTo>
                  <a:pt x="232398" y="0"/>
                </a:lnTo>
                <a:lnTo>
                  <a:pt x="167829" y="0"/>
                </a:lnTo>
                <a:lnTo>
                  <a:pt x="116584" y="120900"/>
                </a:lnTo>
                <a:lnTo>
                  <a:pt x="65339" y="0"/>
                </a:lnTo>
                <a:lnTo>
                  <a:pt x="512" y="0"/>
                </a:lnTo>
                <a:lnTo>
                  <a:pt x="512" y="6408"/>
                </a:lnTo>
                <a:cubicBezTo>
                  <a:pt x="19216" y="7945"/>
                  <a:pt x="23318" y="11276"/>
                  <a:pt x="23318" y="24596"/>
                </a:cubicBezTo>
                <a:lnTo>
                  <a:pt x="23318" y="146259"/>
                </a:lnTo>
                <a:cubicBezTo>
                  <a:pt x="23318" y="161628"/>
                  <a:pt x="19987" y="164701"/>
                  <a:pt x="0" y="166750"/>
                </a:cubicBezTo>
                <a:lnTo>
                  <a:pt x="0" y="173154"/>
                </a:lnTo>
                <a:lnTo>
                  <a:pt x="59956" y="173154"/>
                </a:lnTo>
                <a:lnTo>
                  <a:pt x="59956" y="166750"/>
                </a:lnTo>
                <a:cubicBezTo>
                  <a:pt x="38945" y="165213"/>
                  <a:pt x="34077" y="160346"/>
                  <a:pt x="34077" y="141391"/>
                </a:cubicBezTo>
                <a:lnTo>
                  <a:pt x="34077" y="21007"/>
                </a:lnTo>
                <a:lnTo>
                  <a:pt x="98646" y="173154"/>
                </a:lnTo>
                <a:lnTo>
                  <a:pt x="105566" y="173154"/>
                </a:lnTo>
                <a:lnTo>
                  <a:pt x="170136" y="17168"/>
                </a:lnTo>
                <a:close/>
                <a:moveTo>
                  <a:pt x="341296" y="141063"/>
                </a:moveTo>
                <a:cubicBezTo>
                  <a:pt x="331048" y="153605"/>
                  <a:pt x="323104" y="158211"/>
                  <a:pt x="312086" y="158211"/>
                </a:cubicBezTo>
                <a:cubicBezTo>
                  <a:pt x="302093" y="158211"/>
                  <a:pt x="294661" y="153605"/>
                  <a:pt x="289281" y="144644"/>
                </a:cubicBezTo>
                <a:cubicBezTo>
                  <a:pt x="284671" y="136457"/>
                  <a:pt x="282619" y="128008"/>
                  <a:pt x="281594" y="110348"/>
                </a:cubicBezTo>
                <a:lnTo>
                  <a:pt x="346163" y="110348"/>
                </a:lnTo>
                <a:cubicBezTo>
                  <a:pt x="344627" y="88860"/>
                  <a:pt x="340784" y="76853"/>
                  <a:pt x="332585" y="67146"/>
                </a:cubicBezTo>
                <a:cubicBezTo>
                  <a:pt x="324128" y="57172"/>
                  <a:pt x="312340" y="52046"/>
                  <a:pt x="298250" y="52046"/>
                </a:cubicBezTo>
                <a:cubicBezTo>
                  <a:pt x="266221" y="52046"/>
                  <a:pt x="244698" y="77366"/>
                  <a:pt x="244698" y="114700"/>
                </a:cubicBezTo>
                <a:cubicBezTo>
                  <a:pt x="244698" y="152069"/>
                  <a:pt x="265709" y="176657"/>
                  <a:pt x="297480" y="176657"/>
                </a:cubicBezTo>
                <a:cubicBezTo>
                  <a:pt x="318236" y="176657"/>
                  <a:pt x="330790" y="168458"/>
                  <a:pt x="347446" y="144644"/>
                </a:cubicBezTo>
                <a:lnTo>
                  <a:pt x="341296" y="141063"/>
                </a:lnTo>
                <a:moveTo>
                  <a:pt x="280312" y="100871"/>
                </a:moveTo>
                <a:cubicBezTo>
                  <a:pt x="281082" y="70211"/>
                  <a:pt x="285696" y="59991"/>
                  <a:pt x="298250" y="59991"/>
                </a:cubicBezTo>
                <a:cubicBezTo>
                  <a:pt x="305424" y="59991"/>
                  <a:pt x="310292" y="64080"/>
                  <a:pt x="312340" y="71998"/>
                </a:cubicBezTo>
                <a:cubicBezTo>
                  <a:pt x="313623" y="76853"/>
                  <a:pt x="314135" y="84008"/>
                  <a:pt x="314647" y="97035"/>
                </a:cubicBezTo>
                <a:lnTo>
                  <a:pt x="314647" y="100871"/>
                </a:lnTo>
                <a:lnTo>
                  <a:pt x="280312" y="100871"/>
                </a:lnTo>
                <a:close/>
                <a:moveTo>
                  <a:pt x="430207" y="55049"/>
                </a:moveTo>
                <a:lnTo>
                  <a:pt x="406123" y="55049"/>
                </a:lnTo>
                <a:lnTo>
                  <a:pt x="406123" y="11749"/>
                </a:lnTo>
                <a:lnTo>
                  <a:pt x="399715" y="11749"/>
                </a:lnTo>
                <a:cubicBezTo>
                  <a:pt x="384088" y="33784"/>
                  <a:pt x="373837" y="45314"/>
                  <a:pt x="357181" y="59408"/>
                </a:cubicBezTo>
                <a:lnTo>
                  <a:pt x="357181" y="66325"/>
                </a:lnTo>
                <a:lnTo>
                  <a:pt x="370506" y="66325"/>
                </a:lnTo>
                <a:lnTo>
                  <a:pt x="370506" y="149262"/>
                </a:lnTo>
                <a:cubicBezTo>
                  <a:pt x="370506" y="165909"/>
                  <a:pt x="381523" y="176157"/>
                  <a:pt x="399203" y="176157"/>
                </a:cubicBezTo>
                <a:cubicBezTo>
                  <a:pt x="416371" y="176157"/>
                  <a:pt x="426622" y="168470"/>
                  <a:pt x="437123" y="147471"/>
                </a:cubicBezTo>
                <a:lnTo>
                  <a:pt x="430719" y="144656"/>
                </a:lnTo>
                <a:cubicBezTo>
                  <a:pt x="425594" y="154383"/>
                  <a:pt x="421496" y="157965"/>
                  <a:pt x="416116" y="157965"/>
                </a:cubicBezTo>
                <a:cubicBezTo>
                  <a:pt x="408942" y="157965"/>
                  <a:pt x="406123" y="153613"/>
                  <a:pt x="406123" y="143373"/>
                </a:cubicBezTo>
                <a:lnTo>
                  <a:pt x="406123" y="66325"/>
                </a:lnTo>
                <a:lnTo>
                  <a:pt x="430207" y="66325"/>
                </a:lnTo>
                <a:lnTo>
                  <a:pt x="430207" y="55049"/>
                </a:lnTo>
                <a:close/>
                <a:moveTo>
                  <a:pt x="490676" y="0"/>
                </a:moveTo>
                <a:lnTo>
                  <a:pt x="441480" y="0"/>
                </a:lnTo>
                <a:lnTo>
                  <a:pt x="441480" y="6150"/>
                </a:lnTo>
                <a:cubicBezTo>
                  <a:pt x="453268" y="8461"/>
                  <a:pt x="455059" y="10509"/>
                  <a:pt x="455059" y="21023"/>
                </a:cubicBezTo>
                <a:lnTo>
                  <a:pt x="455059" y="151646"/>
                </a:lnTo>
                <a:cubicBezTo>
                  <a:pt x="455059" y="162398"/>
                  <a:pt x="453010" y="164701"/>
                  <a:pt x="441480" y="167008"/>
                </a:cubicBezTo>
                <a:lnTo>
                  <a:pt x="441480" y="173154"/>
                </a:lnTo>
                <a:lnTo>
                  <a:pt x="503231" y="173154"/>
                </a:lnTo>
                <a:lnTo>
                  <a:pt x="503231" y="167008"/>
                </a:lnTo>
                <a:cubicBezTo>
                  <a:pt x="493750" y="165725"/>
                  <a:pt x="490676" y="161886"/>
                  <a:pt x="490676" y="152413"/>
                </a:cubicBezTo>
                <a:lnTo>
                  <a:pt x="490676" y="84063"/>
                </a:lnTo>
                <a:cubicBezTo>
                  <a:pt x="490676" y="83039"/>
                  <a:pt x="492471" y="80482"/>
                  <a:pt x="495032" y="78175"/>
                </a:cubicBezTo>
                <a:cubicBezTo>
                  <a:pt x="500670" y="72287"/>
                  <a:pt x="506820" y="69214"/>
                  <a:pt x="512712" y="69214"/>
                </a:cubicBezTo>
                <a:cubicBezTo>
                  <a:pt x="521681" y="69214"/>
                  <a:pt x="526036" y="76126"/>
                  <a:pt x="526036" y="90463"/>
                </a:cubicBezTo>
                <a:lnTo>
                  <a:pt x="526036" y="152413"/>
                </a:lnTo>
                <a:cubicBezTo>
                  <a:pt x="526036" y="161886"/>
                  <a:pt x="522705" y="165983"/>
                  <a:pt x="513994" y="167008"/>
                </a:cubicBezTo>
                <a:lnTo>
                  <a:pt x="513994" y="173154"/>
                </a:lnTo>
                <a:lnTo>
                  <a:pt x="574208" y="173154"/>
                </a:lnTo>
                <a:lnTo>
                  <a:pt x="574208" y="167008"/>
                </a:lnTo>
                <a:cubicBezTo>
                  <a:pt x="564981" y="166238"/>
                  <a:pt x="561654" y="162398"/>
                  <a:pt x="561654" y="151646"/>
                </a:cubicBezTo>
                <a:lnTo>
                  <a:pt x="561654" y="88160"/>
                </a:lnTo>
                <a:cubicBezTo>
                  <a:pt x="561654" y="66141"/>
                  <a:pt x="548071" y="52046"/>
                  <a:pt x="527060" y="52046"/>
                </a:cubicBezTo>
                <a:cubicBezTo>
                  <a:pt x="513482" y="52046"/>
                  <a:pt x="504001" y="57172"/>
                  <a:pt x="490676" y="72033"/>
                </a:cubicBezTo>
                <a:lnTo>
                  <a:pt x="490676" y="0"/>
                </a:lnTo>
                <a:close/>
                <a:moveTo>
                  <a:pt x="644157" y="52046"/>
                </a:moveTo>
                <a:cubicBezTo>
                  <a:pt x="611616" y="52046"/>
                  <a:pt x="586250" y="78922"/>
                  <a:pt x="586250" y="113714"/>
                </a:cubicBezTo>
                <a:cubicBezTo>
                  <a:pt x="586250" y="150298"/>
                  <a:pt x="610592" y="176657"/>
                  <a:pt x="644157" y="176657"/>
                </a:cubicBezTo>
                <a:cubicBezTo>
                  <a:pt x="677210" y="176657"/>
                  <a:pt x="701810" y="150040"/>
                  <a:pt x="701810" y="114481"/>
                </a:cubicBezTo>
                <a:cubicBezTo>
                  <a:pt x="701810" y="78668"/>
                  <a:pt x="677210" y="52046"/>
                  <a:pt x="644157" y="52046"/>
                </a:cubicBezTo>
                <a:moveTo>
                  <a:pt x="644415" y="59991"/>
                </a:moveTo>
                <a:cubicBezTo>
                  <a:pt x="659276" y="59991"/>
                  <a:pt x="664144" y="74062"/>
                  <a:pt x="664144" y="116017"/>
                </a:cubicBezTo>
                <a:cubicBezTo>
                  <a:pt x="664144" y="155412"/>
                  <a:pt x="659018" y="168716"/>
                  <a:pt x="644157" y="168716"/>
                </a:cubicBezTo>
                <a:cubicBezTo>
                  <a:pt x="629038" y="168716"/>
                  <a:pt x="623916" y="155670"/>
                  <a:pt x="623916" y="118320"/>
                </a:cubicBezTo>
                <a:cubicBezTo>
                  <a:pt x="623916" y="73296"/>
                  <a:pt x="628526" y="59991"/>
                  <a:pt x="644415" y="59991"/>
                </a:cubicBezTo>
                <a:close/>
                <a:moveTo>
                  <a:pt x="794818" y="176356"/>
                </a:moveTo>
                <a:cubicBezTo>
                  <a:pt x="806606" y="173025"/>
                  <a:pt x="813010" y="171746"/>
                  <a:pt x="828899" y="169952"/>
                </a:cubicBezTo>
                <a:lnTo>
                  <a:pt x="844784" y="167899"/>
                </a:lnTo>
                <a:lnTo>
                  <a:pt x="844784" y="162007"/>
                </a:lnTo>
                <a:cubicBezTo>
                  <a:pt x="832997" y="161241"/>
                  <a:pt x="829666" y="157918"/>
                  <a:pt x="829666" y="147182"/>
                </a:cubicBezTo>
                <a:lnTo>
                  <a:pt x="829666" y="0"/>
                </a:lnTo>
                <a:lnTo>
                  <a:pt x="774578" y="0"/>
                </a:lnTo>
                <a:lnTo>
                  <a:pt x="774578" y="6150"/>
                </a:lnTo>
                <a:cubicBezTo>
                  <a:pt x="791745" y="7432"/>
                  <a:pt x="794052" y="9227"/>
                  <a:pt x="794052" y="21023"/>
                </a:cubicBezTo>
                <a:lnTo>
                  <a:pt x="794052" y="67931"/>
                </a:lnTo>
                <a:cubicBezTo>
                  <a:pt x="783034" y="56148"/>
                  <a:pt x="775348" y="52046"/>
                  <a:pt x="763560" y="52046"/>
                </a:cubicBezTo>
                <a:cubicBezTo>
                  <a:pt x="735375" y="52046"/>
                  <a:pt x="714364" y="79434"/>
                  <a:pt x="714364" y="116502"/>
                </a:cubicBezTo>
                <a:cubicBezTo>
                  <a:pt x="714364" y="151310"/>
                  <a:pt x="733838" y="176657"/>
                  <a:pt x="760741" y="176657"/>
                </a:cubicBezTo>
                <a:cubicBezTo>
                  <a:pt x="774319" y="176657"/>
                  <a:pt x="782776" y="172560"/>
                  <a:pt x="794818" y="159751"/>
                </a:cubicBezTo>
                <a:lnTo>
                  <a:pt x="794818" y="176356"/>
                </a:lnTo>
                <a:moveTo>
                  <a:pt x="794052" y="144406"/>
                </a:moveTo>
                <a:cubicBezTo>
                  <a:pt x="794052" y="145942"/>
                  <a:pt x="791487" y="150290"/>
                  <a:pt x="788414" y="153613"/>
                </a:cubicBezTo>
                <a:cubicBezTo>
                  <a:pt x="783288" y="159497"/>
                  <a:pt x="777909" y="162308"/>
                  <a:pt x="772271" y="162308"/>
                </a:cubicBezTo>
                <a:cubicBezTo>
                  <a:pt x="758692" y="162308"/>
                  <a:pt x="752284" y="146963"/>
                  <a:pt x="752284" y="114481"/>
                </a:cubicBezTo>
                <a:cubicBezTo>
                  <a:pt x="752284" y="81486"/>
                  <a:pt x="759204" y="66399"/>
                  <a:pt x="774065" y="66399"/>
                </a:cubicBezTo>
                <a:cubicBezTo>
                  <a:pt x="782522" y="66399"/>
                  <a:pt x="790463" y="72533"/>
                  <a:pt x="794052" y="82253"/>
                </a:cubicBezTo>
                <a:lnTo>
                  <a:pt x="794052" y="1444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0" name="Text LLMEmbeddings">
            <a:extLst xmlns:a="http://schemas.openxmlformats.org/drawingml/2006/main">
              <a:ext uri="{FF2B5EF4-FFF2-40B4-BE49-F238E27FC236}">
                <a16:creationId xmlns:a16="http://schemas.microsoft.com/office/drawing/2014/main" id="{EA3F144E-5BE0-422C-8667-A4AD4F93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3962" y="677780"/>
            <a:ext cx="2052639" cy="229954"/>
          </a:xfrm>
          <a:custGeom xmlns:a="http://schemas.openxmlformats.org/drawingml/2006/main">
            <a:pathLst>
              <a:path w="2052639" h="229954">
                <a:moveTo>
                  <a:pt x="158606" y="119012"/>
                </a:moveTo>
                <a:lnTo>
                  <a:pt x="151173" y="119012"/>
                </a:lnTo>
                <a:cubicBezTo>
                  <a:pt x="142717" y="138991"/>
                  <a:pt x="137595" y="146931"/>
                  <a:pt x="128626" y="155130"/>
                </a:cubicBezTo>
                <a:cubicBezTo>
                  <a:pt x="118121" y="164607"/>
                  <a:pt x="103772" y="169217"/>
                  <a:pt x="84043" y="169217"/>
                </a:cubicBezTo>
                <a:cubicBezTo>
                  <a:pt x="68412" y="169217"/>
                  <a:pt x="63545" y="165886"/>
                  <a:pt x="63545" y="154872"/>
                </a:cubicBezTo>
                <a:lnTo>
                  <a:pt x="63545" y="33976"/>
                </a:lnTo>
                <a:cubicBezTo>
                  <a:pt x="63545" y="14767"/>
                  <a:pt x="67130" y="11436"/>
                  <a:pt x="89423" y="10412"/>
                </a:cubicBezTo>
                <a:lnTo>
                  <a:pt x="89423" y="4004"/>
                </a:lnTo>
                <a:lnTo>
                  <a:pt x="0" y="4004"/>
                </a:lnTo>
                <a:lnTo>
                  <a:pt x="0" y="10412"/>
                </a:lnTo>
                <a:cubicBezTo>
                  <a:pt x="17422" y="11436"/>
                  <a:pt x="22035" y="15533"/>
                  <a:pt x="22035" y="28596"/>
                </a:cubicBezTo>
                <a:lnTo>
                  <a:pt x="22035" y="152569"/>
                </a:lnTo>
                <a:cubicBezTo>
                  <a:pt x="22035" y="165628"/>
                  <a:pt x="18704" y="168447"/>
                  <a:pt x="0" y="170753"/>
                </a:cubicBezTo>
                <a:lnTo>
                  <a:pt x="0" y="177157"/>
                </a:lnTo>
                <a:lnTo>
                  <a:pt x="148100" y="177157"/>
                </a:lnTo>
                <a:lnTo>
                  <a:pt x="158606" y="119012"/>
                </a:lnTo>
                <a:close/>
                <a:moveTo>
                  <a:pt x="329510" y="119012"/>
                </a:moveTo>
                <a:lnTo>
                  <a:pt x="322077" y="119012"/>
                </a:lnTo>
                <a:cubicBezTo>
                  <a:pt x="313621" y="138991"/>
                  <a:pt x="308499" y="146931"/>
                  <a:pt x="299530" y="155130"/>
                </a:cubicBezTo>
                <a:cubicBezTo>
                  <a:pt x="289025" y="164607"/>
                  <a:pt x="274676" y="169217"/>
                  <a:pt x="254947" y="169217"/>
                </a:cubicBezTo>
                <a:cubicBezTo>
                  <a:pt x="239316" y="169217"/>
                  <a:pt x="234449" y="165886"/>
                  <a:pt x="234449" y="154872"/>
                </a:cubicBezTo>
                <a:lnTo>
                  <a:pt x="234449" y="33976"/>
                </a:lnTo>
                <a:cubicBezTo>
                  <a:pt x="234449" y="14767"/>
                  <a:pt x="238034" y="11436"/>
                  <a:pt x="260327" y="10412"/>
                </a:cubicBezTo>
                <a:lnTo>
                  <a:pt x="260327" y="4004"/>
                </a:lnTo>
                <a:lnTo>
                  <a:pt x="170904" y="4004"/>
                </a:lnTo>
                <a:lnTo>
                  <a:pt x="170904" y="10412"/>
                </a:lnTo>
                <a:cubicBezTo>
                  <a:pt x="188326" y="11436"/>
                  <a:pt x="192939" y="15533"/>
                  <a:pt x="192939" y="28596"/>
                </a:cubicBezTo>
                <a:lnTo>
                  <a:pt x="192939" y="152569"/>
                </a:lnTo>
                <a:cubicBezTo>
                  <a:pt x="192939" y="165628"/>
                  <a:pt x="189608" y="168447"/>
                  <a:pt x="170904" y="170753"/>
                </a:cubicBezTo>
                <a:lnTo>
                  <a:pt x="170904" y="177157"/>
                </a:lnTo>
                <a:lnTo>
                  <a:pt x="319004" y="177157"/>
                </a:lnTo>
                <a:lnTo>
                  <a:pt x="329510" y="119012"/>
                </a:lnTo>
                <a:close/>
                <a:moveTo>
                  <a:pt x="510660" y="21171"/>
                </a:moveTo>
                <a:lnTo>
                  <a:pt x="510660" y="151545"/>
                </a:lnTo>
                <a:cubicBezTo>
                  <a:pt x="510660" y="165886"/>
                  <a:pt x="507071" y="168963"/>
                  <a:pt x="487855" y="170753"/>
                </a:cubicBezTo>
                <a:lnTo>
                  <a:pt x="487855" y="177157"/>
                </a:lnTo>
                <a:lnTo>
                  <a:pt x="572923" y="177157"/>
                </a:lnTo>
                <a:lnTo>
                  <a:pt x="572923" y="170753"/>
                </a:lnTo>
                <a:cubicBezTo>
                  <a:pt x="552936" y="168192"/>
                  <a:pt x="550375" y="165374"/>
                  <a:pt x="550375" y="147189"/>
                </a:cubicBezTo>
                <a:lnTo>
                  <a:pt x="550375" y="33976"/>
                </a:lnTo>
                <a:cubicBezTo>
                  <a:pt x="550375" y="15533"/>
                  <a:pt x="554219" y="11694"/>
                  <a:pt x="572923" y="10412"/>
                </a:cubicBezTo>
                <a:lnTo>
                  <a:pt x="572923" y="4004"/>
                </a:lnTo>
                <a:lnTo>
                  <a:pt x="508354" y="4004"/>
                </a:lnTo>
                <a:lnTo>
                  <a:pt x="457109" y="124904"/>
                </a:lnTo>
                <a:lnTo>
                  <a:pt x="405864" y="4004"/>
                </a:lnTo>
                <a:lnTo>
                  <a:pt x="341037" y="4004"/>
                </a:lnTo>
                <a:lnTo>
                  <a:pt x="341037" y="10412"/>
                </a:lnTo>
                <a:cubicBezTo>
                  <a:pt x="359741" y="11948"/>
                  <a:pt x="363842" y="15279"/>
                  <a:pt x="363842" y="28600"/>
                </a:cubicBezTo>
                <a:lnTo>
                  <a:pt x="363842" y="150262"/>
                </a:lnTo>
                <a:cubicBezTo>
                  <a:pt x="363842" y="165632"/>
                  <a:pt x="360511" y="168705"/>
                  <a:pt x="340525" y="170753"/>
                </a:cubicBezTo>
                <a:lnTo>
                  <a:pt x="340525" y="177157"/>
                </a:lnTo>
                <a:lnTo>
                  <a:pt x="400481" y="177157"/>
                </a:lnTo>
                <a:lnTo>
                  <a:pt x="400481" y="170753"/>
                </a:lnTo>
                <a:cubicBezTo>
                  <a:pt x="379470" y="169217"/>
                  <a:pt x="374602" y="164349"/>
                  <a:pt x="374602" y="145395"/>
                </a:cubicBezTo>
                <a:lnTo>
                  <a:pt x="374602" y="25011"/>
                </a:lnTo>
                <a:lnTo>
                  <a:pt x="439171" y="177157"/>
                </a:lnTo>
                <a:lnTo>
                  <a:pt x="446091" y="177157"/>
                </a:lnTo>
                <a:lnTo>
                  <a:pt x="510660" y="21171"/>
                </a:lnTo>
                <a:close/>
                <a:moveTo>
                  <a:pt x="844780" y="4004"/>
                </a:moveTo>
                <a:lnTo>
                  <a:pt x="696938" y="4004"/>
                </a:lnTo>
                <a:lnTo>
                  <a:pt x="696938" y="10412"/>
                </a:lnTo>
                <a:cubicBezTo>
                  <a:pt x="714617" y="11436"/>
                  <a:pt x="719485" y="15533"/>
                  <a:pt x="719485" y="28600"/>
                </a:cubicBezTo>
                <a:lnTo>
                  <a:pt x="719485" y="152569"/>
                </a:lnTo>
                <a:cubicBezTo>
                  <a:pt x="719485" y="165886"/>
                  <a:pt x="715900" y="168705"/>
                  <a:pt x="696938" y="170753"/>
                </a:cubicBezTo>
                <a:lnTo>
                  <a:pt x="696938" y="177157"/>
                </a:lnTo>
                <a:lnTo>
                  <a:pt x="846832" y="177157"/>
                </a:lnTo>
                <a:lnTo>
                  <a:pt x="857080" y="123880"/>
                </a:lnTo>
                <a:lnTo>
                  <a:pt x="849906" y="123880"/>
                </a:lnTo>
                <a:cubicBezTo>
                  <a:pt x="841965" y="141039"/>
                  <a:pt x="836839" y="148214"/>
                  <a:pt x="827616" y="155642"/>
                </a:cubicBezTo>
                <a:cubicBezTo>
                  <a:pt x="815828" y="165119"/>
                  <a:pt x="801734" y="169217"/>
                  <a:pt x="782263" y="169217"/>
                </a:cubicBezTo>
                <a:cubicBezTo>
                  <a:pt x="765862" y="169217"/>
                  <a:pt x="760994" y="165886"/>
                  <a:pt x="760994" y="154872"/>
                </a:cubicBezTo>
                <a:lnTo>
                  <a:pt x="760994" y="92887"/>
                </a:lnTo>
                <a:cubicBezTo>
                  <a:pt x="788926" y="92887"/>
                  <a:pt x="799431" y="102877"/>
                  <a:pt x="802504" y="132590"/>
                </a:cubicBezTo>
                <a:lnTo>
                  <a:pt x="809166" y="132590"/>
                </a:lnTo>
                <a:lnTo>
                  <a:pt x="809166" y="46014"/>
                </a:lnTo>
                <a:lnTo>
                  <a:pt x="802504" y="46014"/>
                </a:lnTo>
                <a:cubicBezTo>
                  <a:pt x="798661" y="75215"/>
                  <a:pt x="788668" y="84434"/>
                  <a:pt x="760994" y="84180"/>
                </a:cubicBezTo>
                <a:lnTo>
                  <a:pt x="760994" y="24756"/>
                </a:lnTo>
                <a:cubicBezTo>
                  <a:pt x="760994" y="15021"/>
                  <a:pt x="764326" y="12718"/>
                  <a:pt x="777650" y="12718"/>
                </a:cubicBezTo>
                <a:cubicBezTo>
                  <a:pt x="819414" y="12718"/>
                  <a:pt x="831972" y="21425"/>
                  <a:pt x="838376" y="55491"/>
                </a:cubicBezTo>
                <a:lnTo>
                  <a:pt x="844780" y="55491"/>
                </a:lnTo>
                <a:lnTo>
                  <a:pt x="844780" y="4004"/>
                </a:lnTo>
                <a:close/>
                <a:moveTo>
                  <a:pt x="916780" y="59052"/>
                </a:moveTo>
                <a:lnTo>
                  <a:pt x="867842" y="59052"/>
                </a:lnTo>
                <a:lnTo>
                  <a:pt x="867842" y="65202"/>
                </a:lnTo>
                <a:cubicBezTo>
                  <a:pt x="879117" y="66739"/>
                  <a:pt x="881936" y="69816"/>
                  <a:pt x="881936" y="80317"/>
                </a:cubicBezTo>
                <a:lnTo>
                  <a:pt x="881936" y="155638"/>
                </a:lnTo>
                <a:cubicBezTo>
                  <a:pt x="881936" y="166144"/>
                  <a:pt x="879117" y="168959"/>
                  <a:pt x="867842" y="171011"/>
                </a:cubicBezTo>
                <a:lnTo>
                  <a:pt x="867842" y="177157"/>
                </a:lnTo>
                <a:lnTo>
                  <a:pt x="929338" y="177157"/>
                </a:lnTo>
                <a:lnTo>
                  <a:pt x="929338" y="171011"/>
                </a:lnTo>
                <a:cubicBezTo>
                  <a:pt x="920369" y="169729"/>
                  <a:pt x="917550" y="166144"/>
                  <a:pt x="917550" y="156409"/>
                </a:cubicBezTo>
                <a:lnTo>
                  <a:pt x="917550" y="88004"/>
                </a:lnTo>
                <a:cubicBezTo>
                  <a:pt x="917550" y="86467"/>
                  <a:pt x="921651" y="81600"/>
                  <a:pt x="924982" y="79039"/>
                </a:cubicBezTo>
                <a:cubicBezTo>
                  <a:pt x="930362" y="75012"/>
                  <a:pt x="934718" y="73217"/>
                  <a:pt x="939073" y="73217"/>
                </a:cubicBezTo>
                <a:cubicBezTo>
                  <a:pt x="949066" y="73217"/>
                  <a:pt x="952910" y="79109"/>
                  <a:pt x="952910" y="94467"/>
                </a:cubicBezTo>
                <a:lnTo>
                  <a:pt x="952910" y="156416"/>
                </a:lnTo>
                <a:cubicBezTo>
                  <a:pt x="952910" y="166914"/>
                  <a:pt x="950091" y="170241"/>
                  <a:pt x="940610" y="171011"/>
                </a:cubicBezTo>
                <a:lnTo>
                  <a:pt x="940610" y="177157"/>
                </a:lnTo>
                <a:lnTo>
                  <a:pt x="1000569" y="177157"/>
                </a:lnTo>
                <a:lnTo>
                  <a:pt x="1000569" y="171011"/>
                </a:lnTo>
                <a:cubicBezTo>
                  <a:pt x="991600" y="169987"/>
                  <a:pt x="988527" y="166148"/>
                  <a:pt x="988527" y="156416"/>
                </a:cubicBezTo>
                <a:lnTo>
                  <a:pt x="988527" y="88067"/>
                </a:lnTo>
                <a:cubicBezTo>
                  <a:pt x="988527" y="86788"/>
                  <a:pt x="992625" y="81924"/>
                  <a:pt x="995956" y="79363"/>
                </a:cubicBezTo>
                <a:cubicBezTo>
                  <a:pt x="1001593" y="75012"/>
                  <a:pt x="1005949" y="73217"/>
                  <a:pt x="1010304" y="73217"/>
                </a:cubicBezTo>
                <a:cubicBezTo>
                  <a:pt x="1020043" y="73217"/>
                  <a:pt x="1023887" y="79363"/>
                  <a:pt x="1023887" y="94467"/>
                </a:cubicBezTo>
                <a:lnTo>
                  <a:pt x="1023887" y="156416"/>
                </a:lnTo>
                <a:cubicBezTo>
                  <a:pt x="1023887" y="167168"/>
                  <a:pt x="1021068" y="170241"/>
                  <a:pt x="1011329" y="171011"/>
                </a:cubicBezTo>
                <a:lnTo>
                  <a:pt x="1011329" y="177157"/>
                </a:lnTo>
                <a:lnTo>
                  <a:pt x="1072313" y="177157"/>
                </a:lnTo>
                <a:lnTo>
                  <a:pt x="1072313" y="171011"/>
                </a:lnTo>
                <a:cubicBezTo>
                  <a:pt x="1062319" y="170499"/>
                  <a:pt x="1059500" y="167426"/>
                  <a:pt x="1059500" y="156416"/>
                </a:cubicBezTo>
                <a:lnTo>
                  <a:pt x="1059500" y="92164"/>
                </a:lnTo>
                <a:cubicBezTo>
                  <a:pt x="1059500" y="70144"/>
                  <a:pt x="1045922" y="56050"/>
                  <a:pt x="1024911" y="56050"/>
                </a:cubicBezTo>
                <a:cubicBezTo>
                  <a:pt x="1010304" y="56050"/>
                  <a:pt x="1000569" y="61946"/>
                  <a:pt x="987245" y="78339"/>
                </a:cubicBezTo>
                <a:cubicBezTo>
                  <a:pt x="979558" y="62200"/>
                  <a:pt x="970589" y="56050"/>
                  <a:pt x="954446" y="56050"/>
                </a:cubicBezTo>
                <a:cubicBezTo>
                  <a:pt x="938307" y="56050"/>
                  <a:pt x="926519" y="62970"/>
                  <a:pt x="916780" y="78339"/>
                </a:cubicBezTo>
                <a:lnTo>
                  <a:pt x="916780" y="59052"/>
                </a:lnTo>
                <a:close/>
                <a:moveTo>
                  <a:pt x="1131246" y="4004"/>
                </a:moveTo>
                <a:lnTo>
                  <a:pt x="1081538" y="4004"/>
                </a:lnTo>
                <a:lnTo>
                  <a:pt x="1081538" y="10154"/>
                </a:lnTo>
                <a:cubicBezTo>
                  <a:pt x="1093322" y="12464"/>
                  <a:pt x="1095629" y="14771"/>
                  <a:pt x="1095629" y="25026"/>
                </a:cubicBezTo>
                <a:lnTo>
                  <a:pt x="1095629" y="180406"/>
                </a:lnTo>
                <a:lnTo>
                  <a:pt x="1098706" y="180406"/>
                </a:lnTo>
                <a:lnTo>
                  <a:pt x="1118946" y="166069"/>
                </a:lnTo>
                <a:cubicBezTo>
                  <a:pt x="1130734" y="176563"/>
                  <a:pt x="1139957" y="180661"/>
                  <a:pt x="1152769" y="180661"/>
                </a:cubicBezTo>
                <a:cubicBezTo>
                  <a:pt x="1186846" y="180661"/>
                  <a:pt x="1210676" y="154047"/>
                  <a:pt x="1210676" y="115931"/>
                </a:cubicBezTo>
                <a:cubicBezTo>
                  <a:pt x="1210676" y="80630"/>
                  <a:pt x="1190948" y="56050"/>
                  <a:pt x="1162504" y="56050"/>
                </a:cubicBezTo>
                <a:cubicBezTo>
                  <a:pt x="1150204" y="56050"/>
                  <a:pt x="1140723" y="60409"/>
                  <a:pt x="1131246" y="70398"/>
                </a:cubicBezTo>
                <a:lnTo>
                  <a:pt x="1131246" y="4004"/>
                </a:lnTo>
                <a:moveTo>
                  <a:pt x="1131246" y="84982"/>
                </a:moveTo>
                <a:cubicBezTo>
                  <a:pt x="1135602" y="73980"/>
                  <a:pt x="1140723" y="69886"/>
                  <a:pt x="1149180" y="69886"/>
                </a:cubicBezTo>
                <a:cubicBezTo>
                  <a:pt x="1165065" y="69886"/>
                  <a:pt x="1173010" y="87027"/>
                  <a:pt x="1173010" y="120537"/>
                </a:cubicBezTo>
                <a:cubicBezTo>
                  <a:pt x="1173010" y="155838"/>
                  <a:pt x="1165323" y="172462"/>
                  <a:pt x="1148926" y="172462"/>
                </a:cubicBezTo>
                <a:cubicBezTo>
                  <a:pt x="1138162" y="172462"/>
                  <a:pt x="1131246" y="164533"/>
                  <a:pt x="1131246" y="152256"/>
                </a:cubicBezTo>
                <a:lnTo>
                  <a:pt x="1131246" y="84982"/>
                </a:lnTo>
                <a:close/>
                <a:moveTo>
                  <a:pt x="1322647" y="145066"/>
                </a:moveTo>
                <a:cubicBezTo>
                  <a:pt x="1312400" y="157609"/>
                  <a:pt x="1304455" y="162214"/>
                  <a:pt x="1293438" y="162214"/>
                </a:cubicBezTo>
                <a:cubicBezTo>
                  <a:pt x="1283444" y="162214"/>
                  <a:pt x="1276012" y="157609"/>
                  <a:pt x="1270632" y="148648"/>
                </a:cubicBezTo>
                <a:cubicBezTo>
                  <a:pt x="1266023" y="140461"/>
                  <a:pt x="1263970" y="132012"/>
                  <a:pt x="1262946" y="114352"/>
                </a:cubicBezTo>
                <a:lnTo>
                  <a:pt x="1327515" y="114352"/>
                </a:lnTo>
                <a:cubicBezTo>
                  <a:pt x="1325978" y="92864"/>
                  <a:pt x="1322135" y="80857"/>
                  <a:pt x="1313936" y="71149"/>
                </a:cubicBezTo>
                <a:cubicBezTo>
                  <a:pt x="1305480" y="61175"/>
                  <a:pt x="1293692" y="56050"/>
                  <a:pt x="1279601" y="56050"/>
                </a:cubicBezTo>
                <a:cubicBezTo>
                  <a:pt x="1247573" y="56050"/>
                  <a:pt x="1226050" y="81369"/>
                  <a:pt x="1226050" y="118703"/>
                </a:cubicBezTo>
                <a:cubicBezTo>
                  <a:pt x="1226050" y="156072"/>
                  <a:pt x="1247060" y="180661"/>
                  <a:pt x="1278831" y="180661"/>
                </a:cubicBezTo>
                <a:cubicBezTo>
                  <a:pt x="1299588" y="180661"/>
                  <a:pt x="1312142" y="172462"/>
                  <a:pt x="1328797" y="148648"/>
                </a:cubicBezTo>
                <a:lnTo>
                  <a:pt x="1322647" y="145066"/>
                </a:lnTo>
                <a:moveTo>
                  <a:pt x="1261663" y="104874"/>
                </a:moveTo>
                <a:cubicBezTo>
                  <a:pt x="1262433" y="74214"/>
                  <a:pt x="1267047" y="63994"/>
                  <a:pt x="1279601" y="63994"/>
                </a:cubicBezTo>
                <a:cubicBezTo>
                  <a:pt x="1286775" y="63994"/>
                  <a:pt x="1291643" y="68084"/>
                  <a:pt x="1293692" y="76001"/>
                </a:cubicBezTo>
                <a:cubicBezTo>
                  <a:pt x="1294974" y="80857"/>
                  <a:pt x="1295486" y="88012"/>
                  <a:pt x="1295998" y="101039"/>
                </a:cubicBezTo>
                <a:lnTo>
                  <a:pt x="1295998" y="104874"/>
                </a:lnTo>
                <a:lnTo>
                  <a:pt x="1261663" y="104874"/>
                </a:lnTo>
                <a:close/>
                <a:moveTo>
                  <a:pt x="1420268" y="180359"/>
                </a:moveTo>
                <a:cubicBezTo>
                  <a:pt x="1432056" y="177028"/>
                  <a:pt x="1438460" y="175750"/>
                  <a:pt x="1454349" y="173955"/>
                </a:cubicBezTo>
                <a:lnTo>
                  <a:pt x="1470235" y="171903"/>
                </a:lnTo>
                <a:lnTo>
                  <a:pt x="1470235" y="166011"/>
                </a:lnTo>
                <a:cubicBezTo>
                  <a:pt x="1458447" y="165244"/>
                  <a:pt x="1455116" y="161921"/>
                  <a:pt x="1455116" y="151185"/>
                </a:cubicBezTo>
                <a:lnTo>
                  <a:pt x="1455116" y="4004"/>
                </a:lnTo>
                <a:lnTo>
                  <a:pt x="1400028" y="4004"/>
                </a:lnTo>
                <a:lnTo>
                  <a:pt x="1400028" y="10154"/>
                </a:lnTo>
                <a:cubicBezTo>
                  <a:pt x="1417195" y="11436"/>
                  <a:pt x="1419502" y="13231"/>
                  <a:pt x="1419502" y="25026"/>
                </a:cubicBezTo>
                <a:lnTo>
                  <a:pt x="1419502" y="71935"/>
                </a:lnTo>
                <a:cubicBezTo>
                  <a:pt x="1408484" y="60151"/>
                  <a:pt x="1400798" y="56050"/>
                  <a:pt x="1389010" y="56050"/>
                </a:cubicBezTo>
                <a:cubicBezTo>
                  <a:pt x="1360825" y="56050"/>
                  <a:pt x="1339814" y="83437"/>
                  <a:pt x="1339814" y="120506"/>
                </a:cubicBezTo>
                <a:cubicBezTo>
                  <a:pt x="1339814" y="155314"/>
                  <a:pt x="1359288" y="180661"/>
                  <a:pt x="1386191" y="180661"/>
                </a:cubicBezTo>
                <a:cubicBezTo>
                  <a:pt x="1399770" y="180661"/>
                  <a:pt x="1408226" y="176563"/>
                  <a:pt x="1420268" y="163755"/>
                </a:cubicBezTo>
                <a:lnTo>
                  <a:pt x="1420268" y="180359"/>
                </a:lnTo>
                <a:moveTo>
                  <a:pt x="1419502" y="148409"/>
                </a:moveTo>
                <a:cubicBezTo>
                  <a:pt x="1419502" y="149946"/>
                  <a:pt x="1416937" y="154293"/>
                  <a:pt x="1413864" y="157617"/>
                </a:cubicBezTo>
                <a:cubicBezTo>
                  <a:pt x="1408739" y="163501"/>
                  <a:pt x="1403359" y="166312"/>
                  <a:pt x="1397721" y="166312"/>
                </a:cubicBezTo>
                <a:cubicBezTo>
                  <a:pt x="1384143" y="166312"/>
                  <a:pt x="1377734" y="150966"/>
                  <a:pt x="1377734" y="118484"/>
                </a:cubicBezTo>
                <a:cubicBezTo>
                  <a:pt x="1377734" y="85490"/>
                  <a:pt x="1384655" y="70402"/>
                  <a:pt x="1399516" y="70402"/>
                </a:cubicBezTo>
                <a:cubicBezTo>
                  <a:pt x="1407972" y="70402"/>
                  <a:pt x="1415913" y="76537"/>
                  <a:pt x="1419502" y="86256"/>
                </a:cubicBezTo>
                <a:lnTo>
                  <a:pt x="1419502" y="148409"/>
                </a:lnTo>
                <a:close/>
                <a:moveTo>
                  <a:pt x="1562732" y="180359"/>
                </a:moveTo>
                <a:cubicBezTo>
                  <a:pt x="1574519" y="177028"/>
                  <a:pt x="1580924" y="175750"/>
                  <a:pt x="1596813" y="173955"/>
                </a:cubicBezTo>
                <a:lnTo>
                  <a:pt x="1612698" y="171903"/>
                </a:lnTo>
                <a:lnTo>
                  <a:pt x="1612698" y="166011"/>
                </a:lnTo>
                <a:cubicBezTo>
                  <a:pt x="1600910" y="165244"/>
                  <a:pt x="1597579" y="161921"/>
                  <a:pt x="1597579" y="151185"/>
                </a:cubicBezTo>
                <a:lnTo>
                  <a:pt x="1597579" y="4004"/>
                </a:lnTo>
                <a:lnTo>
                  <a:pt x="1542491" y="4004"/>
                </a:lnTo>
                <a:lnTo>
                  <a:pt x="1542491" y="10154"/>
                </a:lnTo>
                <a:cubicBezTo>
                  <a:pt x="1559659" y="11436"/>
                  <a:pt x="1561965" y="13231"/>
                  <a:pt x="1561965" y="25026"/>
                </a:cubicBezTo>
                <a:lnTo>
                  <a:pt x="1561965" y="71935"/>
                </a:lnTo>
                <a:cubicBezTo>
                  <a:pt x="1550948" y="60151"/>
                  <a:pt x="1543261" y="56050"/>
                  <a:pt x="1531473" y="56050"/>
                </a:cubicBezTo>
                <a:cubicBezTo>
                  <a:pt x="1503288" y="56050"/>
                  <a:pt x="1482277" y="83437"/>
                  <a:pt x="1482277" y="120506"/>
                </a:cubicBezTo>
                <a:cubicBezTo>
                  <a:pt x="1482277" y="155314"/>
                  <a:pt x="1501752" y="180661"/>
                  <a:pt x="1528654" y="180661"/>
                </a:cubicBezTo>
                <a:cubicBezTo>
                  <a:pt x="1542233" y="180661"/>
                  <a:pt x="1550690" y="176563"/>
                  <a:pt x="1562732" y="163755"/>
                </a:cubicBezTo>
                <a:lnTo>
                  <a:pt x="1562732" y="180359"/>
                </a:lnTo>
                <a:moveTo>
                  <a:pt x="1561965" y="148409"/>
                </a:moveTo>
                <a:cubicBezTo>
                  <a:pt x="1561965" y="149946"/>
                  <a:pt x="1559401" y="154293"/>
                  <a:pt x="1556327" y="157617"/>
                </a:cubicBezTo>
                <a:cubicBezTo>
                  <a:pt x="1551202" y="163501"/>
                  <a:pt x="1545822" y="166312"/>
                  <a:pt x="1540184" y="166312"/>
                </a:cubicBezTo>
                <a:cubicBezTo>
                  <a:pt x="1526606" y="166312"/>
                  <a:pt x="1520198" y="150966"/>
                  <a:pt x="1520198" y="118484"/>
                </a:cubicBezTo>
                <a:cubicBezTo>
                  <a:pt x="1520198" y="85490"/>
                  <a:pt x="1527118" y="70402"/>
                  <a:pt x="1541979" y="70402"/>
                </a:cubicBezTo>
                <a:cubicBezTo>
                  <a:pt x="1550436" y="70402"/>
                  <a:pt x="1558376" y="76537"/>
                  <a:pt x="1561965" y="86256"/>
                </a:cubicBezTo>
                <a:lnTo>
                  <a:pt x="1561965" y="148409"/>
                </a:lnTo>
                <a:close/>
                <a:moveTo>
                  <a:pt x="1671629" y="59052"/>
                </a:moveTo>
                <a:lnTo>
                  <a:pt x="1622433" y="59052"/>
                </a:lnTo>
                <a:lnTo>
                  <a:pt x="1622433" y="65202"/>
                </a:lnTo>
                <a:cubicBezTo>
                  <a:pt x="1633709" y="67509"/>
                  <a:pt x="1636012" y="69816"/>
                  <a:pt x="1636012" y="80317"/>
                </a:cubicBezTo>
                <a:lnTo>
                  <a:pt x="1636012" y="155638"/>
                </a:lnTo>
                <a:cubicBezTo>
                  <a:pt x="1636012" y="166144"/>
                  <a:pt x="1634221" y="168192"/>
                  <a:pt x="1622433" y="171011"/>
                </a:cubicBezTo>
                <a:lnTo>
                  <a:pt x="1622433" y="177157"/>
                </a:lnTo>
                <a:lnTo>
                  <a:pt x="1683671" y="177157"/>
                </a:lnTo>
                <a:lnTo>
                  <a:pt x="1683671" y="171011"/>
                </a:lnTo>
                <a:cubicBezTo>
                  <a:pt x="1674702" y="169729"/>
                  <a:pt x="1671629" y="166144"/>
                  <a:pt x="1671629" y="156409"/>
                </a:cubicBezTo>
                <a:lnTo>
                  <a:pt x="1671629" y="59052"/>
                </a:lnTo>
                <a:moveTo>
                  <a:pt x="1653691" y="0"/>
                </a:moveTo>
                <a:cubicBezTo>
                  <a:pt x="1642674" y="0"/>
                  <a:pt x="1633709" y="8969"/>
                  <a:pt x="1633709" y="19732"/>
                </a:cubicBezTo>
                <a:cubicBezTo>
                  <a:pt x="1633709" y="31262"/>
                  <a:pt x="1642162" y="39719"/>
                  <a:pt x="1653437" y="39719"/>
                </a:cubicBezTo>
                <a:cubicBezTo>
                  <a:pt x="1664713" y="39719"/>
                  <a:pt x="1673424" y="31262"/>
                  <a:pt x="1673424" y="19987"/>
                </a:cubicBezTo>
                <a:cubicBezTo>
                  <a:pt x="1673424" y="8969"/>
                  <a:pt x="1664713" y="0"/>
                  <a:pt x="1653691" y="0"/>
                </a:cubicBezTo>
                <a:close/>
                <a:moveTo>
                  <a:pt x="1743885" y="59052"/>
                </a:moveTo>
                <a:lnTo>
                  <a:pt x="1694947" y="59052"/>
                </a:lnTo>
                <a:lnTo>
                  <a:pt x="1694947" y="65202"/>
                </a:lnTo>
                <a:cubicBezTo>
                  <a:pt x="1706218" y="66997"/>
                  <a:pt x="1708525" y="69558"/>
                  <a:pt x="1708525" y="80317"/>
                </a:cubicBezTo>
                <a:lnTo>
                  <a:pt x="1708525" y="155638"/>
                </a:lnTo>
                <a:cubicBezTo>
                  <a:pt x="1708525" y="166398"/>
                  <a:pt x="1706476" y="168705"/>
                  <a:pt x="1694947" y="171011"/>
                </a:cubicBezTo>
                <a:lnTo>
                  <a:pt x="1694947" y="177157"/>
                </a:lnTo>
                <a:lnTo>
                  <a:pt x="1756697" y="177157"/>
                </a:lnTo>
                <a:lnTo>
                  <a:pt x="1756697" y="171011"/>
                </a:lnTo>
                <a:cubicBezTo>
                  <a:pt x="1747216" y="169729"/>
                  <a:pt x="1744143" y="165886"/>
                  <a:pt x="1744143" y="156409"/>
                </a:cubicBezTo>
                <a:lnTo>
                  <a:pt x="1744143" y="88004"/>
                </a:lnTo>
                <a:cubicBezTo>
                  <a:pt x="1744143" y="86980"/>
                  <a:pt x="1745933" y="84419"/>
                  <a:pt x="1748498" y="82112"/>
                </a:cubicBezTo>
                <a:cubicBezTo>
                  <a:pt x="1754136" y="76290"/>
                  <a:pt x="1760282" y="73217"/>
                  <a:pt x="1766178" y="73217"/>
                </a:cubicBezTo>
                <a:cubicBezTo>
                  <a:pt x="1775147" y="73217"/>
                  <a:pt x="1779502" y="80130"/>
                  <a:pt x="1779502" y="94467"/>
                </a:cubicBezTo>
                <a:lnTo>
                  <a:pt x="1779502" y="156416"/>
                </a:lnTo>
                <a:cubicBezTo>
                  <a:pt x="1779502" y="165890"/>
                  <a:pt x="1776171" y="169987"/>
                  <a:pt x="1767456" y="171011"/>
                </a:cubicBezTo>
                <a:lnTo>
                  <a:pt x="1767456" y="177157"/>
                </a:lnTo>
                <a:lnTo>
                  <a:pt x="1827670" y="177157"/>
                </a:lnTo>
                <a:lnTo>
                  <a:pt x="1827670" y="171011"/>
                </a:lnTo>
                <a:cubicBezTo>
                  <a:pt x="1817681" y="170241"/>
                  <a:pt x="1815116" y="167168"/>
                  <a:pt x="1815116" y="156416"/>
                </a:cubicBezTo>
                <a:lnTo>
                  <a:pt x="1815116" y="92164"/>
                </a:lnTo>
                <a:cubicBezTo>
                  <a:pt x="1815116" y="70144"/>
                  <a:pt x="1801537" y="56050"/>
                  <a:pt x="1780526" y="56050"/>
                </a:cubicBezTo>
                <a:cubicBezTo>
                  <a:pt x="1765153" y="56050"/>
                  <a:pt x="1753366" y="63228"/>
                  <a:pt x="1743885" y="78339"/>
                </a:cubicBezTo>
                <a:lnTo>
                  <a:pt x="1743885" y="59052"/>
                </a:lnTo>
                <a:close/>
                <a:moveTo>
                  <a:pt x="1955529" y="75317"/>
                </a:moveTo>
                <a:lnTo>
                  <a:pt x="1955529" y="61738"/>
                </a:lnTo>
                <a:lnTo>
                  <a:pt x="1922219" y="61738"/>
                </a:lnTo>
                <a:cubicBezTo>
                  <a:pt x="1910947" y="57590"/>
                  <a:pt x="1903773" y="56050"/>
                  <a:pt x="1893521" y="56050"/>
                </a:cubicBezTo>
                <a:cubicBezTo>
                  <a:pt x="1863029" y="56050"/>
                  <a:pt x="1841506" y="72963"/>
                  <a:pt x="1841506" y="97305"/>
                </a:cubicBezTo>
                <a:cubicBezTo>
                  <a:pt x="1841506" y="106020"/>
                  <a:pt x="1844837" y="114473"/>
                  <a:pt x="1850733" y="121651"/>
                </a:cubicBezTo>
                <a:cubicBezTo>
                  <a:pt x="1856367" y="127801"/>
                  <a:pt x="1861239" y="131132"/>
                  <a:pt x="1873281" y="136254"/>
                </a:cubicBezTo>
                <a:cubicBezTo>
                  <a:pt x="1853036" y="143135"/>
                  <a:pt x="1842789" y="152804"/>
                  <a:pt x="1842789" y="166081"/>
                </a:cubicBezTo>
                <a:cubicBezTo>
                  <a:pt x="1842789" y="176587"/>
                  <a:pt x="1847402" y="181196"/>
                  <a:pt x="1863800" y="187092"/>
                </a:cubicBezTo>
                <a:cubicBezTo>
                  <a:pt x="1847656" y="189395"/>
                  <a:pt x="1839203" y="195815"/>
                  <a:pt x="1839203" y="206347"/>
                </a:cubicBezTo>
                <a:cubicBezTo>
                  <a:pt x="1839203" y="221243"/>
                  <a:pt x="1858420" y="229954"/>
                  <a:pt x="1890702" y="229954"/>
                </a:cubicBezTo>
                <a:cubicBezTo>
                  <a:pt x="1933236" y="229954"/>
                  <a:pt x="1955784" y="216618"/>
                  <a:pt x="1955784" y="191193"/>
                </a:cubicBezTo>
                <a:cubicBezTo>
                  <a:pt x="1955784" y="171461"/>
                  <a:pt x="1939898" y="159673"/>
                  <a:pt x="1913766" y="159673"/>
                </a:cubicBezTo>
                <a:lnTo>
                  <a:pt x="1897110" y="159673"/>
                </a:lnTo>
                <a:cubicBezTo>
                  <a:pt x="1876612" y="159673"/>
                  <a:pt x="1871486" y="157894"/>
                  <a:pt x="1871486" y="150767"/>
                </a:cubicBezTo>
                <a:cubicBezTo>
                  <a:pt x="1871486" y="143135"/>
                  <a:pt x="1878660" y="137536"/>
                  <a:pt x="1888912" y="137536"/>
                </a:cubicBezTo>
                <a:lnTo>
                  <a:pt x="1900441" y="137790"/>
                </a:lnTo>
                <a:cubicBezTo>
                  <a:pt x="1912483" y="137790"/>
                  <a:pt x="1918888" y="136254"/>
                  <a:pt x="1927598" y="131132"/>
                </a:cubicBezTo>
                <a:cubicBezTo>
                  <a:pt x="1939132" y="124400"/>
                  <a:pt x="1945024" y="113918"/>
                  <a:pt x="1945024" y="100370"/>
                </a:cubicBezTo>
                <a:cubicBezTo>
                  <a:pt x="1945024" y="90147"/>
                  <a:pt x="1941951" y="82476"/>
                  <a:pt x="1934773" y="75317"/>
                </a:cubicBezTo>
                <a:lnTo>
                  <a:pt x="1955529" y="75317"/>
                </a:lnTo>
                <a:moveTo>
                  <a:pt x="1915044" y="190419"/>
                </a:moveTo>
                <a:cubicBezTo>
                  <a:pt x="1928881" y="190419"/>
                  <a:pt x="1935543" y="194786"/>
                  <a:pt x="1935543" y="203263"/>
                </a:cubicBezTo>
                <a:cubicBezTo>
                  <a:pt x="1935543" y="215078"/>
                  <a:pt x="1921452" y="221756"/>
                  <a:pt x="1896086" y="221756"/>
                </a:cubicBezTo>
                <a:cubicBezTo>
                  <a:pt x="1873535" y="221756"/>
                  <a:pt x="1861751" y="215848"/>
                  <a:pt x="1861751" y="204549"/>
                </a:cubicBezTo>
                <a:cubicBezTo>
                  <a:pt x="1861751" y="199154"/>
                  <a:pt x="1863541" y="196331"/>
                  <a:pt x="1870716" y="190419"/>
                </a:cubicBezTo>
                <a:lnTo>
                  <a:pt x="1915044" y="190419"/>
                </a:lnTo>
                <a:moveTo>
                  <a:pt x="1893521" y="63994"/>
                </a:moveTo>
                <a:cubicBezTo>
                  <a:pt x="1905563" y="63994"/>
                  <a:pt x="1910435" y="73733"/>
                  <a:pt x="1910435" y="97563"/>
                </a:cubicBezTo>
                <a:cubicBezTo>
                  <a:pt x="1910435" y="121393"/>
                  <a:pt x="1905563" y="130616"/>
                  <a:pt x="1893521" y="130616"/>
                </a:cubicBezTo>
                <a:cubicBezTo>
                  <a:pt x="1881221" y="130616"/>
                  <a:pt x="1876612" y="121393"/>
                  <a:pt x="1876612" y="97563"/>
                </a:cubicBezTo>
                <a:cubicBezTo>
                  <a:pt x="1876612" y="73475"/>
                  <a:pt x="1881479" y="63994"/>
                  <a:pt x="1893521" y="63994"/>
                </a:cubicBezTo>
                <a:close/>
                <a:moveTo>
                  <a:pt x="2047259" y="93669"/>
                </a:moveTo>
                <a:lnTo>
                  <a:pt x="2047259" y="56566"/>
                </a:lnTo>
                <a:lnTo>
                  <a:pt x="2041621" y="56566"/>
                </a:lnTo>
                <a:cubicBezTo>
                  <a:pt x="2040084" y="60409"/>
                  <a:pt x="2038548" y="61688"/>
                  <a:pt x="2035471" y="61688"/>
                </a:cubicBezTo>
                <a:cubicBezTo>
                  <a:pt x="2033934" y="61688"/>
                  <a:pt x="2031374" y="61175"/>
                  <a:pt x="2027272" y="59897"/>
                </a:cubicBezTo>
                <a:cubicBezTo>
                  <a:pt x="2018816" y="57078"/>
                  <a:pt x="2012924" y="56050"/>
                  <a:pt x="2007286" y="56050"/>
                </a:cubicBezTo>
                <a:cubicBezTo>
                  <a:pt x="1983968" y="56050"/>
                  <a:pt x="1967059" y="71927"/>
                  <a:pt x="1967059" y="93415"/>
                </a:cubicBezTo>
                <a:cubicBezTo>
                  <a:pt x="1967059" y="110297"/>
                  <a:pt x="1977564" y="122066"/>
                  <a:pt x="2003442" y="133067"/>
                </a:cubicBezTo>
                <a:cubicBezTo>
                  <a:pt x="2020868" y="140742"/>
                  <a:pt x="2028042" y="147135"/>
                  <a:pt x="2028042" y="155322"/>
                </a:cubicBezTo>
                <a:cubicBezTo>
                  <a:pt x="2028042" y="165299"/>
                  <a:pt x="2020352" y="171950"/>
                  <a:pt x="2008822" y="171950"/>
                </a:cubicBezTo>
                <a:cubicBezTo>
                  <a:pt x="1990888" y="171950"/>
                  <a:pt x="1979101" y="160439"/>
                  <a:pt x="1973721" y="138181"/>
                </a:cubicBezTo>
                <a:lnTo>
                  <a:pt x="1966546" y="138181"/>
                </a:lnTo>
                <a:lnTo>
                  <a:pt x="1966546" y="180406"/>
                </a:lnTo>
                <a:lnTo>
                  <a:pt x="1972951" y="180406"/>
                </a:lnTo>
                <a:cubicBezTo>
                  <a:pt x="1975769" y="175027"/>
                  <a:pt x="1977306" y="173232"/>
                  <a:pt x="1979613" y="173232"/>
                </a:cubicBezTo>
                <a:cubicBezTo>
                  <a:pt x="1980895" y="173232"/>
                  <a:pt x="1982944" y="173744"/>
                  <a:pt x="1985509" y="174769"/>
                </a:cubicBezTo>
                <a:cubicBezTo>
                  <a:pt x="1992425" y="177846"/>
                  <a:pt x="2006003" y="180661"/>
                  <a:pt x="2013178" y="180661"/>
                </a:cubicBezTo>
                <a:cubicBezTo>
                  <a:pt x="2036495" y="180661"/>
                  <a:pt x="2052639" y="164787"/>
                  <a:pt x="2052639" y="141763"/>
                </a:cubicBezTo>
                <a:cubicBezTo>
                  <a:pt x="2052639" y="123602"/>
                  <a:pt x="2042645" y="112600"/>
                  <a:pt x="2017279" y="101856"/>
                </a:cubicBezTo>
                <a:cubicBezTo>
                  <a:pt x="1999857" y="94439"/>
                  <a:pt x="1992683" y="88043"/>
                  <a:pt x="1992683" y="79344"/>
                </a:cubicBezTo>
                <a:cubicBezTo>
                  <a:pt x="1992683" y="70903"/>
                  <a:pt x="1999857" y="64507"/>
                  <a:pt x="2009592" y="64507"/>
                </a:cubicBezTo>
                <a:cubicBezTo>
                  <a:pt x="2016255" y="64507"/>
                  <a:pt x="2023171" y="67322"/>
                  <a:pt x="2028809" y="72694"/>
                </a:cubicBezTo>
                <a:cubicBezTo>
                  <a:pt x="2034189" y="77811"/>
                  <a:pt x="2037007" y="82417"/>
                  <a:pt x="2040851" y="93669"/>
                </a:cubicBezTo>
                <a:lnTo>
                  <a:pt x="2047259" y="936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7930E4-C1E5-4983-A253-D1306C2F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0731" y="1021335"/>
            <a:ext cx="3642952" cy="10"/>
          </a:xfrm>
          <a:custGeom xmlns:a="http://schemas.openxmlformats.org/drawingml/2006/main">
            <a:pathLst>
              <a:path w="3642952" h="1" fill="none">
                <a:moveTo>
                  <a:pt x="0" y="0"/>
                </a:moveTo>
                <a:lnTo>
                  <a:pt x="364295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574" cap="flat">
            <a:solidFill>
              <a:srgbClr val="000000"/>
            </a:solidFill>
            <a:miter/>
          </a:ln>
        </p:spPr>
      </p:sp>
      <p:sp>
        <p:nvSpPr>
          <p:cNvPr id="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298EAC-163D-4A63-A818-32AFA720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0731" y="1128869"/>
            <a:ext cx="816064" cy="244813"/>
          </a:xfrm>
          <a:custGeom xmlns:a="http://schemas.openxmlformats.org/drawingml/2006/main">
            <a:pathLst>
              <a:path w="816064" h="244813">
                <a:moveTo>
                  <a:pt x="0" y="220512"/>
                </a:moveTo>
                <a:lnTo>
                  <a:pt x="0" y="24301"/>
                </a:lnTo>
                <a:cubicBezTo>
                  <a:pt x="0" y="10880"/>
                  <a:pt x="10880" y="0"/>
                  <a:pt x="24301" y="0"/>
                </a:cubicBezTo>
                <a:lnTo>
                  <a:pt x="791763" y="0"/>
                </a:lnTo>
                <a:cubicBezTo>
                  <a:pt x="805185" y="0"/>
                  <a:pt x="816064" y="10880"/>
                  <a:pt x="816064" y="24301"/>
                </a:cubicBezTo>
                <a:lnTo>
                  <a:pt x="816064" y="220512"/>
                </a:lnTo>
                <a:cubicBezTo>
                  <a:pt x="816064" y="233934"/>
                  <a:pt x="805185" y="244813"/>
                  <a:pt x="791763" y="244813"/>
                </a:cubicBezTo>
                <a:lnTo>
                  <a:pt x="24301" y="244813"/>
                </a:lnTo>
                <a:cubicBezTo>
                  <a:pt x="10880" y="244813"/>
                  <a:pt x="0" y="233934"/>
                  <a:pt x="0" y="220512"/>
                </a:cubicBezTo>
                <a:close/>
              </a:path>
            </a:pathLst>
          </a:custGeom>
          <a:solidFill xmlns:a="http://schemas.openxmlformats.org/drawingml/2006/main">
            <a:srgbClr val="E41A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A647F3-CDA6-457E-815D-469FFD23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5032" y="1153170"/>
            <a:ext cx="767462" cy="196211"/>
          </a:xfrm>
          <a:custGeom xmlns:a="http://schemas.openxmlformats.org/drawingml/2006/main">
            <a:pathLst>
              <a:path w="767462" h="196211">
                <a:moveTo>
                  <a:pt x="0" y="196211"/>
                </a:moveTo>
                <a:lnTo>
                  <a:pt x="0" y="0"/>
                </a:lnTo>
                <a:lnTo>
                  <a:pt x="767462" y="0"/>
                </a:lnTo>
                <a:lnTo>
                  <a:pt x="767462" y="196211"/>
                </a:lnTo>
                <a:lnTo>
                  <a:pt x="0" y="196211"/>
                </a:lnTo>
                <a:close/>
              </a:path>
            </a:pathLst>
          </a:custGeom>
          <a:solidFill xmlns:a="http://schemas.openxmlformats.org/drawingml/2006/main">
            <a:srgbClr val="FAD1D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" name="Text VidLA">
            <a:extLst xmlns:a="http://schemas.openxmlformats.org/drawingml/2006/main">
              <a:ext uri="{FF2B5EF4-FFF2-40B4-BE49-F238E27FC236}">
                <a16:creationId xmlns:a16="http://schemas.microsoft.com/office/drawing/2014/main" id="{2EAE1A1A-374D-49C3-B01B-02F3C3EA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609" y="1161856"/>
            <a:ext cx="702321" cy="177744"/>
          </a:xfrm>
          <a:custGeom xmlns:a="http://schemas.openxmlformats.org/drawingml/2006/main">
            <a:pathLst>
              <a:path w="702321" h="177744">
                <a:moveTo>
                  <a:pt x="174491" y="5341"/>
                </a:moveTo>
                <a:lnTo>
                  <a:pt x="121964" y="5341"/>
                </a:lnTo>
                <a:lnTo>
                  <a:pt x="121964" y="10212"/>
                </a:lnTo>
                <a:cubicBezTo>
                  <a:pt x="136058" y="10979"/>
                  <a:pt x="140668" y="13797"/>
                  <a:pt x="140668" y="20972"/>
                </a:cubicBezTo>
                <a:cubicBezTo>
                  <a:pt x="140668" y="25069"/>
                  <a:pt x="138877" y="31985"/>
                  <a:pt x="135800" y="39672"/>
                </a:cubicBezTo>
                <a:lnTo>
                  <a:pt x="98134" y="133685"/>
                </a:lnTo>
                <a:lnTo>
                  <a:pt x="59443" y="47100"/>
                </a:lnTo>
                <a:cubicBezTo>
                  <a:pt x="50991" y="28400"/>
                  <a:pt x="48938" y="22508"/>
                  <a:pt x="48938" y="18665"/>
                </a:cubicBezTo>
                <a:cubicBezTo>
                  <a:pt x="48938" y="13797"/>
                  <a:pt x="52527" y="11237"/>
                  <a:pt x="60726" y="10724"/>
                </a:cubicBezTo>
                <a:cubicBezTo>
                  <a:pt x="61750" y="10724"/>
                  <a:pt x="64569" y="10466"/>
                  <a:pt x="68158" y="10212"/>
                </a:cubicBezTo>
                <a:lnTo>
                  <a:pt x="68158" y="5341"/>
                </a:lnTo>
                <a:lnTo>
                  <a:pt x="0" y="5341"/>
                </a:lnTo>
                <a:lnTo>
                  <a:pt x="0" y="10212"/>
                </a:lnTo>
                <a:cubicBezTo>
                  <a:pt x="12554" y="10724"/>
                  <a:pt x="16143" y="14310"/>
                  <a:pt x="27161" y="37107"/>
                </a:cubicBezTo>
                <a:lnTo>
                  <a:pt x="90193" y="177744"/>
                </a:lnTo>
                <a:lnTo>
                  <a:pt x="94037" y="177744"/>
                </a:lnTo>
                <a:lnTo>
                  <a:pt x="150919" y="34034"/>
                </a:lnTo>
                <a:cubicBezTo>
                  <a:pt x="159376" y="13797"/>
                  <a:pt x="162191" y="10979"/>
                  <a:pt x="174491" y="10212"/>
                </a:cubicBezTo>
                <a:lnTo>
                  <a:pt x="174491" y="5341"/>
                </a:lnTo>
                <a:close/>
                <a:moveTo>
                  <a:pt x="210362" y="57137"/>
                </a:moveTo>
                <a:lnTo>
                  <a:pt x="170647" y="71149"/>
                </a:lnTo>
                <a:lnTo>
                  <a:pt x="170647" y="74996"/>
                </a:lnTo>
                <a:lnTo>
                  <a:pt x="172700" y="74738"/>
                </a:lnTo>
                <a:cubicBezTo>
                  <a:pt x="175773" y="74226"/>
                  <a:pt x="179104" y="73968"/>
                  <a:pt x="181411" y="73968"/>
                </a:cubicBezTo>
                <a:cubicBezTo>
                  <a:pt x="187561" y="73968"/>
                  <a:pt x="189864" y="78069"/>
                  <a:pt x="189864" y="89353"/>
                </a:cubicBezTo>
                <a:lnTo>
                  <a:pt x="189864" y="148843"/>
                </a:lnTo>
                <a:cubicBezTo>
                  <a:pt x="189864" y="167305"/>
                  <a:pt x="187303" y="170124"/>
                  <a:pt x="169623" y="171148"/>
                </a:cubicBezTo>
                <a:lnTo>
                  <a:pt x="169623" y="174991"/>
                </a:lnTo>
                <a:lnTo>
                  <a:pt x="230349" y="174991"/>
                </a:lnTo>
                <a:lnTo>
                  <a:pt x="230349" y="171148"/>
                </a:lnTo>
                <a:cubicBezTo>
                  <a:pt x="213439" y="169870"/>
                  <a:pt x="211387" y="167305"/>
                  <a:pt x="211387" y="148843"/>
                </a:cubicBezTo>
                <a:lnTo>
                  <a:pt x="211387" y="57907"/>
                </a:lnTo>
                <a:lnTo>
                  <a:pt x="210362" y="57137"/>
                </a:lnTo>
                <a:moveTo>
                  <a:pt x="198320" y="86"/>
                </a:moveTo>
                <a:cubicBezTo>
                  <a:pt x="191404" y="86"/>
                  <a:pt x="185508" y="5982"/>
                  <a:pt x="185508" y="13156"/>
                </a:cubicBezTo>
                <a:cubicBezTo>
                  <a:pt x="185508" y="20331"/>
                  <a:pt x="191146" y="26223"/>
                  <a:pt x="198320" y="26223"/>
                </a:cubicBezTo>
                <a:cubicBezTo>
                  <a:pt x="205753" y="26223"/>
                  <a:pt x="211645" y="20585"/>
                  <a:pt x="211645" y="13156"/>
                </a:cubicBezTo>
                <a:cubicBezTo>
                  <a:pt x="211645" y="5982"/>
                  <a:pt x="205753" y="86"/>
                  <a:pt x="198320" y="86"/>
                </a:cubicBezTo>
                <a:close/>
                <a:moveTo>
                  <a:pt x="324898" y="177494"/>
                </a:moveTo>
                <a:lnTo>
                  <a:pt x="362564" y="164173"/>
                </a:lnTo>
                <a:lnTo>
                  <a:pt x="362564" y="160076"/>
                </a:lnTo>
                <a:cubicBezTo>
                  <a:pt x="357950" y="160330"/>
                  <a:pt x="357438" y="160330"/>
                  <a:pt x="356668" y="160330"/>
                </a:cubicBezTo>
                <a:cubicBezTo>
                  <a:pt x="347445" y="160330"/>
                  <a:pt x="345396" y="157515"/>
                  <a:pt x="345396" y="145735"/>
                </a:cubicBezTo>
                <a:lnTo>
                  <a:pt x="345396" y="512"/>
                </a:lnTo>
                <a:lnTo>
                  <a:pt x="344114" y="0"/>
                </a:lnTo>
                <a:cubicBezTo>
                  <a:pt x="331814" y="4355"/>
                  <a:pt x="322849" y="6916"/>
                  <a:pt x="306448" y="11276"/>
                </a:cubicBezTo>
                <a:lnTo>
                  <a:pt x="306448" y="15373"/>
                </a:lnTo>
                <a:cubicBezTo>
                  <a:pt x="308500" y="15119"/>
                  <a:pt x="310037" y="15119"/>
                  <a:pt x="312085" y="15119"/>
                </a:cubicBezTo>
                <a:cubicBezTo>
                  <a:pt x="321566" y="15119"/>
                  <a:pt x="323873" y="17680"/>
                  <a:pt x="323873" y="28185"/>
                </a:cubicBezTo>
                <a:lnTo>
                  <a:pt x="323873" y="68154"/>
                </a:lnTo>
                <a:cubicBezTo>
                  <a:pt x="314134" y="59956"/>
                  <a:pt x="307218" y="57137"/>
                  <a:pt x="296966" y="57137"/>
                </a:cubicBezTo>
                <a:cubicBezTo>
                  <a:pt x="267503" y="57137"/>
                  <a:pt x="243673" y="86076"/>
                  <a:pt x="243673" y="122437"/>
                </a:cubicBezTo>
                <a:cubicBezTo>
                  <a:pt x="243673" y="155208"/>
                  <a:pt x="262889" y="177494"/>
                  <a:pt x="291075" y="177494"/>
                </a:cubicBezTo>
                <a:cubicBezTo>
                  <a:pt x="305423" y="177494"/>
                  <a:pt x="315162" y="172372"/>
                  <a:pt x="323873" y="160330"/>
                </a:cubicBezTo>
                <a:lnTo>
                  <a:pt x="323873" y="176727"/>
                </a:lnTo>
                <a:lnTo>
                  <a:pt x="324898" y="177494"/>
                </a:lnTo>
                <a:moveTo>
                  <a:pt x="323873" y="148808"/>
                </a:moveTo>
                <a:cubicBezTo>
                  <a:pt x="323873" y="150603"/>
                  <a:pt x="322079" y="153676"/>
                  <a:pt x="319518" y="156491"/>
                </a:cubicBezTo>
                <a:cubicBezTo>
                  <a:pt x="314904" y="161612"/>
                  <a:pt x="308500" y="164173"/>
                  <a:pt x="301068" y="164173"/>
                </a:cubicBezTo>
                <a:cubicBezTo>
                  <a:pt x="279803" y="164173"/>
                  <a:pt x="265708" y="143686"/>
                  <a:pt x="265708" y="112193"/>
                </a:cubicBezTo>
                <a:cubicBezTo>
                  <a:pt x="265708" y="83261"/>
                  <a:pt x="278262" y="64315"/>
                  <a:pt x="297737" y="64315"/>
                </a:cubicBezTo>
                <a:cubicBezTo>
                  <a:pt x="311319" y="64315"/>
                  <a:pt x="323873" y="76345"/>
                  <a:pt x="323873" y="89916"/>
                </a:cubicBezTo>
                <a:lnTo>
                  <a:pt x="323873" y="148808"/>
                </a:lnTo>
                <a:close/>
                <a:moveTo>
                  <a:pt x="511690" y="130405"/>
                </a:moveTo>
                <a:cubicBezTo>
                  <a:pt x="507334" y="140140"/>
                  <a:pt x="503745" y="146036"/>
                  <a:pt x="499902" y="150391"/>
                </a:cubicBezTo>
                <a:cubicBezTo>
                  <a:pt x="490933" y="160389"/>
                  <a:pt x="476842" y="165002"/>
                  <a:pt x="455573" y="165002"/>
                </a:cubicBezTo>
                <a:lnTo>
                  <a:pt x="438406" y="165002"/>
                </a:lnTo>
                <a:cubicBezTo>
                  <a:pt x="419702" y="165002"/>
                  <a:pt x="416370" y="163462"/>
                  <a:pt x="416370" y="154493"/>
                </a:cubicBezTo>
                <a:lnTo>
                  <a:pt x="416370" y="33276"/>
                </a:lnTo>
                <a:cubicBezTo>
                  <a:pt x="416370" y="15080"/>
                  <a:pt x="419960" y="11491"/>
                  <a:pt x="440200" y="10212"/>
                </a:cubicBezTo>
                <a:lnTo>
                  <a:pt x="440200" y="5341"/>
                </a:lnTo>
                <a:lnTo>
                  <a:pt x="367945" y="5341"/>
                </a:lnTo>
                <a:lnTo>
                  <a:pt x="367945" y="10212"/>
                </a:lnTo>
                <a:cubicBezTo>
                  <a:pt x="386907" y="11749"/>
                  <a:pt x="390238" y="15338"/>
                  <a:pt x="390238" y="33276"/>
                </a:cubicBezTo>
                <a:lnTo>
                  <a:pt x="390238" y="147060"/>
                </a:lnTo>
                <a:cubicBezTo>
                  <a:pt x="390238" y="165002"/>
                  <a:pt x="386649" y="168845"/>
                  <a:pt x="367945" y="170124"/>
                </a:cubicBezTo>
                <a:lnTo>
                  <a:pt x="367945" y="174991"/>
                </a:lnTo>
                <a:lnTo>
                  <a:pt x="505794" y="174991"/>
                </a:lnTo>
                <a:lnTo>
                  <a:pt x="518094" y="130409"/>
                </a:lnTo>
                <a:lnTo>
                  <a:pt x="511690" y="130405"/>
                </a:lnTo>
                <a:close/>
                <a:moveTo>
                  <a:pt x="702321" y="170124"/>
                </a:moveTo>
                <a:cubicBezTo>
                  <a:pt x="690792" y="169358"/>
                  <a:pt x="688231" y="166797"/>
                  <a:pt x="679262" y="147850"/>
                </a:cubicBezTo>
                <a:lnTo>
                  <a:pt x="615459" y="2338"/>
                </a:lnTo>
                <a:lnTo>
                  <a:pt x="610337" y="2338"/>
                </a:lnTo>
                <a:lnTo>
                  <a:pt x="557040" y="128137"/>
                </a:lnTo>
                <a:cubicBezTo>
                  <a:pt x="540643" y="165518"/>
                  <a:pt x="537566" y="169612"/>
                  <a:pt x="525270" y="170124"/>
                </a:cubicBezTo>
                <a:lnTo>
                  <a:pt x="525270" y="174991"/>
                </a:lnTo>
                <a:lnTo>
                  <a:pt x="576002" y="174991"/>
                </a:lnTo>
                <a:lnTo>
                  <a:pt x="576002" y="170124"/>
                </a:lnTo>
                <a:cubicBezTo>
                  <a:pt x="563702" y="170124"/>
                  <a:pt x="558576" y="166797"/>
                  <a:pt x="558576" y="159630"/>
                </a:cubicBezTo>
                <a:cubicBezTo>
                  <a:pt x="558576" y="156557"/>
                  <a:pt x="559347" y="152972"/>
                  <a:pt x="560629" y="149645"/>
                </a:cubicBezTo>
                <a:lnTo>
                  <a:pt x="572413" y="119688"/>
                </a:lnTo>
                <a:lnTo>
                  <a:pt x="639547" y="119688"/>
                </a:lnTo>
                <a:lnTo>
                  <a:pt x="650052" y="144269"/>
                </a:lnTo>
                <a:cubicBezTo>
                  <a:pt x="653125" y="151181"/>
                  <a:pt x="654920" y="157836"/>
                  <a:pt x="654920" y="161421"/>
                </a:cubicBezTo>
                <a:cubicBezTo>
                  <a:pt x="654920" y="167821"/>
                  <a:pt x="650564" y="169870"/>
                  <a:pt x="636982" y="170124"/>
                </a:cubicBezTo>
                <a:lnTo>
                  <a:pt x="636982" y="174991"/>
                </a:lnTo>
                <a:lnTo>
                  <a:pt x="702321" y="174991"/>
                </a:lnTo>
                <a:lnTo>
                  <a:pt x="702321" y="170124"/>
                </a:lnTo>
                <a:moveTo>
                  <a:pt x="576768" y="109183"/>
                </a:moveTo>
                <a:lnTo>
                  <a:pt x="606236" y="38722"/>
                </a:lnTo>
                <a:lnTo>
                  <a:pt x="635958" y="109183"/>
                </a:lnTo>
                <a:lnTo>
                  <a:pt x="576768" y="1091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5" name="Text ✗">
            <a:extLst xmlns:a="http://schemas.openxmlformats.org/drawingml/2006/main">
              <a:ext uri="{FF2B5EF4-FFF2-40B4-BE49-F238E27FC236}">
                <a16:creationId xmlns:a16="http://schemas.microsoft.com/office/drawing/2014/main" id="{0E439E39-20E5-4DBF-935F-C347DE95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7616" y="1190345"/>
            <a:ext cx="146818" cy="186787"/>
          </a:xfrm>
          <a:custGeom xmlns:a="http://schemas.openxmlformats.org/drawingml/2006/main">
            <a:pathLst>
              <a:path w="146818" h="186787">
                <a:moveTo>
                  <a:pt x="96085" y="75075"/>
                </a:moveTo>
                <a:cubicBezTo>
                  <a:pt x="108127" y="58419"/>
                  <a:pt x="132469" y="26645"/>
                  <a:pt x="137083" y="21523"/>
                </a:cubicBezTo>
                <a:cubicBezTo>
                  <a:pt x="139389" y="18704"/>
                  <a:pt x="141438" y="16139"/>
                  <a:pt x="143745" y="13578"/>
                </a:cubicBezTo>
                <a:cubicBezTo>
                  <a:pt x="144769" y="12296"/>
                  <a:pt x="145794" y="11272"/>
                  <a:pt x="146052" y="10760"/>
                </a:cubicBezTo>
                <a:cubicBezTo>
                  <a:pt x="146564" y="10505"/>
                  <a:pt x="146818" y="9993"/>
                  <a:pt x="146818" y="9735"/>
                </a:cubicBezTo>
                <a:cubicBezTo>
                  <a:pt x="146818" y="9477"/>
                  <a:pt x="145281" y="6916"/>
                  <a:pt x="144769" y="6404"/>
                </a:cubicBezTo>
                <a:lnTo>
                  <a:pt x="142463" y="3843"/>
                </a:lnTo>
                <a:cubicBezTo>
                  <a:pt x="142463" y="3585"/>
                  <a:pt x="141950" y="2819"/>
                  <a:pt x="141438" y="2049"/>
                </a:cubicBezTo>
                <a:cubicBezTo>
                  <a:pt x="140414" y="512"/>
                  <a:pt x="140156" y="0"/>
                  <a:pt x="139902" y="0"/>
                </a:cubicBezTo>
                <a:lnTo>
                  <a:pt x="139644" y="0"/>
                </a:lnTo>
                <a:cubicBezTo>
                  <a:pt x="139389" y="0"/>
                  <a:pt x="138877" y="512"/>
                  <a:pt x="138619" y="766"/>
                </a:cubicBezTo>
                <a:cubicBezTo>
                  <a:pt x="137595" y="1791"/>
                  <a:pt x="136825" y="2561"/>
                  <a:pt x="136058" y="3585"/>
                </a:cubicBezTo>
                <a:cubicBezTo>
                  <a:pt x="135800" y="3843"/>
                  <a:pt x="135288" y="4355"/>
                  <a:pt x="134264" y="5122"/>
                </a:cubicBezTo>
                <a:cubicBezTo>
                  <a:pt x="130933" y="2561"/>
                  <a:pt x="126577" y="0"/>
                  <a:pt x="125295" y="0"/>
                </a:cubicBezTo>
                <a:cubicBezTo>
                  <a:pt x="124271" y="0"/>
                  <a:pt x="123758" y="512"/>
                  <a:pt x="114790" y="10505"/>
                </a:cubicBezTo>
                <a:cubicBezTo>
                  <a:pt x="95827" y="32541"/>
                  <a:pt x="86350" y="43812"/>
                  <a:pt x="81737" y="49450"/>
                </a:cubicBezTo>
                <a:cubicBezTo>
                  <a:pt x="80454" y="46377"/>
                  <a:pt x="80454" y="46377"/>
                  <a:pt x="78406" y="42534"/>
                </a:cubicBezTo>
                <a:cubicBezTo>
                  <a:pt x="73538" y="33565"/>
                  <a:pt x="69949" y="26391"/>
                  <a:pt x="67130" y="20753"/>
                </a:cubicBezTo>
                <a:cubicBezTo>
                  <a:pt x="59956" y="6150"/>
                  <a:pt x="59956" y="6150"/>
                  <a:pt x="57907" y="6150"/>
                </a:cubicBezTo>
                <a:cubicBezTo>
                  <a:pt x="57141" y="6150"/>
                  <a:pt x="56112" y="6662"/>
                  <a:pt x="55858" y="6916"/>
                </a:cubicBezTo>
                <a:cubicBezTo>
                  <a:pt x="55346" y="7687"/>
                  <a:pt x="54834" y="8453"/>
                  <a:pt x="54322" y="8965"/>
                </a:cubicBezTo>
                <a:lnTo>
                  <a:pt x="52527" y="10760"/>
                </a:lnTo>
                <a:cubicBezTo>
                  <a:pt x="51503" y="10505"/>
                  <a:pt x="50991" y="10505"/>
                  <a:pt x="50478" y="10505"/>
                </a:cubicBezTo>
                <a:cubicBezTo>
                  <a:pt x="49966" y="10505"/>
                  <a:pt x="49450" y="10505"/>
                  <a:pt x="48426" y="10760"/>
                </a:cubicBezTo>
                <a:cubicBezTo>
                  <a:pt x="46635" y="9477"/>
                  <a:pt x="45607" y="8965"/>
                  <a:pt x="44583" y="8965"/>
                </a:cubicBezTo>
                <a:cubicBezTo>
                  <a:pt x="42022" y="8965"/>
                  <a:pt x="37408" y="14603"/>
                  <a:pt x="37408" y="17680"/>
                </a:cubicBezTo>
                <a:cubicBezTo>
                  <a:pt x="37408" y="17934"/>
                  <a:pt x="38178" y="19983"/>
                  <a:pt x="39203" y="22547"/>
                </a:cubicBezTo>
                <a:lnTo>
                  <a:pt x="47401" y="46377"/>
                </a:lnTo>
                <a:cubicBezTo>
                  <a:pt x="50478" y="54576"/>
                  <a:pt x="53293" y="62516"/>
                  <a:pt x="56370" y="70461"/>
                </a:cubicBezTo>
                <a:cubicBezTo>
                  <a:pt x="56625" y="71485"/>
                  <a:pt x="57653" y="74050"/>
                  <a:pt x="58931" y="77893"/>
                </a:cubicBezTo>
                <a:cubicBezTo>
                  <a:pt x="27415" y="116326"/>
                  <a:pt x="17934" y="128626"/>
                  <a:pt x="13324" y="136825"/>
                </a:cubicBezTo>
                <a:cubicBezTo>
                  <a:pt x="8457" y="145536"/>
                  <a:pt x="5126" y="151431"/>
                  <a:pt x="4101" y="152710"/>
                </a:cubicBezTo>
                <a:cubicBezTo>
                  <a:pt x="1537" y="156041"/>
                  <a:pt x="0" y="158606"/>
                  <a:pt x="0" y="160142"/>
                </a:cubicBezTo>
                <a:cubicBezTo>
                  <a:pt x="0" y="160396"/>
                  <a:pt x="770" y="162191"/>
                  <a:pt x="1795" y="164752"/>
                </a:cubicBezTo>
                <a:cubicBezTo>
                  <a:pt x="2049" y="165522"/>
                  <a:pt x="2307" y="166292"/>
                  <a:pt x="2307" y="166546"/>
                </a:cubicBezTo>
                <a:cubicBezTo>
                  <a:pt x="2307" y="167059"/>
                  <a:pt x="1795" y="168853"/>
                  <a:pt x="1024" y="171414"/>
                </a:cubicBezTo>
                <a:cubicBezTo>
                  <a:pt x="770" y="172184"/>
                  <a:pt x="512" y="172696"/>
                  <a:pt x="512" y="173209"/>
                </a:cubicBezTo>
                <a:cubicBezTo>
                  <a:pt x="512" y="175257"/>
                  <a:pt x="512" y="175257"/>
                  <a:pt x="6150" y="184226"/>
                </a:cubicBezTo>
                <a:cubicBezTo>
                  <a:pt x="7432" y="186533"/>
                  <a:pt x="7945" y="186787"/>
                  <a:pt x="9993" y="186787"/>
                </a:cubicBezTo>
                <a:cubicBezTo>
                  <a:pt x="14607" y="186787"/>
                  <a:pt x="20753" y="185509"/>
                  <a:pt x="23318" y="183714"/>
                </a:cubicBezTo>
                <a:cubicBezTo>
                  <a:pt x="35360" y="162961"/>
                  <a:pt x="55858" y="130933"/>
                  <a:pt x="74050" y="105050"/>
                </a:cubicBezTo>
                <a:cubicBezTo>
                  <a:pt x="82507" y="119657"/>
                  <a:pt x="82507" y="119657"/>
                  <a:pt x="99675" y="145023"/>
                </a:cubicBezTo>
                <a:cubicBezTo>
                  <a:pt x="104542" y="151944"/>
                  <a:pt x="105821" y="153480"/>
                  <a:pt x="107873" y="153480"/>
                </a:cubicBezTo>
                <a:cubicBezTo>
                  <a:pt x="110946" y="153480"/>
                  <a:pt x="116072" y="149379"/>
                  <a:pt x="116072" y="147072"/>
                </a:cubicBezTo>
                <a:cubicBezTo>
                  <a:pt x="116072" y="146560"/>
                  <a:pt x="115814" y="145794"/>
                  <a:pt x="115302" y="144769"/>
                </a:cubicBezTo>
                <a:cubicBezTo>
                  <a:pt x="115048" y="144511"/>
                  <a:pt x="115048" y="143999"/>
                  <a:pt x="115048" y="143741"/>
                </a:cubicBezTo>
                <a:cubicBezTo>
                  <a:pt x="115048" y="143229"/>
                  <a:pt x="115814" y="142463"/>
                  <a:pt x="117608" y="141180"/>
                </a:cubicBezTo>
                <a:lnTo>
                  <a:pt x="120169" y="139131"/>
                </a:lnTo>
                <a:lnTo>
                  <a:pt x="120169" y="137337"/>
                </a:lnTo>
                <a:cubicBezTo>
                  <a:pt x="122222" y="136313"/>
                  <a:pt x="122988" y="135542"/>
                  <a:pt x="123758" y="133752"/>
                </a:cubicBezTo>
                <a:lnTo>
                  <a:pt x="122988" y="131187"/>
                </a:lnTo>
                <a:cubicBezTo>
                  <a:pt x="121964" y="129138"/>
                  <a:pt x="121964" y="128880"/>
                  <a:pt x="118633" y="121964"/>
                </a:cubicBezTo>
                <a:cubicBezTo>
                  <a:pt x="114023" y="111971"/>
                  <a:pt x="109410" y="101977"/>
                  <a:pt x="102490" y="87887"/>
                </a:cubicBezTo>
                <a:lnTo>
                  <a:pt x="96085" y="7507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6" name="Text ✓">
            <a:extLst xmlns:a="http://schemas.openxmlformats.org/drawingml/2006/main">
              <a:ext uri="{FF2B5EF4-FFF2-40B4-BE49-F238E27FC236}">
                <a16:creationId xmlns:a16="http://schemas.microsoft.com/office/drawing/2014/main" id="{8488C45F-7788-4116-BA10-2F4012A6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2235" y="1178589"/>
            <a:ext cx="176028" cy="184484"/>
          </a:xfrm>
          <a:custGeom xmlns:a="http://schemas.openxmlformats.org/drawingml/2006/main">
            <a:pathLst>
              <a:path w="176028" h="184484">
                <a:moveTo>
                  <a:pt x="176028" y="258"/>
                </a:moveTo>
                <a:cubicBezTo>
                  <a:pt x="161679" y="0"/>
                  <a:pt x="144511" y="5126"/>
                  <a:pt x="134006" y="12554"/>
                </a:cubicBezTo>
                <a:cubicBezTo>
                  <a:pt x="114277" y="32287"/>
                  <a:pt x="77123" y="84043"/>
                  <a:pt x="50475" y="129138"/>
                </a:cubicBezTo>
                <a:cubicBezTo>
                  <a:pt x="47143" y="135034"/>
                  <a:pt x="45607" y="136825"/>
                  <a:pt x="44070" y="136825"/>
                </a:cubicBezTo>
                <a:cubicBezTo>
                  <a:pt x="42534" y="136825"/>
                  <a:pt x="40739" y="134776"/>
                  <a:pt x="38945" y="130421"/>
                </a:cubicBezTo>
                <a:lnTo>
                  <a:pt x="31516" y="112229"/>
                </a:lnTo>
                <a:cubicBezTo>
                  <a:pt x="29976" y="108385"/>
                  <a:pt x="28697" y="107103"/>
                  <a:pt x="25620" y="107103"/>
                </a:cubicBezTo>
                <a:cubicBezTo>
                  <a:pt x="19987" y="107103"/>
                  <a:pt x="11784" y="110692"/>
                  <a:pt x="4610" y="116072"/>
                </a:cubicBezTo>
                <a:cubicBezTo>
                  <a:pt x="1278" y="118633"/>
                  <a:pt x="0" y="120940"/>
                  <a:pt x="0" y="124271"/>
                </a:cubicBezTo>
                <a:cubicBezTo>
                  <a:pt x="0" y="134776"/>
                  <a:pt x="8711" y="161167"/>
                  <a:pt x="18446" y="179875"/>
                </a:cubicBezTo>
                <a:cubicBezTo>
                  <a:pt x="20499" y="183972"/>
                  <a:pt x="22035" y="184484"/>
                  <a:pt x="32541" y="184484"/>
                </a:cubicBezTo>
                <a:cubicBezTo>
                  <a:pt x="45353" y="184484"/>
                  <a:pt x="48426" y="183460"/>
                  <a:pt x="51245" y="178334"/>
                </a:cubicBezTo>
                <a:cubicBezTo>
                  <a:pt x="78918" y="126835"/>
                  <a:pt x="137849" y="44841"/>
                  <a:pt x="176028" y="4355"/>
                </a:cubicBezTo>
                <a:lnTo>
                  <a:pt x="176028" y="258"/>
                </a:lnTo>
                <a:close/>
              </a:path>
            </a:pathLst>
          </a:custGeom>
          <a:solidFill xmlns:a="http://schemas.openxmlformats.org/drawingml/2006/main">
            <a:srgbClr val="006B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50D2FC-8D05-454C-9D24-2BB8EA8C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0731" y="1417589"/>
            <a:ext cx="831692" cy="297725"/>
          </a:xfrm>
          <a:custGeom xmlns:a="http://schemas.openxmlformats.org/drawingml/2006/main">
            <a:pathLst>
              <a:path w="831692" h="297725">
                <a:moveTo>
                  <a:pt x="0" y="273424"/>
                </a:moveTo>
                <a:lnTo>
                  <a:pt x="0" y="24301"/>
                </a:lnTo>
                <a:cubicBezTo>
                  <a:pt x="0" y="10880"/>
                  <a:pt x="10880" y="0"/>
                  <a:pt x="24301" y="0"/>
                </a:cubicBezTo>
                <a:lnTo>
                  <a:pt x="807390" y="0"/>
                </a:lnTo>
                <a:cubicBezTo>
                  <a:pt x="820811" y="0"/>
                  <a:pt x="831692" y="10880"/>
                  <a:pt x="831692" y="24301"/>
                </a:cubicBezTo>
                <a:lnTo>
                  <a:pt x="831692" y="273424"/>
                </a:lnTo>
                <a:cubicBezTo>
                  <a:pt x="831692" y="286846"/>
                  <a:pt x="820811" y="297725"/>
                  <a:pt x="807390" y="297725"/>
                </a:cubicBezTo>
                <a:lnTo>
                  <a:pt x="24301" y="297725"/>
                </a:lnTo>
                <a:cubicBezTo>
                  <a:pt x="10880" y="297725"/>
                  <a:pt x="0" y="286846"/>
                  <a:pt x="0" y="273424"/>
                </a:cubicBezTo>
                <a:close/>
              </a:path>
            </a:pathLst>
          </a:custGeom>
          <a:solidFill xmlns:a="http://schemas.openxmlformats.org/drawingml/2006/main">
            <a:srgbClr val="377E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F0E029-F487-4D8B-9F24-8BD3828F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5032" y="1441891"/>
            <a:ext cx="783089" cy="249123"/>
          </a:xfrm>
          <a:custGeom xmlns:a="http://schemas.openxmlformats.org/drawingml/2006/main">
            <a:pathLst>
              <a:path w="783089" h="249123">
                <a:moveTo>
                  <a:pt x="0" y="249123"/>
                </a:moveTo>
                <a:lnTo>
                  <a:pt x="0" y="0"/>
                </a:lnTo>
                <a:lnTo>
                  <a:pt x="783089" y="0"/>
                </a:lnTo>
                <a:lnTo>
                  <a:pt x="783089" y="249123"/>
                </a:lnTo>
                <a:lnTo>
                  <a:pt x="0" y="249123"/>
                </a:lnTo>
                <a:close/>
              </a:path>
            </a:pathLst>
          </a:custGeom>
          <a:solidFill xmlns:a="http://schemas.openxmlformats.org/drawingml/2006/main">
            <a:srgbClr val="D7E5F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9" name="Text SigLIP">
            <a:extLst xmlns:a="http://schemas.openxmlformats.org/drawingml/2006/main">
              <a:ext uri="{FF2B5EF4-FFF2-40B4-BE49-F238E27FC236}">
                <a16:creationId xmlns:a16="http://schemas.microsoft.com/office/drawing/2014/main" id="{FAF6907F-054C-4F8A-92E9-7CA84138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4271" y="1450680"/>
            <a:ext cx="711802" cy="230799"/>
          </a:xfrm>
          <a:custGeom xmlns:a="http://schemas.openxmlformats.org/drawingml/2006/main">
            <a:pathLst>
              <a:path w="711802" h="230799">
                <a:moveTo>
                  <a:pt x="103772" y="1669"/>
                </a:moveTo>
                <a:lnTo>
                  <a:pt x="98392" y="1669"/>
                </a:lnTo>
                <a:cubicBezTo>
                  <a:pt x="97368" y="7561"/>
                  <a:pt x="94549" y="10380"/>
                  <a:pt x="90193" y="10380"/>
                </a:cubicBezTo>
                <a:cubicBezTo>
                  <a:pt x="87629" y="10380"/>
                  <a:pt x="83273" y="9356"/>
                  <a:pt x="78918" y="7307"/>
                </a:cubicBezTo>
                <a:cubicBezTo>
                  <a:pt x="69437" y="3804"/>
                  <a:pt x="59956" y="1752"/>
                  <a:pt x="51757" y="1752"/>
                </a:cubicBezTo>
                <a:cubicBezTo>
                  <a:pt x="40739" y="1752"/>
                  <a:pt x="29468" y="6111"/>
                  <a:pt x="21011" y="13539"/>
                </a:cubicBezTo>
                <a:cubicBezTo>
                  <a:pt x="12042" y="21476"/>
                  <a:pt x="7432" y="32228"/>
                  <a:pt x="7432" y="45540"/>
                </a:cubicBezTo>
                <a:cubicBezTo>
                  <a:pt x="7432" y="66020"/>
                  <a:pt x="18704" y="80353"/>
                  <a:pt x="47401" y="95460"/>
                </a:cubicBezTo>
                <a:cubicBezTo>
                  <a:pt x="65851" y="105187"/>
                  <a:pt x="79176" y="115681"/>
                  <a:pt x="85580" y="125412"/>
                </a:cubicBezTo>
                <a:cubicBezTo>
                  <a:pt x="87887" y="128739"/>
                  <a:pt x="89169" y="134115"/>
                  <a:pt x="89169" y="140257"/>
                </a:cubicBezTo>
                <a:cubicBezTo>
                  <a:pt x="89169" y="157409"/>
                  <a:pt x="76357" y="169185"/>
                  <a:pt x="57653" y="169185"/>
                </a:cubicBezTo>
                <a:cubicBezTo>
                  <a:pt x="34847" y="169185"/>
                  <a:pt x="18704" y="155107"/>
                  <a:pt x="5892" y="123876"/>
                </a:cubicBezTo>
                <a:lnTo>
                  <a:pt x="0" y="123876"/>
                </a:lnTo>
                <a:lnTo>
                  <a:pt x="7687" y="178154"/>
                </a:lnTo>
                <a:lnTo>
                  <a:pt x="13324" y="178154"/>
                </a:lnTo>
                <a:cubicBezTo>
                  <a:pt x="13578" y="173369"/>
                  <a:pt x="16655" y="169784"/>
                  <a:pt x="20499" y="169784"/>
                </a:cubicBezTo>
                <a:cubicBezTo>
                  <a:pt x="23318" y="169784"/>
                  <a:pt x="27673" y="170808"/>
                  <a:pt x="32541" y="172603"/>
                </a:cubicBezTo>
                <a:cubicBezTo>
                  <a:pt x="42276" y="176360"/>
                  <a:pt x="52527" y="178409"/>
                  <a:pt x="62775" y="178409"/>
                </a:cubicBezTo>
                <a:cubicBezTo>
                  <a:pt x="92242" y="178409"/>
                  <a:pt x="115048" y="158180"/>
                  <a:pt x="115048" y="131809"/>
                </a:cubicBezTo>
                <a:cubicBezTo>
                  <a:pt x="115048" y="110817"/>
                  <a:pt x="100953" y="94177"/>
                  <a:pt x="67130" y="76001"/>
                </a:cubicBezTo>
                <a:cubicBezTo>
                  <a:pt x="40227" y="61156"/>
                  <a:pt x="29468" y="49892"/>
                  <a:pt x="29468" y="36067"/>
                </a:cubicBezTo>
                <a:cubicBezTo>
                  <a:pt x="29468" y="21988"/>
                  <a:pt x="40227" y="12257"/>
                  <a:pt x="56112" y="12257"/>
                </a:cubicBezTo>
                <a:cubicBezTo>
                  <a:pt x="67646" y="12257"/>
                  <a:pt x="78406" y="17125"/>
                  <a:pt x="87375" y="26340"/>
                </a:cubicBezTo>
                <a:cubicBezTo>
                  <a:pt x="95315" y="34531"/>
                  <a:pt x="98904" y="41185"/>
                  <a:pt x="103006" y="56292"/>
                </a:cubicBezTo>
                <a:lnTo>
                  <a:pt x="109410" y="56292"/>
                </a:lnTo>
                <a:lnTo>
                  <a:pt x="103772" y="1669"/>
                </a:lnTo>
                <a:close/>
                <a:moveTo>
                  <a:pt x="176541" y="57051"/>
                </a:moveTo>
                <a:lnTo>
                  <a:pt x="136826" y="71063"/>
                </a:lnTo>
                <a:lnTo>
                  <a:pt x="136826" y="74910"/>
                </a:lnTo>
                <a:lnTo>
                  <a:pt x="138878" y="74652"/>
                </a:lnTo>
                <a:cubicBezTo>
                  <a:pt x="141951" y="74140"/>
                  <a:pt x="145282" y="73882"/>
                  <a:pt x="147589" y="73882"/>
                </a:cubicBezTo>
                <a:cubicBezTo>
                  <a:pt x="153739" y="73882"/>
                  <a:pt x="156042" y="77983"/>
                  <a:pt x="156042" y="89267"/>
                </a:cubicBezTo>
                <a:lnTo>
                  <a:pt x="156042" y="148757"/>
                </a:lnTo>
                <a:cubicBezTo>
                  <a:pt x="156042" y="167219"/>
                  <a:pt x="153481" y="170038"/>
                  <a:pt x="135801" y="171062"/>
                </a:cubicBezTo>
                <a:lnTo>
                  <a:pt x="135801" y="174905"/>
                </a:lnTo>
                <a:lnTo>
                  <a:pt x="196527" y="174905"/>
                </a:lnTo>
                <a:lnTo>
                  <a:pt x="196527" y="171062"/>
                </a:lnTo>
                <a:cubicBezTo>
                  <a:pt x="179618" y="169784"/>
                  <a:pt x="177565" y="167219"/>
                  <a:pt x="177565" y="148757"/>
                </a:cubicBezTo>
                <a:lnTo>
                  <a:pt x="177565" y="57821"/>
                </a:lnTo>
                <a:lnTo>
                  <a:pt x="176541" y="57051"/>
                </a:lnTo>
                <a:moveTo>
                  <a:pt x="164499" y="0"/>
                </a:moveTo>
                <a:cubicBezTo>
                  <a:pt x="157582" y="0"/>
                  <a:pt x="151687" y="5896"/>
                  <a:pt x="151687" y="13070"/>
                </a:cubicBezTo>
                <a:cubicBezTo>
                  <a:pt x="151687" y="20245"/>
                  <a:pt x="157324" y="26137"/>
                  <a:pt x="164499" y="26137"/>
                </a:cubicBezTo>
                <a:cubicBezTo>
                  <a:pt x="171931" y="26137"/>
                  <a:pt x="177823" y="20499"/>
                  <a:pt x="177823" y="13070"/>
                </a:cubicBezTo>
                <a:cubicBezTo>
                  <a:pt x="177823" y="5896"/>
                  <a:pt x="171931" y="0"/>
                  <a:pt x="164499" y="0"/>
                </a:cubicBezTo>
                <a:close/>
                <a:moveTo>
                  <a:pt x="323358" y="75552"/>
                </a:moveTo>
                <a:lnTo>
                  <a:pt x="323358" y="65558"/>
                </a:lnTo>
                <a:lnTo>
                  <a:pt x="303630" y="65558"/>
                </a:lnTo>
                <a:cubicBezTo>
                  <a:pt x="298504" y="65558"/>
                  <a:pt x="294661" y="64761"/>
                  <a:pt x="289539" y="62947"/>
                </a:cubicBezTo>
                <a:lnTo>
                  <a:pt x="283901" y="60898"/>
                </a:lnTo>
                <a:cubicBezTo>
                  <a:pt x="276981" y="58333"/>
                  <a:pt x="270065" y="57051"/>
                  <a:pt x="263402" y="57051"/>
                </a:cubicBezTo>
                <a:cubicBezTo>
                  <a:pt x="239573" y="57051"/>
                  <a:pt x="220610" y="75552"/>
                  <a:pt x="220610" y="98861"/>
                </a:cubicBezTo>
                <a:cubicBezTo>
                  <a:pt x="220610" y="115001"/>
                  <a:pt x="227531" y="124732"/>
                  <a:pt x="244440" y="133185"/>
                </a:cubicBezTo>
                <a:cubicBezTo>
                  <a:pt x="239573" y="137798"/>
                  <a:pt x="234963" y="142146"/>
                  <a:pt x="233423" y="143424"/>
                </a:cubicBezTo>
                <a:cubicBezTo>
                  <a:pt x="224970" y="150841"/>
                  <a:pt x="221639" y="155959"/>
                  <a:pt x="221639" y="161073"/>
                </a:cubicBezTo>
                <a:cubicBezTo>
                  <a:pt x="221639" y="166445"/>
                  <a:pt x="224712" y="169514"/>
                  <a:pt x="235217" y="174640"/>
                </a:cubicBezTo>
                <a:cubicBezTo>
                  <a:pt x="217025" y="187976"/>
                  <a:pt x="210109" y="196444"/>
                  <a:pt x="210109" y="205933"/>
                </a:cubicBezTo>
                <a:cubicBezTo>
                  <a:pt x="210109" y="219523"/>
                  <a:pt x="230092" y="230799"/>
                  <a:pt x="254433" y="230799"/>
                </a:cubicBezTo>
                <a:cubicBezTo>
                  <a:pt x="273650" y="230799"/>
                  <a:pt x="293636" y="224137"/>
                  <a:pt x="306961" y="213373"/>
                </a:cubicBezTo>
                <a:cubicBezTo>
                  <a:pt x="316700" y="205421"/>
                  <a:pt x="321055" y="197210"/>
                  <a:pt x="321055" y="187463"/>
                </a:cubicBezTo>
                <a:cubicBezTo>
                  <a:pt x="321055" y="171563"/>
                  <a:pt x="309009" y="160819"/>
                  <a:pt x="290051" y="160052"/>
                </a:cubicBezTo>
                <a:lnTo>
                  <a:pt x="256998" y="158516"/>
                </a:lnTo>
                <a:cubicBezTo>
                  <a:pt x="243416" y="158004"/>
                  <a:pt x="237012" y="155701"/>
                  <a:pt x="237012" y="151611"/>
                </a:cubicBezTo>
                <a:cubicBezTo>
                  <a:pt x="237012" y="146493"/>
                  <a:pt x="245465" y="137540"/>
                  <a:pt x="252385" y="135491"/>
                </a:cubicBezTo>
                <a:cubicBezTo>
                  <a:pt x="254692" y="135750"/>
                  <a:pt x="256486" y="136004"/>
                  <a:pt x="257252" y="136004"/>
                </a:cubicBezTo>
                <a:cubicBezTo>
                  <a:pt x="262120" y="136516"/>
                  <a:pt x="265451" y="136774"/>
                  <a:pt x="266991" y="136774"/>
                </a:cubicBezTo>
                <a:cubicBezTo>
                  <a:pt x="276469" y="136774"/>
                  <a:pt x="286720" y="132931"/>
                  <a:pt x="294661" y="126014"/>
                </a:cubicBezTo>
                <a:cubicBezTo>
                  <a:pt x="303117" y="118840"/>
                  <a:pt x="306961" y="109875"/>
                  <a:pt x="306961" y="97071"/>
                </a:cubicBezTo>
                <a:cubicBezTo>
                  <a:pt x="306961" y="89642"/>
                  <a:pt x="305678" y="83750"/>
                  <a:pt x="302093" y="75552"/>
                </a:cubicBezTo>
                <a:lnTo>
                  <a:pt x="323358" y="75552"/>
                </a:lnTo>
                <a:moveTo>
                  <a:pt x="240597" y="175406"/>
                </a:moveTo>
                <a:cubicBezTo>
                  <a:pt x="249054" y="177204"/>
                  <a:pt x="269552" y="178741"/>
                  <a:pt x="282106" y="178741"/>
                </a:cubicBezTo>
                <a:cubicBezTo>
                  <a:pt x="305424" y="178741"/>
                  <a:pt x="313881" y="182076"/>
                  <a:pt x="313881" y="191311"/>
                </a:cubicBezTo>
                <a:cubicBezTo>
                  <a:pt x="313881" y="206191"/>
                  <a:pt x="294406" y="216192"/>
                  <a:pt x="265451" y="216192"/>
                </a:cubicBezTo>
                <a:cubicBezTo>
                  <a:pt x="242904" y="216192"/>
                  <a:pt x="228043" y="208756"/>
                  <a:pt x="228043" y="197468"/>
                </a:cubicBezTo>
                <a:cubicBezTo>
                  <a:pt x="228043" y="191569"/>
                  <a:pt x="229837" y="188234"/>
                  <a:pt x="240597" y="175406"/>
                </a:cubicBezTo>
                <a:moveTo>
                  <a:pt x="241879" y="88360"/>
                </a:moveTo>
                <a:cubicBezTo>
                  <a:pt x="241879" y="73249"/>
                  <a:pt x="249054" y="64229"/>
                  <a:pt x="260842" y="64229"/>
                </a:cubicBezTo>
                <a:cubicBezTo>
                  <a:pt x="268782" y="64229"/>
                  <a:pt x="275444" y="68635"/>
                  <a:pt x="279546" y="76322"/>
                </a:cubicBezTo>
                <a:cubicBezTo>
                  <a:pt x="284155" y="85287"/>
                  <a:pt x="287232" y="97071"/>
                  <a:pt x="287232" y="107060"/>
                </a:cubicBezTo>
                <a:cubicBezTo>
                  <a:pt x="287232" y="121401"/>
                  <a:pt x="279800" y="130366"/>
                  <a:pt x="268016" y="130366"/>
                </a:cubicBezTo>
                <a:cubicBezTo>
                  <a:pt x="252643" y="130366"/>
                  <a:pt x="241879" y="113718"/>
                  <a:pt x="241879" y="89130"/>
                </a:cubicBezTo>
                <a:lnTo>
                  <a:pt x="241879" y="88360"/>
                </a:lnTo>
                <a:close/>
                <a:moveTo>
                  <a:pt x="477867" y="130319"/>
                </a:moveTo>
                <a:cubicBezTo>
                  <a:pt x="473511" y="140054"/>
                  <a:pt x="469922" y="145950"/>
                  <a:pt x="466079" y="150305"/>
                </a:cubicBezTo>
                <a:cubicBezTo>
                  <a:pt x="457110" y="160303"/>
                  <a:pt x="443019" y="164916"/>
                  <a:pt x="421751" y="164916"/>
                </a:cubicBezTo>
                <a:lnTo>
                  <a:pt x="404583" y="164916"/>
                </a:lnTo>
                <a:cubicBezTo>
                  <a:pt x="385879" y="164916"/>
                  <a:pt x="382548" y="163376"/>
                  <a:pt x="382548" y="154407"/>
                </a:cubicBezTo>
                <a:lnTo>
                  <a:pt x="382548" y="33190"/>
                </a:lnTo>
                <a:cubicBezTo>
                  <a:pt x="382548" y="14994"/>
                  <a:pt x="386137" y="11405"/>
                  <a:pt x="406378" y="10126"/>
                </a:cubicBezTo>
                <a:lnTo>
                  <a:pt x="406378" y="5255"/>
                </a:lnTo>
                <a:lnTo>
                  <a:pt x="334122" y="5255"/>
                </a:lnTo>
                <a:lnTo>
                  <a:pt x="334122" y="10126"/>
                </a:lnTo>
                <a:cubicBezTo>
                  <a:pt x="353084" y="11663"/>
                  <a:pt x="356415" y="15252"/>
                  <a:pt x="356415" y="33190"/>
                </a:cubicBezTo>
                <a:lnTo>
                  <a:pt x="356415" y="146974"/>
                </a:lnTo>
                <a:cubicBezTo>
                  <a:pt x="356415" y="164916"/>
                  <a:pt x="352826" y="168759"/>
                  <a:pt x="334122" y="170038"/>
                </a:cubicBezTo>
                <a:lnTo>
                  <a:pt x="334122" y="174905"/>
                </a:lnTo>
                <a:lnTo>
                  <a:pt x="471971" y="174905"/>
                </a:lnTo>
                <a:lnTo>
                  <a:pt x="484271" y="130323"/>
                </a:lnTo>
                <a:lnTo>
                  <a:pt x="477867" y="130319"/>
                </a:lnTo>
                <a:close/>
                <a:moveTo>
                  <a:pt x="517068" y="146974"/>
                </a:moveTo>
                <a:cubicBezTo>
                  <a:pt x="517068" y="166195"/>
                  <a:pt x="513737" y="169272"/>
                  <a:pt x="492214" y="170038"/>
                </a:cubicBezTo>
                <a:lnTo>
                  <a:pt x="492214" y="174905"/>
                </a:lnTo>
                <a:lnTo>
                  <a:pt x="568313" y="174905"/>
                </a:lnTo>
                <a:lnTo>
                  <a:pt x="568313" y="170038"/>
                </a:lnTo>
                <a:cubicBezTo>
                  <a:pt x="547302" y="169272"/>
                  <a:pt x="543205" y="165682"/>
                  <a:pt x="543205" y="146974"/>
                </a:cubicBezTo>
                <a:lnTo>
                  <a:pt x="543205" y="33190"/>
                </a:lnTo>
                <a:cubicBezTo>
                  <a:pt x="543205" y="14482"/>
                  <a:pt x="546790" y="11151"/>
                  <a:pt x="568313" y="10126"/>
                </a:cubicBezTo>
                <a:lnTo>
                  <a:pt x="568313" y="5255"/>
                </a:lnTo>
                <a:lnTo>
                  <a:pt x="492214" y="5255"/>
                </a:lnTo>
                <a:lnTo>
                  <a:pt x="492214" y="10126"/>
                </a:lnTo>
                <a:cubicBezTo>
                  <a:pt x="513995" y="11405"/>
                  <a:pt x="517068" y="14224"/>
                  <a:pt x="517068" y="33190"/>
                </a:cubicBezTo>
                <a:lnTo>
                  <a:pt x="517068" y="146974"/>
                </a:lnTo>
                <a:close/>
                <a:moveTo>
                  <a:pt x="624685" y="100324"/>
                </a:moveTo>
                <a:cubicBezTo>
                  <a:pt x="631347" y="100836"/>
                  <a:pt x="635703" y="101090"/>
                  <a:pt x="642365" y="101090"/>
                </a:cubicBezTo>
                <a:cubicBezTo>
                  <a:pt x="662351" y="101090"/>
                  <a:pt x="676188" y="98529"/>
                  <a:pt x="687206" y="92379"/>
                </a:cubicBezTo>
                <a:cubicBezTo>
                  <a:pt x="702579" y="84180"/>
                  <a:pt x="711802" y="68549"/>
                  <a:pt x="711802" y="51636"/>
                </a:cubicBezTo>
                <a:cubicBezTo>
                  <a:pt x="711802" y="40876"/>
                  <a:pt x="708216" y="31137"/>
                  <a:pt x="701296" y="23705"/>
                </a:cubicBezTo>
                <a:cubicBezTo>
                  <a:pt x="691049" y="12433"/>
                  <a:pt x="668756" y="5255"/>
                  <a:pt x="644672" y="5255"/>
                </a:cubicBezTo>
                <a:lnTo>
                  <a:pt x="577026" y="5255"/>
                </a:lnTo>
                <a:lnTo>
                  <a:pt x="577026" y="10126"/>
                </a:lnTo>
                <a:cubicBezTo>
                  <a:pt x="595988" y="12175"/>
                  <a:pt x="598549" y="14736"/>
                  <a:pt x="598549" y="33190"/>
                </a:cubicBezTo>
                <a:lnTo>
                  <a:pt x="598549" y="144155"/>
                </a:lnTo>
                <a:cubicBezTo>
                  <a:pt x="598549" y="165682"/>
                  <a:pt x="596500" y="168243"/>
                  <a:pt x="577026" y="170038"/>
                </a:cubicBezTo>
                <a:lnTo>
                  <a:pt x="577026" y="174905"/>
                </a:lnTo>
                <a:lnTo>
                  <a:pt x="648769" y="174905"/>
                </a:lnTo>
                <a:lnTo>
                  <a:pt x="648769" y="170038"/>
                </a:lnTo>
                <a:cubicBezTo>
                  <a:pt x="628528" y="169272"/>
                  <a:pt x="624685" y="165682"/>
                  <a:pt x="624685" y="146974"/>
                </a:cubicBezTo>
                <a:lnTo>
                  <a:pt x="624685" y="100324"/>
                </a:lnTo>
                <a:moveTo>
                  <a:pt x="624685" y="23451"/>
                </a:moveTo>
                <a:cubicBezTo>
                  <a:pt x="624685" y="16530"/>
                  <a:pt x="626480" y="14736"/>
                  <a:pt x="633396" y="14736"/>
                </a:cubicBezTo>
                <a:cubicBezTo>
                  <a:pt x="667985" y="14736"/>
                  <a:pt x="683874" y="26782"/>
                  <a:pt x="683874" y="53176"/>
                </a:cubicBezTo>
                <a:cubicBezTo>
                  <a:pt x="683874" y="78030"/>
                  <a:pt x="668756" y="90842"/>
                  <a:pt x="639288" y="90842"/>
                </a:cubicBezTo>
                <a:cubicBezTo>
                  <a:pt x="634166" y="90842"/>
                  <a:pt x="630577" y="90588"/>
                  <a:pt x="624685" y="90072"/>
                </a:cubicBezTo>
                <a:lnTo>
                  <a:pt x="624685" y="234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0" name="Text ✗">
            <a:extLst xmlns:a="http://schemas.openxmlformats.org/drawingml/2006/main">
              <a:ext uri="{FF2B5EF4-FFF2-40B4-BE49-F238E27FC236}">
                <a16:creationId xmlns:a16="http://schemas.microsoft.com/office/drawing/2014/main" id="{0C78F2EE-BD84-41E2-A9C3-11D57600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7616" y="1531977"/>
            <a:ext cx="146818" cy="186787"/>
          </a:xfrm>
          <a:custGeom xmlns:a="http://schemas.openxmlformats.org/drawingml/2006/main">
            <a:pathLst>
              <a:path w="146818" h="186787">
                <a:moveTo>
                  <a:pt x="96085" y="75075"/>
                </a:moveTo>
                <a:cubicBezTo>
                  <a:pt x="108127" y="58419"/>
                  <a:pt x="132469" y="26645"/>
                  <a:pt x="137083" y="21523"/>
                </a:cubicBezTo>
                <a:cubicBezTo>
                  <a:pt x="139389" y="18704"/>
                  <a:pt x="141438" y="16139"/>
                  <a:pt x="143745" y="13578"/>
                </a:cubicBezTo>
                <a:cubicBezTo>
                  <a:pt x="144769" y="12296"/>
                  <a:pt x="145794" y="11272"/>
                  <a:pt x="146052" y="10760"/>
                </a:cubicBezTo>
                <a:cubicBezTo>
                  <a:pt x="146564" y="10505"/>
                  <a:pt x="146818" y="9993"/>
                  <a:pt x="146818" y="9735"/>
                </a:cubicBezTo>
                <a:cubicBezTo>
                  <a:pt x="146818" y="9477"/>
                  <a:pt x="145281" y="6916"/>
                  <a:pt x="144769" y="6404"/>
                </a:cubicBezTo>
                <a:lnTo>
                  <a:pt x="142463" y="3843"/>
                </a:lnTo>
                <a:cubicBezTo>
                  <a:pt x="142463" y="3585"/>
                  <a:pt x="141950" y="2819"/>
                  <a:pt x="141438" y="2049"/>
                </a:cubicBezTo>
                <a:cubicBezTo>
                  <a:pt x="140414" y="512"/>
                  <a:pt x="140156" y="0"/>
                  <a:pt x="139902" y="0"/>
                </a:cubicBezTo>
                <a:lnTo>
                  <a:pt x="139644" y="0"/>
                </a:lnTo>
                <a:cubicBezTo>
                  <a:pt x="139389" y="0"/>
                  <a:pt x="138877" y="512"/>
                  <a:pt x="138619" y="766"/>
                </a:cubicBezTo>
                <a:cubicBezTo>
                  <a:pt x="137595" y="1791"/>
                  <a:pt x="136825" y="2561"/>
                  <a:pt x="136058" y="3585"/>
                </a:cubicBezTo>
                <a:cubicBezTo>
                  <a:pt x="135800" y="3843"/>
                  <a:pt x="135288" y="4355"/>
                  <a:pt x="134264" y="5122"/>
                </a:cubicBezTo>
                <a:cubicBezTo>
                  <a:pt x="130933" y="2561"/>
                  <a:pt x="126577" y="0"/>
                  <a:pt x="125295" y="0"/>
                </a:cubicBezTo>
                <a:cubicBezTo>
                  <a:pt x="124271" y="0"/>
                  <a:pt x="123758" y="512"/>
                  <a:pt x="114790" y="10505"/>
                </a:cubicBezTo>
                <a:cubicBezTo>
                  <a:pt x="95827" y="32541"/>
                  <a:pt x="86350" y="43812"/>
                  <a:pt x="81737" y="49450"/>
                </a:cubicBezTo>
                <a:cubicBezTo>
                  <a:pt x="80454" y="46377"/>
                  <a:pt x="80454" y="46377"/>
                  <a:pt x="78406" y="42534"/>
                </a:cubicBezTo>
                <a:cubicBezTo>
                  <a:pt x="73538" y="33565"/>
                  <a:pt x="69949" y="26391"/>
                  <a:pt x="67130" y="20753"/>
                </a:cubicBezTo>
                <a:cubicBezTo>
                  <a:pt x="59956" y="6150"/>
                  <a:pt x="59956" y="6150"/>
                  <a:pt x="57907" y="6150"/>
                </a:cubicBezTo>
                <a:cubicBezTo>
                  <a:pt x="57141" y="6150"/>
                  <a:pt x="56112" y="6662"/>
                  <a:pt x="55858" y="6916"/>
                </a:cubicBezTo>
                <a:cubicBezTo>
                  <a:pt x="55346" y="7687"/>
                  <a:pt x="54834" y="8453"/>
                  <a:pt x="54322" y="8965"/>
                </a:cubicBezTo>
                <a:lnTo>
                  <a:pt x="52527" y="10760"/>
                </a:lnTo>
                <a:cubicBezTo>
                  <a:pt x="51503" y="10505"/>
                  <a:pt x="50991" y="10505"/>
                  <a:pt x="50478" y="10505"/>
                </a:cubicBezTo>
                <a:cubicBezTo>
                  <a:pt x="49966" y="10505"/>
                  <a:pt x="49450" y="10505"/>
                  <a:pt x="48426" y="10760"/>
                </a:cubicBezTo>
                <a:cubicBezTo>
                  <a:pt x="46635" y="9477"/>
                  <a:pt x="45607" y="8965"/>
                  <a:pt x="44583" y="8965"/>
                </a:cubicBezTo>
                <a:cubicBezTo>
                  <a:pt x="42022" y="8965"/>
                  <a:pt x="37408" y="14603"/>
                  <a:pt x="37408" y="17680"/>
                </a:cubicBezTo>
                <a:cubicBezTo>
                  <a:pt x="37408" y="17934"/>
                  <a:pt x="38178" y="19983"/>
                  <a:pt x="39203" y="22547"/>
                </a:cubicBezTo>
                <a:lnTo>
                  <a:pt x="47401" y="46377"/>
                </a:lnTo>
                <a:cubicBezTo>
                  <a:pt x="50478" y="54576"/>
                  <a:pt x="53293" y="62516"/>
                  <a:pt x="56370" y="70461"/>
                </a:cubicBezTo>
                <a:cubicBezTo>
                  <a:pt x="56625" y="71485"/>
                  <a:pt x="57653" y="74050"/>
                  <a:pt x="58931" y="77893"/>
                </a:cubicBezTo>
                <a:cubicBezTo>
                  <a:pt x="27415" y="116326"/>
                  <a:pt x="17934" y="128626"/>
                  <a:pt x="13324" y="136825"/>
                </a:cubicBezTo>
                <a:cubicBezTo>
                  <a:pt x="8457" y="145536"/>
                  <a:pt x="5126" y="151431"/>
                  <a:pt x="4101" y="152710"/>
                </a:cubicBezTo>
                <a:cubicBezTo>
                  <a:pt x="1537" y="156041"/>
                  <a:pt x="0" y="158606"/>
                  <a:pt x="0" y="160142"/>
                </a:cubicBezTo>
                <a:cubicBezTo>
                  <a:pt x="0" y="160396"/>
                  <a:pt x="770" y="162191"/>
                  <a:pt x="1795" y="164752"/>
                </a:cubicBezTo>
                <a:cubicBezTo>
                  <a:pt x="2049" y="165522"/>
                  <a:pt x="2307" y="166292"/>
                  <a:pt x="2307" y="166546"/>
                </a:cubicBezTo>
                <a:cubicBezTo>
                  <a:pt x="2307" y="167059"/>
                  <a:pt x="1795" y="168853"/>
                  <a:pt x="1024" y="171414"/>
                </a:cubicBezTo>
                <a:cubicBezTo>
                  <a:pt x="770" y="172184"/>
                  <a:pt x="512" y="172696"/>
                  <a:pt x="512" y="173209"/>
                </a:cubicBezTo>
                <a:cubicBezTo>
                  <a:pt x="512" y="175257"/>
                  <a:pt x="512" y="175257"/>
                  <a:pt x="6150" y="184226"/>
                </a:cubicBezTo>
                <a:cubicBezTo>
                  <a:pt x="7432" y="186533"/>
                  <a:pt x="7945" y="186787"/>
                  <a:pt x="9993" y="186787"/>
                </a:cubicBezTo>
                <a:cubicBezTo>
                  <a:pt x="14607" y="186787"/>
                  <a:pt x="20753" y="185509"/>
                  <a:pt x="23318" y="183714"/>
                </a:cubicBezTo>
                <a:cubicBezTo>
                  <a:pt x="35360" y="162961"/>
                  <a:pt x="55858" y="130933"/>
                  <a:pt x="74050" y="105050"/>
                </a:cubicBezTo>
                <a:cubicBezTo>
                  <a:pt x="82507" y="119657"/>
                  <a:pt x="82507" y="119657"/>
                  <a:pt x="99675" y="145023"/>
                </a:cubicBezTo>
                <a:cubicBezTo>
                  <a:pt x="104542" y="151944"/>
                  <a:pt x="105821" y="153480"/>
                  <a:pt x="107873" y="153480"/>
                </a:cubicBezTo>
                <a:cubicBezTo>
                  <a:pt x="110946" y="153480"/>
                  <a:pt x="116072" y="149379"/>
                  <a:pt x="116072" y="147072"/>
                </a:cubicBezTo>
                <a:cubicBezTo>
                  <a:pt x="116072" y="146560"/>
                  <a:pt x="115814" y="145794"/>
                  <a:pt x="115302" y="144769"/>
                </a:cubicBezTo>
                <a:cubicBezTo>
                  <a:pt x="115048" y="144511"/>
                  <a:pt x="115048" y="143999"/>
                  <a:pt x="115048" y="143741"/>
                </a:cubicBezTo>
                <a:cubicBezTo>
                  <a:pt x="115048" y="143229"/>
                  <a:pt x="115814" y="142463"/>
                  <a:pt x="117608" y="141180"/>
                </a:cubicBezTo>
                <a:lnTo>
                  <a:pt x="120169" y="139131"/>
                </a:lnTo>
                <a:lnTo>
                  <a:pt x="120169" y="137337"/>
                </a:lnTo>
                <a:cubicBezTo>
                  <a:pt x="122222" y="136313"/>
                  <a:pt x="122988" y="135542"/>
                  <a:pt x="123758" y="133752"/>
                </a:cubicBezTo>
                <a:lnTo>
                  <a:pt x="122988" y="131187"/>
                </a:lnTo>
                <a:cubicBezTo>
                  <a:pt x="121964" y="129138"/>
                  <a:pt x="121964" y="128880"/>
                  <a:pt x="118633" y="121964"/>
                </a:cubicBezTo>
                <a:cubicBezTo>
                  <a:pt x="114023" y="111971"/>
                  <a:pt x="109410" y="101977"/>
                  <a:pt x="102490" y="87887"/>
                </a:cubicBezTo>
                <a:lnTo>
                  <a:pt x="96085" y="7507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1" name="Text ✓">
            <a:extLst xmlns:a="http://schemas.openxmlformats.org/drawingml/2006/main">
              <a:ext uri="{FF2B5EF4-FFF2-40B4-BE49-F238E27FC236}">
                <a16:creationId xmlns:a16="http://schemas.microsoft.com/office/drawing/2014/main" id="{CD4EB5BB-E0ED-47F4-8FD4-C7E27E5B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2235" y="1520221"/>
            <a:ext cx="176028" cy="184484"/>
          </a:xfrm>
          <a:custGeom xmlns:a="http://schemas.openxmlformats.org/drawingml/2006/main">
            <a:pathLst>
              <a:path w="176028" h="184484">
                <a:moveTo>
                  <a:pt x="176028" y="258"/>
                </a:moveTo>
                <a:cubicBezTo>
                  <a:pt x="161679" y="0"/>
                  <a:pt x="144511" y="5126"/>
                  <a:pt x="134006" y="12554"/>
                </a:cubicBezTo>
                <a:cubicBezTo>
                  <a:pt x="114277" y="32287"/>
                  <a:pt x="77123" y="84043"/>
                  <a:pt x="50475" y="129138"/>
                </a:cubicBezTo>
                <a:cubicBezTo>
                  <a:pt x="47143" y="135034"/>
                  <a:pt x="45607" y="136825"/>
                  <a:pt x="44070" y="136825"/>
                </a:cubicBezTo>
                <a:cubicBezTo>
                  <a:pt x="42534" y="136825"/>
                  <a:pt x="40739" y="134776"/>
                  <a:pt x="38945" y="130421"/>
                </a:cubicBezTo>
                <a:lnTo>
                  <a:pt x="31516" y="112229"/>
                </a:lnTo>
                <a:cubicBezTo>
                  <a:pt x="29976" y="108385"/>
                  <a:pt x="28697" y="107103"/>
                  <a:pt x="25620" y="107103"/>
                </a:cubicBezTo>
                <a:cubicBezTo>
                  <a:pt x="19987" y="107103"/>
                  <a:pt x="11784" y="110692"/>
                  <a:pt x="4610" y="116072"/>
                </a:cubicBezTo>
                <a:cubicBezTo>
                  <a:pt x="1278" y="118633"/>
                  <a:pt x="0" y="120940"/>
                  <a:pt x="0" y="124271"/>
                </a:cubicBezTo>
                <a:cubicBezTo>
                  <a:pt x="0" y="134776"/>
                  <a:pt x="8711" y="161167"/>
                  <a:pt x="18446" y="179875"/>
                </a:cubicBezTo>
                <a:cubicBezTo>
                  <a:pt x="20499" y="183972"/>
                  <a:pt x="22035" y="184484"/>
                  <a:pt x="32541" y="184484"/>
                </a:cubicBezTo>
                <a:cubicBezTo>
                  <a:pt x="45353" y="184484"/>
                  <a:pt x="48426" y="183460"/>
                  <a:pt x="51245" y="178334"/>
                </a:cubicBezTo>
                <a:cubicBezTo>
                  <a:pt x="78918" y="126835"/>
                  <a:pt x="137849" y="44841"/>
                  <a:pt x="176028" y="4355"/>
                </a:cubicBezTo>
                <a:lnTo>
                  <a:pt x="176028" y="258"/>
                </a:lnTo>
                <a:close/>
              </a:path>
            </a:pathLst>
          </a:custGeom>
          <a:solidFill xmlns:a="http://schemas.openxmlformats.org/drawingml/2006/main">
            <a:srgbClr val="006B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C09A03-C720-4CB3-8244-A9097796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0731" y="1768830"/>
            <a:ext cx="1229874" cy="288116"/>
          </a:xfrm>
          <a:custGeom xmlns:a="http://schemas.openxmlformats.org/drawingml/2006/main">
            <a:pathLst>
              <a:path w="1229874" h="288116">
                <a:moveTo>
                  <a:pt x="0" y="263815"/>
                </a:moveTo>
                <a:lnTo>
                  <a:pt x="0" y="24301"/>
                </a:lnTo>
                <a:cubicBezTo>
                  <a:pt x="0" y="10880"/>
                  <a:pt x="10880" y="0"/>
                  <a:pt x="24301" y="0"/>
                </a:cubicBezTo>
                <a:lnTo>
                  <a:pt x="1205573" y="0"/>
                </a:lnTo>
                <a:cubicBezTo>
                  <a:pt x="1218994" y="0"/>
                  <a:pt x="1229874" y="10880"/>
                  <a:pt x="1229874" y="24301"/>
                </a:cubicBezTo>
                <a:lnTo>
                  <a:pt x="1229874" y="263815"/>
                </a:lnTo>
                <a:cubicBezTo>
                  <a:pt x="1229874" y="277237"/>
                  <a:pt x="1218994" y="288116"/>
                  <a:pt x="1205573" y="288116"/>
                </a:cubicBezTo>
                <a:lnTo>
                  <a:pt x="24301" y="288116"/>
                </a:lnTo>
                <a:cubicBezTo>
                  <a:pt x="10880" y="288116"/>
                  <a:pt x="0" y="277237"/>
                  <a:pt x="0" y="263815"/>
                </a:cubicBezTo>
                <a:close/>
              </a:path>
            </a:pathLst>
          </a:custGeom>
          <a:solidFill xmlns:a="http://schemas.openxmlformats.org/drawingml/2006/main">
            <a:srgbClr val="984EA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81BD3F-D3DA-4CB6-80A7-150C421B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5032" y="1793132"/>
            <a:ext cx="1181272" cy="239514"/>
          </a:xfrm>
          <a:custGeom xmlns:a="http://schemas.openxmlformats.org/drawingml/2006/main">
            <a:pathLst>
              <a:path w="1181272" h="239514">
                <a:moveTo>
                  <a:pt x="0" y="239514"/>
                </a:moveTo>
                <a:lnTo>
                  <a:pt x="0" y="0"/>
                </a:lnTo>
                <a:lnTo>
                  <a:pt x="1181272" y="0"/>
                </a:lnTo>
                <a:lnTo>
                  <a:pt x="1181272" y="239514"/>
                </a:lnTo>
                <a:lnTo>
                  <a:pt x="0" y="239514"/>
                </a:lnTo>
                <a:close/>
              </a:path>
            </a:pathLst>
          </a:custGeom>
          <a:solidFill xmlns:a="http://schemas.openxmlformats.org/drawingml/2006/main">
            <a:srgbClr val="EADC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4" name="Text QD-DETR">
            <a:extLst xmlns:a="http://schemas.openxmlformats.org/drawingml/2006/main">
              <a:ext uri="{FF2B5EF4-FFF2-40B4-BE49-F238E27FC236}">
                <a16:creationId xmlns:a16="http://schemas.microsoft.com/office/drawing/2014/main" id="{65BAAE0A-2C92-47D3-B1D3-FFC06330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222" y="1803664"/>
            <a:ext cx="1113568" cy="218819"/>
          </a:xfrm>
          <a:custGeom xmlns:a="http://schemas.openxmlformats.org/drawingml/2006/main">
            <a:pathLst>
              <a:path w="1113568" h="218819">
                <a:moveTo>
                  <a:pt x="170902" y="213952"/>
                </a:moveTo>
                <a:cubicBezTo>
                  <a:pt x="141692" y="213186"/>
                  <a:pt x="121194" y="201910"/>
                  <a:pt x="100441" y="175007"/>
                </a:cubicBezTo>
                <a:cubicBezTo>
                  <a:pt x="117863" y="171676"/>
                  <a:pt x="127089" y="167321"/>
                  <a:pt x="138873" y="157069"/>
                </a:cubicBezTo>
                <a:cubicBezTo>
                  <a:pt x="157836" y="140160"/>
                  <a:pt x="167571" y="116842"/>
                  <a:pt x="167571" y="88399"/>
                </a:cubicBezTo>
                <a:cubicBezTo>
                  <a:pt x="167571" y="36900"/>
                  <a:pt x="132723" y="0"/>
                  <a:pt x="83785" y="0"/>
                </a:cubicBezTo>
                <a:cubicBezTo>
                  <a:pt x="34847" y="0"/>
                  <a:pt x="0" y="36900"/>
                  <a:pt x="0" y="88915"/>
                </a:cubicBezTo>
                <a:cubicBezTo>
                  <a:pt x="0" y="114023"/>
                  <a:pt x="7687" y="135034"/>
                  <a:pt x="22802" y="151431"/>
                </a:cubicBezTo>
                <a:cubicBezTo>
                  <a:pt x="32795" y="162195"/>
                  <a:pt x="40997" y="167321"/>
                  <a:pt x="59189" y="173467"/>
                </a:cubicBezTo>
                <a:lnTo>
                  <a:pt x="71231" y="187561"/>
                </a:lnTo>
                <a:cubicBezTo>
                  <a:pt x="88653" y="207802"/>
                  <a:pt x="119657" y="218819"/>
                  <a:pt x="160396" y="218819"/>
                </a:cubicBezTo>
                <a:cubicBezTo>
                  <a:pt x="164240" y="218819"/>
                  <a:pt x="166546" y="218819"/>
                  <a:pt x="169365" y="218565"/>
                </a:cubicBezTo>
                <a:lnTo>
                  <a:pt x="170902" y="218565"/>
                </a:lnTo>
                <a:lnTo>
                  <a:pt x="170902" y="213952"/>
                </a:lnTo>
                <a:moveTo>
                  <a:pt x="84556" y="9227"/>
                </a:moveTo>
                <a:cubicBezTo>
                  <a:pt x="95573" y="9227"/>
                  <a:pt x="107357" y="14095"/>
                  <a:pt x="116326" y="22039"/>
                </a:cubicBezTo>
                <a:cubicBezTo>
                  <a:pt x="130163" y="34335"/>
                  <a:pt x="138361" y="58935"/>
                  <a:pt x="138361" y="87887"/>
                </a:cubicBezTo>
                <a:cubicBezTo>
                  <a:pt x="138361" y="113253"/>
                  <a:pt x="130933" y="139389"/>
                  <a:pt x="120681" y="151177"/>
                </a:cubicBezTo>
                <a:cubicBezTo>
                  <a:pt x="111200" y="161683"/>
                  <a:pt x="97880" y="167575"/>
                  <a:pt x="83785" y="167575"/>
                </a:cubicBezTo>
                <a:cubicBezTo>
                  <a:pt x="71485" y="167575"/>
                  <a:pt x="60214" y="163219"/>
                  <a:pt x="50987" y="155021"/>
                </a:cubicBezTo>
                <a:cubicBezTo>
                  <a:pt x="37408" y="142979"/>
                  <a:pt x="29210" y="117354"/>
                  <a:pt x="29210" y="87375"/>
                </a:cubicBezTo>
                <a:cubicBezTo>
                  <a:pt x="29210" y="62778"/>
                  <a:pt x="36638" y="37666"/>
                  <a:pt x="47143" y="25882"/>
                </a:cubicBezTo>
                <a:cubicBezTo>
                  <a:pt x="57649" y="14607"/>
                  <a:pt x="69695" y="9227"/>
                  <a:pt x="84556" y="9227"/>
                </a:cubicBezTo>
                <a:close/>
                <a:moveTo>
                  <a:pt x="202931" y="145227"/>
                </a:moveTo>
                <a:cubicBezTo>
                  <a:pt x="202931" y="163677"/>
                  <a:pt x="199858" y="167008"/>
                  <a:pt x="180384" y="168286"/>
                </a:cubicBezTo>
                <a:lnTo>
                  <a:pt x="180384" y="173154"/>
                </a:lnTo>
                <a:lnTo>
                  <a:pt x="253151" y="173154"/>
                </a:lnTo>
                <a:cubicBezTo>
                  <a:pt x="282877" y="173154"/>
                  <a:pt x="309780" y="164701"/>
                  <a:pt x="325665" y="150348"/>
                </a:cubicBezTo>
                <a:cubicBezTo>
                  <a:pt x="342321" y="135230"/>
                  <a:pt x="351802" y="112420"/>
                  <a:pt x="351802" y="87562"/>
                </a:cubicBezTo>
                <a:cubicBezTo>
                  <a:pt x="351802" y="64499"/>
                  <a:pt x="344115" y="44508"/>
                  <a:pt x="330021" y="30414"/>
                </a:cubicBezTo>
                <a:cubicBezTo>
                  <a:pt x="312599" y="12730"/>
                  <a:pt x="284668" y="3503"/>
                  <a:pt x="249566" y="3503"/>
                </a:cubicBezTo>
                <a:lnTo>
                  <a:pt x="180384" y="3503"/>
                </a:lnTo>
                <a:lnTo>
                  <a:pt x="180384" y="8375"/>
                </a:lnTo>
                <a:cubicBezTo>
                  <a:pt x="200624" y="10165"/>
                  <a:pt x="202931" y="12472"/>
                  <a:pt x="202931" y="31434"/>
                </a:cubicBezTo>
                <a:lnTo>
                  <a:pt x="202931" y="145227"/>
                </a:lnTo>
                <a:moveTo>
                  <a:pt x="229068" y="22981"/>
                </a:moveTo>
                <a:cubicBezTo>
                  <a:pt x="229068" y="15037"/>
                  <a:pt x="231886" y="12984"/>
                  <a:pt x="242392" y="12984"/>
                </a:cubicBezTo>
                <a:cubicBezTo>
                  <a:pt x="264427" y="12984"/>
                  <a:pt x="281083" y="17085"/>
                  <a:pt x="293382" y="25800"/>
                </a:cubicBezTo>
                <a:cubicBezTo>
                  <a:pt x="313365" y="39641"/>
                  <a:pt x="323871" y="61680"/>
                  <a:pt x="323871" y="89357"/>
                </a:cubicBezTo>
                <a:cubicBezTo>
                  <a:pt x="323871" y="119595"/>
                  <a:pt x="313365" y="141121"/>
                  <a:pt x="292612" y="153167"/>
                </a:cubicBezTo>
                <a:cubicBezTo>
                  <a:pt x="279546" y="160600"/>
                  <a:pt x="264681" y="163677"/>
                  <a:pt x="242392" y="163677"/>
                </a:cubicBezTo>
                <a:cubicBezTo>
                  <a:pt x="232141" y="163677"/>
                  <a:pt x="229068" y="161370"/>
                  <a:pt x="229068" y="153167"/>
                </a:cubicBezTo>
                <a:lnTo>
                  <a:pt x="229068" y="22981"/>
                </a:lnTo>
                <a:close/>
                <a:moveTo>
                  <a:pt x="371272" y="107345"/>
                </a:moveTo>
                <a:lnTo>
                  <a:pt x="371272" y="123489"/>
                </a:lnTo>
                <a:lnTo>
                  <a:pt x="434305" y="123489"/>
                </a:lnTo>
                <a:lnTo>
                  <a:pt x="434305" y="107345"/>
                </a:lnTo>
                <a:lnTo>
                  <a:pt x="371272" y="107345"/>
                </a:lnTo>
                <a:close/>
                <a:moveTo>
                  <a:pt x="473251" y="145227"/>
                </a:moveTo>
                <a:cubicBezTo>
                  <a:pt x="473251" y="163677"/>
                  <a:pt x="470178" y="167008"/>
                  <a:pt x="450704" y="168286"/>
                </a:cubicBezTo>
                <a:lnTo>
                  <a:pt x="450704" y="173154"/>
                </a:lnTo>
                <a:lnTo>
                  <a:pt x="523472" y="173154"/>
                </a:lnTo>
                <a:cubicBezTo>
                  <a:pt x="553197" y="173154"/>
                  <a:pt x="580100" y="164701"/>
                  <a:pt x="595985" y="150348"/>
                </a:cubicBezTo>
                <a:cubicBezTo>
                  <a:pt x="612641" y="135230"/>
                  <a:pt x="622122" y="112420"/>
                  <a:pt x="622122" y="87562"/>
                </a:cubicBezTo>
                <a:cubicBezTo>
                  <a:pt x="622122" y="64499"/>
                  <a:pt x="614435" y="44508"/>
                  <a:pt x="600341" y="30414"/>
                </a:cubicBezTo>
                <a:cubicBezTo>
                  <a:pt x="582919" y="12730"/>
                  <a:pt x="554988" y="3503"/>
                  <a:pt x="519887" y="3503"/>
                </a:cubicBezTo>
                <a:lnTo>
                  <a:pt x="450704" y="3503"/>
                </a:lnTo>
                <a:lnTo>
                  <a:pt x="450704" y="8375"/>
                </a:lnTo>
                <a:cubicBezTo>
                  <a:pt x="470945" y="10165"/>
                  <a:pt x="473251" y="12472"/>
                  <a:pt x="473251" y="31434"/>
                </a:cubicBezTo>
                <a:lnTo>
                  <a:pt x="473251" y="145227"/>
                </a:lnTo>
                <a:moveTo>
                  <a:pt x="499388" y="22981"/>
                </a:moveTo>
                <a:cubicBezTo>
                  <a:pt x="499388" y="15037"/>
                  <a:pt x="502207" y="12984"/>
                  <a:pt x="512712" y="12984"/>
                </a:cubicBezTo>
                <a:cubicBezTo>
                  <a:pt x="534747" y="12984"/>
                  <a:pt x="551403" y="17085"/>
                  <a:pt x="563703" y="25800"/>
                </a:cubicBezTo>
                <a:cubicBezTo>
                  <a:pt x="583685" y="39641"/>
                  <a:pt x="594191" y="61680"/>
                  <a:pt x="594191" y="89357"/>
                </a:cubicBezTo>
                <a:cubicBezTo>
                  <a:pt x="594191" y="119595"/>
                  <a:pt x="583685" y="141121"/>
                  <a:pt x="562933" y="153167"/>
                </a:cubicBezTo>
                <a:cubicBezTo>
                  <a:pt x="549866" y="160600"/>
                  <a:pt x="535002" y="163677"/>
                  <a:pt x="512712" y="163677"/>
                </a:cubicBezTo>
                <a:cubicBezTo>
                  <a:pt x="502461" y="163677"/>
                  <a:pt x="499388" y="161370"/>
                  <a:pt x="499388" y="153167"/>
                </a:cubicBezTo>
                <a:lnTo>
                  <a:pt x="499388" y="22981"/>
                </a:lnTo>
                <a:close/>
                <a:moveTo>
                  <a:pt x="784572" y="129838"/>
                </a:moveTo>
                <a:lnTo>
                  <a:pt x="777397" y="129838"/>
                </a:lnTo>
                <a:cubicBezTo>
                  <a:pt x="764585" y="157523"/>
                  <a:pt x="753568" y="163677"/>
                  <a:pt x="716926" y="163677"/>
                </a:cubicBezTo>
                <a:lnTo>
                  <a:pt x="710009" y="163677"/>
                </a:lnTo>
                <a:cubicBezTo>
                  <a:pt x="697451" y="163677"/>
                  <a:pt x="686692" y="162394"/>
                  <a:pt x="684897" y="160600"/>
                </a:cubicBezTo>
                <a:cubicBezTo>
                  <a:pt x="683615" y="159830"/>
                  <a:pt x="683103" y="157011"/>
                  <a:pt x="683103" y="152651"/>
                </a:cubicBezTo>
                <a:lnTo>
                  <a:pt x="683103" y="89329"/>
                </a:lnTo>
                <a:lnTo>
                  <a:pt x="722563" y="89329"/>
                </a:lnTo>
                <a:cubicBezTo>
                  <a:pt x="743574" y="89329"/>
                  <a:pt x="747418" y="92664"/>
                  <a:pt x="750749" y="113941"/>
                </a:cubicBezTo>
                <a:lnTo>
                  <a:pt x="756641" y="113941"/>
                </a:lnTo>
                <a:lnTo>
                  <a:pt x="756641" y="54490"/>
                </a:lnTo>
                <a:lnTo>
                  <a:pt x="750749" y="54490"/>
                </a:lnTo>
                <a:cubicBezTo>
                  <a:pt x="748954" y="64991"/>
                  <a:pt x="747930" y="68835"/>
                  <a:pt x="745111" y="72420"/>
                </a:cubicBezTo>
                <a:cubicBezTo>
                  <a:pt x="741780" y="76775"/>
                  <a:pt x="734605" y="78828"/>
                  <a:pt x="722563" y="78828"/>
                </a:cubicBezTo>
                <a:lnTo>
                  <a:pt x="683103" y="78828"/>
                </a:lnTo>
                <a:lnTo>
                  <a:pt x="683103" y="21953"/>
                </a:lnTo>
                <a:cubicBezTo>
                  <a:pt x="683103" y="14779"/>
                  <a:pt x="684639" y="13242"/>
                  <a:pt x="691559" y="13242"/>
                </a:cubicBezTo>
                <a:lnTo>
                  <a:pt x="726149" y="13242"/>
                </a:lnTo>
                <a:cubicBezTo>
                  <a:pt x="755104" y="13242"/>
                  <a:pt x="760742" y="17085"/>
                  <a:pt x="765097" y="40141"/>
                </a:cubicBezTo>
                <a:lnTo>
                  <a:pt x="771501" y="40141"/>
                </a:lnTo>
                <a:lnTo>
                  <a:pt x="770735" y="3503"/>
                </a:lnTo>
                <a:lnTo>
                  <a:pt x="634677" y="3503"/>
                </a:lnTo>
                <a:lnTo>
                  <a:pt x="634677" y="8375"/>
                </a:lnTo>
                <a:cubicBezTo>
                  <a:pt x="653639" y="9911"/>
                  <a:pt x="656970" y="13496"/>
                  <a:pt x="656970" y="31438"/>
                </a:cubicBezTo>
                <a:lnTo>
                  <a:pt x="656970" y="145223"/>
                </a:lnTo>
                <a:cubicBezTo>
                  <a:pt x="656970" y="163161"/>
                  <a:pt x="653381" y="167008"/>
                  <a:pt x="634677" y="168286"/>
                </a:cubicBezTo>
                <a:lnTo>
                  <a:pt x="634677" y="173154"/>
                </a:lnTo>
                <a:lnTo>
                  <a:pt x="773038" y="173154"/>
                </a:lnTo>
                <a:lnTo>
                  <a:pt x="784572" y="129838"/>
                </a:lnTo>
                <a:close/>
                <a:moveTo>
                  <a:pt x="853240" y="14267"/>
                </a:moveTo>
                <a:lnTo>
                  <a:pt x="853240" y="142404"/>
                </a:lnTo>
                <a:cubicBezTo>
                  <a:pt x="853240" y="164189"/>
                  <a:pt x="850421" y="167008"/>
                  <a:pt x="829152" y="168286"/>
                </a:cubicBezTo>
                <a:lnTo>
                  <a:pt x="829152" y="173154"/>
                </a:lnTo>
                <a:lnTo>
                  <a:pt x="903973" y="173154"/>
                </a:lnTo>
                <a:lnTo>
                  <a:pt x="903973" y="168286"/>
                </a:lnTo>
                <a:cubicBezTo>
                  <a:pt x="882962" y="167262"/>
                  <a:pt x="879373" y="163931"/>
                  <a:pt x="879373" y="145223"/>
                </a:cubicBezTo>
                <a:lnTo>
                  <a:pt x="879373" y="14267"/>
                </a:lnTo>
                <a:lnTo>
                  <a:pt x="893209" y="14267"/>
                </a:lnTo>
                <a:cubicBezTo>
                  <a:pt x="922419" y="14267"/>
                  <a:pt x="928057" y="18880"/>
                  <a:pt x="933953" y="47069"/>
                </a:cubicBezTo>
                <a:lnTo>
                  <a:pt x="940099" y="47069"/>
                </a:lnTo>
                <a:lnTo>
                  <a:pt x="938562" y="3503"/>
                </a:lnTo>
                <a:lnTo>
                  <a:pt x="794051" y="3503"/>
                </a:lnTo>
                <a:lnTo>
                  <a:pt x="792514" y="47069"/>
                </a:lnTo>
                <a:lnTo>
                  <a:pt x="798661" y="47069"/>
                </a:lnTo>
                <a:cubicBezTo>
                  <a:pt x="804811" y="19134"/>
                  <a:pt x="810706" y="14267"/>
                  <a:pt x="839404" y="14267"/>
                </a:cubicBezTo>
                <a:lnTo>
                  <a:pt x="853240" y="14267"/>
                </a:lnTo>
                <a:close/>
                <a:moveTo>
                  <a:pt x="1113568" y="168286"/>
                </a:moveTo>
                <a:cubicBezTo>
                  <a:pt x="1103829" y="167520"/>
                  <a:pt x="1098707" y="164955"/>
                  <a:pt x="1091275" y="156244"/>
                </a:cubicBezTo>
                <a:lnTo>
                  <a:pt x="1038494" y="91405"/>
                </a:lnTo>
                <a:cubicBezTo>
                  <a:pt x="1055661" y="88074"/>
                  <a:pt x="1063348" y="84997"/>
                  <a:pt x="1071800" y="78077"/>
                </a:cubicBezTo>
                <a:cubicBezTo>
                  <a:pt x="1080003" y="71415"/>
                  <a:pt x="1084871" y="60652"/>
                  <a:pt x="1084871" y="48606"/>
                </a:cubicBezTo>
                <a:cubicBezTo>
                  <a:pt x="1084871" y="37588"/>
                  <a:pt x="1081540" y="28107"/>
                  <a:pt x="1074877" y="20675"/>
                </a:cubicBezTo>
                <a:cubicBezTo>
                  <a:pt x="1065138" y="10165"/>
                  <a:pt x="1043873" y="3503"/>
                  <a:pt x="1019789" y="3503"/>
                </a:cubicBezTo>
                <a:lnTo>
                  <a:pt x="949070" y="3503"/>
                </a:lnTo>
                <a:lnTo>
                  <a:pt x="949070" y="8375"/>
                </a:lnTo>
                <a:cubicBezTo>
                  <a:pt x="968287" y="10423"/>
                  <a:pt x="970847" y="13242"/>
                  <a:pt x="970847" y="31438"/>
                </a:cubicBezTo>
                <a:lnTo>
                  <a:pt x="970847" y="142404"/>
                </a:lnTo>
                <a:cubicBezTo>
                  <a:pt x="970847" y="163673"/>
                  <a:pt x="968287" y="166750"/>
                  <a:pt x="949070" y="168286"/>
                </a:cubicBezTo>
                <a:lnTo>
                  <a:pt x="949070" y="173154"/>
                </a:lnTo>
                <a:lnTo>
                  <a:pt x="1020044" y="173154"/>
                </a:lnTo>
                <a:lnTo>
                  <a:pt x="1020044" y="168286"/>
                </a:lnTo>
                <a:cubicBezTo>
                  <a:pt x="1000315" y="167008"/>
                  <a:pt x="996984" y="163673"/>
                  <a:pt x="996984" y="145223"/>
                </a:cubicBezTo>
                <a:lnTo>
                  <a:pt x="996984" y="94737"/>
                </a:lnTo>
                <a:lnTo>
                  <a:pt x="1011333" y="94224"/>
                </a:lnTo>
                <a:lnTo>
                  <a:pt x="1072313" y="173154"/>
                </a:lnTo>
                <a:lnTo>
                  <a:pt x="1113568" y="173154"/>
                </a:lnTo>
                <a:lnTo>
                  <a:pt x="1113568" y="168286"/>
                </a:lnTo>
                <a:moveTo>
                  <a:pt x="996984" y="22211"/>
                </a:moveTo>
                <a:cubicBezTo>
                  <a:pt x="996984" y="15037"/>
                  <a:pt x="999803" y="12984"/>
                  <a:pt x="1010050" y="12984"/>
                </a:cubicBezTo>
                <a:cubicBezTo>
                  <a:pt x="1042079" y="12984"/>
                  <a:pt x="1056940" y="24002"/>
                  <a:pt x="1056940" y="48090"/>
                </a:cubicBezTo>
                <a:cubicBezTo>
                  <a:pt x="1056940" y="60902"/>
                  <a:pt x="1051560" y="71661"/>
                  <a:pt x="1042337" y="76529"/>
                </a:cubicBezTo>
                <a:cubicBezTo>
                  <a:pt x="1030549" y="83191"/>
                  <a:pt x="1021580" y="84728"/>
                  <a:pt x="996984" y="85244"/>
                </a:cubicBezTo>
                <a:lnTo>
                  <a:pt x="996984" y="222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5" name="Text ✗">
            <a:extLst xmlns:a="http://schemas.openxmlformats.org/drawingml/2006/main">
              <a:ext uri="{FF2B5EF4-FFF2-40B4-BE49-F238E27FC236}">
                <a16:creationId xmlns:a16="http://schemas.microsoft.com/office/drawing/2014/main" id="{2C2B6D4C-C569-4799-9CEF-2C0D65B0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7616" y="1873608"/>
            <a:ext cx="146818" cy="186787"/>
          </a:xfrm>
          <a:custGeom xmlns:a="http://schemas.openxmlformats.org/drawingml/2006/main">
            <a:pathLst>
              <a:path w="146818" h="186787">
                <a:moveTo>
                  <a:pt x="96085" y="75075"/>
                </a:moveTo>
                <a:cubicBezTo>
                  <a:pt x="108127" y="58419"/>
                  <a:pt x="132469" y="26645"/>
                  <a:pt x="137083" y="21523"/>
                </a:cubicBezTo>
                <a:cubicBezTo>
                  <a:pt x="139389" y="18704"/>
                  <a:pt x="141438" y="16139"/>
                  <a:pt x="143745" y="13578"/>
                </a:cubicBezTo>
                <a:cubicBezTo>
                  <a:pt x="144769" y="12296"/>
                  <a:pt x="145794" y="11272"/>
                  <a:pt x="146052" y="10760"/>
                </a:cubicBezTo>
                <a:cubicBezTo>
                  <a:pt x="146564" y="10505"/>
                  <a:pt x="146818" y="9993"/>
                  <a:pt x="146818" y="9735"/>
                </a:cubicBezTo>
                <a:cubicBezTo>
                  <a:pt x="146818" y="9477"/>
                  <a:pt x="145281" y="6916"/>
                  <a:pt x="144769" y="6404"/>
                </a:cubicBezTo>
                <a:lnTo>
                  <a:pt x="142463" y="3843"/>
                </a:lnTo>
                <a:cubicBezTo>
                  <a:pt x="142463" y="3585"/>
                  <a:pt x="141950" y="2819"/>
                  <a:pt x="141438" y="2049"/>
                </a:cubicBezTo>
                <a:cubicBezTo>
                  <a:pt x="140414" y="512"/>
                  <a:pt x="140156" y="0"/>
                  <a:pt x="139902" y="0"/>
                </a:cubicBezTo>
                <a:lnTo>
                  <a:pt x="139644" y="0"/>
                </a:lnTo>
                <a:cubicBezTo>
                  <a:pt x="139389" y="0"/>
                  <a:pt x="138877" y="512"/>
                  <a:pt x="138619" y="766"/>
                </a:cubicBezTo>
                <a:cubicBezTo>
                  <a:pt x="137595" y="1791"/>
                  <a:pt x="136825" y="2561"/>
                  <a:pt x="136058" y="3585"/>
                </a:cubicBezTo>
                <a:cubicBezTo>
                  <a:pt x="135800" y="3843"/>
                  <a:pt x="135288" y="4355"/>
                  <a:pt x="134264" y="5122"/>
                </a:cubicBezTo>
                <a:cubicBezTo>
                  <a:pt x="130933" y="2561"/>
                  <a:pt x="126577" y="0"/>
                  <a:pt x="125295" y="0"/>
                </a:cubicBezTo>
                <a:cubicBezTo>
                  <a:pt x="124271" y="0"/>
                  <a:pt x="123758" y="512"/>
                  <a:pt x="114790" y="10505"/>
                </a:cubicBezTo>
                <a:cubicBezTo>
                  <a:pt x="95827" y="32541"/>
                  <a:pt x="86350" y="43812"/>
                  <a:pt x="81737" y="49450"/>
                </a:cubicBezTo>
                <a:cubicBezTo>
                  <a:pt x="80454" y="46377"/>
                  <a:pt x="80454" y="46377"/>
                  <a:pt x="78406" y="42534"/>
                </a:cubicBezTo>
                <a:cubicBezTo>
                  <a:pt x="73538" y="33565"/>
                  <a:pt x="69949" y="26391"/>
                  <a:pt x="67130" y="20753"/>
                </a:cubicBezTo>
                <a:cubicBezTo>
                  <a:pt x="59956" y="6150"/>
                  <a:pt x="59956" y="6150"/>
                  <a:pt x="57907" y="6150"/>
                </a:cubicBezTo>
                <a:cubicBezTo>
                  <a:pt x="57141" y="6150"/>
                  <a:pt x="56112" y="6662"/>
                  <a:pt x="55858" y="6916"/>
                </a:cubicBezTo>
                <a:cubicBezTo>
                  <a:pt x="55346" y="7687"/>
                  <a:pt x="54834" y="8453"/>
                  <a:pt x="54322" y="8965"/>
                </a:cubicBezTo>
                <a:lnTo>
                  <a:pt x="52527" y="10760"/>
                </a:lnTo>
                <a:cubicBezTo>
                  <a:pt x="51503" y="10505"/>
                  <a:pt x="50991" y="10505"/>
                  <a:pt x="50478" y="10505"/>
                </a:cubicBezTo>
                <a:cubicBezTo>
                  <a:pt x="49966" y="10505"/>
                  <a:pt x="49450" y="10505"/>
                  <a:pt x="48426" y="10760"/>
                </a:cubicBezTo>
                <a:cubicBezTo>
                  <a:pt x="46635" y="9477"/>
                  <a:pt x="45607" y="8965"/>
                  <a:pt x="44583" y="8965"/>
                </a:cubicBezTo>
                <a:cubicBezTo>
                  <a:pt x="42022" y="8965"/>
                  <a:pt x="37408" y="14603"/>
                  <a:pt x="37408" y="17680"/>
                </a:cubicBezTo>
                <a:cubicBezTo>
                  <a:pt x="37408" y="17934"/>
                  <a:pt x="38178" y="19983"/>
                  <a:pt x="39203" y="22547"/>
                </a:cubicBezTo>
                <a:lnTo>
                  <a:pt x="47401" y="46377"/>
                </a:lnTo>
                <a:cubicBezTo>
                  <a:pt x="50478" y="54576"/>
                  <a:pt x="53293" y="62516"/>
                  <a:pt x="56370" y="70461"/>
                </a:cubicBezTo>
                <a:cubicBezTo>
                  <a:pt x="56625" y="71485"/>
                  <a:pt x="57653" y="74050"/>
                  <a:pt x="58931" y="77893"/>
                </a:cubicBezTo>
                <a:cubicBezTo>
                  <a:pt x="27415" y="116326"/>
                  <a:pt x="17934" y="128626"/>
                  <a:pt x="13324" y="136825"/>
                </a:cubicBezTo>
                <a:cubicBezTo>
                  <a:pt x="8457" y="145536"/>
                  <a:pt x="5126" y="151431"/>
                  <a:pt x="4101" y="152710"/>
                </a:cubicBezTo>
                <a:cubicBezTo>
                  <a:pt x="1537" y="156041"/>
                  <a:pt x="0" y="158606"/>
                  <a:pt x="0" y="160142"/>
                </a:cubicBezTo>
                <a:cubicBezTo>
                  <a:pt x="0" y="160396"/>
                  <a:pt x="770" y="162191"/>
                  <a:pt x="1795" y="164752"/>
                </a:cubicBezTo>
                <a:cubicBezTo>
                  <a:pt x="2049" y="165522"/>
                  <a:pt x="2307" y="166292"/>
                  <a:pt x="2307" y="166546"/>
                </a:cubicBezTo>
                <a:cubicBezTo>
                  <a:pt x="2307" y="167059"/>
                  <a:pt x="1795" y="168853"/>
                  <a:pt x="1024" y="171414"/>
                </a:cubicBezTo>
                <a:cubicBezTo>
                  <a:pt x="770" y="172184"/>
                  <a:pt x="512" y="172696"/>
                  <a:pt x="512" y="173209"/>
                </a:cubicBezTo>
                <a:cubicBezTo>
                  <a:pt x="512" y="175257"/>
                  <a:pt x="512" y="175257"/>
                  <a:pt x="6150" y="184226"/>
                </a:cubicBezTo>
                <a:cubicBezTo>
                  <a:pt x="7432" y="186533"/>
                  <a:pt x="7945" y="186787"/>
                  <a:pt x="9993" y="186787"/>
                </a:cubicBezTo>
                <a:cubicBezTo>
                  <a:pt x="14607" y="186787"/>
                  <a:pt x="20753" y="185509"/>
                  <a:pt x="23318" y="183714"/>
                </a:cubicBezTo>
                <a:cubicBezTo>
                  <a:pt x="35360" y="162961"/>
                  <a:pt x="55858" y="130933"/>
                  <a:pt x="74050" y="105050"/>
                </a:cubicBezTo>
                <a:cubicBezTo>
                  <a:pt x="82507" y="119657"/>
                  <a:pt x="82507" y="119657"/>
                  <a:pt x="99675" y="145023"/>
                </a:cubicBezTo>
                <a:cubicBezTo>
                  <a:pt x="104542" y="151944"/>
                  <a:pt x="105821" y="153480"/>
                  <a:pt x="107873" y="153480"/>
                </a:cubicBezTo>
                <a:cubicBezTo>
                  <a:pt x="110946" y="153480"/>
                  <a:pt x="116072" y="149379"/>
                  <a:pt x="116072" y="147072"/>
                </a:cubicBezTo>
                <a:cubicBezTo>
                  <a:pt x="116072" y="146560"/>
                  <a:pt x="115814" y="145794"/>
                  <a:pt x="115302" y="144769"/>
                </a:cubicBezTo>
                <a:cubicBezTo>
                  <a:pt x="115048" y="144511"/>
                  <a:pt x="115048" y="143999"/>
                  <a:pt x="115048" y="143741"/>
                </a:cubicBezTo>
                <a:cubicBezTo>
                  <a:pt x="115048" y="143229"/>
                  <a:pt x="115814" y="142463"/>
                  <a:pt x="117608" y="141180"/>
                </a:cubicBezTo>
                <a:lnTo>
                  <a:pt x="120169" y="139131"/>
                </a:lnTo>
                <a:lnTo>
                  <a:pt x="120169" y="137337"/>
                </a:lnTo>
                <a:cubicBezTo>
                  <a:pt x="122222" y="136313"/>
                  <a:pt x="122988" y="135542"/>
                  <a:pt x="123758" y="133752"/>
                </a:cubicBezTo>
                <a:lnTo>
                  <a:pt x="122988" y="131187"/>
                </a:lnTo>
                <a:cubicBezTo>
                  <a:pt x="121964" y="129138"/>
                  <a:pt x="121964" y="128880"/>
                  <a:pt x="118633" y="121964"/>
                </a:cubicBezTo>
                <a:cubicBezTo>
                  <a:pt x="114023" y="111971"/>
                  <a:pt x="109410" y="101977"/>
                  <a:pt x="102490" y="87887"/>
                </a:cubicBezTo>
                <a:lnTo>
                  <a:pt x="96085" y="7507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6" name="Text ✓">
            <a:extLst xmlns:a="http://schemas.openxmlformats.org/drawingml/2006/main">
              <a:ext uri="{FF2B5EF4-FFF2-40B4-BE49-F238E27FC236}">
                <a16:creationId xmlns:a16="http://schemas.microsoft.com/office/drawing/2014/main" id="{CDAA754A-AC31-4F86-BD90-AFAB3473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2235" y="1861851"/>
            <a:ext cx="176028" cy="184484"/>
          </a:xfrm>
          <a:custGeom xmlns:a="http://schemas.openxmlformats.org/drawingml/2006/main">
            <a:pathLst>
              <a:path w="176028" h="184484">
                <a:moveTo>
                  <a:pt x="176028" y="258"/>
                </a:moveTo>
                <a:cubicBezTo>
                  <a:pt x="161679" y="0"/>
                  <a:pt x="144511" y="5126"/>
                  <a:pt x="134006" y="12554"/>
                </a:cubicBezTo>
                <a:cubicBezTo>
                  <a:pt x="114277" y="32287"/>
                  <a:pt x="77123" y="84043"/>
                  <a:pt x="50475" y="129138"/>
                </a:cubicBezTo>
                <a:cubicBezTo>
                  <a:pt x="47143" y="135034"/>
                  <a:pt x="45607" y="136825"/>
                  <a:pt x="44070" y="136825"/>
                </a:cubicBezTo>
                <a:cubicBezTo>
                  <a:pt x="42534" y="136825"/>
                  <a:pt x="40739" y="134776"/>
                  <a:pt x="38945" y="130421"/>
                </a:cubicBezTo>
                <a:lnTo>
                  <a:pt x="31516" y="112229"/>
                </a:lnTo>
                <a:cubicBezTo>
                  <a:pt x="29976" y="108385"/>
                  <a:pt x="28697" y="107103"/>
                  <a:pt x="25620" y="107103"/>
                </a:cubicBezTo>
                <a:cubicBezTo>
                  <a:pt x="19987" y="107103"/>
                  <a:pt x="11784" y="110692"/>
                  <a:pt x="4610" y="116072"/>
                </a:cubicBezTo>
                <a:cubicBezTo>
                  <a:pt x="1278" y="118633"/>
                  <a:pt x="0" y="120940"/>
                  <a:pt x="0" y="124271"/>
                </a:cubicBezTo>
                <a:cubicBezTo>
                  <a:pt x="0" y="134776"/>
                  <a:pt x="8711" y="161167"/>
                  <a:pt x="18446" y="179875"/>
                </a:cubicBezTo>
                <a:cubicBezTo>
                  <a:pt x="20499" y="183972"/>
                  <a:pt x="22035" y="184484"/>
                  <a:pt x="32541" y="184484"/>
                </a:cubicBezTo>
                <a:cubicBezTo>
                  <a:pt x="45353" y="184484"/>
                  <a:pt x="48426" y="183460"/>
                  <a:pt x="51245" y="178334"/>
                </a:cubicBezTo>
                <a:cubicBezTo>
                  <a:pt x="78918" y="126835"/>
                  <a:pt x="137849" y="44841"/>
                  <a:pt x="176028" y="4355"/>
                </a:cubicBezTo>
                <a:lnTo>
                  <a:pt x="176028" y="258"/>
                </a:lnTo>
                <a:close/>
              </a:path>
            </a:pathLst>
          </a:custGeom>
          <a:solidFill xmlns:a="http://schemas.openxmlformats.org/drawingml/2006/main">
            <a:srgbClr val="006B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45AC87-1E6F-4327-8E7C-B22C2889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0731" y="2209114"/>
            <a:ext cx="3642952" cy="10"/>
          </a:xfrm>
          <a:custGeom xmlns:a="http://schemas.openxmlformats.org/drawingml/2006/main">
            <a:pathLst>
              <a:path w="3642952" h="1" fill="none">
                <a:moveTo>
                  <a:pt x="0" y="0"/>
                </a:moveTo>
                <a:lnTo>
                  <a:pt x="364295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574" cap="flat">
            <a:solidFill>
              <a:srgbClr val="000000"/>
            </a:solidFill>
            <a:miter/>
          </a:ln>
        </p:spPr>
      </p:sp>
      <p:sp>
        <p:nvSpPr>
          <p:cNvPr id="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5D2263-5EA1-4F41-BF92-A0614188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0731" y="2273347"/>
            <a:ext cx="1464582" cy="288116"/>
          </a:xfrm>
          <a:custGeom xmlns:a="http://schemas.openxmlformats.org/drawingml/2006/main">
            <a:pathLst>
              <a:path w="1464582" h="288116">
                <a:moveTo>
                  <a:pt x="0" y="263815"/>
                </a:moveTo>
                <a:lnTo>
                  <a:pt x="0" y="24301"/>
                </a:lnTo>
                <a:cubicBezTo>
                  <a:pt x="0" y="10880"/>
                  <a:pt x="10880" y="0"/>
                  <a:pt x="24301" y="0"/>
                </a:cubicBezTo>
                <a:lnTo>
                  <a:pt x="1440281" y="0"/>
                </a:lnTo>
                <a:cubicBezTo>
                  <a:pt x="1453702" y="0"/>
                  <a:pt x="1464582" y="10880"/>
                  <a:pt x="1464582" y="24301"/>
                </a:cubicBezTo>
                <a:lnTo>
                  <a:pt x="1464582" y="263815"/>
                </a:lnTo>
                <a:cubicBezTo>
                  <a:pt x="1464582" y="277237"/>
                  <a:pt x="1453702" y="288116"/>
                  <a:pt x="1440281" y="288116"/>
                </a:cubicBezTo>
                <a:lnTo>
                  <a:pt x="24301" y="288116"/>
                </a:lnTo>
                <a:cubicBezTo>
                  <a:pt x="10880" y="288116"/>
                  <a:pt x="0" y="277237"/>
                  <a:pt x="0" y="263815"/>
                </a:cubicBezTo>
                <a:close/>
              </a:path>
            </a:pathLst>
          </a:custGeom>
          <a:solidFill xmlns:a="http://schemas.openxmlformats.org/drawingml/2006/main">
            <a:srgbClr val="B589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D9AC76-6B0B-48F0-B9C4-88B82E36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5032" y="2297649"/>
            <a:ext cx="1415980" cy="239514"/>
          </a:xfrm>
          <a:custGeom xmlns:a="http://schemas.openxmlformats.org/drawingml/2006/main">
            <a:pathLst>
              <a:path w="1415980" h="239514">
                <a:moveTo>
                  <a:pt x="0" y="239514"/>
                </a:moveTo>
                <a:lnTo>
                  <a:pt x="0" y="0"/>
                </a:lnTo>
                <a:lnTo>
                  <a:pt x="1415980" y="0"/>
                </a:lnTo>
                <a:lnTo>
                  <a:pt x="1415980" y="239514"/>
                </a:lnTo>
                <a:lnTo>
                  <a:pt x="0" y="239514"/>
                </a:lnTo>
                <a:close/>
              </a:path>
            </a:pathLst>
          </a:custGeom>
          <a:solidFill xmlns:a="http://schemas.openxmlformats.org/drawingml/2006/main">
            <a:srgbClr val="F0E7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0" name="Text Qwen2.5-VL">
            <a:extLst xmlns:a="http://schemas.openxmlformats.org/drawingml/2006/main">
              <a:ext uri="{FF2B5EF4-FFF2-40B4-BE49-F238E27FC236}">
                <a16:creationId xmlns:a16="http://schemas.microsoft.com/office/drawing/2014/main" id="{EF097E7E-A66A-4B75-A2A1-0250173B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222" y="2305026"/>
            <a:ext cx="1346989" cy="221975"/>
          </a:xfrm>
          <a:custGeom xmlns:a="http://schemas.openxmlformats.org/drawingml/2006/main">
            <a:pathLst>
              <a:path w="1346989" h="221975">
                <a:moveTo>
                  <a:pt x="170902" y="217107"/>
                </a:moveTo>
                <a:cubicBezTo>
                  <a:pt x="141692" y="216341"/>
                  <a:pt x="121194" y="205065"/>
                  <a:pt x="100441" y="178162"/>
                </a:cubicBezTo>
                <a:cubicBezTo>
                  <a:pt x="117863" y="174831"/>
                  <a:pt x="127089" y="170476"/>
                  <a:pt x="138873" y="160224"/>
                </a:cubicBezTo>
                <a:cubicBezTo>
                  <a:pt x="157836" y="143315"/>
                  <a:pt x="167571" y="119997"/>
                  <a:pt x="167571" y="91554"/>
                </a:cubicBezTo>
                <a:cubicBezTo>
                  <a:pt x="167571" y="40055"/>
                  <a:pt x="132723" y="3155"/>
                  <a:pt x="83785" y="3155"/>
                </a:cubicBezTo>
                <a:cubicBezTo>
                  <a:pt x="34847" y="3155"/>
                  <a:pt x="0" y="40055"/>
                  <a:pt x="0" y="92070"/>
                </a:cubicBezTo>
                <a:cubicBezTo>
                  <a:pt x="0" y="117178"/>
                  <a:pt x="7687" y="138189"/>
                  <a:pt x="22802" y="154587"/>
                </a:cubicBezTo>
                <a:cubicBezTo>
                  <a:pt x="32795" y="165350"/>
                  <a:pt x="40997" y="170476"/>
                  <a:pt x="59189" y="176622"/>
                </a:cubicBezTo>
                <a:lnTo>
                  <a:pt x="71231" y="190716"/>
                </a:lnTo>
                <a:cubicBezTo>
                  <a:pt x="88653" y="210957"/>
                  <a:pt x="119657" y="221975"/>
                  <a:pt x="160396" y="221975"/>
                </a:cubicBezTo>
                <a:cubicBezTo>
                  <a:pt x="164240" y="221975"/>
                  <a:pt x="166546" y="221975"/>
                  <a:pt x="169365" y="221720"/>
                </a:cubicBezTo>
                <a:lnTo>
                  <a:pt x="170902" y="221720"/>
                </a:lnTo>
                <a:lnTo>
                  <a:pt x="170902" y="217107"/>
                </a:lnTo>
                <a:moveTo>
                  <a:pt x="84556" y="12382"/>
                </a:moveTo>
                <a:cubicBezTo>
                  <a:pt x="95573" y="12382"/>
                  <a:pt x="107357" y="17250"/>
                  <a:pt x="116326" y="25194"/>
                </a:cubicBezTo>
                <a:cubicBezTo>
                  <a:pt x="130163" y="37490"/>
                  <a:pt x="138361" y="62090"/>
                  <a:pt x="138361" y="91042"/>
                </a:cubicBezTo>
                <a:cubicBezTo>
                  <a:pt x="138361" y="116408"/>
                  <a:pt x="130933" y="142545"/>
                  <a:pt x="120681" y="154332"/>
                </a:cubicBezTo>
                <a:cubicBezTo>
                  <a:pt x="111200" y="164838"/>
                  <a:pt x="97880" y="170730"/>
                  <a:pt x="83785" y="170730"/>
                </a:cubicBezTo>
                <a:cubicBezTo>
                  <a:pt x="71485" y="170730"/>
                  <a:pt x="60214" y="166374"/>
                  <a:pt x="50987" y="158176"/>
                </a:cubicBezTo>
                <a:cubicBezTo>
                  <a:pt x="37408" y="146134"/>
                  <a:pt x="29210" y="120509"/>
                  <a:pt x="29210" y="90530"/>
                </a:cubicBezTo>
                <a:cubicBezTo>
                  <a:pt x="29210" y="65934"/>
                  <a:pt x="36638" y="40821"/>
                  <a:pt x="47143" y="29038"/>
                </a:cubicBezTo>
                <a:cubicBezTo>
                  <a:pt x="57649" y="17762"/>
                  <a:pt x="69695" y="12382"/>
                  <a:pt x="84556" y="12382"/>
                </a:cubicBezTo>
                <a:close/>
                <a:moveTo>
                  <a:pt x="322592" y="60957"/>
                </a:moveTo>
                <a:lnTo>
                  <a:pt x="322592" y="64804"/>
                </a:lnTo>
                <a:cubicBezTo>
                  <a:pt x="331303" y="66594"/>
                  <a:pt x="333864" y="68389"/>
                  <a:pt x="333864" y="72744"/>
                </a:cubicBezTo>
                <a:cubicBezTo>
                  <a:pt x="333864" y="76584"/>
                  <a:pt x="332327" y="82734"/>
                  <a:pt x="329508" y="89650"/>
                </a:cubicBezTo>
                <a:lnTo>
                  <a:pt x="306449" y="146513"/>
                </a:lnTo>
                <a:lnTo>
                  <a:pt x="284926" y="89138"/>
                </a:lnTo>
                <a:cubicBezTo>
                  <a:pt x="280570" y="77354"/>
                  <a:pt x="280570" y="77354"/>
                  <a:pt x="280570" y="74023"/>
                </a:cubicBezTo>
                <a:cubicBezTo>
                  <a:pt x="280570" y="68389"/>
                  <a:pt x="283389" y="66594"/>
                  <a:pt x="295431" y="64804"/>
                </a:cubicBezTo>
                <a:lnTo>
                  <a:pt x="295431" y="60957"/>
                </a:lnTo>
                <a:lnTo>
                  <a:pt x="243416" y="60957"/>
                </a:lnTo>
                <a:lnTo>
                  <a:pt x="243416" y="64804"/>
                </a:lnTo>
                <a:cubicBezTo>
                  <a:pt x="252897" y="65828"/>
                  <a:pt x="255970" y="68643"/>
                  <a:pt x="261096" y="82476"/>
                </a:cubicBezTo>
                <a:cubicBezTo>
                  <a:pt x="262891" y="87343"/>
                  <a:pt x="264681" y="92211"/>
                  <a:pt x="266222" y="96820"/>
                </a:cubicBezTo>
                <a:lnTo>
                  <a:pt x="242904" y="147795"/>
                </a:lnTo>
                <a:lnTo>
                  <a:pt x="217538" y="80939"/>
                </a:lnTo>
                <a:cubicBezTo>
                  <a:pt x="216513" y="78378"/>
                  <a:pt x="216001" y="75817"/>
                  <a:pt x="216001" y="73257"/>
                </a:cubicBezTo>
                <a:cubicBezTo>
                  <a:pt x="216001" y="67877"/>
                  <a:pt x="219074" y="65828"/>
                  <a:pt x="227785" y="64804"/>
                </a:cubicBezTo>
                <a:lnTo>
                  <a:pt x="227785" y="60957"/>
                </a:lnTo>
                <a:lnTo>
                  <a:pt x="181666" y="60957"/>
                </a:lnTo>
                <a:lnTo>
                  <a:pt x="181666" y="64804"/>
                </a:lnTo>
                <a:cubicBezTo>
                  <a:pt x="187558" y="65316"/>
                  <a:pt x="189607" y="67877"/>
                  <a:pt x="195245" y="80939"/>
                </a:cubicBezTo>
                <a:lnTo>
                  <a:pt x="229838" y="168540"/>
                </a:lnTo>
                <a:cubicBezTo>
                  <a:pt x="232911" y="176227"/>
                  <a:pt x="234959" y="179812"/>
                  <a:pt x="236496" y="179812"/>
                </a:cubicBezTo>
                <a:cubicBezTo>
                  <a:pt x="237778" y="179812"/>
                  <a:pt x="239827" y="176485"/>
                  <a:pt x="242904" y="169823"/>
                </a:cubicBezTo>
                <a:lnTo>
                  <a:pt x="271601" y="108346"/>
                </a:lnTo>
                <a:lnTo>
                  <a:pt x="294919" y="168798"/>
                </a:lnTo>
                <a:cubicBezTo>
                  <a:pt x="298504" y="178276"/>
                  <a:pt x="299529" y="179812"/>
                  <a:pt x="301069" y="179812"/>
                </a:cubicBezTo>
                <a:cubicBezTo>
                  <a:pt x="302860" y="179812"/>
                  <a:pt x="304142" y="177509"/>
                  <a:pt x="308243" y="167262"/>
                </a:cubicBezTo>
                <a:lnTo>
                  <a:pt x="343603" y="78632"/>
                </a:lnTo>
                <a:cubicBezTo>
                  <a:pt x="348212" y="67877"/>
                  <a:pt x="348983" y="66594"/>
                  <a:pt x="354108" y="64804"/>
                </a:cubicBezTo>
                <a:lnTo>
                  <a:pt x="354108" y="60957"/>
                </a:lnTo>
                <a:lnTo>
                  <a:pt x="322592" y="60957"/>
                </a:lnTo>
                <a:close/>
                <a:moveTo>
                  <a:pt x="465821" y="134217"/>
                </a:moveTo>
                <a:cubicBezTo>
                  <a:pt x="453525" y="153699"/>
                  <a:pt x="442503" y="161135"/>
                  <a:pt x="426106" y="161135"/>
                </a:cubicBezTo>
                <a:cubicBezTo>
                  <a:pt x="411503" y="161135"/>
                  <a:pt x="400486" y="153699"/>
                  <a:pt x="393053" y="139088"/>
                </a:cubicBezTo>
                <a:cubicBezTo>
                  <a:pt x="388440" y="129345"/>
                  <a:pt x="386649" y="120885"/>
                  <a:pt x="386137" y="105246"/>
                </a:cubicBezTo>
                <a:lnTo>
                  <a:pt x="465055" y="105246"/>
                </a:lnTo>
                <a:cubicBezTo>
                  <a:pt x="463002" y="88622"/>
                  <a:pt x="460441" y="81217"/>
                  <a:pt x="454037" y="73045"/>
                </a:cubicBezTo>
                <a:cubicBezTo>
                  <a:pt x="446347" y="63838"/>
                  <a:pt x="434563" y="58454"/>
                  <a:pt x="421238" y="58454"/>
                </a:cubicBezTo>
                <a:cubicBezTo>
                  <a:pt x="408426" y="58454"/>
                  <a:pt x="396384" y="63068"/>
                  <a:pt x="386649" y="71767"/>
                </a:cubicBezTo>
                <a:cubicBezTo>
                  <a:pt x="374603" y="82237"/>
                  <a:pt x="367687" y="100378"/>
                  <a:pt x="367687" y="121397"/>
                </a:cubicBezTo>
                <a:cubicBezTo>
                  <a:pt x="367687" y="156776"/>
                  <a:pt x="386137" y="178811"/>
                  <a:pt x="415601" y="178811"/>
                </a:cubicBezTo>
                <a:cubicBezTo>
                  <a:pt x="439943" y="178811"/>
                  <a:pt x="459159" y="163696"/>
                  <a:pt x="469922" y="136011"/>
                </a:cubicBezTo>
                <a:lnTo>
                  <a:pt x="465821" y="134217"/>
                </a:lnTo>
                <a:moveTo>
                  <a:pt x="386649" y="97047"/>
                </a:moveTo>
                <a:cubicBezTo>
                  <a:pt x="389464" y="77131"/>
                  <a:pt x="398179" y="67681"/>
                  <a:pt x="413806" y="67681"/>
                </a:cubicBezTo>
                <a:cubicBezTo>
                  <a:pt x="429437" y="67681"/>
                  <a:pt x="435587" y="74832"/>
                  <a:pt x="438918" y="97047"/>
                </a:cubicBezTo>
                <a:lnTo>
                  <a:pt x="386649" y="97047"/>
                </a:lnTo>
                <a:close/>
                <a:moveTo>
                  <a:pt x="479146" y="74343"/>
                </a:moveTo>
                <a:cubicBezTo>
                  <a:pt x="480682" y="73573"/>
                  <a:pt x="483247" y="73319"/>
                  <a:pt x="486066" y="73319"/>
                </a:cubicBezTo>
                <a:cubicBezTo>
                  <a:pt x="493240" y="73319"/>
                  <a:pt x="495543" y="77162"/>
                  <a:pt x="495543" y="89713"/>
                </a:cubicBezTo>
                <a:lnTo>
                  <a:pt x="495543" y="153253"/>
                </a:lnTo>
                <a:cubicBezTo>
                  <a:pt x="495543" y="167856"/>
                  <a:pt x="492724" y="171441"/>
                  <a:pt x="479658" y="172466"/>
                </a:cubicBezTo>
                <a:lnTo>
                  <a:pt x="479658" y="176309"/>
                </a:lnTo>
                <a:lnTo>
                  <a:pt x="533979" y="176309"/>
                </a:lnTo>
                <a:lnTo>
                  <a:pt x="533979" y="172466"/>
                </a:lnTo>
                <a:cubicBezTo>
                  <a:pt x="520909" y="171441"/>
                  <a:pt x="517066" y="168368"/>
                  <a:pt x="517066" y="159145"/>
                </a:cubicBezTo>
                <a:lnTo>
                  <a:pt x="517066" y="87152"/>
                </a:lnTo>
                <a:cubicBezTo>
                  <a:pt x="529366" y="75622"/>
                  <a:pt x="535004" y="72549"/>
                  <a:pt x="543461" y="72549"/>
                </a:cubicBezTo>
                <a:cubicBezTo>
                  <a:pt x="556015" y="72549"/>
                  <a:pt x="562165" y="80489"/>
                  <a:pt x="562165" y="97399"/>
                </a:cubicBezTo>
                <a:lnTo>
                  <a:pt x="562165" y="150947"/>
                </a:lnTo>
                <a:cubicBezTo>
                  <a:pt x="562165" y="167086"/>
                  <a:pt x="558834" y="171441"/>
                  <a:pt x="546021" y="172466"/>
                </a:cubicBezTo>
                <a:lnTo>
                  <a:pt x="546021" y="176309"/>
                </a:lnTo>
                <a:lnTo>
                  <a:pt x="599319" y="176309"/>
                </a:lnTo>
                <a:lnTo>
                  <a:pt x="599319" y="172466"/>
                </a:lnTo>
                <a:cubicBezTo>
                  <a:pt x="586761" y="171187"/>
                  <a:pt x="583688" y="168110"/>
                  <a:pt x="583688" y="155560"/>
                </a:cubicBezTo>
                <a:lnTo>
                  <a:pt x="583688" y="96887"/>
                </a:lnTo>
                <a:cubicBezTo>
                  <a:pt x="583688" y="72807"/>
                  <a:pt x="572412" y="58454"/>
                  <a:pt x="553454" y="58454"/>
                </a:cubicBezTo>
                <a:cubicBezTo>
                  <a:pt x="541666" y="58454"/>
                  <a:pt x="533721" y="62814"/>
                  <a:pt x="516300" y="79211"/>
                </a:cubicBezTo>
                <a:lnTo>
                  <a:pt x="516300" y="58970"/>
                </a:lnTo>
                <a:lnTo>
                  <a:pt x="514505" y="58454"/>
                </a:lnTo>
                <a:cubicBezTo>
                  <a:pt x="501951" y="63068"/>
                  <a:pt x="493240" y="65887"/>
                  <a:pt x="479146" y="69988"/>
                </a:cubicBezTo>
                <a:lnTo>
                  <a:pt x="479146" y="74343"/>
                </a:lnTo>
                <a:close/>
                <a:moveTo>
                  <a:pt x="724867" y="141215"/>
                </a:moveTo>
                <a:lnTo>
                  <a:pt x="721536" y="139933"/>
                </a:lnTo>
                <a:cubicBezTo>
                  <a:pt x="712055" y="154532"/>
                  <a:pt x="708724" y="156839"/>
                  <a:pt x="697194" y="156839"/>
                </a:cubicBezTo>
                <a:lnTo>
                  <a:pt x="635956" y="156839"/>
                </a:lnTo>
                <a:lnTo>
                  <a:pt x="679002" y="111759"/>
                </a:lnTo>
                <a:cubicBezTo>
                  <a:pt x="701808" y="87941"/>
                  <a:pt x="711801" y="68475"/>
                  <a:pt x="711801" y="48500"/>
                </a:cubicBezTo>
                <a:cubicBezTo>
                  <a:pt x="711801" y="22888"/>
                  <a:pt x="691044" y="3155"/>
                  <a:pt x="664400" y="3155"/>
                </a:cubicBezTo>
                <a:cubicBezTo>
                  <a:pt x="650305" y="3155"/>
                  <a:pt x="636981" y="8793"/>
                  <a:pt x="627500" y="19044"/>
                </a:cubicBezTo>
                <a:cubicBezTo>
                  <a:pt x="619301" y="27751"/>
                  <a:pt x="615458" y="35950"/>
                  <a:pt x="611102" y="54134"/>
                </a:cubicBezTo>
                <a:lnTo>
                  <a:pt x="616482" y="55413"/>
                </a:lnTo>
                <a:cubicBezTo>
                  <a:pt x="626733" y="30312"/>
                  <a:pt x="635956" y="22117"/>
                  <a:pt x="653636" y="22117"/>
                </a:cubicBezTo>
                <a:cubicBezTo>
                  <a:pt x="675159" y="22117"/>
                  <a:pt x="689766" y="36716"/>
                  <a:pt x="689766" y="58231"/>
                </a:cubicBezTo>
                <a:cubicBezTo>
                  <a:pt x="689766" y="78210"/>
                  <a:pt x="677978" y="102028"/>
                  <a:pt x="656455" y="124822"/>
                </a:cubicBezTo>
                <a:lnTo>
                  <a:pt x="610848" y="173236"/>
                </a:lnTo>
                <a:lnTo>
                  <a:pt x="610848" y="176309"/>
                </a:lnTo>
                <a:lnTo>
                  <a:pt x="710777" y="176309"/>
                </a:lnTo>
                <a:lnTo>
                  <a:pt x="724867" y="141215"/>
                </a:lnTo>
                <a:close/>
                <a:moveTo>
                  <a:pt x="763306" y="150622"/>
                </a:moveTo>
                <a:cubicBezTo>
                  <a:pt x="755615" y="150622"/>
                  <a:pt x="749211" y="157284"/>
                  <a:pt x="749211" y="165229"/>
                </a:cubicBezTo>
                <a:cubicBezTo>
                  <a:pt x="749211" y="172657"/>
                  <a:pt x="755615" y="179061"/>
                  <a:pt x="763047" y="179061"/>
                </a:cubicBezTo>
                <a:cubicBezTo>
                  <a:pt x="770992" y="179061"/>
                  <a:pt x="777654" y="172657"/>
                  <a:pt x="777654" y="165229"/>
                </a:cubicBezTo>
                <a:cubicBezTo>
                  <a:pt x="777654" y="157284"/>
                  <a:pt x="770992" y="150622"/>
                  <a:pt x="763306" y="150622"/>
                </a:cubicBezTo>
                <a:close/>
                <a:moveTo>
                  <a:pt x="841710" y="26903"/>
                </a:moveTo>
                <a:lnTo>
                  <a:pt x="891931" y="26903"/>
                </a:lnTo>
                <a:cubicBezTo>
                  <a:pt x="896028" y="26903"/>
                  <a:pt x="897053" y="26391"/>
                  <a:pt x="897823" y="24596"/>
                </a:cubicBezTo>
                <a:lnTo>
                  <a:pt x="907558" y="1791"/>
                </a:lnTo>
                <a:lnTo>
                  <a:pt x="905255" y="0"/>
                </a:lnTo>
                <a:cubicBezTo>
                  <a:pt x="901408" y="5380"/>
                  <a:pt x="898847" y="6658"/>
                  <a:pt x="893467" y="6658"/>
                </a:cubicBezTo>
                <a:lnTo>
                  <a:pt x="839916" y="6658"/>
                </a:lnTo>
                <a:lnTo>
                  <a:pt x="811985" y="67368"/>
                </a:lnTo>
                <a:cubicBezTo>
                  <a:pt x="811731" y="67881"/>
                  <a:pt x="811731" y="68139"/>
                  <a:pt x="811731" y="68651"/>
                </a:cubicBezTo>
                <a:cubicBezTo>
                  <a:pt x="811731" y="69929"/>
                  <a:pt x="812755" y="70700"/>
                  <a:pt x="814804" y="70700"/>
                </a:cubicBezTo>
                <a:cubicBezTo>
                  <a:pt x="823002" y="70700"/>
                  <a:pt x="833254" y="72494"/>
                  <a:pt x="843759" y="75821"/>
                </a:cubicBezTo>
                <a:cubicBezTo>
                  <a:pt x="873223" y="85298"/>
                  <a:pt x="886805" y="101180"/>
                  <a:pt x="886805" y="126534"/>
                </a:cubicBezTo>
                <a:cubicBezTo>
                  <a:pt x="886805" y="151123"/>
                  <a:pt x="871174" y="170335"/>
                  <a:pt x="851188" y="170335"/>
                </a:cubicBezTo>
                <a:cubicBezTo>
                  <a:pt x="846066" y="170335"/>
                  <a:pt x="841710" y="168540"/>
                  <a:pt x="834020" y="162906"/>
                </a:cubicBezTo>
                <a:cubicBezTo>
                  <a:pt x="825821" y="157015"/>
                  <a:pt x="819929" y="154454"/>
                  <a:pt x="814550" y="154454"/>
                </a:cubicBezTo>
                <a:cubicBezTo>
                  <a:pt x="807117" y="154454"/>
                  <a:pt x="803532" y="157527"/>
                  <a:pt x="803532" y="163931"/>
                </a:cubicBezTo>
                <a:cubicBezTo>
                  <a:pt x="803532" y="173666"/>
                  <a:pt x="815574" y="179812"/>
                  <a:pt x="834790" y="179812"/>
                </a:cubicBezTo>
                <a:cubicBezTo>
                  <a:pt x="856313" y="179812"/>
                  <a:pt x="874763" y="172896"/>
                  <a:pt x="887575" y="159833"/>
                </a:cubicBezTo>
                <a:cubicBezTo>
                  <a:pt x="899359" y="148308"/>
                  <a:pt x="904739" y="133709"/>
                  <a:pt x="904739" y="114242"/>
                </a:cubicBezTo>
                <a:cubicBezTo>
                  <a:pt x="904739" y="95800"/>
                  <a:pt x="899872" y="84020"/>
                  <a:pt x="887059" y="71212"/>
                </a:cubicBezTo>
                <a:cubicBezTo>
                  <a:pt x="875788" y="59944"/>
                  <a:pt x="861181" y="54052"/>
                  <a:pt x="830947" y="48672"/>
                </a:cubicBezTo>
                <a:lnTo>
                  <a:pt x="841710" y="26903"/>
                </a:lnTo>
                <a:close/>
                <a:moveTo>
                  <a:pt x="933437" y="110501"/>
                </a:moveTo>
                <a:lnTo>
                  <a:pt x="933437" y="126644"/>
                </a:lnTo>
                <a:lnTo>
                  <a:pt x="996469" y="126644"/>
                </a:lnTo>
                <a:lnTo>
                  <a:pt x="996469" y="110501"/>
                </a:lnTo>
                <a:lnTo>
                  <a:pt x="933437" y="110501"/>
                </a:lnTo>
                <a:close/>
                <a:moveTo>
                  <a:pt x="1187360" y="6658"/>
                </a:moveTo>
                <a:lnTo>
                  <a:pt x="1134833" y="6658"/>
                </a:lnTo>
                <a:lnTo>
                  <a:pt x="1134833" y="11530"/>
                </a:lnTo>
                <a:cubicBezTo>
                  <a:pt x="1148927" y="12296"/>
                  <a:pt x="1153537" y="15115"/>
                  <a:pt x="1153537" y="22289"/>
                </a:cubicBezTo>
                <a:cubicBezTo>
                  <a:pt x="1153537" y="26387"/>
                  <a:pt x="1151746" y="33303"/>
                  <a:pt x="1148669" y="40990"/>
                </a:cubicBezTo>
                <a:lnTo>
                  <a:pt x="1111003" y="135003"/>
                </a:lnTo>
                <a:lnTo>
                  <a:pt x="1072312" y="48418"/>
                </a:lnTo>
                <a:cubicBezTo>
                  <a:pt x="1063859" y="29718"/>
                  <a:pt x="1061807" y="23826"/>
                  <a:pt x="1061807" y="19983"/>
                </a:cubicBezTo>
                <a:cubicBezTo>
                  <a:pt x="1061807" y="15115"/>
                  <a:pt x="1065396" y="12554"/>
                  <a:pt x="1073595" y="12042"/>
                </a:cubicBezTo>
                <a:cubicBezTo>
                  <a:pt x="1074619" y="12042"/>
                  <a:pt x="1077438" y="11784"/>
                  <a:pt x="1081027" y="11530"/>
                </a:cubicBezTo>
                <a:lnTo>
                  <a:pt x="1081027" y="6658"/>
                </a:lnTo>
                <a:lnTo>
                  <a:pt x="1012869" y="6658"/>
                </a:lnTo>
                <a:lnTo>
                  <a:pt x="1012869" y="11530"/>
                </a:lnTo>
                <a:cubicBezTo>
                  <a:pt x="1025423" y="12042"/>
                  <a:pt x="1029012" y="15627"/>
                  <a:pt x="1040030" y="38425"/>
                </a:cubicBezTo>
                <a:lnTo>
                  <a:pt x="1103062" y="179061"/>
                </a:lnTo>
                <a:lnTo>
                  <a:pt x="1106906" y="179061"/>
                </a:lnTo>
                <a:lnTo>
                  <a:pt x="1163788" y="35352"/>
                </a:lnTo>
                <a:cubicBezTo>
                  <a:pt x="1172245" y="15115"/>
                  <a:pt x="1175060" y="12296"/>
                  <a:pt x="1187360" y="11530"/>
                </a:cubicBezTo>
                <a:lnTo>
                  <a:pt x="1187360" y="6658"/>
                </a:lnTo>
                <a:close/>
                <a:moveTo>
                  <a:pt x="1340585" y="131723"/>
                </a:moveTo>
                <a:cubicBezTo>
                  <a:pt x="1336229" y="141458"/>
                  <a:pt x="1332640" y="147354"/>
                  <a:pt x="1328797" y="151709"/>
                </a:cubicBezTo>
                <a:cubicBezTo>
                  <a:pt x="1319828" y="161706"/>
                  <a:pt x="1305737" y="166320"/>
                  <a:pt x="1284469" y="166320"/>
                </a:cubicBezTo>
                <a:lnTo>
                  <a:pt x="1267301" y="166320"/>
                </a:lnTo>
                <a:cubicBezTo>
                  <a:pt x="1248597" y="166320"/>
                  <a:pt x="1245266" y="164779"/>
                  <a:pt x="1245266" y="155810"/>
                </a:cubicBezTo>
                <a:lnTo>
                  <a:pt x="1245266" y="34593"/>
                </a:lnTo>
                <a:cubicBezTo>
                  <a:pt x="1245266" y="16397"/>
                  <a:pt x="1248855" y="12808"/>
                  <a:pt x="1269096" y="11530"/>
                </a:cubicBezTo>
                <a:lnTo>
                  <a:pt x="1269096" y="6658"/>
                </a:lnTo>
                <a:lnTo>
                  <a:pt x="1196840" y="6658"/>
                </a:lnTo>
                <a:lnTo>
                  <a:pt x="1196840" y="11530"/>
                </a:lnTo>
                <a:cubicBezTo>
                  <a:pt x="1215802" y="13066"/>
                  <a:pt x="1219133" y="16655"/>
                  <a:pt x="1219133" y="34593"/>
                </a:cubicBezTo>
                <a:lnTo>
                  <a:pt x="1219133" y="148378"/>
                </a:lnTo>
                <a:cubicBezTo>
                  <a:pt x="1219133" y="166320"/>
                  <a:pt x="1215544" y="170163"/>
                  <a:pt x="1196840" y="171441"/>
                </a:cubicBezTo>
                <a:lnTo>
                  <a:pt x="1196840" y="176309"/>
                </a:lnTo>
                <a:lnTo>
                  <a:pt x="1334689" y="176309"/>
                </a:lnTo>
                <a:lnTo>
                  <a:pt x="1346989" y="131726"/>
                </a:lnTo>
                <a:lnTo>
                  <a:pt x="1340585" y="1317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1" name="Text ✓">
            <a:extLst xmlns:a="http://schemas.openxmlformats.org/drawingml/2006/main">
              <a:ext uri="{FF2B5EF4-FFF2-40B4-BE49-F238E27FC236}">
                <a16:creationId xmlns:a16="http://schemas.microsoft.com/office/drawing/2014/main" id="{BBDEC679-2222-4A43-A6CA-3B5A2F34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3009" y="2366368"/>
            <a:ext cx="176028" cy="184484"/>
          </a:xfrm>
          <a:custGeom xmlns:a="http://schemas.openxmlformats.org/drawingml/2006/main">
            <a:pathLst>
              <a:path w="176028" h="184484">
                <a:moveTo>
                  <a:pt x="176028" y="258"/>
                </a:moveTo>
                <a:cubicBezTo>
                  <a:pt x="161679" y="0"/>
                  <a:pt x="144511" y="5126"/>
                  <a:pt x="134006" y="12554"/>
                </a:cubicBezTo>
                <a:cubicBezTo>
                  <a:pt x="114277" y="32287"/>
                  <a:pt x="77123" y="84043"/>
                  <a:pt x="50475" y="129138"/>
                </a:cubicBezTo>
                <a:cubicBezTo>
                  <a:pt x="47143" y="135034"/>
                  <a:pt x="45607" y="136825"/>
                  <a:pt x="44070" y="136825"/>
                </a:cubicBezTo>
                <a:cubicBezTo>
                  <a:pt x="42534" y="136825"/>
                  <a:pt x="40739" y="134776"/>
                  <a:pt x="38945" y="130421"/>
                </a:cubicBezTo>
                <a:lnTo>
                  <a:pt x="31516" y="112229"/>
                </a:lnTo>
                <a:cubicBezTo>
                  <a:pt x="29976" y="108385"/>
                  <a:pt x="28697" y="107103"/>
                  <a:pt x="25620" y="107103"/>
                </a:cubicBezTo>
                <a:cubicBezTo>
                  <a:pt x="19987" y="107103"/>
                  <a:pt x="11784" y="110692"/>
                  <a:pt x="4610" y="116072"/>
                </a:cubicBezTo>
                <a:cubicBezTo>
                  <a:pt x="1278" y="118633"/>
                  <a:pt x="0" y="120940"/>
                  <a:pt x="0" y="124271"/>
                </a:cubicBezTo>
                <a:cubicBezTo>
                  <a:pt x="0" y="134776"/>
                  <a:pt x="8711" y="161167"/>
                  <a:pt x="18446" y="179875"/>
                </a:cubicBezTo>
                <a:cubicBezTo>
                  <a:pt x="20499" y="183972"/>
                  <a:pt x="22035" y="184484"/>
                  <a:pt x="32541" y="184484"/>
                </a:cubicBezTo>
                <a:cubicBezTo>
                  <a:pt x="45353" y="184484"/>
                  <a:pt x="48426" y="183460"/>
                  <a:pt x="51245" y="178334"/>
                </a:cubicBezTo>
                <a:cubicBezTo>
                  <a:pt x="78918" y="126835"/>
                  <a:pt x="137849" y="44841"/>
                  <a:pt x="176028" y="4355"/>
                </a:cubicBezTo>
                <a:lnTo>
                  <a:pt x="176028" y="258"/>
                </a:lnTo>
                <a:close/>
              </a:path>
            </a:pathLst>
          </a:custGeom>
          <a:solidFill xmlns:a="http://schemas.openxmlformats.org/drawingml/2006/main">
            <a:srgbClr val="006B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2" name="Text ✗">
            <a:extLst xmlns:a="http://schemas.openxmlformats.org/drawingml/2006/main">
              <a:ext uri="{FF2B5EF4-FFF2-40B4-BE49-F238E27FC236}">
                <a16:creationId xmlns:a16="http://schemas.microsoft.com/office/drawing/2014/main" id="{76334055-F252-403F-B9DD-AE816545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6837" y="2378124"/>
            <a:ext cx="146818" cy="186787"/>
          </a:xfrm>
          <a:custGeom xmlns:a="http://schemas.openxmlformats.org/drawingml/2006/main">
            <a:pathLst>
              <a:path w="146818" h="186787">
                <a:moveTo>
                  <a:pt x="96085" y="75075"/>
                </a:moveTo>
                <a:cubicBezTo>
                  <a:pt x="108127" y="58419"/>
                  <a:pt x="132469" y="26645"/>
                  <a:pt x="137083" y="21523"/>
                </a:cubicBezTo>
                <a:cubicBezTo>
                  <a:pt x="139389" y="18704"/>
                  <a:pt x="141438" y="16139"/>
                  <a:pt x="143745" y="13578"/>
                </a:cubicBezTo>
                <a:cubicBezTo>
                  <a:pt x="144769" y="12296"/>
                  <a:pt x="145794" y="11272"/>
                  <a:pt x="146052" y="10760"/>
                </a:cubicBezTo>
                <a:cubicBezTo>
                  <a:pt x="146564" y="10505"/>
                  <a:pt x="146818" y="9993"/>
                  <a:pt x="146818" y="9735"/>
                </a:cubicBezTo>
                <a:cubicBezTo>
                  <a:pt x="146818" y="9477"/>
                  <a:pt x="145281" y="6916"/>
                  <a:pt x="144769" y="6404"/>
                </a:cubicBezTo>
                <a:lnTo>
                  <a:pt x="142463" y="3843"/>
                </a:lnTo>
                <a:cubicBezTo>
                  <a:pt x="142463" y="3585"/>
                  <a:pt x="141950" y="2819"/>
                  <a:pt x="141438" y="2049"/>
                </a:cubicBezTo>
                <a:cubicBezTo>
                  <a:pt x="140414" y="512"/>
                  <a:pt x="140156" y="0"/>
                  <a:pt x="139902" y="0"/>
                </a:cubicBezTo>
                <a:lnTo>
                  <a:pt x="139644" y="0"/>
                </a:lnTo>
                <a:cubicBezTo>
                  <a:pt x="139389" y="0"/>
                  <a:pt x="138877" y="512"/>
                  <a:pt x="138619" y="766"/>
                </a:cubicBezTo>
                <a:cubicBezTo>
                  <a:pt x="137595" y="1791"/>
                  <a:pt x="136825" y="2561"/>
                  <a:pt x="136058" y="3585"/>
                </a:cubicBezTo>
                <a:cubicBezTo>
                  <a:pt x="135800" y="3843"/>
                  <a:pt x="135288" y="4355"/>
                  <a:pt x="134264" y="5122"/>
                </a:cubicBezTo>
                <a:cubicBezTo>
                  <a:pt x="130933" y="2561"/>
                  <a:pt x="126577" y="0"/>
                  <a:pt x="125295" y="0"/>
                </a:cubicBezTo>
                <a:cubicBezTo>
                  <a:pt x="124271" y="0"/>
                  <a:pt x="123758" y="512"/>
                  <a:pt x="114790" y="10505"/>
                </a:cubicBezTo>
                <a:cubicBezTo>
                  <a:pt x="95827" y="32541"/>
                  <a:pt x="86350" y="43812"/>
                  <a:pt x="81737" y="49450"/>
                </a:cubicBezTo>
                <a:cubicBezTo>
                  <a:pt x="80454" y="46377"/>
                  <a:pt x="80454" y="46377"/>
                  <a:pt x="78406" y="42534"/>
                </a:cubicBezTo>
                <a:cubicBezTo>
                  <a:pt x="73538" y="33565"/>
                  <a:pt x="69949" y="26391"/>
                  <a:pt x="67130" y="20753"/>
                </a:cubicBezTo>
                <a:cubicBezTo>
                  <a:pt x="59956" y="6150"/>
                  <a:pt x="59956" y="6150"/>
                  <a:pt x="57907" y="6150"/>
                </a:cubicBezTo>
                <a:cubicBezTo>
                  <a:pt x="57141" y="6150"/>
                  <a:pt x="56112" y="6662"/>
                  <a:pt x="55858" y="6916"/>
                </a:cubicBezTo>
                <a:cubicBezTo>
                  <a:pt x="55346" y="7687"/>
                  <a:pt x="54834" y="8453"/>
                  <a:pt x="54322" y="8965"/>
                </a:cubicBezTo>
                <a:lnTo>
                  <a:pt x="52527" y="10760"/>
                </a:lnTo>
                <a:cubicBezTo>
                  <a:pt x="51503" y="10505"/>
                  <a:pt x="50991" y="10505"/>
                  <a:pt x="50478" y="10505"/>
                </a:cubicBezTo>
                <a:cubicBezTo>
                  <a:pt x="49966" y="10505"/>
                  <a:pt x="49450" y="10505"/>
                  <a:pt x="48426" y="10760"/>
                </a:cubicBezTo>
                <a:cubicBezTo>
                  <a:pt x="46635" y="9477"/>
                  <a:pt x="45607" y="8965"/>
                  <a:pt x="44583" y="8965"/>
                </a:cubicBezTo>
                <a:cubicBezTo>
                  <a:pt x="42022" y="8965"/>
                  <a:pt x="37408" y="14603"/>
                  <a:pt x="37408" y="17680"/>
                </a:cubicBezTo>
                <a:cubicBezTo>
                  <a:pt x="37408" y="17934"/>
                  <a:pt x="38178" y="19983"/>
                  <a:pt x="39203" y="22547"/>
                </a:cubicBezTo>
                <a:lnTo>
                  <a:pt x="47401" y="46377"/>
                </a:lnTo>
                <a:cubicBezTo>
                  <a:pt x="50478" y="54576"/>
                  <a:pt x="53293" y="62516"/>
                  <a:pt x="56370" y="70461"/>
                </a:cubicBezTo>
                <a:cubicBezTo>
                  <a:pt x="56625" y="71485"/>
                  <a:pt x="57653" y="74050"/>
                  <a:pt x="58931" y="77893"/>
                </a:cubicBezTo>
                <a:cubicBezTo>
                  <a:pt x="27415" y="116326"/>
                  <a:pt x="17934" y="128626"/>
                  <a:pt x="13324" y="136825"/>
                </a:cubicBezTo>
                <a:cubicBezTo>
                  <a:pt x="8457" y="145536"/>
                  <a:pt x="5126" y="151431"/>
                  <a:pt x="4101" y="152710"/>
                </a:cubicBezTo>
                <a:cubicBezTo>
                  <a:pt x="1537" y="156041"/>
                  <a:pt x="0" y="158606"/>
                  <a:pt x="0" y="160142"/>
                </a:cubicBezTo>
                <a:cubicBezTo>
                  <a:pt x="0" y="160396"/>
                  <a:pt x="770" y="162191"/>
                  <a:pt x="1795" y="164752"/>
                </a:cubicBezTo>
                <a:cubicBezTo>
                  <a:pt x="2049" y="165522"/>
                  <a:pt x="2307" y="166292"/>
                  <a:pt x="2307" y="166546"/>
                </a:cubicBezTo>
                <a:cubicBezTo>
                  <a:pt x="2307" y="167059"/>
                  <a:pt x="1795" y="168853"/>
                  <a:pt x="1024" y="171414"/>
                </a:cubicBezTo>
                <a:cubicBezTo>
                  <a:pt x="770" y="172184"/>
                  <a:pt x="512" y="172696"/>
                  <a:pt x="512" y="173209"/>
                </a:cubicBezTo>
                <a:cubicBezTo>
                  <a:pt x="512" y="175257"/>
                  <a:pt x="512" y="175257"/>
                  <a:pt x="6150" y="184226"/>
                </a:cubicBezTo>
                <a:cubicBezTo>
                  <a:pt x="7432" y="186533"/>
                  <a:pt x="7945" y="186787"/>
                  <a:pt x="9993" y="186787"/>
                </a:cubicBezTo>
                <a:cubicBezTo>
                  <a:pt x="14607" y="186787"/>
                  <a:pt x="20753" y="185509"/>
                  <a:pt x="23318" y="183714"/>
                </a:cubicBezTo>
                <a:cubicBezTo>
                  <a:pt x="35360" y="162961"/>
                  <a:pt x="55858" y="130933"/>
                  <a:pt x="74050" y="105050"/>
                </a:cubicBezTo>
                <a:cubicBezTo>
                  <a:pt x="82507" y="119657"/>
                  <a:pt x="82507" y="119657"/>
                  <a:pt x="99675" y="145023"/>
                </a:cubicBezTo>
                <a:cubicBezTo>
                  <a:pt x="104542" y="151944"/>
                  <a:pt x="105821" y="153480"/>
                  <a:pt x="107873" y="153480"/>
                </a:cubicBezTo>
                <a:cubicBezTo>
                  <a:pt x="110946" y="153480"/>
                  <a:pt x="116072" y="149379"/>
                  <a:pt x="116072" y="147072"/>
                </a:cubicBezTo>
                <a:cubicBezTo>
                  <a:pt x="116072" y="146560"/>
                  <a:pt x="115814" y="145794"/>
                  <a:pt x="115302" y="144769"/>
                </a:cubicBezTo>
                <a:cubicBezTo>
                  <a:pt x="115048" y="144511"/>
                  <a:pt x="115048" y="143999"/>
                  <a:pt x="115048" y="143741"/>
                </a:cubicBezTo>
                <a:cubicBezTo>
                  <a:pt x="115048" y="143229"/>
                  <a:pt x="115814" y="142463"/>
                  <a:pt x="117608" y="141180"/>
                </a:cubicBezTo>
                <a:lnTo>
                  <a:pt x="120169" y="139131"/>
                </a:lnTo>
                <a:lnTo>
                  <a:pt x="120169" y="137337"/>
                </a:lnTo>
                <a:cubicBezTo>
                  <a:pt x="122222" y="136313"/>
                  <a:pt x="122988" y="135542"/>
                  <a:pt x="123758" y="133752"/>
                </a:cubicBezTo>
                <a:lnTo>
                  <a:pt x="122988" y="131187"/>
                </a:lnTo>
                <a:cubicBezTo>
                  <a:pt x="121964" y="129138"/>
                  <a:pt x="121964" y="128880"/>
                  <a:pt x="118633" y="121964"/>
                </a:cubicBezTo>
                <a:cubicBezTo>
                  <a:pt x="114023" y="111971"/>
                  <a:pt x="109410" y="101977"/>
                  <a:pt x="102490" y="87887"/>
                </a:cubicBezTo>
                <a:lnTo>
                  <a:pt x="96085" y="7507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606A1F-321E-4507-BC2F-42FCC9D3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0731" y="2658280"/>
            <a:ext cx="1252165" cy="244813"/>
          </a:xfrm>
          <a:custGeom xmlns:a="http://schemas.openxmlformats.org/drawingml/2006/main">
            <a:pathLst>
              <a:path w="1252165" h="244813">
                <a:moveTo>
                  <a:pt x="0" y="220512"/>
                </a:moveTo>
                <a:lnTo>
                  <a:pt x="0" y="24301"/>
                </a:lnTo>
                <a:cubicBezTo>
                  <a:pt x="0" y="10880"/>
                  <a:pt x="10880" y="0"/>
                  <a:pt x="24301" y="0"/>
                </a:cubicBezTo>
                <a:lnTo>
                  <a:pt x="1227864" y="0"/>
                </a:lnTo>
                <a:cubicBezTo>
                  <a:pt x="1241285" y="0"/>
                  <a:pt x="1252165" y="10880"/>
                  <a:pt x="1252165" y="24301"/>
                </a:cubicBezTo>
                <a:lnTo>
                  <a:pt x="1252165" y="220512"/>
                </a:lnTo>
                <a:cubicBezTo>
                  <a:pt x="1252165" y="233934"/>
                  <a:pt x="1241285" y="244813"/>
                  <a:pt x="1227864" y="244813"/>
                </a:cubicBezTo>
                <a:lnTo>
                  <a:pt x="24301" y="244813"/>
                </a:lnTo>
                <a:cubicBezTo>
                  <a:pt x="10880" y="244813"/>
                  <a:pt x="0" y="233934"/>
                  <a:pt x="0" y="220512"/>
                </a:cubicBezTo>
                <a:close/>
              </a:path>
            </a:pathLst>
          </a:custGeom>
          <a:solidFill xmlns:a="http://schemas.openxmlformats.org/drawingml/2006/main">
            <a:srgbClr val="F781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740FD4-3CE0-424C-B16D-5336F2E4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5032" y="2682581"/>
            <a:ext cx="1203563" cy="196211"/>
          </a:xfrm>
          <a:custGeom xmlns:a="http://schemas.openxmlformats.org/drawingml/2006/main">
            <a:pathLst>
              <a:path w="1203563" h="196211">
                <a:moveTo>
                  <a:pt x="0" y="196211"/>
                </a:moveTo>
                <a:lnTo>
                  <a:pt x="0" y="0"/>
                </a:lnTo>
                <a:lnTo>
                  <a:pt x="1203563" y="0"/>
                </a:lnTo>
                <a:lnTo>
                  <a:pt x="1203563" y="196211"/>
                </a:lnTo>
                <a:lnTo>
                  <a:pt x="0" y="196211"/>
                </a:lnTo>
                <a:close/>
              </a:path>
            </a:pathLst>
          </a:custGeom>
          <a:solidFill xmlns:a="http://schemas.openxmlformats.org/drawingml/2006/main">
            <a:srgbClr val="FDE6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5" name="Text LLaV">
            <a:extLst xmlns:a="http://schemas.openxmlformats.org/drawingml/2006/main">
              <a:ext uri="{FF2B5EF4-FFF2-40B4-BE49-F238E27FC236}">
                <a16:creationId xmlns:a16="http://schemas.microsoft.com/office/drawing/2014/main" id="{1770B208-BB99-4D4C-BD1A-1DD3C5AD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584" y="2696636"/>
            <a:ext cx="602392" cy="172403"/>
          </a:xfrm>
          <a:custGeom xmlns:a="http://schemas.openxmlformats.org/drawingml/2006/main">
            <a:pathLst>
              <a:path w="602392" h="172403">
                <a:moveTo>
                  <a:pt x="143745" y="125064"/>
                </a:moveTo>
                <a:cubicBezTo>
                  <a:pt x="139389" y="134799"/>
                  <a:pt x="135800" y="140695"/>
                  <a:pt x="131957" y="145051"/>
                </a:cubicBezTo>
                <a:cubicBezTo>
                  <a:pt x="122988" y="155048"/>
                  <a:pt x="108898" y="159661"/>
                  <a:pt x="87629" y="159661"/>
                </a:cubicBezTo>
                <a:lnTo>
                  <a:pt x="70461" y="159661"/>
                </a:lnTo>
                <a:cubicBezTo>
                  <a:pt x="51757" y="159661"/>
                  <a:pt x="48426" y="158121"/>
                  <a:pt x="48426" y="149152"/>
                </a:cubicBezTo>
                <a:lnTo>
                  <a:pt x="48426" y="27935"/>
                </a:lnTo>
                <a:cubicBezTo>
                  <a:pt x="48426" y="9739"/>
                  <a:pt x="52015" y="6150"/>
                  <a:pt x="72256" y="4872"/>
                </a:cubicBezTo>
                <a:lnTo>
                  <a:pt x="72256" y="0"/>
                </a:lnTo>
                <a:lnTo>
                  <a:pt x="0" y="0"/>
                </a:lnTo>
                <a:lnTo>
                  <a:pt x="0" y="4872"/>
                </a:lnTo>
                <a:cubicBezTo>
                  <a:pt x="18962" y="6408"/>
                  <a:pt x="22293" y="9997"/>
                  <a:pt x="22293" y="27935"/>
                </a:cubicBezTo>
                <a:lnTo>
                  <a:pt x="22293" y="141720"/>
                </a:lnTo>
                <a:cubicBezTo>
                  <a:pt x="22293" y="159661"/>
                  <a:pt x="18704" y="163505"/>
                  <a:pt x="0" y="164783"/>
                </a:cubicBezTo>
                <a:lnTo>
                  <a:pt x="0" y="169651"/>
                </a:lnTo>
                <a:lnTo>
                  <a:pt x="137849" y="169651"/>
                </a:lnTo>
                <a:lnTo>
                  <a:pt x="150149" y="125068"/>
                </a:lnTo>
                <a:lnTo>
                  <a:pt x="143745" y="125064"/>
                </a:lnTo>
                <a:close/>
                <a:moveTo>
                  <a:pt x="300300" y="125064"/>
                </a:moveTo>
                <a:cubicBezTo>
                  <a:pt x="295945" y="134799"/>
                  <a:pt x="292356" y="140695"/>
                  <a:pt x="288513" y="145051"/>
                </a:cubicBezTo>
                <a:cubicBezTo>
                  <a:pt x="279544" y="155048"/>
                  <a:pt x="265453" y="159661"/>
                  <a:pt x="244184" y="159661"/>
                </a:cubicBezTo>
                <a:lnTo>
                  <a:pt x="227017" y="159661"/>
                </a:lnTo>
                <a:cubicBezTo>
                  <a:pt x="208312" y="159661"/>
                  <a:pt x="204981" y="158121"/>
                  <a:pt x="204981" y="149152"/>
                </a:cubicBezTo>
                <a:lnTo>
                  <a:pt x="204981" y="27935"/>
                </a:lnTo>
                <a:cubicBezTo>
                  <a:pt x="204981" y="9739"/>
                  <a:pt x="208571" y="6150"/>
                  <a:pt x="228811" y="4872"/>
                </a:cubicBezTo>
                <a:lnTo>
                  <a:pt x="228811" y="0"/>
                </a:lnTo>
                <a:lnTo>
                  <a:pt x="156556" y="0"/>
                </a:lnTo>
                <a:lnTo>
                  <a:pt x="156556" y="4872"/>
                </a:lnTo>
                <a:cubicBezTo>
                  <a:pt x="175518" y="6408"/>
                  <a:pt x="178849" y="9997"/>
                  <a:pt x="178849" y="27935"/>
                </a:cubicBezTo>
                <a:lnTo>
                  <a:pt x="178849" y="141720"/>
                </a:lnTo>
                <a:cubicBezTo>
                  <a:pt x="178849" y="159661"/>
                  <a:pt x="175260" y="163505"/>
                  <a:pt x="156556" y="164783"/>
                </a:cubicBezTo>
                <a:lnTo>
                  <a:pt x="156556" y="169651"/>
                </a:lnTo>
                <a:lnTo>
                  <a:pt x="294405" y="169651"/>
                </a:lnTo>
                <a:lnTo>
                  <a:pt x="306705" y="125068"/>
                </a:lnTo>
                <a:lnTo>
                  <a:pt x="300300" y="125064"/>
                </a:lnTo>
                <a:close/>
                <a:moveTo>
                  <a:pt x="423287" y="152686"/>
                </a:moveTo>
                <a:cubicBezTo>
                  <a:pt x="418932" y="156268"/>
                  <a:pt x="415859" y="157550"/>
                  <a:pt x="412015" y="157550"/>
                </a:cubicBezTo>
                <a:cubicBezTo>
                  <a:pt x="406123" y="157550"/>
                  <a:pt x="404329" y="153965"/>
                  <a:pt x="404329" y="142701"/>
                </a:cubicBezTo>
                <a:lnTo>
                  <a:pt x="404329" y="92770"/>
                </a:lnTo>
                <a:cubicBezTo>
                  <a:pt x="404329" y="79453"/>
                  <a:pt x="403047" y="72029"/>
                  <a:pt x="399203" y="65883"/>
                </a:cubicBezTo>
                <a:cubicBezTo>
                  <a:pt x="393565" y="56668"/>
                  <a:pt x="382548" y="51796"/>
                  <a:pt x="367433" y="51796"/>
                </a:cubicBezTo>
                <a:cubicBezTo>
                  <a:pt x="343345" y="51796"/>
                  <a:pt x="324387" y="64346"/>
                  <a:pt x="324387" y="80478"/>
                </a:cubicBezTo>
                <a:cubicBezTo>
                  <a:pt x="324387" y="86370"/>
                  <a:pt x="329509" y="91488"/>
                  <a:pt x="335404" y="91488"/>
                </a:cubicBezTo>
                <a:cubicBezTo>
                  <a:pt x="341550" y="91488"/>
                  <a:pt x="346934" y="86370"/>
                  <a:pt x="346934" y="80736"/>
                </a:cubicBezTo>
                <a:cubicBezTo>
                  <a:pt x="346934" y="79711"/>
                  <a:pt x="346676" y="78429"/>
                  <a:pt x="346422" y="76638"/>
                </a:cubicBezTo>
                <a:cubicBezTo>
                  <a:pt x="345910" y="74336"/>
                  <a:pt x="345652" y="72287"/>
                  <a:pt x="345652" y="70492"/>
                </a:cubicBezTo>
                <a:cubicBezTo>
                  <a:pt x="345652" y="63580"/>
                  <a:pt x="353850" y="57946"/>
                  <a:pt x="364102" y="57946"/>
                </a:cubicBezTo>
                <a:cubicBezTo>
                  <a:pt x="376656" y="57946"/>
                  <a:pt x="383572" y="65371"/>
                  <a:pt x="383572" y="79199"/>
                </a:cubicBezTo>
                <a:lnTo>
                  <a:pt x="383572" y="94819"/>
                </a:lnTo>
                <a:cubicBezTo>
                  <a:pt x="344115" y="110692"/>
                  <a:pt x="339760" y="112741"/>
                  <a:pt x="328742" y="122472"/>
                </a:cubicBezTo>
                <a:cubicBezTo>
                  <a:pt x="323104" y="127594"/>
                  <a:pt x="319515" y="136297"/>
                  <a:pt x="319515" y="144746"/>
                </a:cubicBezTo>
                <a:cubicBezTo>
                  <a:pt x="319515" y="160881"/>
                  <a:pt x="330791" y="172153"/>
                  <a:pt x="346422" y="172153"/>
                </a:cubicBezTo>
                <a:cubicBezTo>
                  <a:pt x="357694" y="172153"/>
                  <a:pt x="368199" y="166773"/>
                  <a:pt x="383830" y="153449"/>
                </a:cubicBezTo>
                <a:cubicBezTo>
                  <a:pt x="385113" y="166773"/>
                  <a:pt x="389722" y="172153"/>
                  <a:pt x="400228" y="172153"/>
                </a:cubicBezTo>
                <a:cubicBezTo>
                  <a:pt x="408938" y="172153"/>
                  <a:pt x="414322" y="169080"/>
                  <a:pt x="423287" y="159345"/>
                </a:cubicBezTo>
                <a:lnTo>
                  <a:pt x="423287" y="152686"/>
                </a:lnTo>
                <a:moveTo>
                  <a:pt x="383572" y="138076"/>
                </a:moveTo>
                <a:cubicBezTo>
                  <a:pt x="383572" y="146020"/>
                  <a:pt x="382294" y="148327"/>
                  <a:pt x="376910" y="151400"/>
                </a:cubicBezTo>
                <a:cubicBezTo>
                  <a:pt x="370764" y="154989"/>
                  <a:pt x="363590" y="157292"/>
                  <a:pt x="358206" y="157292"/>
                </a:cubicBezTo>
                <a:cubicBezTo>
                  <a:pt x="349241" y="157292"/>
                  <a:pt x="342067" y="148581"/>
                  <a:pt x="342067" y="137564"/>
                </a:cubicBezTo>
                <a:lnTo>
                  <a:pt x="342067" y="136539"/>
                </a:lnTo>
                <a:cubicBezTo>
                  <a:pt x="342067" y="121420"/>
                  <a:pt x="352568" y="112197"/>
                  <a:pt x="383572" y="100922"/>
                </a:cubicBezTo>
                <a:lnTo>
                  <a:pt x="383572" y="138076"/>
                </a:lnTo>
                <a:close/>
                <a:moveTo>
                  <a:pt x="602392" y="0"/>
                </a:moveTo>
                <a:lnTo>
                  <a:pt x="549865" y="0"/>
                </a:lnTo>
                <a:lnTo>
                  <a:pt x="549865" y="4872"/>
                </a:lnTo>
                <a:cubicBezTo>
                  <a:pt x="563960" y="5638"/>
                  <a:pt x="568569" y="8457"/>
                  <a:pt x="568569" y="15631"/>
                </a:cubicBezTo>
                <a:cubicBezTo>
                  <a:pt x="568569" y="19728"/>
                  <a:pt x="566778" y="26645"/>
                  <a:pt x="563701" y="34331"/>
                </a:cubicBezTo>
                <a:lnTo>
                  <a:pt x="526035" y="128345"/>
                </a:lnTo>
                <a:lnTo>
                  <a:pt x="487345" y="41760"/>
                </a:lnTo>
                <a:cubicBezTo>
                  <a:pt x="478892" y="23060"/>
                  <a:pt x="476839" y="17168"/>
                  <a:pt x="476839" y="13324"/>
                </a:cubicBezTo>
                <a:cubicBezTo>
                  <a:pt x="476839" y="8457"/>
                  <a:pt x="480428" y="5896"/>
                  <a:pt x="488627" y="5384"/>
                </a:cubicBezTo>
                <a:cubicBezTo>
                  <a:pt x="489651" y="5384"/>
                  <a:pt x="492470" y="5126"/>
                  <a:pt x="496059" y="4872"/>
                </a:cubicBezTo>
                <a:lnTo>
                  <a:pt x="496059" y="0"/>
                </a:lnTo>
                <a:lnTo>
                  <a:pt x="427901" y="0"/>
                </a:lnTo>
                <a:lnTo>
                  <a:pt x="427901" y="4872"/>
                </a:lnTo>
                <a:cubicBezTo>
                  <a:pt x="440455" y="5384"/>
                  <a:pt x="444044" y="8969"/>
                  <a:pt x="455062" y="31767"/>
                </a:cubicBezTo>
                <a:lnTo>
                  <a:pt x="518095" y="172403"/>
                </a:lnTo>
                <a:lnTo>
                  <a:pt x="521938" y="172403"/>
                </a:lnTo>
                <a:lnTo>
                  <a:pt x="578820" y="28693"/>
                </a:lnTo>
                <a:cubicBezTo>
                  <a:pt x="587277" y="8457"/>
                  <a:pt x="590092" y="5638"/>
                  <a:pt x="602392" y="4872"/>
                </a:cubicBezTo>
                <a:lnTo>
                  <a:pt x="60239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6" name="Text A-ST">
            <a:extLst xmlns:a="http://schemas.openxmlformats.org/drawingml/2006/main">
              <a:ext uri="{FF2B5EF4-FFF2-40B4-BE49-F238E27FC236}">
                <a16:creationId xmlns:a16="http://schemas.microsoft.com/office/drawing/2014/main" id="{FE867953-4CC6-40D3-9C2B-CC845368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637" y="2693051"/>
            <a:ext cx="560879" cy="176739"/>
          </a:xfrm>
          <a:custGeom xmlns:a="http://schemas.openxmlformats.org/drawingml/2006/main">
            <a:pathLst>
              <a:path w="560879" h="176739">
                <a:moveTo>
                  <a:pt x="177052" y="168368"/>
                </a:moveTo>
                <a:cubicBezTo>
                  <a:pt x="165522" y="167602"/>
                  <a:pt x="162961" y="165041"/>
                  <a:pt x="153992" y="146095"/>
                </a:cubicBezTo>
                <a:lnTo>
                  <a:pt x="90190" y="583"/>
                </a:lnTo>
                <a:lnTo>
                  <a:pt x="85068" y="583"/>
                </a:lnTo>
                <a:lnTo>
                  <a:pt x="31770" y="126382"/>
                </a:lnTo>
                <a:cubicBezTo>
                  <a:pt x="15373" y="163763"/>
                  <a:pt x="12296" y="167856"/>
                  <a:pt x="0" y="168368"/>
                </a:cubicBezTo>
                <a:lnTo>
                  <a:pt x="0" y="173236"/>
                </a:lnTo>
                <a:lnTo>
                  <a:pt x="50733" y="173236"/>
                </a:lnTo>
                <a:lnTo>
                  <a:pt x="50733" y="168368"/>
                </a:lnTo>
                <a:cubicBezTo>
                  <a:pt x="38433" y="168368"/>
                  <a:pt x="33307" y="165041"/>
                  <a:pt x="33307" y="157875"/>
                </a:cubicBezTo>
                <a:cubicBezTo>
                  <a:pt x="33307" y="154802"/>
                  <a:pt x="34077" y="151216"/>
                  <a:pt x="35360" y="147889"/>
                </a:cubicBezTo>
                <a:lnTo>
                  <a:pt x="47143" y="117933"/>
                </a:lnTo>
                <a:lnTo>
                  <a:pt x="114277" y="117933"/>
                </a:lnTo>
                <a:lnTo>
                  <a:pt x="124783" y="142513"/>
                </a:lnTo>
                <a:cubicBezTo>
                  <a:pt x="127856" y="149426"/>
                  <a:pt x="129650" y="156080"/>
                  <a:pt x="129650" y="159665"/>
                </a:cubicBezTo>
                <a:cubicBezTo>
                  <a:pt x="129650" y="166066"/>
                  <a:pt x="125295" y="168114"/>
                  <a:pt x="111713" y="168368"/>
                </a:cubicBezTo>
                <a:lnTo>
                  <a:pt x="111713" y="173236"/>
                </a:lnTo>
                <a:lnTo>
                  <a:pt x="177052" y="173236"/>
                </a:lnTo>
                <a:lnTo>
                  <a:pt x="177052" y="168368"/>
                </a:lnTo>
                <a:moveTo>
                  <a:pt x="51499" y="107427"/>
                </a:moveTo>
                <a:lnTo>
                  <a:pt x="80966" y="36966"/>
                </a:lnTo>
                <a:lnTo>
                  <a:pt x="110688" y="107427"/>
                </a:lnTo>
                <a:lnTo>
                  <a:pt x="51499" y="107427"/>
                </a:lnTo>
                <a:close/>
                <a:moveTo>
                  <a:pt x="191143" y="107427"/>
                </a:moveTo>
                <a:lnTo>
                  <a:pt x="191143" y="123571"/>
                </a:lnTo>
                <a:lnTo>
                  <a:pt x="254176" y="123571"/>
                </a:lnTo>
                <a:lnTo>
                  <a:pt x="254176" y="107427"/>
                </a:lnTo>
                <a:lnTo>
                  <a:pt x="191143" y="107427"/>
                </a:lnTo>
                <a:close/>
                <a:moveTo>
                  <a:pt x="381009" y="0"/>
                </a:moveTo>
                <a:lnTo>
                  <a:pt x="375630" y="0"/>
                </a:lnTo>
                <a:cubicBezTo>
                  <a:pt x="374605" y="5892"/>
                  <a:pt x="371786" y="8711"/>
                  <a:pt x="367431" y="8711"/>
                </a:cubicBezTo>
                <a:cubicBezTo>
                  <a:pt x="364866" y="8711"/>
                  <a:pt x="360511" y="7687"/>
                  <a:pt x="356155" y="5638"/>
                </a:cubicBezTo>
                <a:cubicBezTo>
                  <a:pt x="346674" y="2135"/>
                  <a:pt x="337193" y="82"/>
                  <a:pt x="328994" y="82"/>
                </a:cubicBezTo>
                <a:cubicBezTo>
                  <a:pt x="317977" y="82"/>
                  <a:pt x="306705" y="4441"/>
                  <a:pt x="298248" y="11870"/>
                </a:cubicBezTo>
                <a:cubicBezTo>
                  <a:pt x="289279" y="19807"/>
                  <a:pt x="284670" y="30558"/>
                  <a:pt x="284670" y="43871"/>
                </a:cubicBezTo>
                <a:cubicBezTo>
                  <a:pt x="284670" y="64350"/>
                  <a:pt x="295942" y="78683"/>
                  <a:pt x="324639" y="93790"/>
                </a:cubicBezTo>
                <a:cubicBezTo>
                  <a:pt x="343089" y="103518"/>
                  <a:pt x="356413" y="114011"/>
                  <a:pt x="362817" y="123743"/>
                </a:cubicBezTo>
                <a:cubicBezTo>
                  <a:pt x="365124" y="127070"/>
                  <a:pt x="366407" y="132446"/>
                  <a:pt x="366407" y="138588"/>
                </a:cubicBezTo>
                <a:cubicBezTo>
                  <a:pt x="366407" y="155740"/>
                  <a:pt x="353594" y="167516"/>
                  <a:pt x="334890" y="167516"/>
                </a:cubicBezTo>
                <a:cubicBezTo>
                  <a:pt x="312085" y="167516"/>
                  <a:pt x="295942" y="153437"/>
                  <a:pt x="283129" y="122206"/>
                </a:cubicBezTo>
                <a:lnTo>
                  <a:pt x="277238" y="122206"/>
                </a:lnTo>
                <a:lnTo>
                  <a:pt x="284924" y="176485"/>
                </a:lnTo>
                <a:lnTo>
                  <a:pt x="290562" y="176485"/>
                </a:lnTo>
                <a:cubicBezTo>
                  <a:pt x="290816" y="171699"/>
                  <a:pt x="293893" y="168114"/>
                  <a:pt x="297736" y="168114"/>
                </a:cubicBezTo>
                <a:cubicBezTo>
                  <a:pt x="300555" y="168114"/>
                  <a:pt x="304911" y="169139"/>
                  <a:pt x="309778" y="170933"/>
                </a:cubicBezTo>
                <a:cubicBezTo>
                  <a:pt x="319513" y="174690"/>
                  <a:pt x="329765" y="176739"/>
                  <a:pt x="340012" y="176739"/>
                </a:cubicBezTo>
                <a:cubicBezTo>
                  <a:pt x="369480" y="176739"/>
                  <a:pt x="392285" y="156510"/>
                  <a:pt x="392285" y="130139"/>
                </a:cubicBezTo>
                <a:cubicBezTo>
                  <a:pt x="392285" y="109148"/>
                  <a:pt x="378191" y="92508"/>
                  <a:pt x="344367" y="74332"/>
                </a:cubicBezTo>
                <a:cubicBezTo>
                  <a:pt x="317465" y="59486"/>
                  <a:pt x="306705" y="48223"/>
                  <a:pt x="306705" y="34398"/>
                </a:cubicBezTo>
                <a:cubicBezTo>
                  <a:pt x="306705" y="20319"/>
                  <a:pt x="317465" y="10588"/>
                  <a:pt x="333350" y="10588"/>
                </a:cubicBezTo>
                <a:cubicBezTo>
                  <a:pt x="344884" y="10588"/>
                  <a:pt x="355643" y="15455"/>
                  <a:pt x="364612" y="24670"/>
                </a:cubicBezTo>
                <a:cubicBezTo>
                  <a:pt x="372553" y="32861"/>
                  <a:pt x="376142" y="39516"/>
                  <a:pt x="380243" y="54623"/>
                </a:cubicBezTo>
                <a:lnTo>
                  <a:pt x="386647" y="54623"/>
                </a:lnTo>
                <a:lnTo>
                  <a:pt x="381009" y="0"/>
                </a:lnTo>
                <a:close/>
                <a:moveTo>
                  <a:pt x="474021" y="14349"/>
                </a:moveTo>
                <a:lnTo>
                  <a:pt x="474021" y="142486"/>
                </a:lnTo>
                <a:cubicBezTo>
                  <a:pt x="474021" y="164271"/>
                  <a:pt x="471202" y="167090"/>
                  <a:pt x="449933" y="168368"/>
                </a:cubicBezTo>
                <a:lnTo>
                  <a:pt x="449933" y="173236"/>
                </a:lnTo>
                <a:lnTo>
                  <a:pt x="524754" y="173236"/>
                </a:lnTo>
                <a:lnTo>
                  <a:pt x="524754" y="168368"/>
                </a:lnTo>
                <a:cubicBezTo>
                  <a:pt x="503743" y="167344"/>
                  <a:pt x="500154" y="164013"/>
                  <a:pt x="500154" y="145305"/>
                </a:cubicBezTo>
                <a:lnTo>
                  <a:pt x="500154" y="14349"/>
                </a:lnTo>
                <a:lnTo>
                  <a:pt x="513990" y="14349"/>
                </a:lnTo>
                <a:cubicBezTo>
                  <a:pt x="543200" y="14349"/>
                  <a:pt x="548838" y="18962"/>
                  <a:pt x="554733" y="47151"/>
                </a:cubicBezTo>
                <a:lnTo>
                  <a:pt x="560879" y="47151"/>
                </a:lnTo>
                <a:lnTo>
                  <a:pt x="559343" y="3585"/>
                </a:lnTo>
                <a:lnTo>
                  <a:pt x="414832" y="3585"/>
                </a:lnTo>
                <a:lnTo>
                  <a:pt x="413295" y="47151"/>
                </a:lnTo>
                <a:lnTo>
                  <a:pt x="419441" y="47151"/>
                </a:lnTo>
                <a:cubicBezTo>
                  <a:pt x="425591" y="19216"/>
                  <a:pt x="431487" y="14349"/>
                  <a:pt x="460185" y="14349"/>
                </a:cubicBezTo>
                <a:lnTo>
                  <a:pt x="474021" y="143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7" name="Text ✓">
            <a:extLst xmlns:a="http://schemas.openxmlformats.org/drawingml/2006/main">
              <a:ext uri="{FF2B5EF4-FFF2-40B4-BE49-F238E27FC236}">
                <a16:creationId xmlns:a16="http://schemas.microsoft.com/office/drawing/2014/main" id="{1E333C13-4B56-45A2-A078-CD171E93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3009" y="2708000"/>
            <a:ext cx="176028" cy="184484"/>
          </a:xfrm>
          <a:custGeom xmlns:a="http://schemas.openxmlformats.org/drawingml/2006/main">
            <a:pathLst>
              <a:path w="176028" h="184484">
                <a:moveTo>
                  <a:pt x="176028" y="258"/>
                </a:moveTo>
                <a:cubicBezTo>
                  <a:pt x="161679" y="0"/>
                  <a:pt x="144511" y="5126"/>
                  <a:pt x="134006" y="12554"/>
                </a:cubicBezTo>
                <a:cubicBezTo>
                  <a:pt x="114277" y="32287"/>
                  <a:pt x="77123" y="84043"/>
                  <a:pt x="50475" y="129138"/>
                </a:cubicBezTo>
                <a:cubicBezTo>
                  <a:pt x="47143" y="135034"/>
                  <a:pt x="45607" y="136825"/>
                  <a:pt x="44070" y="136825"/>
                </a:cubicBezTo>
                <a:cubicBezTo>
                  <a:pt x="42534" y="136825"/>
                  <a:pt x="40739" y="134776"/>
                  <a:pt x="38945" y="130421"/>
                </a:cubicBezTo>
                <a:lnTo>
                  <a:pt x="31516" y="112229"/>
                </a:lnTo>
                <a:cubicBezTo>
                  <a:pt x="29976" y="108385"/>
                  <a:pt x="28697" y="107103"/>
                  <a:pt x="25620" y="107103"/>
                </a:cubicBezTo>
                <a:cubicBezTo>
                  <a:pt x="19987" y="107103"/>
                  <a:pt x="11784" y="110692"/>
                  <a:pt x="4610" y="116072"/>
                </a:cubicBezTo>
                <a:cubicBezTo>
                  <a:pt x="1278" y="118633"/>
                  <a:pt x="0" y="120940"/>
                  <a:pt x="0" y="124271"/>
                </a:cubicBezTo>
                <a:cubicBezTo>
                  <a:pt x="0" y="134776"/>
                  <a:pt x="8711" y="161167"/>
                  <a:pt x="18446" y="179875"/>
                </a:cubicBezTo>
                <a:cubicBezTo>
                  <a:pt x="20499" y="183972"/>
                  <a:pt x="22035" y="184484"/>
                  <a:pt x="32541" y="184484"/>
                </a:cubicBezTo>
                <a:cubicBezTo>
                  <a:pt x="45353" y="184484"/>
                  <a:pt x="48426" y="183460"/>
                  <a:pt x="51245" y="178334"/>
                </a:cubicBezTo>
                <a:cubicBezTo>
                  <a:pt x="78918" y="126835"/>
                  <a:pt x="137849" y="44841"/>
                  <a:pt x="176028" y="4355"/>
                </a:cubicBezTo>
                <a:lnTo>
                  <a:pt x="176028" y="258"/>
                </a:lnTo>
                <a:close/>
              </a:path>
            </a:pathLst>
          </a:custGeom>
          <a:solidFill xmlns:a="http://schemas.openxmlformats.org/drawingml/2006/main">
            <a:srgbClr val="006B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8" name="Text ✗">
            <a:extLst xmlns:a="http://schemas.openxmlformats.org/drawingml/2006/main">
              <a:ext uri="{FF2B5EF4-FFF2-40B4-BE49-F238E27FC236}">
                <a16:creationId xmlns:a16="http://schemas.microsoft.com/office/drawing/2014/main" id="{907951C8-A265-4232-9046-CEB08F75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6837" y="2719757"/>
            <a:ext cx="146818" cy="186787"/>
          </a:xfrm>
          <a:custGeom xmlns:a="http://schemas.openxmlformats.org/drawingml/2006/main">
            <a:pathLst>
              <a:path w="146818" h="186787">
                <a:moveTo>
                  <a:pt x="96085" y="75075"/>
                </a:moveTo>
                <a:cubicBezTo>
                  <a:pt x="108127" y="58419"/>
                  <a:pt x="132469" y="26645"/>
                  <a:pt x="137083" y="21523"/>
                </a:cubicBezTo>
                <a:cubicBezTo>
                  <a:pt x="139389" y="18704"/>
                  <a:pt x="141438" y="16139"/>
                  <a:pt x="143745" y="13578"/>
                </a:cubicBezTo>
                <a:cubicBezTo>
                  <a:pt x="144769" y="12296"/>
                  <a:pt x="145794" y="11272"/>
                  <a:pt x="146052" y="10760"/>
                </a:cubicBezTo>
                <a:cubicBezTo>
                  <a:pt x="146564" y="10505"/>
                  <a:pt x="146818" y="9993"/>
                  <a:pt x="146818" y="9735"/>
                </a:cubicBezTo>
                <a:cubicBezTo>
                  <a:pt x="146818" y="9477"/>
                  <a:pt x="145281" y="6916"/>
                  <a:pt x="144769" y="6404"/>
                </a:cubicBezTo>
                <a:lnTo>
                  <a:pt x="142463" y="3843"/>
                </a:lnTo>
                <a:cubicBezTo>
                  <a:pt x="142463" y="3585"/>
                  <a:pt x="141950" y="2819"/>
                  <a:pt x="141438" y="2049"/>
                </a:cubicBezTo>
                <a:cubicBezTo>
                  <a:pt x="140414" y="512"/>
                  <a:pt x="140156" y="0"/>
                  <a:pt x="139902" y="0"/>
                </a:cubicBezTo>
                <a:lnTo>
                  <a:pt x="139644" y="0"/>
                </a:lnTo>
                <a:cubicBezTo>
                  <a:pt x="139389" y="0"/>
                  <a:pt x="138877" y="512"/>
                  <a:pt x="138619" y="766"/>
                </a:cubicBezTo>
                <a:cubicBezTo>
                  <a:pt x="137595" y="1791"/>
                  <a:pt x="136825" y="2561"/>
                  <a:pt x="136058" y="3585"/>
                </a:cubicBezTo>
                <a:cubicBezTo>
                  <a:pt x="135800" y="3843"/>
                  <a:pt x="135288" y="4355"/>
                  <a:pt x="134264" y="5122"/>
                </a:cubicBezTo>
                <a:cubicBezTo>
                  <a:pt x="130933" y="2561"/>
                  <a:pt x="126577" y="0"/>
                  <a:pt x="125295" y="0"/>
                </a:cubicBezTo>
                <a:cubicBezTo>
                  <a:pt x="124271" y="0"/>
                  <a:pt x="123758" y="512"/>
                  <a:pt x="114790" y="10505"/>
                </a:cubicBezTo>
                <a:cubicBezTo>
                  <a:pt x="95827" y="32541"/>
                  <a:pt x="86350" y="43812"/>
                  <a:pt x="81737" y="49450"/>
                </a:cubicBezTo>
                <a:cubicBezTo>
                  <a:pt x="80454" y="46377"/>
                  <a:pt x="80454" y="46377"/>
                  <a:pt x="78406" y="42534"/>
                </a:cubicBezTo>
                <a:cubicBezTo>
                  <a:pt x="73538" y="33565"/>
                  <a:pt x="69949" y="26391"/>
                  <a:pt x="67130" y="20753"/>
                </a:cubicBezTo>
                <a:cubicBezTo>
                  <a:pt x="59956" y="6150"/>
                  <a:pt x="59956" y="6150"/>
                  <a:pt x="57907" y="6150"/>
                </a:cubicBezTo>
                <a:cubicBezTo>
                  <a:pt x="57141" y="6150"/>
                  <a:pt x="56112" y="6662"/>
                  <a:pt x="55858" y="6916"/>
                </a:cubicBezTo>
                <a:cubicBezTo>
                  <a:pt x="55346" y="7687"/>
                  <a:pt x="54834" y="8453"/>
                  <a:pt x="54322" y="8965"/>
                </a:cubicBezTo>
                <a:lnTo>
                  <a:pt x="52527" y="10760"/>
                </a:lnTo>
                <a:cubicBezTo>
                  <a:pt x="51503" y="10505"/>
                  <a:pt x="50991" y="10505"/>
                  <a:pt x="50478" y="10505"/>
                </a:cubicBezTo>
                <a:cubicBezTo>
                  <a:pt x="49966" y="10505"/>
                  <a:pt x="49450" y="10505"/>
                  <a:pt x="48426" y="10760"/>
                </a:cubicBezTo>
                <a:cubicBezTo>
                  <a:pt x="46635" y="9477"/>
                  <a:pt x="45607" y="8965"/>
                  <a:pt x="44583" y="8965"/>
                </a:cubicBezTo>
                <a:cubicBezTo>
                  <a:pt x="42022" y="8965"/>
                  <a:pt x="37408" y="14603"/>
                  <a:pt x="37408" y="17680"/>
                </a:cubicBezTo>
                <a:cubicBezTo>
                  <a:pt x="37408" y="17934"/>
                  <a:pt x="38178" y="19983"/>
                  <a:pt x="39203" y="22547"/>
                </a:cubicBezTo>
                <a:lnTo>
                  <a:pt x="47401" y="46377"/>
                </a:lnTo>
                <a:cubicBezTo>
                  <a:pt x="50478" y="54576"/>
                  <a:pt x="53293" y="62516"/>
                  <a:pt x="56370" y="70461"/>
                </a:cubicBezTo>
                <a:cubicBezTo>
                  <a:pt x="56625" y="71485"/>
                  <a:pt x="57653" y="74050"/>
                  <a:pt x="58931" y="77893"/>
                </a:cubicBezTo>
                <a:cubicBezTo>
                  <a:pt x="27415" y="116326"/>
                  <a:pt x="17934" y="128626"/>
                  <a:pt x="13324" y="136825"/>
                </a:cubicBezTo>
                <a:cubicBezTo>
                  <a:pt x="8457" y="145536"/>
                  <a:pt x="5126" y="151431"/>
                  <a:pt x="4101" y="152710"/>
                </a:cubicBezTo>
                <a:cubicBezTo>
                  <a:pt x="1537" y="156041"/>
                  <a:pt x="0" y="158606"/>
                  <a:pt x="0" y="160142"/>
                </a:cubicBezTo>
                <a:cubicBezTo>
                  <a:pt x="0" y="160396"/>
                  <a:pt x="770" y="162191"/>
                  <a:pt x="1795" y="164752"/>
                </a:cubicBezTo>
                <a:cubicBezTo>
                  <a:pt x="2049" y="165522"/>
                  <a:pt x="2307" y="166292"/>
                  <a:pt x="2307" y="166546"/>
                </a:cubicBezTo>
                <a:cubicBezTo>
                  <a:pt x="2307" y="167059"/>
                  <a:pt x="1795" y="168853"/>
                  <a:pt x="1024" y="171414"/>
                </a:cubicBezTo>
                <a:cubicBezTo>
                  <a:pt x="770" y="172184"/>
                  <a:pt x="512" y="172696"/>
                  <a:pt x="512" y="173209"/>
                </a:cubicBezTo>
                <a:cubicBezTo>
                  <a:pt x="512" y="175257"/>
                  <a:pt x="512" y="175257"/>
                  <a:pt x="6150" y="184226"/>
                </a:cubicBezTo>
                <a:cubicBezTo>
                  <a:pt x="7432" y="186533"/>
                  <a:pt x="7945" y="186787"/>
                  <a:pt x="9993" y="186787"/>
                </a:cubicBezTo>
                <a:cubicBezTo>
                  <a:pt x="14607" y="186787"/>
                  <a:pt x="20753" y="185509"/>
                  <a:pt x="23318" y="183714"/>
                </a:cubicBezTo>
                <a:cubicBezTo>
                  <a:pt x="35360" y="162961"/>
                  <a:pt x="55858" y="130933"/>
                  <a:pt x="74050" y="105050"/>
                </a:cubicBezTo>
                <a:cubicBezTo>
                  <a:pt x="82507" y="119657"/>
                  <a:pt x="82507" y="119657"/>
                  <a:pt x="99675" y="145023"/>
                </a:cubicBezTo>
                <a:cubicBezTo>
                  <a:pt x="104542" y="151944"/>
                  <a:pt x="105821" y="153480"/>
                  <a:pt x="107873" y="153480"/>
                </a:cubicBezTo>
                <a:cubicBezTo>
                  <a:pt x="110946" y="153480"/>
                  <a:pt x="116072" y="149379"/>
                  <a:pt x="116072" y="147072"/>
                </a:cubicBezTo>
                <a:cubicBezTo>
                  <a:pt x="116072" y="146560"/>
                  <a:pt x="115814" y="145794"/>
                  <a:pt x="115302" y="144769"/>
                </a:cubicBezTo>
                <a:cubicBezTo>
                  <a:pt x="115048" y="144511"/>
                  <a:pt x="115048" y="143999"/>
                  <a:pt x="115048" y="143741"/>
                </a:cubicBezTo>
                <a:cubicBezTo>
                  <a:pt x="115048" y="143229"/>
                  <a:pt x="115814" y="142463"/>
                  <a:pt x="117608" y="141180"/>
                </a:cubicBezTo>
                <a:lnTo>
                  <a:pt x="120169" y="139131"/>
                </a:lnTo>
                <a:lnTo>
                  <a:pt x="120169" y="137337"/>
                </a:lnTo>
                <a:cubicBezTo>
                  <a:pt x="122222" y="136313"/>
                  <a:pt x="122988" y="135542"/>
                  <a:pt x="123758" y="133752"/>
                </a:cubicBezTo>
                <a:lnTo>
                  <a:pt x="122988" y="131187"/>
                </a:lnTo>
                <a:cubicBezTo>
                  <a:pt x="121964" y="129138"/>
                  <a:pt x="121964" y="128880"/>
                  <a:pt x="118633" y="121964"/>
                </a:cubicBezTo>
                <a:cubicBezTo>
                  <a:pt x="114023" y="111971"/>
                  <a:pt x="109410" y="101977"/>
                  <a:pt x="102490" y="87887"/>
                </a:cubicBezTo>
                <a:lnTo>
                  <a:pt x="96085" y="7507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3E9FB7-0F04-4BC8-8B68-4979FD39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0731" y="3055265"/>
            <a:ext cx="3642952" cy="10"/>
          </a:xfrm>
          <a:custGeom xmlns:a="http://schemas.openxmlformats.org/drawingml/2006/main">
            <a:pathLst>
              <a:path w="3642952" h="1" fill="none">
                <a:moveTo>
                  <a:pt x="0" y="0"/>
                </a:moveTo>
                <a:lnTo>
                  <a:pt x="364295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574" cap="flat">
            <a:solidFill>
              <a:srgbClr val="000000"/>
            </a:solidFill>
            <a:miter/>
          </a:ln>
        </p:spPr>
      </p:sp>
      <p:sp>
        <p:nvSpPr>
          <p:cNvPr id="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D6E787-D167-48AC-9312-7C465C1A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0731" y="3162797"/>
            <a:ext cx="603650" cy="244813"/>
          </a:xfrm>
          <a:custGeom xmlns:a="http://schemas.openxmlformats.org/drawingml/2006/main">
            <a:pathLst>
              <a:path w="603650" h="244813">
                <a:moveTo>
                  <a:pt x="0" y="220512"/>
                </a:moveTo>
                <a:lnTo>
                  <a:pt x="0" y="24301"/>
                </a:lnTo>
                <a:cubicBezTo>
                  <a:pt x="0" y="10880"/>
                  <a:pt x="10880" y="0"/>
                  <a:pt x="24301" y="0"/>
                </a:cubicBezTo>
                <a:lnTo>
                  <a:pt x="579348" y="0"/>
                </a:lnTo>
                <a:cubicBezTo>
                  <a:pt x="592769" y="0"/>
                  <a:pt x="603650" y="10880"/>
                  <a:pt x="603650" y="24301"/>
                </a:cubicBezTo>
                <a:lnTo>
                  <a:pt x="603650" y="220512"/>
                </a:lnTo>
                <a:cubicBezTo>
                  <a:pt x="603650" y="233934"/>
                  <a:pt x="592769" y="244813"/>
                  <a:pt x="579348" y="244813"/>
                </a:cubicBezTo>
                <a:lnTo>
                  <a:pt x="24301" y="244813"/>
                </a:lnTo>
                <a:cubicBezTo>
                  <a:pt x="10880" y="244813"/>
                  <a:pt x="0" y="233934"/>
                  <a:pt x="0" y="220512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420FC1-5887-48D4-AAEB-DFCEA5FA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5032" y="3187098"/>
            <a:ext cx="555047" cy="196211"/>
          </a:xfrm>
          <a:custGeom xmlns:a="http://schemas.openxmlformats.org/drawingml/2006/main">
            <a:pathLst>
              <a:path w="555047" h="196211">
                <a:moveTo>
                  <a:pt x="0" y="196211"/>
                </a:moveTo>
                <a:lnTo>
                  <a:pt x="0" y="0"/>
                </a:lnTo>
                <a:lnTo>
                  <a:pt x="555047" y="0"/>
                </a:lnTo>
                <a:lnTo>
                  <a:pt x="555047" y="196211"/>
                </a:lnTo>
                <a:lnTo>
                  <a:pt x="0" y="196211"/>
                </a:lnTo>
                <a:close/>
              </a:path>
            </a:pathLst>
          </a:custGeom>
          <a:solidFill xmlns:a="http://schemas.openxmlformats.org/drawingml/2006/main">
            <a:srgbClr val="EBEB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2" name="Text Ours">
            <a:extLst xmlns:a="http://schemas.openxmlformats.org/drawingml/2006/main">
              <a:ext uri="{FF2B5EF4-FFF2-40B4-BE49-F238E27FC236}">
                <a16:creationId xmlns:a16="http://schemas.microsoft.com/office/drawing/2014/main" id="{EF3EB0BC-F8D8-44D5-B56F-6857B994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222" y="3197650"/>
            <a:ext cx="478889" cy="176657"/>
          </a:xfrm>
          <a:custGeom xmlns:a="http://schemas.openxmlformats.org/drawingml/2006/main">
            <a:pathLst>
              <a:path w="478889" h="176657">
                <a:moveTo>
                  <a:pt x="83785" y="0"/>
                </a:moveTo>
                <a:cubicBezTo>
                  <a:pt x="34847" y="0"/>
                  <a:pt x="0" y="36877"/>
                  <a:pt x="0" y="88332"/>
                </a:cubicBezTo>
                <a:cubicBezTo>
                  <a:pt x="0" y="112397"/>
                  <a:pt x="8199" y="135691"/>
                  <a:pt x="22035" y="150540"/>
                </a:cubicBezTo>
                <a:cubicBezTo>
                  <a:pt x="36896" y="166668"/>
                  <a:pt x="59701" y="176657"/>
                  <a:pt x="82249" y="176657"/>
                </a:cubicBezTo>
                <a:cubicBezTo>
                  <a:pt x="132723" y="176657"/>
                  <a:pt x="167571" y="140813"/>
                  <a:pt x="167571" y="89357"/>
                </a:cubicBezTo>
                <a:cubicBezTo>
                  <a:pt x="167571" y="64010"/>
                  <a:pt x="160142" y="42252"/>
                  <a:pt x="146048" y="26891"/>
                </a:cubicBezTo>
                <a:cubicBezTo>
                  <a:pt x="129908" y="9227"/>
                  <a:pt x="108385" y="0"/>
                  <a:pt x="83785" y="0"/>
                </a:cubicBezTo>
                <a:moveTo>
                  <a:pt x="83785" y="9227"/>
                </a:moveTo>
                <a:cubicBezTo>
                  <a:pt x="95573" y="9227"/>
                  <a:pt x="107357" y="13837"/>
                  <a:pt x="116584" y="22027"/>
                </a:cubicBezTo>
                <a:cubicBezTo>
                  <a:pt x="130421" y="34570"/>
                  <a:pt x="138361" y="58634"/>
                  <a:pt x="138361" y="89099"/>
                </a:cubicBezTo>
                <a:cubicBezTo>
                  <a:pt x="138361" y="104202"/>
                  <a:pt x="135030" y="121866"/>
                  <a:pt x="129908" y="135179"/>
                </a:cubicBezTo>
                <a:cubicBezTo>
                  <a:pt x="127602" y="141579"/>
                  <a:pt x="123246" y="147979"/>
                  <a:pt x="117350" y="153867"/>
                </a:cubicBezTo>
                <a:cubicBezTo>
                  <a:pt x="108385" y="162828"/>
                  <a:pt x="96852" y="167434"/>
                  <a:pt x="83273" y="167434"/>
                </a:cubicBezTo>
                <a:cubicBezTo>
                  <a:pt x="71485" y="167434"/>
                  <a:pt x="59956" y="162828"/>
                  <a:pt x="50987" y="154892"/>
                </a:cubicBezTo>
                <a:cubicBezTo>
                  <a:pt x="37666" y="143115"/>
                  <a:pt x="29210" y="117260"/>
                  <a:pt x="29210" y="88845"/>
                </a:cubicBezTo>
                <a:cubicBezTo>
                  <a:pt x="29210" y="62732"/>
                  <a:pt x="36384" y="37901"/>
                  <a:pt x="47143" y="25867"/>
                </a:cubicBezTo>
                <a:cubicBezTo>
                  <a:pt x="57137" y="14861"/>
                  <a:pt x="69695" y="9227"/>
                  <a:pt x="83785" y="9227"/>
                </a:cubicBezTo>
                <a:close/>
                <a:moveTo>
                  <a:pt x="299016" y="160295"/>
                </a:moveTo>
                <a:lnTo>
                  <a:pt x="297738" y="160295"/>
                </a:lnTo>
                <a:cubicBezTo>
                  <a:pt x="285950" y="160295"/>
                  <a:pt x="283131" y="157476"/>
                  <a:pt x="283131" y="145688"/>
                </a:cubicBezTo>
                <a:lnTo>
                  <a:pt x="283131" y="57801"/>
                </a:lnTo>
                <a:lnTo>
                  <a:pt x="242646" y="57801"/>
                </a:lnTo>
                <a:lnTo>
                  <a:pt x="242646" y="62161"/>
                </a:lnTo>
                <a:cubicBezTo>
                  <a:pt x="258535" y="62927"/>
                  <a:pt x="261608" y="65492"/>
                  <a:pt x="261608" y="78300"/>
                </a:cubicBezTo>
                <a:lnTo>
                  <a:pt x="261608" y="138506"/>
                </a:lnTo>
                <a:cubicBezTo>
                  <a:pt x="261608" y="145680"/>
                  <a:pt x="260326" y="149269"/>
                  <a:pt x="256741" y="152084"/>
                </a:cubicBezTo>
                <a:cubicBezTo>
                  <a:pt x="249820" y="157722"/>
                  <a:pt x="241880" y="160795"/>
                  <a:pt x="234193" y="160795"/>
                </a:cubicBezTo>
                <a:cubicBezTo>
                  <a:pt x="224200" y="160795"/>
                  <a:pt x="216001" y="152084"/>
                  <a:pt x="216001" y="141325"/>
                </a:cubicBezTo>
                <a:lnTo>
                  <a:pt x="216001" y="57801"/>
                </a:lnTo>
                <a:lnTo>
                  <a:pt x="178589" y="57801"/>
                </a:lnTo>
                <a:lnTo>
                  <a:pt x="178589" y="61390"/>
                </a:lnTo>
                <a:cubicBezTo>
                  <a:pt x="190889" y="62161"/>
                  <a:pt x="194478" y="66004"/>
                  <a:pt x="194478" y="77788"/>
                </a:cubicBezTo>
                <a:lnTo>
                  <a:pt x="194478" y="142349"/>
                </a:lnTo>
                <a:cubicBezTo>
                  <a:pt x="194478" y="162590"/>
                  <a:pt x="206774" y="175656"/>
                  <a:pt x="225478" y="175656"/>
                </a:cubicBezTo>
                <a:cubicBezTo>
                  <a:pt x="234959" y="175656"/>
                  <a:pt x="244953" y="171559"/>
                  <a:pt x="251873" y="164638"/>
                </a:cubicBezTo>
                <a:lnTo>
                  <a:pt x="262891" y="153625"/>
                </a:lnTo>
                <a:lnTo>
                  <a:pt x="262891" y="174890"/>
                </a:lnTo>
                <a:lnTo>
                  <a:pt x="263915" y="175406"/>
                </a:lnTo>
                <a:cubicBezTo>
                  <a:pt x="276727" y="170284"/>
                  <a:pt x="285950" y="167465"/>
                  <a:pt x="299016" y="163876"/>
                </a:cubicBezTo>
                <a:lnTo>
                  <a:pt x="299016" y="160295"/>
                </a:lnTo>
                <a:close/>
                <a:moveTo>
                  <a:pt x="306191" y="73237"/>
                </a:moveTo>
                <a:cubicBezTo>
                  <a:pt x="309780" y="72467"/>
                  <a:pt x="312087" y="72209"/>
                  <a:pt x="315160" y="72209"/>
                </a:cubicBezTo>
                <a:cubicBezTo>
                  <a:pt x="321564" y="72209"/>
                  <a:pt x="323871" y="76310"/>
                  <a:pt x="323871" y="87582"/>
                </a:cubicBezTo>
                <a:lnTo>
                  <a:pt x="323871" y="151635"/>
                </a:lnTo>
                <a:cubicBezTo>
                  <a:pt x="323871" y="164443"/>
                  <a:pt x="322076" y="166238"/>
                  <a:pt x="305679" y="169311"/>
                </a:cubicBezTo>
                <a:lnTo>
                  <a:pt x="305679" y="173154"/>
                </a:lnTo>
                <a:lnTo>
                  <a:pt x="367175" y="173154"/>
                </a:lnTo>
                <a:lnTo>
                  <a:pt x="367175" y="169311"/>
                </a:lnTo>
                <a:cubicBezTo>
                  <a:pt x="349749" y="168544"/>
                  <a:pt x="345394" y="164701"/>
                  <a:pt x="345394" y="150098"/>
                </a:cubicBezTo>
                <a:lnTo>
                  <a:pt x="345394" y="92449"/>
                </a:lnTo>
                <a:cubicBezTo>
                  <a:pt x="345394" y="84251"/>
                  <a:pt x="356411" y="71442"/>
                  <a:pt x="363332" y="71442"/>
                </a:cubicBezTo>
                <a:cubicBezTo>
                  <a:pt x="364868" y="71442"/>
                  <a:pt x="367175" y="72725"/>
                  <a:pt x="369994" y="75286"/>
                </a:cubicBezTo>
                <a:cubicBezTo>
                  <a:pt x="374091" y="78871"/>
                  <a:pt x="376910" y="80407"/>
                  <a:pt x="380241" y="80407"/>
                </a:cubicBezTo>
                <a:cubicBezTo>
                  <a:pt x="386391" y="80407"/>
                  <a:pt x="390234" y="76052"/>
                  <a:pt x="390234" y="68882"/>
                </a:cubicBezTo>
                <a:cubicBezTo>
                  <a:pt x="390234" y="60425"/>
                  <a:pt x="384855" y="55299"/>
                  <a:pt x="376144" y="55299"/>
                </a:cubicBezTo>
                <a:cubicBezTo>
                  <a:pt x="365380" y="55299"/>
                  <a:pt x="357952" y="61195"/>
                  <a:pt x="345394" y="79383"/>
                </a:cubicBezTo>
                <a:lnTo>
                  <a:pt x="345394" y="55815"/>
                </a:lnTo>
                <a:lnTo>
                  <a:pt x="344115" y="55299"/>
                </a:lnTo>
                <a:cubicBezTo>
                  <a:pt x="330533" y="60937"/>
                  <a:pt x="321310" y="64268"/>
                  <a:pt x="306191" y="69136"/>
                </a:cubicBezTo>
                <a:lnTo>
                  <a:pt x="306191" y="73237"/>
                </a:lnTo>
                <a:close/>
                <a:moveTo>
                  <a:pt x="470432" y="92649"/>
                </a:moveTo>
                <a:lnTo>
                  <a:pt x="469408" y="57801"/>
                </a:lnTo>
                <a:lnTo>
                  <a:pt x="466589" y="57801"/>
                </a:lnTo>
                <a:lnTo>
                  <a:pt x="466077" y="58317"/>
                </a:lnTo>
                <a:cubicBezTo>
                  <a:pt x="463770" y="60108"/>
                  <a:pt x="463516" y="60366"/>
                  <a:pt x="462491" y="60366"/>
                </a:cubicBezTo>
                <a:cubicBezTo>
                  <a:pt x="460955" y="60366"/>
                  <a:pt x="458390" y="59854"/>
                  <a:pt x="455571" y="58572"/>
                </a:cubicBezTo>
                <a:cubicBezTo>
                  <a:pt x="449933" y="56578"/>
                  <a:pt x="444299" y="55549"/>
                  <a:pt x="437637" y="55549"/>
                </a:cubicBezTo>
                <a:cubicBezTo>
                  <a:pt x="417393" y="55549"/>
                  <a:pt x="402790" y="68616"/>
                  <a:pt x="402790" y="87054"/>
                </a:cubicBezTo>
                <a:cubicBezTo>
                  <a:pt x="402790" y="101391"/>
                  <a:pt x="410988" y="111634"/>
                  <a:pt x="432770" y="123927"/>
                </a:cubicBezTo>
                <a:lnTo>
                  <a:pt x="447630" y="132379"/>
                </a:lnTo>
                <a:cubicBezTo>
                  <a:pt x="456595" y="137501"/>
                  <a:pt x="460955" y="143647"/>
                  <a:pt x="460955" y="151584"/>
                </a:cubicBezTo>
                <a:cubicBezTo>
                  <a:pt x="460955" y="162852"/>
                  <a:pt x="452752" y="170022"/>
                  <a:pt x="439686" y="170022"/>
                </a:cubicBezTo>
                <a:cubicBezTo>
                  <a:pt x="430975" y="170022"/>
                  <a:pt x="423030" y="166691"/>
                  <a:pt x="418163" y="161057"/>
                </a:cubicBezTo>
                <a:cubicBezTo>
                  <a:pt x="412783" y="154657"/>
                  <a:pt x="410476" y="148765"/>
                  <a:pt x="407145" y="134170"/>
                </a:cubicBezTo>
                <a:lnTo>
                  <a:pt x="403044" y="134170"/>
                </a:lnTo>
                <a:lnTo>
                  <a:pt x="403044" y="174120"/>
                </a:lnTo>
                <a:lnTo>
                  <a:pt x="406375" y="174120"/>
                </a:lnTo>
                <a:cubicBezTo>
                  <a:pt x="408170" y="171559"/>
                  <a:pt x="409194" y="171047"/>
                  <a:pt x="412271" y="171047"/>
                </a:cubicBezTo>
                <a:cubicBezTo>
                  <a:pt x="414578" y="171105"/>
                  <a:pt x="418163" y="171617"/>
                  <a:pt x="424055" y="173154"/>
                </a:cubicBezTo>
                <a:cubicBezTo>
                  <a:pt x="431229" y="174632"/>
                  <a:pt x="438149" y="175656"/>
                  <a:pt x="442759" y="175656"/>
                </a:cubicBezTo>
                <a:cubicBezTo>
                  <a:pt x="462491" y="175656"/>
                  <a:pt x="478889" y="160803"/>
                  <a:pt x="478889" y="142877"/>
                </a:cubicBezTo>
                <a:cubicBezTo>
                  <a:pt x="478889" y="130073"/>
                  <a:pt x="472739" y="121624"/>
                  <a:pt x="457366" y="112405"/>
                </a:cubicBezTo>
                <a:lnTo>
                  <a:pt x="429693" y="96015"/>
                </a:lnTo>
                <a:cubicBezTo>
                  <a:pt x="422518" y="91918"/>
                  <a:pt x="418675" y="85517"/>
                  <a:pt x="418675" y="78601"/>
                </a:cubicBezTo>
                <a:cubicBezTo>
                  <a:pt x="418675" y="68358"/>
                  <a:pt x="426620" y="61187"/>
                  <a:pt x="438403" y="61187"/>
                </a:cubicBezTo>
                <a:cubicBezTo>
                  <a:pt x="453010" y="61187"/>
                  <a:pt x="460697" y="69894"/>
                  <a:pt x="466589" y="92688"/>
                </a:cubicBezTo>
                <a:lnTo>
                  <a:pt x="470432" y="926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3" name="Text ✓">
            <a:extLst xmlns:a="http://schemas.openxmlformats.org/drawingml/2006/main">
              <a:ext uri="{FF2B5EF4-FFF2-40B4-BE49-F238E27FC236}">
                <a16:creationId xmlns:a16="http://schemas.microsoft.com/office/drawing/2014/main" id="{60793756-0B9D-40D7-BAF4-C434759F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3009" y="3212515"/>
            <a:ext cx="176028" cy="184484"/>
          </a:xfrm>
          <a:custGeom xmlns:a="http://schemas.openxmlformats.org/drawingml/2006/main">
            <a:pathLst>
              <a:path w="176028" h="184484">
                <a:moveTo>
                  <a:pt x="176028" y="258"/>
                </a:moveTo>
                <a:cubicBezTo>
                  <a:pt x="161679" y="0"/>
                  <a:pt x="144511" y="5126"/>
                  <a:pt x="134006" y="12554"/>
                </a:cubicBezTo>
                <a:cubicBezTo>
                  <a:pt x="114277" y="32287"/>
                  <a:pt x="77123" y="84043"/>
                  <a:pt x="50475" y="129138"/>
                </a:cubicBezTo>
                <a:cubicBezTo>
                  <a:pt x="47143" y="135034"/>
                  <a:pt x="45607" y="136825"/>
                  <a:pt x="44070" y="136825"/>
                </a:cubicBezTo>
                <a:cubicBezTo>
                  <a:pt x="42534" y="136825"/>
                  <a:pt x="40739" y="134776"/>
                  <a:pt x="38945" y="130421"/>
                </a:cubicBezTo>
                <a:lnTo>
                  <a:pt x="31516" y="112229"/>
                </a:lnTo>
                <a:cubicBezTo>
                  <a:pt x="29976" y="108385"/>
                  <a:pt x="28697" y="107103"/>
                  <a:pt x="25620" y="107103"/>
                </a:cubicBezTo>
                <a:cubicBezTo>
                  <a:pt x="19987" y="107103"/>
                  <a:pt x="11784" y="110692"/>
                  <a:pt x="4610" y="116072"/>
                </a:cubicBezTo>
                <a:cubicBezTo>
                  <a:pt x="1278" y="118633"/>
                  <a:pt x="0" y="120940"/>
                  <a:pt x="0" y="124271"/>
                </a:cubicBezTo>
                <a:cubicBezTo>
                  <a:pt x="0" y="134776"/>
                  <a:pt x="8711" y="161167"/>
                  <a:pt x="18446" y="179875"/>
                </a:cubicBezTo>
                <a:cubicBezTo>
                  <a:pt x="20499" y="183972"/>
                  <a:pt x="22035" y="184484"/>
                  <a:pt x="32541" y="184484"/>
                </a:cubicBezTo>
                <a:cubicBezTo>
                  <a:pt x="45353" y="184484"/>
                  <a:pt x="48426" y="183460"/>
                  <a:pt x="51245" y="178334"/>
                </a:cubicBezTo>
                <a:cubicBezTo>
                  <a:pt x="78918" y="126835"/>
                  <a:pt x="137849" y="44841"/>
                  <a:pt x="176028" y="4355"/>
                </a:cubicBezTo>
                <a:lnTo>
                  <a:pt x="176028" y="258"/>
                </a:lnTo>
                <a:close/>
              </a:path>
            </a:pathLst>
          </a:custGeom>
          <a:solidFill xmlns:a="http://schemas.openxmlformats.org/drawingml/2006/main">
            <a:srgbClr val="006B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4" name="Text ✓">
            <a:extLst xmlns:a="http://schemas.openxmlformats.org/drawingml/2006/main">
              <a:ext uri="{FF2B5EF4-FFF2-40B4-BE49-F238E27FC236}">
                <a16:creationId xmlns:a16="http://schemas.microsoft.com/office/drawing/2014/main" id="{0D2BFF7D-F8EB-4734-ABB4-151B9F2E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2232" y="3212515"/>
            <a:ext cx="176028" cy="184484"/>
          </a:xfrm>
          <a:custGeom xmlns:a="http://schemas.openxmlformats.org/drawingml/2006/main">
            <a:pathLst>
              <a:path w="176028" h="184484">
                <a:moveTo>
                  <a:pt x="176028" y="258"/>
                </a:moveTo>
                <a:cubicBezTo>
                  <a:pt x="161679" y="0"/>
                  <a:pt x="144511" y="5126"/>
                  <a:pt x="134006" y="12554"/>
                </a:cubicBezTo>
                <a:cubicBezTo>
                  <a:pt x="114277" y="32287"/>
                  <a:pt x="77123" y="84043"/>
                  <a:pt x="50475" y="129138"/>
                </a:cubicBezTo>
                <a:cubicBezTo>
                  <a:pt x="47143" y="135034"/>
                  <a:pt x="45607" y="136825"/>
                  <a:pt x="44070" y="136825"/>
                </a:cubicBezTo>
                <a:cubicBezTo>
                  <a:pt x="42534" y="136825"/>
                  <a:pt x="40739" y="134776"/>
                  <a:pt x="38945" y="130421"/>
                </a:cubicBezTo>
                <a:lnTo>
                  <a:pt x="31516" y="112229"/>
                </a:lnTo>
                <a:cubicBezTo>
                  <a:pt x="29976" y="108385"/>
                  <a:pt x="28697" y="107103"/>
                  <a:pt x="25620" y="107103"/>
                </a:cubicBezTo>
                <a:cubicBezTo>
                  <a:pt x="19987" y="107103"/>
                  <a:pt x="11784" y="110692"/>
                  <a:pt x="4610" y="116072"/>
                </a:cubicBezTo>
                <a:cubicBezTo>
                  <a:pt x="1278" y="118633"/>
                  <a:pt x="0" y="120940"/>
                  <a:pt x="0" y="124271"/>
                </a:cubicBezTo>
                <a:cubicBezTo>
                  <a:pt x="0" y="134776"/>
                  <a:pt x="8711" y="161167"/>
                  <a:pt x="18446" y="179875"/>
                </a:cubicBezTo>
                <a:cubicBezTo>
                  <a:pt x="20499" y="183972"/>
                  <a:pt x="22035" y="184484"/>
                  <a:pt x="32541" y="184484"/>
                </a:cubicBezTo>
                <a:cubicBezTo>
                  <a:pt x="45353" y="184484"/>
                  <a:pt x="48426" y="183460"/>
                  <a:pt x="51245" y="178334"/>
                </a:cubicBezTo>
                <a:cubicBezTo>
                  <a:pt x="78918" y="126835"/>
                  <a:pt x="137849" y="44841"/>
                  <a:pt x="176028" y="4355"/>
                </a:cubicBezTo>
                <a:lnTo>
                  <a:pt x="176028" y="258"/>
                </a:lnTo>
                <a:close/>
              </a:path>
            </a:pathLst>
          </a:custGeom>
          <a:solidFill xmlns:a="http://schemas.openxmlformats.org/drawingml/2006/main">
            <a:srgbClr val="006B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8DD16C-70B3-40BC-BF47-1ACF2246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0731" y="3564466"/>
            <a:ext cx="3642952" cy="10"/>
          </a:xfrm>
          <a:custGeom xmlns:a="http://schemas.openxmlformats.org/drawingml/2006/main">
            <a:pathLst>
              <a:path w="3642952" h="1" fill="none">
                <a:moveTo>
                  <a:pt x="0" y="0"/>
                </a:moveTo>
                <a:lnTo>
                  <a:pt x="364295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947" cap="flat">
            <a:solidFill>
              <a:srgbClr val="000000"/>
            </a:solidFill>
            <a:miter/>
          </a:ln>
        </p:spPr>
      </p:sp>
      <p:sp>
        <p:nvSpPr>
          <p:cNvPr id="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7B79CC-3297-4DA2-905F-8A75C8D1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1570" y="3669113"/>
            <a:ext cx="3521245" cy="10"/>
          </a:xfrm>
          <a:custGeom xmlns:a="http://schemas.openxmlformats.org/drawingml/2006/main">
            <a:pathLst>
              <a:path w="3521245" h="1" fill="none">
                <a:moveTo>
                  <a:pt x="0" y="0"/>
                </a:moveTo>
                <a:lnTo>
                  <a:pt x="35212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947" cap="flat">
            <a:solidFill>
              <a:srgbClr val="000000"/>
            </a:solidFill>
            <a:miter/>
          </a:ln>
        </p:spPr>
      </p:sp>
      <p:sp>
        <p:nvSpPr>
          <p:cNvPr id="547" name="Text Capabilities">
            <a:extLst xmlns:a="http://schemas.openxmlformats.org/drawingml/2006/main">
              <a:ext uri="{FF2B5EF4-FFF2-40B4-BE49-F238E27FC236}">
                <a16:creationId xmlns:a16="http://schemas.microsoft.com/office/drawing/2014/main" id="{1B04630B-90DC-42AB-96BB-41F57458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6362" y="3834759"/>
            <a:ext cx="1290104" cy="229685"/>
          </a:xfrm>
          <a:custGeom xmlns:a="http://schemas.openxmlformats.org/drawingml/2006/main">
            <a:pathLst>
              <a:path w="1290104" h="229685">
                <a:moveTo>
                  <a:pt x="155787" y="138099"/>
                </a:moveTo>
                <a:cubicBezTo>
                  <a:pt x="140668" y="153984"/>
                  <a:pt x="132469" y="160134"/>
                  <a:pt x="119915" y="165002"/>
                </a:cubicBezTo>
                <a:cubicBezTo>
                  <a:pt x="112483" y="168079"/>
                  <a:pt x="104026" y="169616"/>
                  <a:pt x="96852" y="169616"/>
                </a:cubicBezTo>
                <a:cubicBezTo>
                  <a:pt x="79942" y="169616"/>
                  <a:pt x="63799" y="160647"/>
                  <a:pt x="56370" y="147322"/>
                </a:cubicBezTo>
                <a:cubicBezTo>
                  <a:pt x="48938" y="133744"/>
                  <a:pt x="45353" y="115298"/>
                  <a:pt x="45353" y="89677"/>
                </a:cubicBezTo>
                <a:cubicBezTo>
                  <a:pt x="45353" y="36642"/>
                  <a:pt x="61750" y="8457"/>
                  <a:pt x="92496" y="8457"/>
                </a:cubicBezTo>
                <a:cubicBezTo>
                  <a:pt x="104542" y="8457"/>
                  <a:pt x="115560" y="13070"/>
                  <a:pt x="126577" y="22805"/>
                </a:cubicBezTo>
                <a:cubicBezTo>
                  <a:pt x="137595" y="32799"/>
                  <a:pt x="143487" y="41251"/>
                  <a:pt x="152456" y="60726"/>
                </a:cubicBezTo>
                <a:lnTo>
                  <a:pt x="158860" y="60726"/>
                </a:lnTo>
                <a:lnTo>
                  <a:pt x="158860" y="770"/>
                </a:lnTo>
                <a:lnTo>
                  <a:pt x="151944" y="770"/>
                </a:lnTo>
                <a:cubicBezTo>
                  <a:pt x="148354" y="9739"/>
                  <a:pt x="145536" y="12558"/>
                  <a:pt x="140668" y="12558"/>
                </a:cubicBezTo>
                <a:cubicBezTo>
                  <a:pt x="138361" y="12558"/>
                  <a:pt x="134518" y="11530"/>
                  <a:pt x="128880" y="8969"/>
                </a:cubicBezTo>
                <a:cubicBezTo>
                  <a:pt x="113765" y="2819"/>
                  <a:pt x="101465" y="0"/>
                  <a:pt x="89165" y="0"/>
                </a:cubicBezTo>
                <a:cubicBezTo>
                  <a:pt x="38178" y="0"/>
                  <a:pt x="0" y="39457"/>
                  <a:pt x="0" y="91726"/>
                </a:cubicBezTo>
                <a:cubicBezTo>
                  <a:pt x="0" y="144507"/>
                  <a:pt x="37666" y="181912"/>
                  <a:pt x="90706" y="181912"/>
                </a:cubicBezTo>
                <a:cubicBezTo>
                  <a:pt x="108898" y="181912"/>
                  <a:pt x="124013" y="177556"/>
                  <a:pt x="138107" y="168079"/>
                </a:cubicBezTo>
                <a:cubicBezTo>
                  <a:pt x="146306" y="162441"/>
                  <a:pt x="151944" y="157316"/>
                  <a:pt x="163473" y="144507"/>
                </a:cubicBezTo>
                <a:lnTo>
                  <a:pt x="155787" y="138099"/>
                </a:lnTo>
                <a:close/>
                <a:moveTo>
                  <a:pt x="293637" y="160701"/>
                </a:moveTo>
                <a:lnTo>
                  <a:pt x="291076" y="163258"/>
                </a:lnTo>
                <a:cubicBezTo>
                  <a:pt x="290306" y="164025"/>
                  <a:pt x="289539" y="164283"/>
                  <a:pt x="288257" y="164283"/>
                </a:cubicBezTo>
                <a:cubicBezTo>
                  <a:pt x="284668" y="164283"/>
                  <a:pt x="282877" y="161980"/>
                  <a:pt x="282877" y="157886"/>
                </a:cubicBezTo>
                <a:lnTo>
                  <a:pt x="282877" y="91112"/>
                </a:lnTo>
                <a:cubicBezTo>
                  <a:pt x="282877" y="69624"/>
                  <a:pt x="263403" y="56050"/>
                  <a:pt x="232141" y="56050"/>
                </a:cubicBezTo>
                <a:cubicBezTo>
                  <a:pt x="203189" y="56050"/>
                  <a:pt x="183715" y="69112"/>
                  <a:pt x="183715" y="88301"/>
                </a:cubicBezTo>
                <a:cubicBezTo>
                  <a:pt x="183715" y="98787"/>
                  <a:pt x="189865" y="105183"/>
                  <a:pt x="200370" y="105183"/>
                </a:cubicBezTo>
                <a:cubicBezTo>
                  <a:pt x="210618" y="105183"/>
                  <a:pt x="217792" y="99045"/>
                  <a:pt x="217792" y="90346"/>
                </a:cubicBezTo>
                <a:cubicBezTo>
                  <a:pt x="217792" y="86765"/>
                  <a:pt x="216255" y="83437"/>
                  <a:pt x="213182" y="79344"/>
                </a:cubicBezTo>
                <a:cubicBezTo>
                  <a:pt x="210876" y="76787"/>
                  <a:pt x="210105" y="75250"/>
                  <a:pt x="210105" y="73718"/>
                </a:cubicBezTo>
                <a:cubicBezTo>
                  <a:pt x="210105" y="68346"/>
                  <a:pt x="217280" y="64252"/>
                  <a:pt x="226249" y="64252"/>
                </a:cubicBezTo>
                <a:cubicBezTo>
                  <a:pt x="241109" y="64252"/>
                  <a:pt x="247772" y="71157"/>
                  <a:pt x="247772" y="86765"/>
                </a:cubicBezTo>
                <a:lnTo>
                  <a:pt x="247772" y="105441"/>
                </a:lnTo>
                <a:cubicBezTo>
                  <a:pt x="217280" y="114649"/>
                  <a:pt x="204726" y="119767"/>
                  <a:pt x="195245" y="126163"/>
                </a:cubicBezTo>
                <a:cubicBezTo>
                  <a:pt x="184227" y="133838"/>
                  <a:pt x="178847" y="142537"/>
                  <a:pt x="178847" y="153535"/>
                </a:cubicBezTo>
                <a:cubicBezTo>
                  <a:pt x="178847" y="169142"/>
                  <a:pt x="190889" y="180661"/>
                  <a:pt x="207286" y="180661"/>
                </a:cubicBezTo>
                <a:cubicBezTo>
                  <a:pt x="221893" y="180661"/>
                  <a:pt x="233681" y="175539"/>
                  <a:pt x="247772" y="162746"/>
                </a:cubicBezTo>
                <a:cubicBezTo>
                  <a:pt x="250591" y="175793"/>
                  <a:pt x="256228" y="180661"/>
                  <a:pt x="268783" y="180661"/>
                </a:cubicBezTo>
                <a:cubicBezTo>
                  <a:pt x="279800" y="180661"/>
                  <a:pt x="287745" y="176563"/>
                  <a:pt x="297480" y="166073"/>
                </a:cubicBezTo>
                <a:lnTo>
                  <a:pt x="293637" y="160701"/>
                </a:lnTo>
                <a:moveTo>
                  <a:pt x="247518" y="151490"/>
                </a:moveTo>
                <a:cubicBezTo>
                  <a:pt x="240597" y="159419"/>
                  <a:pt x="235472" y="162492"/>
                  <a:pt x="229326" y="162492"/>
                </a:cubicBezTo>
                <a:cubicBezTo>
                  <a:pt x="221635" y="162492"/>
                  <a:pt x="216255" y="155584"/>
                  <a:pt x="216255" y="145348"/>
                </a:cubicBezTo>
                <a:cubicBezTo>
                  <a:pt x="216255" y="130511"/>
                  <a:pt x="227019" y="119767"/>
                  <a:pt x="247518" y="114395"/>
                </a:cubicBezTo>
                <a:lnTo>
                  <a:pt x="247518" y="151490"/>
                </a:lnTo>
                <a:close/>
                <a:moveTo>
                  <a:pt x="354875" y="59052"/>
                </a:moveTo>
                <a:lnTo>
                  <a:pt x="305937" y="59052"/>
                </a:lnTo>
                <a:lnTo>
                  <a:pt x="305937" y="65202"/>
                </a:lnTo>
                <a:cubicBezTo>
                  <a:pt x="317209" y="66997"/>
                  <a:pt x="319773" y="69558"/>
                  <a:pt x="319773" y="80310"/>
                </a:cubicBezTo>
                <a:lnTo>
                  <a:pt x="319773" y="208599"/>
                </a:lnTo>
                <a:cubicBezTo>
                  <a:pt x="319773" y="219097"/>
                  <a:pt x="317721" y="221404"/>
                  <a:pt x="305425" y="223449"/>
                </a:cubicBezTo>
                <a:lnTo>
                  <a:pt x="305425" y="229685"/>
                </a:lnTo>
                <a:lnTo>
                  <a:pt x="375373" y="229685"/>
                </a:lnTo>
                <a:lnTo>
                  <a:pt x="375373" y="224199"/>
                </a:lnTo>
                <a:cubicBezTo>
                  <a:pt x="359742" y="223433"/>
                  <a:pt x="355387" y="218311"/>
                  <a:pt x="355387" y="201155"/>
                </a:cubicBezTo>
                <a:lnTo>
                  <a:pt x="355387" y="165041"/>
                </a:lnTo>
                <a:cubicBezTo>
                  <a:pt x="367687" y="177083"/>
                  <a:pt x="374349" y="180410"/>
                  <a:pt x="385621" y="180410"/>
                </a:cubicBezTo>
                <a:cubicBezTo>
                  <a:pt x="414322" y="180410"/>
                  <a:pt x="434817" y="153785"/>
                  <a:pt x="434817" y="115931"/>
                </a:cubicBezTo>
                <a:cubicBezTo>
                  <a:pt x="434817" y="80376"/>
                  <a:pt x="415601" y="56050"/>
                  <a:pt x="387161" y="56050"/>
                </a:cubicBezTo>
                <a:cubicBezTo>
                  <a:pt x="372042" y="56050"/>
                  <a:pt x="362819" y="61946"/>
                  <a:pt x="354875" y="76795"/>
                </a:cubicBezTo>
                <a:lnTo>
                  <a:pt x="354875" y="59052"/>
                </a:lnTo>
                <a:moveTo>
                  <a:pt x="355387" y="88563"/>
                </a:moveTo>
                <a:cubicBezTo>
                  <a:pt x="355387" y="86772"/>
                  <a:pt x="357694" y="82679"/>
                  <a:pt x="360767" y="79356"/>
                </a:cubicBezTo>
                <a:cubicBezTo>
                  <a:pt x="365892" y="73726"/>
                  <a:pt x="371788" y="70657"/>
                  <a:pt x="377422" y="70657"/>
                </a:cubicBezTo>
                <a:cubicBezTo>
                  <a:pt x="390747" y="70657"/>
                  <a:pt x="396897" y="86006"/>
                  <a:pt x="396897" y="119512"/>
                </a:cubicBezTo>
                <a:cubicBezTo>
                  <a:pt x="396897" y="151228"/>
                  <a:pt x="389722" y="166320"/>
                  <a:pt x="375119" y="166320"/>
                </a:cubicBezTo>
                <a:cubicBezTo>
                  <a:pt x="366663" y="166320"/>
                  <a:pt x="359230" y="160436"/>
                  <a:pt x="355387" y="150716"/>
                </a:cubicBezTo>
                <a:lnTo>
                  <a:pt x="355387" y="88563"/>
                </a:lnTo>
                <a:close/>
                <a:moveTo>
                  <a:pt x="564213" y="160701"/>
                </a:moveTo>
                <a:lnTo>
                  <a:pt x="561652" y="163258"/>
                </a:lnTo>
                <a:cubicBezTo>
                  <a:pt x="560882" y="164025"/>
                  <a:pt x="560116" y="164283"/>
                  <a:pt x="558833" y="164283"/>
                </a:cubicBezTo>
                <a:cubicBezTo>
                  <a:pt x="555244" y="164283"/>
                  <a:pt x="553453" y="161980"/>
                  <a:pt x="553453" y="157886"/>
                </a:cubicBezTo>
                <a:lnTo>
                  <a:pt x="553453" y="91112"/>
                </a:lnTo>
                <a:cubicBezTo>
                  <a:pt x="553453" y="69624"/>
                  <a:pt x="533979" y="56050"/>
                  <a:pt x="502717" y="56050"/>
                </a:cubicBezTo>
                <a:cubicBezTo>
                  <a:pt x="473765" y="56050"/>
                  <a:pt x="454291" y="69112"/>
                  <a:pt x="454291" y="88301"/>
                </a:cubicBezTo>
                <a:cubicBezTo>
                  <a:pt x="454291" y="98787"/>
                  <a:pt x="460441" y="105183"/>
                  <a:pt x="470947" y="105183"/>
                </a:cubicBezTo>
                <a:cubicBezTo>
                  <a:pt x="481194" y="105183"/>
                  <a:pt x="488368" y="99045"/>
                  <a:pt x="488368" y="90346"/>
                </a:cubicBezTo>
                <a:cubicBezTo>
                  <a:pt x="488368" y="86765"/>
                  <a:pt x="486832" y="83437"/>
                  <a:pt x="483759" y="79344"/>
                </a:cubicBezTo>
                <a:cubicBezTo>
                  <a:pt x="481452" y="76787"/>
                  <a:pt x="480682" y="75250"/>
                  <a:pt x="480682" y="73718"/>
                </a:cubicBezTo>
                <a:cubicBezTo>
                  <a:pt x="480682" y="68346"/>
                  <a:pt x="487856" y="64252"/>
                  <a:pt x="496825" y="64252"/>
                </a:cubicBezTo>
                <a:cubicBezTo>
                  <a:pt x="511686" y="64252"/>
                  <a:pt x="518348" y="71157"/>
                  <a:pt x="518348" y="86765"/>
                </a:cubicBezTo>
                <a:lnTo>
                  <a:pt x="518348" y="105441"/>
                </a:lnTo>
                <a:cubicBezTo>
                  <a:pt x="487856" y="114649"/>
                  <a:pt x="475302" y="119767"/>
                  <a:pt x="465821" y="126163"/>
                </a:cubicBezTo>
                <a:cubicBezTo>
                  <a:pt x="454803" y="133838"/>
                  <a:pt x="449424" y="142537"/>
                  <a:pt x="449424" y="153535"/>
                </a:cubicBezTo>
                <a:cubicBezTo>
                  <a:pt x="449424" y="169142"/>
                  <a:pt x="461465" y="180661"/>
                  <a:pt x="477863" y="180661"/>
                </a:cubicBezTo>
                <a:cubicBezTo>
                  <a:pt x="492470" y="180661"/>
                  <a:pt x="504257" y="175539"/>
                  <a:pt x="518348" y="162746"/>
                </a:cubicBezTo>
                <a:cubicBezTo>
                  <a:pt x="521167" y="175793"/>
                  <a:pt x="526805" y="180661"/>
                  <a:pt x="539359" y="180661"/>
                </a:cubicBezTo>
                <a:cubicBezTo>
                  <a:pt x="550377" y="180661"/>
                  <a:pt x="558321" y="176563"/>
                  <a:pt x="568056" y="166073"/>
                </a:cubicBezTo>
                <a:lnTo>
                  <a:pt x="564213" y="160701"/>
                </a:lnTo>
                <a:moveTo>
                  <a:pt x="518094" y="151490"/>
                </a:moveTo>
                <a:cubicBezTo>
                  <a:pt x="511174" y="159419"/>
                  <a:pt x="506048" y="162492"/>
                  <a:pt x="499902" y="162492"/>
                </a:cubicBezTo>
                <a:cubicBezTo>
                  <a:pt x="492212" y="162492"/>
                  <a:pt x="486832" y="155584"/>
                  <a:pt x="486832" y="145348"/>
                </a:cubicBezTo>
                <a:cubicBezTo>
                  <a:pt x="486832" y="130511"/>
                  <a:pt x="497595" y="119767"/>
                  <a:pt x="518094" y="114395"/>
                </a:cubicBezTo>
                <a:lnTo>
                  <a:pt x="518094" y="151490"/>
                </a:lnTo>
                <a:close/>
                <a:moveTo>
                  <a:pt x="625196" y="4004"/>
                </a:moveTo>
                <a:lnTo>
                  <a:pt x="575488" y="4004"/>
                </a:lnTo>
                <a:lnTo>
                  <a:pt x="575488" y="10154"/>
                </a:lnTo>
                <a:cubicBezTo>
                  <a:pt x="587272" y="12464"/>
                  <a:pt x="589579" y="14771"/>
                  <a:pt x="589579" y="25026"/>
                </a:cubicBezTo>
                <a:lnTo>
                  <a:pt x="589579" y="180406"/>
                </a:lnTo>
                <a:lnTo>
                  <a:pt x="592656" y="180406"/>
                </a:lnTo>
                <a:lnTo>
                  <a:pt x="612896" y="166069"/>
                </a:lnTo>
                <a:cubicBezTo>
                  <a:pt x="624684" y="176563"/>
                  <a:pt x="633907" y="180661"/>
                  <a:pt x="646719" y="180661"/>
                </a:cubicBezTo>
                <a:cubicBezTo>
                  <a:pt x="680796" y="180661"/>
                  <a:pt x="704626" y="154047"/>
                  <a:pt x="704626" y="115931"/>
                </a:cubicBezTo>
                <a:cubicBezTo>
                  <a:pt x="704626" y="80630"/>
                  <a:pt x="684898" y="56050"/>
                  <a:pt x="656454" y="56050"/>
                </a:cubicBezTo>
                <a:cubicBezTo>
                  <a:pt x="644154" y="56050"/>
                  <a:pt x="634673" y="60409"/>
                  <a:pt x="625196" y="70398"/>
                </a:cubicBezTo>
                <a:lnTo>
                  <a:pt x="625196" y="4004"/>
                </a:lnTo>
                <a:moveTo>
                  <a:pt x="625196" y="84982"/>
                </a:moveTo>
                <a:cubicBezTo>
                  <a:pt x="629552" y="73980"/>
                  <a:pt x="634673" y="69886"/>
                  <a:pt x="643130" y="69886"/>
                </a:cubicBezTo>
                <a:cubicBezTo>
                  <a:pt x="659015" y="69886"/>
                  <a:pt x="666960" y="87027"/>
                  <a:pt x="666960" y="120537"/>
                </a:cubicBezTo>
                <a:cubicBezTo>
                  <a:pt x="666960" y="155838"/>
                  <a:pt x="659273" y="172462"/>
                  <a:pt x="642876" y="172462"/>
                </a:cubicBezTo>
                <a:cubicBezTo>
                  <a:pt x="632113" y="172462"/>
                  <a:pt x="625196" y="164533"/>
                  <a:pt x="625196" y="152256"/>
                </a:cubicBezTo>
                <a:lnTo>
                  <a:pt x="625196" y="84982"/>
                </a:lnTo>
                <a:close/>
                <a:moveTo>
                  <a:pt x="766890" y="59052"/>
                </a:moveTo>
                <a:lnTo>
                  <a:pt x="717693" y="59052"/>
                </a:lnTo>
                <a:lnTo>
                  <a:pt x="717693" y="65202"/>
                </a:lnTo>
                <a:cubicBezTo>
                  <a:pt x="728969" y="67509"/>
                  <a:pt x="731272" y="69816"/>
                  <a:pt x="731272" y="80317"/>
                </a:cubicBezTo>
                <a:lnTo>
                  <a:pt x="731272" y="155638"/>
                </a:lnTo>
                <a:cubicBezTo>
                  <a:pt x="731272" y="166144"/>
                  <a:pt x="729481" y="168192"/>
                  <a:pt x="717693" y="171011"/>
                </a:cubicBezTo>
                <a:lnTo>
                  <a:pt x="717693" y="177157"/>
                </a:lnTo>
                <a:lnTo>
                  <a:pt x="778931" y="177157"/>
                </a:lnTo>
                <a:lnTo>
                  <a:pt x="778931" y="171011"/>
                </a:lnTo>
                <a:cubicBezTo>
                  <a:pt x="769963" y="169729"/>
                  <a:pt x="766890" y="166144"/>
                  <a:pt x="766890" y="156409"/>
                </a:cubicBezTo>
                <a:lnTo>
                  <a:pt x="766890" y="59052"/>
                </a:lnTo>
                <a:moveTo>
                  <a:pt x="748952" y="0"/>
                </a:moveTo>
                <a:cubicBezTo>
                  <a:pt x="737934" y="0"/>
                  <a:pt x="728969" y="8969"/>
                  <a:pt x="728969" y="19732"/>
                </a:cubicBezTo>
                <a:cubicBezTo>
                  <a:pt x="728969" y="31262"/>
                  <a:pt x="737422" y="39719"/>
                  <a:pt x="748698" y="39719"/>
                </a:cubicBezTo>
                <a:cubicBezTo>
                  <a:pt x="759973" y="39719"/>
                  <a:pt x="768684" y="31262"/>
                  <a:pt x="768684" y="19987"/>
                </a:cubicBezTo>
                <a:cubicBezTo>
                  <a:pt x="768684" y="8969"/>
                  <a:pt x="759973" y="0"/>
                  <a:pt x="748952" y="0"/>
                </a:cubicBezTo>
                <a:close/>
                <a:moveTo>
                  <a:pt x="837607" y="4004"/>
                </a:moveTo>
                <a:lnTo>
                  <a:pt x="788923" y="4004"/>
                </a:lnTo>
                <a:lnTo>
                  <a:pt x="788923" y="10154"/>
                </a:lnTo>
                <a:cubicBezTo>
                  <a:pt x="797892" y="10924"/>
                  <a:pt x="801990" y="15533"/>
                  <a:pt x="801990" y="25011"/>
                </a:cubicBezTo>
                <a:lnTo>
                  <a:pt x="801990" y="155642"/>
                </a:lnTo>
                <a:cubicBezTo>
                  <a:pt x="801990" y="165119"/>
                  <a:pt x="797634" y="170241"/>
                  <a:pt x="788923" y="171011"/>
                </a:cubicBezTo>
                <a:lnTo>
                  <a:pt x="788923" y="177157"/>
                </a:lnTo>
                <a:lnTo>
                  <a:pt x="850162" y="177157"/>
                </a:lnTo>
                <a:lnTo>
                  <a:pt x="850162" y="171011"/>
                </a:lnTo>
                <a:cubicBezTo>
                  <a:pt x="841709" y="170753"/>
                  <a:pt x="837607" y="165886"/>
                  <a:pt x="837607" y="155642"/>
                </a:cubicBezTo>
                <a:lnTo>
                  <a:pt x="837607" y="4004"/>
                </a:lnTo>
                <a:close/>
                <a:moveTo>
                  <a:pt x="909351" y="59052"/>
                </a:moveTo>
                <a:lnTo>
                  <a:pt x="860155" y="59052"/>
                </a:lnTo>
                <a:lnTo>
                  <a:pt x="860155" y="65202"/>
                </a:lnTo>
                <a:cubicBezTo>
                  <a:pt x="871431" y="67509"/>
                  <a:pt x="873733" y="69816"/>
                  <a:pt x="873733" y="80317"/>
                </a:cubicBezTo>
                <a:lnTo>
                  <a:pt x="873733" y="155638"/>
                </a:lnTo>
                <a:cubicBezTo>
                  <a:pt x="873733" y="166144"/>
                  <a:pt x="871943" y="168192"/>
                  <a:pt x="860155" y="171011"/>
                </a:cubicBezTo>
                <a:lnTo>
                  <a:pt x="860155" y="177157"/>
                </a:lnTo>
                <a:lnTo>
                  <a:pt x="921393" y="177157"/>
                </a:lnTo>
                <a:lnTo>
                  <a:pt x="921393" y="171011"/>
                </a:lnTo>
                <a:cubicBezTo>
                  <a:pt x="912424" y="169729"/>
                  <a:pt x="909351" y="166144"/>
                  <a:pt x="909351" y="156409"/>
                </a:cubicBezTo>
                <a:lnTo>
                  <a:pt x="909351" y="59052"/>
                </a:lnTo>
                <a:moveTo>
                  <a:pt x="891413" y="0"/>
                </a:moveTo>
                <a:cubicBezTo>
                  <a:pt x="880396" y="0"/>
                  <a:pt x="871431" y="8969"/>
                  <a:pt x="871431" y="19732"/>
                </a:cubicBezTo>
                <a:cubicBezTo>
                  <a:pt x="871431" y="31262"/>
                  <a:pt x="879883" y="39719"/>
                  <a:pt x="891159" y="39719"/>
                </a:cubicBezTo>
                <a:cubicBezTo>
                  <a:pt x="902435" y="39719"/>
                  <a:pt x="911146" y="31262"/>
                  <a:pt x="911146" y="19987"/>
                </a:cubicBezTo>
                <a:cubicBezTo>
                  <a:pt x="911146" y="8969"/>
                  <a:pt x="902435" y="0"/>
                  <a:pt x="891413" y="0"/>
                </a:cubicBezTo>
                <a:close/>
                <a:moveTo>
                  <a:pt x="1005436" y="59052"/>
                </a:moveTo>
                <a:lnTo>
                  <a:pt x="981352" y="59052"/>
                </a:lnTo>
                <a:lnTo>
                  <a:pt x="981352" y="15752"/>
                </a:lnTo>
                <a:lnTo>
                  <a:pt x="974944" y="15752"/>
                </a:lnTo>
                <a:cubicBezTo>
                  <a:pt x="959317" y="37787"/>
                  <a:pt x="949066" y="49317"/>
                  <a:pt x="932410" y="63412"/>
                </a:cubicBezTo>
                <a:lnTo>
                  <a:pt x="932410" y="70328"/>
                </a:lnTo>
                <a:lnTo>
                  <a:pt x="945735" y="70328"/>
                </a:lnTo>
                <a:lnTo>
                  <a:pt x="945735" y="153265"/>
                </a:lnTo>
                <a:cubicBezTo>
                  <a:pt x="945735" y="169913"/>
                  <a:pt x="956752" y="180160"/>
                  <a:pt x="974432" y="180160"/>
                </a:cubicBezTo>
                <a:cubicBezTo>
                  <a:pt x="991600" y="180160"/>
                  <a:pt x="1001851" y="172474"/>
                  <a:pt x="1012352" y="151474"/>
                </a:cubicBezTo>
                <a:lnTo>
                  <a:pt x="1005948" y="148659"/>
                </a:lnTo>
                <a:cubicBezTo>
                  <a:pt x="1000823" y="158387"/>
                  <a:pt x="996725" y="161968"/>
                  <a:pt x="991345" y="161968"/>
                </a:cubicBezTo>
                <a:cubicBezTo>
                  <a:pt x="984171" y="161968"/>
                  <a:pt x="981352" y="157617"/>
                  <a:pt x="981352" y="147377"/>
                </a:cubicBezTo>
                <a:lnTo>
                  <a:pt x="981352" y="70328"/>
                </a:lnTo>
                <a:lnTo>
                  <a:pt x="1005436" y="70328"/>
                </a:lnTo>
                <a:lnTo>
                  <a:pt x="1005436" y="59052"/>
                </a:lnTo>
                <a:close/>
                <a:moveTo>
                  <a:pt x="1065905" y="59052"/>
                </a:moveTo>
                <a:lnTo>
                  <a:pt x="1016709" y="59052"/>
                </a:lnTo>
                <a:lnTo>
                  <a:pt x="1016709" y="65202"/>
                </a:lnTo>
                <a:cubicBezTo>
                  <a:pt x="1027985" y="67509"/>
                  <a:pt x="1030288" y="69816"/>
                  <a:pt x="1030288" y="80317"/>
                </a:cubicBezTo>
                <a:lnTo>
                  <a:pt x="1030288" y="155638"/>
                </a:lnTo>
                <a:cubicBezTo>
                  <a:pt x="1030288" y="166144"/>
                  <a:pt x="1028497" y="168192"/>
                  <a:pt x="1016709" y="171011"/>
                </a:cubicBezTo>
                <a:lnTo>
                  <a:pt x="1016709" y="177157"/>
                </a:lnTo>
                <a:lnTo>
                  <a:pt x="1077947" y="177157"/>
                </a:lnTo>
                <a:lnTo>
                  <a:pt x="1077947" y="171011"/>
                </a:lnTo>
                <a:cubicBezTo>
                  <a:pt x="1068978" y="169729"/>
                  <a:pt x="1065905" y="166144"/>
                  <a:pt x="1065905" y="156409"/>
                </a:cubicBezTo>
                <a:lnTo>
                  <a:pt x="1065905" y="59052"/>
                </a:lnTo>
                <a:moveTo>
                  <a:pt x="1047967" y="0"/>
                </a:moveTo>
                <a:cubicBezTo>
                  <a:pt x="1036950" y="0"/>
                  <a:pt x="1027985" y="8969"/>
                  <a:pt x="1027985" y="19732"/>
                </a:cubicBezTo>
                <a:cubicBezTo>
                  <a:pt x="1027985" y="31262"/>
                  <a:pt x="1036438" y="39719"/>
                  <a:pt x="1047713" y="39719"/>
                </a:cubicBezTo>
                <a:cubicBezTo>
                  <a:pt x="1058989" y="39719"/>
                  <a:pt x="1067700" y="31262"/>
                  <a:pt x="1067700" y="19987"/>
                </a:cubicBezTo>
                <a:cubicBezTo>
                  <a:pt x="1067700" y="8969"/>
                  <a:pt x="1058989" y="0"/>
                  <a:pt x="1047967" y="0"/>
                </a:cubicBezTo>
                <a:close/>
                <a:moveTo>
                  <a:pt x="1186845" y="145066"/>
                </a:moveTo>
                <a:cubicBezTo>
                  <a:pt x="1176597" y="157609"/>
                  <a:pt x="1168653" y="162214"/>
                  <a:pt x="1157635" y="162214"/>
                </a:cubicBezTo>
                <a:cubicBezTo>
                  <a:pt x="1147642" y="162214"/>
                  <a:pt x="1140210" y="157609"/>
                  <a:pt x="1134830" y="148648"/>
                </a:cubicBezTo>
                <a:cubicBezTo>
                  <a:pt x="1130220" y="140461"/>
                  <a:pt x="1128168" y="132012"/>
                  <a:pt x="1127143" y="114352"/>
                </a:cubicBezTo>
                <a:lnTo>
                  <a:pt x="1191712" y="114352"/>
                </a:lnTo>
                <a:cubicBezTo>
                  <a:pt x="1190176" y="92864"/>
                  <a:pt x="1186333" y="80857"/>
                  <a:pt x="1178134" y="71149"/>
                </a:cubicBezTo>
                <a:cubicBezTo>
                  <a:pt x="1169677" y="61175"/>
                  <a:pt x="1157889" y="56050"/>
                  <a:pt x="1143799" y="56050"/>
                </a:cubicBezTo>
                <a:cubicBezTo>
                  <a:pt x="1111770" y="56050"/>
                  <a:pt x="1090247" y="81369"/>
                  <a:pt x="1090247" y="118703"/>
                </a:cubicBezTo>
                <a:cubicBezTo>
                  <a:pt x="1090247" y="156072"/>
                  <a:pt x="1111258" y="180661"/>
                  <a:pt x="1143029" y="180661"/>
                </a:cubicBezTo>
                <a:cubicBezTo>
                  <a:pt x="1163785" y="180661"/>
                  <a:pt x="1176339" y="172462"/>
                  <a:pt x="1192995" y="148648"/>
                </a:cubicBezTo>
                <a:lnTo>
                  <a:pt x="1186845" y="145066"/>
                </a:lnTo>
                <a:moveTo>
                  <a:pt x="1125861" y="104874"/>
                </a:moveTo>
                <a:cubicBezTo>
                  <a:pt x="1126631" y="74214"/>
                  <a:pt x="1131245" y="63994"/>
                  <a:pt x="1143799" y="63994"/>
                </a:cubicBezTo>
                <a:cubicBezTo>
                  <a:pt x="1150973" y="63994"/>
                  <a:pt x="1155841" y="68084"/>
                  <a:pt x="1157889" y="76001"/>
                </a:cubicBezTo>
                <a:cubicBezTo>
                  <a:pt x="1159172" y="80857"/>
                  <a:pt x="1159684" y="88012"/>
                  <a:pt x="1160196" y="101039"/>
                </a:cubicBezTo>
                <a:lnTo>
                  <a:pt x="1160196" y="104874"/>
                </a:lnTo>
                <a:lnTo>
                  <a:pt x="1125861" y="104874"/>
                </a:lnTo>
                <a:close/>
                <a:moveTo>
                  <a:pt x="1284724" y="93669"/>
                </a:moveTo>
                <a:lnTo>
                  <a:pt x="1284724" y="56566"/>
                </a:lnTo>
                <a:lnTo>
                  <a:pt x="1279086" y="56566"/>
                </a:lnTo>
                <a:cubicBezTo>
                  <a:pt x="1277550" y="60409"/>
                  <a:pt x="1276013" y="61688"/>
                  <a:pt x="1272936" y="61688"/>
                </a:cubicBezTo>
                <a:cubicBezTo>
                  <a:pt x="1271400" y="61688"/>
                  <a:pt x="1268839" y="61175"/>
                  <a:pt x="1264738" y="59897"/>
                </a:cubicBezTo>
                <a:cubicBezTo>
                  <a:pt x="1256281" y="57078"/>
                  <a:pt x="1250389" y="56050"/>
                  <a:pt x="1244751" y="56050"/>
                </a:cubicBezTo>
                <a:cubicBezTo>
                  <a:pt x="1221434" y="56050"/>
                  <a:pt x="1204524" y="71927"/>
                  <a:pt x="1204524" y="93415"/>
                </a:cubicBezTo>
                <a:cubicBezTo>
                  <a:pt x="1204524" y="110297"/>
                  <a:pt x="1215029" y="122066"/>
                  <a:pt x="1240908" y="133067"/>
                </a:cubicBezTo>
                <a:cubicBezTo>
                  <a:pt x="1258334" y="140742"/>
                  <a:pt x="1265508" y="147135"/>
                  <a:pt x="1265508" y="155322"/>
                </a:cubicBezTo>
                <a:cubicBezTo>
                  <a:pt x="1265508" y="165299"/>
                  <a:pt x="1257817" y="171950"/>
                  <a:pt x="1246288" y="171950"/>
                </a:cubicBezTo>
                <a:cubicBezTo>
                  <a:pt x="1228354" y="171950"/>
                  <a:pt x="1216566" y="160439"/>
                  <a:pt x="1211186" y="138181"/>
                </a:cubicBezTo>
                <a:lnTo>
                  <a:pt x="1204012" y="138181"/>
                </a:lnTo>
                <a:lnTo>
                  <a:pt x="1204012" y="180406"/>
                </a:lnTo>
                <a:lnTo>
                  <a:pt x="1210416" y="180406"/>
                </a:lnTo>
                <a:cubicBezTo>
                  <a:pt x="1213235" y="175027"/>
                  <a:pt x="1214771" y="173232"/>
                  <a:pt x="1217078" y="173232"/>
                </a:cubicBezTo>
                <a:cubicBezTo>
                  <a:pt x="1218361" y="173232"/>
                  <a:pt x="1220409" y="173744"/>
                  <a:pt x="1222974" y="174769"/>
                </a:cubicBezTo>
                <a:cubicBezTo>
                  <a:pt x="1229890" y="177846"/>
                  <a:pt x="1243469" y="180661"/>
                  <a:pt x="1250643" y="180661"/>
                </a:cubicBezTo>
                <a:cubicBezTo>
                  <a:pt x="1273961" y="180661"/>
                  <a:pt x="1290104" y="164787"/>
                  <a:pt x="1290104" y="141763"/>
                </a:cubicBezTo>
                <a:cubicBezTo>
                  <a:pt x="1290104" y="123602"/>
                  <a:pt x="1280111" y="112600"/>
                  <a:pt x="1254744" y="101856"/>
                </a:cubicBezTo>
                <a:cubicBezTo>
                  <a:pt x="1237323" y="94439"/>
                  <a:pt x="1230148" y="88043"/>
                  <a:pt x="1230148" y="79344"/>
                </a:cubicBezTo>
                <a:cubicBezTo>
                  <a:pt x="1230148" y="70903"/>
                  <a:pt x="1237323" y="64507"/>
                  <a:pt x="1247058" y="64507"/>
                </a:cubicBezTo>
                <a:cubicBezTo>
                  <a:pt x="1253720" y="64507"/>
                  <a:pt x="1260636" y="67322"/>
                  <a:pt x="1266274" y="72694"/>
                </a:cubicBezTo>
                <a:cubicBezTo>
                  <a:pt x="1271654" y="77811"/>
                  <a:pt x="1274473" y="82417"/>
                  <a:pt x="1278316" y="93669"/>
                </a:cubicBezTo>
                <a:lnTo>
                  <a:pt x="1284724" y="936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8" name="Text Method">
            <a:extLst xmlns:a="http://schemas.openxmlformats.org/drawingml/2006/main">
              <a:ext uri="{FF2B5EF4-FFF2-40B4-BE49-F238E27FC236}">
                <a16:creationId xmlns:a16="http://schemas.microsoft.com/office/drawing/2014/main" id="{D0F31469-5315-464F-9946-4854A771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155" y="4180395"/>
            <a:ext cx="844785" cy="176657"/>
          </a:xfrm>
          <a:custGeom xmlns:a="http://schemas.openxmlformats.org/drawingml/2006/main">
            <a:pathLst>
              <a:path w="844785" h="176657">
                <a:moveTo>
                  <a:pt x="170136" y="17168"/>
                </a:moveTo>
                <a:lnTo>
                  <a:pt x="170136" y="147541"/>
                </a:lnTo>
                <a:cubicBezTo>
                  <a:pt x="170136" y="161882"/>
                  <a:pt x="166546" y="164959"/>
                  <a:pt x="147330" y="166750"/>
                </a:cubicBezTo>
                <a:lnTo>
                  <a:pt x="147330" y="173154"/>
                </a:lnTo>
                <a:lnTo>
                  <a:pt x="232398" y="173154"/>
                </a:lnTo>
                <a:lnTo>
                  <a:pt x="232398" y="166750"/>
                </a:lnTo>
                <a:cubicBezTo>
                  <a:pt x="212411" y="164189"/>
                  <a:pt x="209851" y="161370"/>
                  <a:pt x="209851" y="143186"/>
                </a:cubicBezTo>
                <a:lnTo>
                  <a:pt x="209851" y="29972"/>
                </a:lnTo>
                <a:cubicBezTo>
                  <a:pt x="209851" y="11530"/>
                  <a:pt x="213694" y="7690"/>
                  <a:pt x="232398" y="6408"/>
                </a:cubicBezTo>
                <a:lnTo>
                  <a:pt x="232398" y="0"/>
                </a:lnTo>
                <a:lnTo>
                  <a:pt x="167829" y="0"/>
                </a:lnTo>
                <a:lnTo>
                  <a:pt x="116584" y="120900"/>
                </a:lnTo>
                <a:lnTo>
                  <a:pt x="65339" y="0"/>
                </a:lnTo>
                <a:lnTo>
                  <a:pt x="512" y="0"/>
                </a:lnTo>
                <a:lnTo>
                  <a:pt x="512" y="6408"/>
                </a:lnTo>
                <a:cubicBezTo>
                  <a:pt x="19216" y="7945"/>
                  <a:pt x="23318" y="11276"/>
                  <a:pt x="23318" y="24596"/>
                </a:cubicBezTo>
                <a:lnTo>
                  <a:pt x="23318" y="146259"/>
                </a:lnTo>
                <a:cubicBezTo>
                  <a:pt x="23318" y="161628"/>
                  <a:pt x="19987" y="164701"/>
                  <a:pt x="0" y="166750"/>
                </a:cubicBezTo>
                <a:lnTo>
                  <a:pt x="0" y="173154"/>
                </a:lnTo>
                <a:lnTo>
                  <a:pt x="59956" y="173154"/>
                </a:lnTo>
                <a:lnTo>
                  <a:pt x="59956" y="166750"/>
                </a:lnTo>
                <a:cubicBezTo>
                  <a:pt x="38945" y="165213"/>
                  <a:pt x="34077" y="160346"/>
                  <a:pt x="34077" y="141391"/>
                </a:cubicBezTo>
                <a:lnTo>
                  <a:pt x="34077" y="21007"/>
                </a:lnTo>
                <a:lnTo>
                  <a:pt x="98646" y="173154"/>
                </a:lnTo>
                <a:lnTo>
                  <a:pt x="105566" y="173154"/>
                </a:lnTo>
                <a:lnTo>
                  <a:pt x="170136" y="17168"/>
                </a:lnTo>
                <a:close/>
                <a:moveTo>
                  <a:pt x="341296" y="141063"/>
                </a:moveTo>
                <a:cubicBezTo>
                  <a:pt x="331048" y="153605"/>
                  <a:pt x="323104" y="158211"/>
                  <a:pt x="312086" y="158211"/>
                </a:cubicBezTo>
                <a:cubicBezTo>
                  <a:pt x="302093" y="158211"/>
                  <a:pt x="294661" y="153605"/>
                  <a:pt x="289281" y="144644"/>
                </a:cubicBezTo>
                <a:cubicBezTo>
                  <a:pt x="284671" y="136457"/>
                  <a:pt x="282619" y="128008"/>
                  <a:pt x="281594" y="110348"/>
                </a:cubicBezTo>
                <a:lnTo>
                  <a:pt x="346163" y="110348"/>
                </a:lnTo>
                <a:cubicBezTo>
                  <a:pt x="344627" y="88860"/>
                  <a:pt x="340784" y="76853"/>
                  <a:pt x="332585" y="67146"/>
                </a:cubicBezTo>
                <a:cubicBezTo>
                  <a:pt x="324128" y="57172"/>
                  <a:pt x="312340" y="52046"/>
                  <a:pt x="298250" y="52046"/>
                </a:cubicBezTo>
                <a:cubicBezTo>
                  <a:pt x="266221" y="52046"/>
                  <a:pt x="244698" y="77366"/>
                  <a:pt x="244698" y="114700"/>
                </a:cubicBezTo>
                <a:cubicBezTo>
                  <a:pt x="244698" y="152069"/>
                  <a:pt x="265709" y="176657"/>
                  <a:pt x="297480" y="176657"/>
                </a:cubicBezTo>
                <a:cubicBezTo>
                  <a:pt x="318236" y="176657"/>
                  <a:pt x="330790" y="168458"/>
                  <a:pt x="347446" y="144644"/>
                </a:cubicBezTo>
                <a:lnTo>
                  <a:pt x="341296" y="141063"/>
                </a:lnTo>
                <a:moveTo>
                  <a:pt x="280312" y="100871"/>
                </a:moveTo>
                <a:cubicBezTo>
                  <a:pt x="281082" y="70211"/>
                  <a:pt x="285696" y="59991"/>
                  <a:pt x="298250" y="59991"/>
                </a:cubicBezTo>
                <a:cubicBezTo>
                  <a:pt x="305424" y="59991"/>
                  <a:pt x="310292" y="64080"/>
                  <a:pt x="312340" y="71998"/>
                </a:cubicBezTo>
                <a:cubicBezTo>
                  <a:pt x="313623" y="76853"/>
                  <a:pt x="314135" y="84008"/>
                  <a:pt x="314647" y="97035"/>
                </a:cubicBezTo>
                <a:lnTo>
                  <a:pt x="314647" y="100871"/>
                </a:lnTo>
                <a:lnTo>
                  <a:pt x="280312" y="100871"/>
                </a:lnTo>
                <a:close/>
                <a:moveTo>
                  <a:pt x="430206" y="55049"/>
                </a:moveTo>
                <a:lnTo>
                  <a:pt x="406122" y="55049"/>
                </a:lnTo>
                <a:lnTo>
                  <a:pt x="406122" y="11749"/>
                </a:lnTo>
                <a:lnTo>
                  <a:pt x="399714" y="11749"/>
                </a:lnTo>
                <a:cubicBezTo>
                  <a:pt x="384087" y="33784"/>
                  <a:pt x="373836" y="45314"/>
                  <a:pt x="357180" y="59408"/>
                </a:cubicBezTo>
                <a:lnTo>
                  <a:pt x="357180" y="66325"/>
                </a:lnTo>
                <a:lnTo>
                  <a:pt x="370504" y="66325"/>
                </a:lnTo>
                <a:lnTo>
                  <a:pt x="370504" y="149262"/>
                </a:lnTo>
                <a:cubicBezTo>
                  <a:pt x="370504" y="165909"/>
                  <a:pt x="381522" y="176157"/>
                  <a:pt x="399202" y="176157"/>
                </a:cubicBezTo>
                <a:cubicBezTo>
                  <a:pt x="416369" y="176157"/>
                  <a:pt x="426621" y="168470"/>
                  <a:pt x="437122" y="147471"/>
                </a:cubicBezTo>
                <a:lnTo>
                  <a:pt x="430718" y="144656"/>
                </a:lnTo>
                <a:cubicBezTo>
                  <a:pt x="425592" y="154383"/>
                  <a:pt x="421495" y="157965"/>
                  <a:pt x="416115" y="157965"/>
                </a:cubicBezTo>
                <a:cubicBezTo>
                  <a:pt x="408941" y="157965"/>
                  <a:pt x="406122" y="153613"/>
                  <a:pt x="406122" y="143373"/>
                </a:cubicBezTo>
                <a:lnTo>
                  <a:pt x="406122" y="66325"/>
                </a:lnTo>
                <a:lnTo>
                  <a:pt x="430206" y="66325"/>
                </a:lnTo>
                <a:lnTo>
                  <a:pt x="430206" y="55049"/>
                </a:lnTo>
                <a:close/>
                <a:moveTo>
                  <a:pt x="490676" y="0"/>
                </a:moveTo>
                <a:lnTo>
                  <a:pt x="441480" y="0"/>
                </a:lnTo>
                <a:lnTo>
                  <a:pt x="441480" y="6150"/>
                </a:lnTo>
                <a:cubicBezTo>
                  <a:pt x="453268" y="8461"/>
                  <a:pt x="455058" y="10509"/>
                  <a:pt x="455058" y="21023"/>
                </a:cubicBezTo>
                <a:lnTo>
                  <a:pt x="455058" y="151646"/>
                </a:lnTo>
                <a:cubicBezTo>
                  <a:pt x="455058" y="162398"/>
                  <a:pt x="453010" y="164701"/>
                  <a:pt x="441480" y="167008"/>
                </a:cubicBezTo>
                <a:lnTo>
                  <a:pt x="441480" y="173154"/>
                </a:lnTo>
                <a:lnTo>
                  <a:pt x="503230" y="173154"/>
                </a:lnTo>
                <a:lnTo>
                  <a:pt x="503230" y="167008"/>
                </a:lnTo>
                <a:cubicBezTo>
                  <a:pt x="493749" y="165725"/>
                  <a:pt x="490676" y="161886"/>
                  <a:pt x="490676" y="152413"/>
                </a:cubicBezTo>
                <a:lnTo>
                  <a:pt x="490676" y="84063"/>
                </a:lnTo>
                <a:cubicBezTo>
                  <a:pt x="490676" y="83039"/>
                  <a:pt x="492470" y="80482"/>
                  <a:pt x="495031" y="78175"/>
                </a:cubicBezTo>
                <a:cubicBezTo>
                  <a:pt x="500669" y="72287"/>
                  <a:pt x="506819" y="69214"/>
                  <a:pt x="512711" y="69214"/>
                </a:cubicBezTo>
                <a:cubicBezTo>
                  <a:pt x="521680" y="69214"/>
                  <a:pt x="526035" y="76126"/>
                  <a:pt x="526035" y="90463"/>
                </a:cubicBezTo>
                <a:lnTo>
                  <a:pt x="526035" y="152413"/>
                </a:lnTo>
                <a:cubicBezTo>
                  <a:pt x="526035" y="161886"/>
                  <a:pt x="522704" y="165983"/>
                  <a:pt x="513994" y="167008"/>
                </a:cubicBezTo>
                <a:lnTo>
                  <a:pt x="513994" y="173154"/>
                </a:lnTo>
                <a:lnTo>
                  <a:pt x="574207" y="173154"/>
                </a:lnTo>
                <a:lnTo>
                  <a:pt x="574207" y="167008"/>
                </a:lnTo>
                <a:cubicBezTo>
                  <a:pt x="564980" y="166238"/>
                  <a:pt x="561653" y="162398"/>
                  <a:pt x="561653" y="151646"/>
                </a:cubicBezTo>
                <a:lnTo>
                  <a:pt x="561653" y="88160"/>
                </a:lnTo>
                <a:cubicBezTo>
                  <a:pt x="561653" y="66141"/>
                  <a:pt x="548071" y="52046"/>
                  <a:pt x="527060" y="52046"/>
                </a:cubicBezTo>
                <a:cubicBezTo>
                  <a:pt x="513481" y="52046"/>
                  <a:pt x="504000" y="57172"/>
                  <a:pt x="490676" y="72033"/>
                </a:cubicBezTo>
                <a:lnTo>
                  <a:pt x="490676" y="0"/>
                </a:lnTo>
                <a:close/>
                <a:moveTo>
                  <a:pt x="644156" y="52046"/>
                </a:moveTo>
                <a:cubicBezTo>
                  <a:pt x="611616" y="52046"/>
                  <a:pt x="586249" y="78922"/>
                  <a:pt x="586249" y="113714"/>
                </a:cubicBezTo>
                <a:cubicBezTo>
                  <a:pt x="586249" y="150298"/>
                  <a:pt x="610591" y="176657"/>
                  <a:pt x="644156" y="176657"/>
                </a:cubicBezTo>
                <a:cubicBezTo>
                  <a:pt x="677209" y="176657"/>
                  <a:pt x="701809" y="150040"/>
                  <a:pt x="701809" y="114481"/>
                </a:cubicBezTo>
                <a:cubicBezTo>
                  <a:pt x="701809" y="78668"/>
                  <a:pt x="677209" y="52046"/>
                  <a:pt x="644156" y="52046"/>
                </a:cubicBezTo>
                <a:moveTo>
                  <a:pt x="644414" y="59991"/>
                </a:moveTo>
                <a:cubicBezTo>
                  <a:pt x="659275" y="59991"/>
                  <a:pt x="664143" y="74062"/>
                  <a:pt x="664143" y="116017"/>
                </a:cubicBezTo>
                <a:cubicBezTo>
                  <a:pt x="664143" y="155412"/>
                  <a:pt x="659017" y="168716"/>
                  <a:pt x="644156" y="168716"/>
                </a:cubicBezTo>
                <a:cubicBezTo>
                  <a:pt x="629037" y="168716"/>
                  <a:pt x="623916" y="155670"/>
                  <a:pt x="623916" y="118320"/>
                </a:cubicBezTo>
                <a:cubicBezTo>
                  <a:pt x="623916" y="73296"/>
                  <a:pt x="628525" y="59991"/>
                  <a:pt x="644414" y="59991"/>
                </a:cubicBezTo>
                <a:close/>
                <a:moveTo>
                  <a:pt x="794818" y="176356"/>
                </a:moveTo>
                <a:cubicBezTo>
                  <a:pt x="806606" y="173025"/>
                  <a:pt x="813010" y="171746"/>
                  <a:pt x="828899" y="169952"/>
                </a:cubicBezTo>
                <a:lnTo>
                  <a:pt x="844785" y="167899"/>
                </a:lnTo>
                <a:lnTo>
                  <a:pt x="844785" y="162007"/>
                </a:lnTo>
                <a:cubicBezTo>
                  <a:pt x="832997" y="161241"/>
                  <a:pt x="829666" y="157918"/>
                  <a:pt x="829666" y="147182"/>
                </a:cubicBezTo>
                <a:lnTo>
                  <a:pt x="829666" y="0"/>
                </a:lnTo>
                <a:lnTo>
                  <a:pt x="774578" y="0"/>
                </a:lnTo>
                <a:lnTo>
                  <a:pt x="774578" y="6150"/>
                </a:lnTo>
                <a:cubicBezTo>
                  <a:pt x="791745" y="7432"/>
                  <a:pt x="794052" y="9227"/>
                  <a:pt x="794052" y="21023"/>
                </a:cubicBezTo>
                <a:lnTo>
                  <a:pt x="794052" y="67931"/>
                </a:lnTo>
                <a:cubicBezTo>
                  <a:pt x="783035" y="56148"/>
                  <a:pt x="775348" y="52046"/>
                  <a:pt x="763560" y="52046"/>
                </a:cubicBezTo>
                <a:cubicBezTo>
                  <a:pt x="735375" y="52046"/>
                  <a:pt x="714364" y="79434"/>
                  <a:pt x="714364" y="116502"/>
                </a:cubicBezTo>
                <a:cubicBezTo>
                  <a:pt x="714364" y="151310"/>
                  <a:pt x="733838" y="176657"/>
                  <a:pt x="760741" y="176657"/>
                </a:cubicBezTo>
                <a:cubicBezTo>
                  <a:pt x="774320" y="176657"/>
                  <a:pt x="782776" y="172560"/>
                  <a:pt x="794818" y="159751"/>
                </a:cubicBezTo>
                <a:lnTo>
                  <a:pt x="794818" y="176356"/>
                </a:lnTo>
                <a:moveTo>
                  <a:pt x="794052" y="144406"/>
                </a:moveTo>
                <a:cubicBezTo>
                  <a:pt x="794052" y="145942"/>
                  <a:pt x="791487" y="150290"/>
                  <a:pt x="788414" y="153613"/>
                </a:cubicBezTo>
                <a:cubicBezTo>
                  <a:pt x="783289" y="159497"/>
                  <a:pt x="777909" y="162308"/>
                  <a:pt x="772271" y="162308"/>
                </a:cubicBezTo>
                <a:cubicBezTo>
                  <a:pt x="758693" y="162308"/>
                  <a:pt x="752285" y="146963"/>
                  <a:pt x="752285" y="114481"/>
                </a:cubicBezTo>
                <a:cubicBezTo>
                  <a:pt x="752285" y="81486"/>
                  <a:pt x="759205" y="66399"/>
                  <a:pt x="774066" y="66399"/>
                </a:cubicBezTo>
                <a:cubicBezTo>
                  <a:pt x="782522" y="66399"/>
                  <a:pt x="790463" y="72533"/>
                  <a:pt x="794052" y="82253"/>
                </a:cubicBezTo>
                <a:lnTo>
                  <a:pt x="794052" y="1444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9" name="Text Ret.">
            <a:extLst xmlns:a="http://schemas.openxmlformats.org/drawingml/2006/main">
              <a:ext uri="{FF2B5EF4-FFF2-40B4-BE49-F238E27FC236}">
                <a16:creationId xmlns:a16="http://schemas.microsoft.com/office/drawing/2014/main" id="{BA2C600C-7229-4239-887A-7CA89EC4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9708" y="4180395"/>
            <a:ext cx="431233" cy="176657"/>
          </a:xfrm>
          <a:custGeom xmlns:a="http://schemas.openxmlformats.org/drawingml/2006/main">
            <a:pathLst>
              <a:path w="431233" h="176657">
                <a:moveTo>
                  <a:pt x="176544" y="166750"/>
                </a:moveTo>
                <a:cubicBezTo>
                  <a:pt x="171930" y="166750"/>
                  <a:pt x="168599" y="165213"/>
                  <a:pt x="166038" y="161882"/>
                </a:cubicBezTo>
                <a:lnTo>
                  <a:pt x="114535" y="88884"/>
                </a:lnTo>
                <a:cubicBezTo>
                  <a:pt x="129654" y="84016"/>
                  <a:pt x="136058" y="80689"/>
                  <a:pt x="143233" y="74285"/>
                </a:cubicBezTo>
                <a:cubicBezTo>
                  <a:pt x="150665" y="67368"/>
                  <a:pt x="154763" y="57125"/>
                  <a:pt x="154763" y="45599"/>
                </a:cubicBezTo>
                <a:cubicBezTo>
                  <a:pt x="154763" y="16143"/>
                  <a:pt x="129396" y="0"/>
                  <a:pt x="82507" y="0"/>
                </a:cubicBezTo>
                <a:lnTo>
                  <a:pt x="0" y="0"/>
                </a:lnTo>
                <a:lnTo>
                  <a:pt x="0" y="6408"/>
                </a:lnTo>
                <a:cubicBezTo>
                  <a:pt x="18962" y="7690"/>
                  <a:pt x="22551" y="11530"/>
                  <a:pt x="22551" y="29972"/>
                </a:cubicBezTo>
                <a:lnTo>
                  <a:pt x="22551" y="143186"/>
                </a:lnTo>
                <a:cubicBezTo>
                  <a:pt x="22551" y="161882"/>
                  <a:pt x="19987" y="164443"/>
                  <a:pt x="0" y="166750"/>
                </a:cubicBezTo>
                <a:lnTo>
                  <a:pt x="0" y="173154"/>
                </a:lnTo>
                <a:lnTo>
                  <a:pt x="86608" y="173154"/>
                </a:lnTo>
                <a:lnTo>
                  <a:pt x="86608" y="166750"/>
                </a:lnTo>
                <a:cubicBezTo>
                  <a:pt x="66622" y="164189"/>
                  <a:pt x="64057" y="161370"/>
                  <a:pt x="64057" y="143186"/>
                </a:cubicBezTo>
                <a:lnTo>
                  <a:pt x="64057" y="92981"/>
                </a:lnTo>
                <a:lnTo>
                  <a:pt x="70977" y="92981"/>
                </a:lnTo>
                <a:lnTo>
                  <a:pt x="124016" y="173154"/>
                </a:lnTo>
                <a:lnTo>
                  <a:pt x="176544" y="173154"/>
                </a:lnTo>
                <a:lnTo>
                  <a:pt x="176544" y="166750"/>
                </a:lnTo>
                <a:moveTo>
                  <a:pt x="64057" y="19474"/>
                </a:moveTo>
                <a:cubicBezTo>
                  <a:pt x="64057" y="17938"/>
                  <a:pt x="65085" y="14095"/>
                  <a:pt x="65851" y="12558"/>
                </a:cubicBezTo>
                <a:cubicBezTo>
                  <a:pt x="67388" y="9993"/>
                  <a:pt x="71489" y="8715"/>
                  <a:pt x="77893" y="8715"/>
                </a:cubicBezTo>
                <a:cubicBezTo>
                  <a:pt x="101469" y="8715"/>
                  <a:pt x="110950" y="19732"/>
                  <a:pt x="110950" y="46635"/>
                </a:cubicBezTo>
                <a:cubicBezTo>
                  <a:pt x="110950" y="63033"/>
                  <a:pt x="107107" y="73026"/>
                  <a:pt x="98904" y="78410"/>
                </a:cubicBezTo>
                <a:cubicBezTo>
                  <a:pt x="92242" y="82765"/>
                  <a:pt x="83531" y="84556"/>
                  <a:pt x="64057" y="84814"/>
                </a:cubicBezTo>
                <a:lnTo>
                  <a:pt x="64057" y="19474"/>
                </a:lnTo>
                <a:close/>
                <a:moveTo>
                  <a:pt x="281341" y="141063"/>
                </a:moveTo>
                <a:cubicBezTo>
                  <a:pt x="271093" y="153605"/>
                  <a:pt x="263149" y="158211"/>
                  <a:pt x="252131" y="158211"/>
                </a:cubicBezTo>
                <a:cubicBezTo>
                  <a:pt x="242138" y="158211"/>
                  <a:pt x="234705" y="153605"/>
                  <a:pt x="229326" y="144644"/>
                </a:cubicBezTo>
                <a:cubicBezTo>
                  <a:pt x="224716" y="136457"/>
                  <a:pt x="222663" y="128008"/>
                  <a:pt x="221639" y="110348"/>
                </a:cubicBezTo>
                <a:lnTo>
                  <a:pt x="286208" y="110348"/>
                </a:lnTo>
                <a:cubicBezTo>
                  <a:pt x="284672" y="88860"/>
                  <a:pt x="280828" y="76853"/>
                  <a:pt x="272630" y="67146"/>
                </a:cubicBezTo>
                <a:cubicBezTo>
                  <a:pt x="264173" y="57172"/>
                  <a:pt x="252385" y="52046"/>
                  <a:pt x="238294" y="52046"/>
                </a:cubicBezTo>
                <a:cubicBezTo>
                  <a:pt x="206266" y="52046"/>
                  <a:pt x="184743" y="77366"/>
                  <a:pt x="184743" y="114700"/>
                </a:cubicBezTo>
                <a:cubicBezTo>
                  <a:pt x="184743" y="152069"/>
                  <a:pt x="205754" y="176657"/>
                  <a:pt x="237524" y="176657"/>
                </a:cubicBezTo>
                <a:cubicBezTo>
                  <a:pt x="258281" y="176657"/>
                  <a:pt x="270835" y="168458"/>
                  <a:pt x="287491" y="144644"/>
                </a:cubicBezTo>
                <a:lnTo>
                  <a:pt x="281341" y="141063"/>
                </a:lnTo>
                <a:moveTo>
                  <a:pt x="220357" y="100871"/>
                </a:moveTo>
                <a:cubicBezTo>
                  <a:pt x="221127" y="70211"/>
                  <a:pt x="225740" y="59991"/>
                  <a:pt x="238294" y="59991"/>
                </a:cubicBezTo>
                <a:cubicBezTo>
                  <a:pt x="245469" y="59991"/>
                  <a:pt x="250336" y="64080"/>
                  <a:pt x="252385" y="71998"/>
                </a:cubicBezTo>
                <a:cubicBezTo>
                  <a:pt x="253668" y="76853"/>
                  <a:pt x="254180" y="84008"/>
                  <a:pt x="254692" y="97035"/>
                </a:cubicBezTo>
                <a:lnTo>
                  <a:pt x="254692" y="100871"/>
                </a:lnTo>
                <a:lnTo>
                  <a:pt x="220357" y="100871"/>
                </a:lnTo>
                <a:close/>
                <a:moveTo>
                  <a:pt x="370251" y="55049"/>
                </a:moveTo>
                <a:lnTo>
                  <a:pt x="346167" y="55049"/>
                </a:lnTo>
                <a:lnTo>
                  <a:pt x="346167" y="11749"/>
                </a:lnTo>
                <a:lnTo>
                  <a:pt x="339759" y="11749"/>
                </a:lnTo>
                <a:cubicBezTo>
                  <a:pt x="324132" y="33784"/>
                  <a:pt x="313881" y="45314"/>
                  <a:pt x="297225" y="59408"/>
                </a:cubicBezTo>
                <a:lnTo>
                  <a:pt x="297225" y="66325"/>
                </a:lnTo>
                <a:lnTo>
                  <a:pt x="310550" y="66325"/>
                </a:lnTo>
                <a:lnTo>
                  <a:pt x="310550" y="149262"/>
                </a:lnTo>
                <a:cubicBezTo>
                  <a:pt x="310550" y="165909"/>
                  <a:pt x="321567" y="176157"/>
                  <a:pt x="339247" y="176157"/>
                </a:cubicBezTo>
                <a:cubicBezTo>
                  <a:pt x="356415" y="176157"/>
                  <a:pt x="366666" y="168470"/>
                  <a:pt x="377168" y="147471"/>
                </a:cubicBezTo>
                <a:lnTo>
                  <a:pt x="370763" y="144656"/>
                </a:lnTo>
                <a:cubicBezTo>
                  <a:pt x="365638" y="154383"/>
                  <a:pt x="361540" y="157965"/>
                  <a:pt x="356161" y="157965"/>
                </a:cubicBezTo>
                <a:cubicBezTo>
                  <a:pt x="348986" y="157965"/>
                  <a:pt x="346167" y="153613"/>
                  <a:pt x="346167" y="143373"/>
                </a:cubicBezTo>
                <a:lnTo>
                  <a:pt x="346167" y="66325"/>
                </a:lnTo>
                <a:lnTo>
                  <a:pt x="370251" y="66325"/>
                </a:lnTo>
                <a:lnTo>
                  <a:pt x="370251" y="55049"/>
                </a:lnTo>
                <a:close/>
                <a:moveTo>
                  <a:pt x="409455" y="133107"/>
                </a:moveTo>
                <a:cubicBezTo>
                  <a:pt x="397668" y="133107"/>
                  <a:pt x="387928" y="143100"/>
                  <a:pt x="387928" y="154630"/>
                </a:cubicBezTo>
                <a:cubicBezTo>
                  <a:pt x="387928" y="166930"/>
                  <a:pt x="397155" y="176407"/>
                  <a:pt x="409197" y="176407"/>
                </a:cubicBezTo>
                <a:cubicBezTo>
                  <a:pt x="421497" y="176407"/>
                  <a:pt x="431233" y="166930"/>
                  <a:pt x="431233" y="155142"/>
                </a:cubicBezTo>
                <a:cubicBezTo>
                  <a:pt x="431233" y="143100"/>
                  <a:pt x="421497" y="133107"/>
                  <a:pt x="409455" y="133107"/>
                </a:cubicBezTo>
                <a:close/>
              </a:path>
            </a:pathLst>
          </a:custGeom>
          <a:solidFill xmlns:a="http://schemas.openxmlformats.org/drawingml/2006/main">
            <a:srgbClr val="A935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0" name="Text Loc.">
            <a:extLst xmlns:a="http://schemas.openxmlformats.org/drawingml/2006/main">
              <a:ext uri="{FF2B5EF4-FFF2-40B4-BE49-F238E27FC236}">
                <a16:creationId xmlns:a16="http://schemas.microsoft.com/office/drawing/2014/main" id="{A335985D-2D44-4A0A-A64F-00CBB13E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943" y="4180395"/>
            <a:ext cx="461721" cy="176657"/>
          </a:xfrm>
          <a:custGeom xmlns:a="http://schemas.openxmlformats.org/drawingml/2006/main">
            <a:pathLst>
              <a:path w="461721" h="176657">
                <a:moveTo>
                  <a:pt x="158606" y="115008"/>
                </a:moveTo>
                <a:lnTo>
                  <a:pt x="151173" y="115008"/>
                </a:lnTo>
                <a:cubicBezTo>
                  <a:pt x="142717" y="134987"/>
                  <a:pt x="137595" y="142928"/>
                  <a:pt x="128626" y="151126"/>
                </a:cubicBezTo>
                <a:cubicBezTo>
                  <a:pt x="118121" y="160604"/>
                  <a:pt x="103772" y="165213"/>
                  <a:pt x="84043" y="165213"/>
                </a:cubicBezTo>
                <a:cubicBezTo>
                  <a:pt x="68412" y="165213"/>
                  <a:pt x="63545" y="161882"/>
                  <a:pt x="63545" y="150868"/>
                </a:cubicBezTo>
                <a:lnTo>
                  <a:pt x="63545" y="29972"/>
                </a:lnTo>
                <a:cubicBezTo>
                  <a:pt x="63545" y="10763"/>
                  <a:pt x="67130" y="7432"/>
                  <a:pt x="89423" y="6408"/>
                </a:cubicBezTo>
                <a:lnTo>
                  <a:pt x="89423" y="0"/>
                </a:lnTo>
                <a:lnTo>
                  <a:pt x="0" y="0"/>
                </a:lnTo>
                <a:lnTo>
                  <a:pt x="0" y="6408"/>
                </a:lnTo>
                <a:cubicBezTo>
                  <a:pt x="17422" y="7432"/>
                  <a:pt x="22035" y="11530"/>
                  <a:pt x="22035" y="24592"/>
                </a:cubicBezTo>
                <a:lnTo>
                  <a:pt x="22035" y="148566"/>
                </a:lnTo>
                <a:cubicBezTo>
                  <a:pt x="22035" y="161624"/>
                  <a:pt x="18704" y="164443"/>
                  <a:pt x="0" y="166750"/>
                </a:cubicBezTo>
                <a:lnTo>
                  <a:pt x="0" y="173154"/>
                </a:lnTo>
                <a:lnTo>
                  <a:pt x="148100" y="173154"/>
                </a:lnTo>
                <a:lnTo>
                  <a:pt x="158606" y="115008"/>
                </a:lnTo>
                <a:close/>
                <a:moveTo>
                  <a:pt x="230348" y="52046"/>
                </a:moveTo>
                <a:cubicBezTo>
                  <a:pt x="197807" y="52046"/>
                  <a:pt x="172441" y="78922"/>
                  <a:pt x="172441" y="113714"/>
                </a:cubicBezTo>
                <a:cubicBezTo>
                  <a:pt x="172441" y="150298"/>
                  <a:pt x="196783" y="176657"/>
                  <a:pt x="230348" y="176657"/>
                </a:cubicBezTo>
                <a:cubicBezTo>
                  <a:pt x="263400" y="176657"/>
                  <a:pt x="288000" y="150040"/>
                  <a:pt x="288000" y="114481"/>
                </a:cubicBezTo>
                <a:cubicBezTo>
                  <a:pt x="288000" y="78668"/>
                  <a:pt x="263400" y="52046"/>
                  <a:pt x="230348" y="52046"/>
                </a:cubicBezTo>
                <a:moveTo>
                  <a:pt x="230606" y="59991"/>
                </a:moveTo>
                <a:cubicBezTo>
                  <a:pt x="245467" y="59991"/>
                  <a:pt x="250334" y="74062"/>
                  <a:pt x="250334" y="116017"/>
                </a:cubicBezTo>
                <a:cubicBezTo>
                  <a:pt x="250334" y="155412"/>
                  <a:pt x="245209" y="168716"/>
                  <a:pt x="230348" y="168716"/>
                </a:cubicBezTo>
                <a:cubicBezTo>
                  <a:pt x="215229" y="168716"/>
                  <a:pt x="210107" y="155670"/>
                  <a:pt x="210107" y="118320"/>
                </a:cubicBezTo>
                <a:cubicBezTo>
                  <a:pt x="210107" y="73296"/>
                  <a:pt x="214717" y="59991"/>
                  <a:pt x="230606" y="59991"/>
                </a:cubicBezTo>
                <a:close/>
                <a:moveTo>
                  <a:pt x="399712" y="145168"/>
                </a:moveTo>
                <a:cubicBezTo>
                  <a:pt x="390235" y="155912"/>
                  <a:pt x="383573" y="159493"/>
                  <a:pt x="373067" y="159493"/>
                </a:cubicBezTo>
                <a:cubicBezTo>
                  <a:pt x="350774" y="159493"/>
                  <a:pt x="336679" y="137239"/>
                  <a:pt x="336679" y="102450"/>
                </a:cubicBezTo>
                <a:cubicBezTo>
                  <a:pt x="336679" y="76107"/>
                  <a:pt x="344882" y="59991"/>
                  <a:pt x="358206" y="59991"/>
                </a:cubicBezTo>
                <a:cubicBezTo>
                  <a:pt x="362304" y="59991"/>
                  <a:pt x="366147" y="62036"/>
                  <a:pt x="367684" y="64851"/>
                </a:cubicBezTo>
                <a:cubicBezTo>
                  <a:pt x="368966" y="67153"/>
                  <a:pt x="368966" y="67153"/>
                  <a:pt x="368966" y="77897"/>
                </a:cubicBezTo>
                <a:cubicBezTo>
                  <a:pt x="369224" y="90428"/>
                  <a:pt x="373834" y="96312"/>
                  <a:pt x="383315" y="96312"/>
                </a:cubicBezTo>
                <a:cubicBezTo>
                  <a:pt x="394078" y="96312"/>
                  <a:pt x="400740" y="90174"/>
                  <a:pt x="400740" y="80196"/>
                </a:cubicBezTo>
                <a:cubicBezTo>
                  <a:pt x="400740" y="64338"/>
                  <a:pt x="383573" y="52046"/>
                  <a:pt x="361021" y="52046"/>
                </a:cubicBezTo>
                <a:cubicBezTo>
                  <a:pt x="326178" y="52046"/>
                  <a:pt x="300554" y="79176"/>
                  <a:pt x="300554" y="116009"/>
                </a:cubicBezTo>
                <a:cubicBezTo>
                  <a:pt x="300554" y="151306"/>
                  <a:pt x="323613" y="176657"/>
                  <a:pt x="355387" y="176657"/>
                </a:cubicBezTo>
                <a:cubicBezTo>
                  <a:pt x="375116" y="176657"/>
                  <a:pt x="389465" y="168716"/>
                  <a:pt x="404326" y="149774"/>
                </a:cubicBezTo>
                <a:lnTo>
                  <a:pt x="399712" y="145168"/>
                </a:lnTo>
                <a:close/>
                <a:moveTo>
                  <a:pt x="439944" y="133107"/>
                </a:moveTo>
                <a:cubicBezTo>
                  <a:pt x="428156" y="133107"/>
                  <a:pt x="418417" y="143100"/>
                  <a:pt x="418417" y="154630"/>
                </a:cubicBezTo>
                <a:cubicBezTo>
                  <a:pt x="418417" y="166930"/>
                  <a:pt x="427644" y="176407"/>
                  <a:pt x="439686" y="176407"/>
                </a:cubicBezTo>
                <a:cubicBezTo>
                  <a:pt x="451986" y="176407"/>
                  <a:pt x="461721" y="166930"/>
                  <a:pt x="461721" y="155142"/>
                </a:cubicBezTo>
                <a:cubicBezTo>
                  <a:pt x="461721" y="143100"/>
                  <a:pt x="451986" y="133107"/>
                  <a:pt x="439944" y="133107"/>
                </a:cubicBezTo>
                <a:close/>
              </a:path>
            </a:pathLst>
          </a:custGeom>
          <a:solidFill xmlns:a="http://schemas.openxmlformats.org/drawingml/2006/main">
            <a:srgbClr val="006B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1" name="Text QA">
            <a:extLst xmlns:a="http://schemas.openxmlformats.org/drawingml/2006/main">
              <a:ext uri="{FF2B5EF4-FFF2-40B4-BE49-F238E27FC236}">
                <a16:creationId xmlns:a16="http://schemas.microsoft.com/office/drawing/2014/main" id="{BA5B3155-CECE-48C8-A895-AE73929A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1019" y="4176392"/>
            <a:ext cx="366920" cy="222233"/>
          </a:xfrm>
          <a:custGeom xmlns:a="http://schemas.openxmlformats.org/drawingml/2006/main">
            <a:pathLst>
              <a:path w="366920" h="222233">
                <a:moveTo>
                  <a:pt x="178080" y="207114"/>
                </a:moveTo>
                <a:cubicBezTo>
                  <a:pt x="169881" y="209420"/>
                  <a:pt x="165780" y="210187"/>
                  <a:pt x="160913" y="210187"/>
                </a:cubicBezTo>
                <a:cubicBezTo>
                  <a:pt x="148871" y="210187"/>
                  <a:pt x="137341" y="205573"/>
                  <a:pt x="128626" y="196859"/>
                </a:cubicBezTo>
                <a:cubicBezTo>
                  <a:pt x="123758" y="191991"/>
                  <a:pt x="121198" y="188144"/>
                  <a:pt x="116584" y="178659"/>
                </a:cubicBezTo>
                <a:cubicBezTo>
                  <a:pt x="137341" y="171997"/>
                  <a:pt x="146306" y="166867"/>
                  <a:pt x="157323" y="155079"/>
                </a:cubicBezTo>
                <a:cubicBezTo>
                  <a:pt x="172954" y="138416"/>
                  <a:pt x="181411" y="116373"/>
                  <a:pt x="181411" y="91507"/>
                </a:cubicBezTo>
                <a:cubicBezTo>
                  <a:pt x="181411" y="38190"/>
                  <a:pt x="143487" y="0"/>
                  <a:pt x="90706" y="0"/>
                </a:cubicBezTo>
                <a:cubicBezTo>
                  <a:pt x="38436" y="0"/>
                  <a:pt x="0" y="38960"/>
                  <a:pt x="0" y="92277"/>
                </a:cubicBezTo>
                <a:cubicBezTo>
                  <a:pt x="0" y="115603"/>
                  <a:pt x="7945" y="137134"/>
                  <a:pt x="22805" y="153539"/>
                </a:cubicBezTo>
                <a:cubicBezTo>
                  <a:pt x="33311" y="165331"/>
                  <a:pt x="41510" y="170456"/>
                  <a:pt x="60984" y="177634"/>
                </a:cubicBezTo>
                <a:cubicBezTo>
                  <a:pt x="66364" y="188914"/>
                  <a:pt x="69441" y="193782"/>
                  <a:pt x="75333" y="199677"/>
                </a:cubicBezTo>
                <a:cubicBezTo>
                  <a:pt x="89681" y="214034"/>
                  <a:pt x="111204" y="222233"/>
                  <a:pt x="133752" y="222233"/>
                </a:cubicBezTo>
                <a:cubicBezTo>
                  <a:pt x="149383" y="222233"/>
                  <a:pt x="160400" y="220180"/>
                  <a:pt x="179617" y="213264"/>
                </a:cubicBezTo>
                <a:lnTo>
                  <a:pt x="178080" y="207114"/>
                </a:lnTo>
                <a:moveTo>
                  <a:pt x="90964" y="8457"/>
                </a:moveTo>
                <a:cubicBezTo>
                  <a:pt x="119661" y="8457"/>
                  <a:pt x="136058" y="39215"/>
                  <a:pt x="136058" y="92531"/>
                </a:cubicBezTo>
                <a:cubicBezTo>
                  <a:pt x="136058" y="145336"/>
                  <a:pt x="120173" y="173533"/>
                  <a:pt x="90706" y="173533"/>
                </a:cubicBezTo>
                <a:cubicBezTo>
                  <a:pt x="60984" y="173533"/>
                  <a:pt x="45353" y="145594"/>
                  <a:pt x="45353" y="92277"/>
                </a:cubicBezTo>
                <a:cubicBezTo>
                  <a:pt x="45353" y="38448"/>
                  <a:pt x="61750" y="8457"/>
                  <a:pt x="90964" y="8457"/>
                </a:cubicBezTo>
                <a:close/>
                <a:moveTo>
                  <a:pt x="366920" y="170753"/>
                </a:moveTo>
                <a:lnTo>
                  <a:pt x="365895" y="170753"/>
                </a:lnTo>
                <a:cubicBezTo>
                  <a:pt x="355902" y="170753"/>
                  <a:pt x="351801" y="165393"/>
                  <a:pt x="338989" y="135273"/>
                </a:cubicBezTo>
                <a:lnTo>
                  <a:pt x="281852" y="250"/>
                </a:lnTo>
                <a:lnTo>
                  <a:pt x="274677" y="250"/>
                </a:lnTo>
                <a:lnTo>
                  <a:pt x="217795" y="140887"/>
                </a:lnTo>
                <a:cubicBezTo>
                  <a:pt x="208056" y="164627"/>
                  <a:pt x="204983" y="168454"/>
                  <a:pt x="192683" y="170753"/>
                </a:cubicBezTo>
                <a:lnTo>
                  <a:pt x="192683" y="177157"/>
                </a:lnTo>
                <a:lnTo>
                  <a:pt x="244698" y="177157"/>
                </a:lnTo>
                <a:lnTo>
                  <a:pt x="244698" y="170753"/>
                </a:lnTo>
                <a:cubicBezTo>
                  <a:pt x="229583" y="169733"/>
                  <a:pt x="223687" y="166926"/>
                  <a:pt x="223687" y="160287"/>
                </a:cubicBezTo>
                <a:cubicBezTo>
                  <a:pt x="223687" y="156968"/>
                  <a:pt x="225736" y="150587"/>
                  <a:pt x="231119" y="136805"/>
                </a:cubicBezTo>
                <a:lnTo>
                  <a:pt x="234963" y="126847"/>
                </a:lnTo>
                <a:lnTo>
                  <a:pt x="292611" y="126847"/>
                </a:lnTo>
                <a:cubicBezTo>
                  <a:pt x="301326" y="146759"/>
                  <a:pt x="304399" y="155947"/>
                  <a:pt x="304399" y="161565"/>
                </a:cubicBezTo>
                <a:cubicBezTo>
                  <a:pt x="304399" y="166926"/>
                  <a:pt x="301068" y="169479"/>
                  <a:pt x="292099" y="169987"/>
                </a:cubicBezTo>
                <a:cubicBezTo>
                  <a:pt x="290821" y="169987"/>
                  <a:pt x="287490" y="170245"/>
                  <a:pt x="283901" y="170753"/>
                </a:cubicBezTo>
                <a:lnTo>
                  <a:pt x="283901" y="177157"/>
                </a:lnTo>
                <a:lnTo>
                  <a:pt x="366920" y="177157"/>
                </a:lnTo>
                <a:lnTo>
                  <a:pt x="366920" y="170753"/>
                </a:lnTo>
                <a:moveTo>
                  <a:pt x="238806" y="116854"/>
                </a:moveTo>
                <a:lnTo>
                  <a:pt x="262890" y="54548"/>
                </a:lnTo>
                <a:lnTo>
                  <a:pt x="288768" y="116854"/>
                </a:lnTo>
                <a:lnTo>
                  <a:pt x="238806" y="116854"/>
                </a:lnTo>
                <a:close/>
              </a:path>
            </a:pathLst>
          </a:custGeom>
          <a:solidFill xmlns:a="http://schemas.openxmlformats.org/drawingml/2006/main">
            <a:srgbClr val="FF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2" name="Text Cap.">
            <a:extLst xmlns:a="http://schemas.openxmlformats.org/drawingml/2006/main">
              <a:ext uri="{FF2B5EF4-FFF2-40B4-BE49-F238E27FC236}">
                <a16:creationId xmlns:a16="http://schemas.microsoft.com/office/drawing/2014/main" id="{C5742607-E398-46F3-B325-F8CCD93B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832" y="4176392"/>
            <a:ext cx="496826" cy="229685"/>
          </a:xfrm>
          <a:custGeom xmlns:a="http://schemas.openxmlformats.org/drawingml/2006/main">
            <a:pathLst>
              <a:path w="496826" h="229685">
                <a:moveTo>
                  <a:pt x="155787" y="138099"/>
                </a:moveTo>
                <a:cubicBezTo>
                  <a:pt x="140668" y="153984"/>
                  <a:pt x="132469" y="160134"/>
                  <a:pt x="119915" y="165002"/>
                </a:cubicBezTo>
                <a:cubicBezTo>
                  <a:pt x="112483" y="168079"/>
                  <a:pt x="104026" y="169616"/>
                  <a:pt x="96852" y="169616"/>
                </a:cubicBezTo>
                <a:cubicBezTo>
                  <a:pt x="79942" y="169616"/>
                  <a:pt x="63799" y="160647"/>
                  <a:pt x="56370" y="147322"/>
                </a:cubicBezTo>
                <a:cubicBezTo>
                  <a:pt x="48938" y="133744"/>
                  <a:pt x="45353" y="115298"/>
                  <a:pt x="45353" y="89677"/>
                </a:cubicBezTo>
                <a:cubicBezTo>
                  <a:pt x="45353" y="36642"/>
                  <a:pt x="61750" y="8457"/>
                  <a:pt x="92496" y="8457"/>
                </a:cubicBezTo>
                <a:cubicBezTo>
                  <a:pt x="104542" y="8457"/>
                  <a:pt x="115560" y="13070"/>
                  <a:pt x="126577" y="22805"/>
                </a:cubicBezTo>
                <a:cubicBezTo>
                  <a:pt x="137595" y="32799"/>
                  <a:pt x="143487" y="41251"/>
                  <a:pt x="152456" y="60726"/>
                </a:cubicBezTo>
                <a:lnTo>
                  <a:pt x="158860" y="60726"/>
                </a:lnTo>
                <a:lnTo>
                  <a:pt x="158860" y="770"/>
                </a:lnTo>
                <a:lnTo>
                  <a:pt x="151944" y="770"/>
                </a:lnTo>
                <a:cubicBezTo>
                  <a:pt x="148354" y="9739"/>
                  <a:pt x="145536" y="12558"/>
                  <a:pt x="140668" y="12558"/>
                </a:cubicBezTo>
                <a:cubicBezTo>
                  <a:pt x="138361" y="12558"/>
                  <a:pt x="134518" y="11530"/>
                  <a:pt x="128880" y="8969"/>
                </a:cubicBezTo>
                <a:cubicBezTo>
                  <a:pt x="113765" y="2819"/>
                  <a:pt x="101465" y="0"/>
                  <a:pt x="89165" y="0"/>
                </a:cubicBezTo>
                <a:cubicBezTo>
                  <a:pt x="38178" y="0"/>
                  <a:pt x="0" y="39457"/>
                  <a:pt x="0" y="91726"/>
                </a:cubicBezTo>
                <a:cubicBezTo>
                  <a:pt x="0" y="144507"/>
                  <a:pt x="37666" y="181912"/>
                  <a:pt x="90706" y="181912"/>
                </a:cubicBezTo>
                <a:cubicBezTo>
                  <a:pt x="108898" y="181912"/>
                  <a:pt x="124013" y="177556"/>
                  <a:pt x="138107" y="168079"/>
                </a:cubicBezTo>
                <a:cubicBezTo>
                  <a:pt x="146306" y="162441"/>
                  <a:pt x="151944" y="157316"/>
                  <a:pt x="163473" y="144507"/>
                </a:cubicBezTo>
                <a:lnTo>
                  <a:pt x="155787" y="138099"/>
                </a:lnTo>
                <a:close/>
                <a:moveTo>
                  <a:pt x="293636" y="160701"/>
                </a:moveTo>
                <a:lnTo>
                  <a:pt x="291075" y="163258"/>
                </a:lnTo>
                <a:cubicBezTo>
                  <a:pt x="290305" y="164025"/>
                  <a:pt x="289539" y="164283"/>
                  <a:pt x="288257" y="164283"/>
                </a:cubicBezTo>
                <a:cubicBezTo>
                  <a:pt x="284667" y="164283"/>
                  <a:pt x="282877" y="161980"/>
                  <a:pt x="282877" y="157886"/>
                </a:cubicBezTo>
                <a:lnTo>
                  <a:pt x="282877" y="91112"/>
                </a:lnTo>
                <a:cubicBezTo>
                  <a:pt x="282877" y="69624"/>
                  <a:pt x="263402" y="56050"/>
                  <a:pt x="232140" y="56050"/>
                </a:cubicBezTo>
                <a:cubicBezTo>
                  <a:pt x="203189" y="56050"/>
                  <a:pt x="183714" y="69112"/>
                  <a:pt x="183714" y="88301"/>
                </a:cubicBezTo>
                <a:cubicBezTo>
                  <a:pt x="183714" y="98787"/>
                  <a:pt x="189864" y="105183"/>
                  <a:pt x="200370" y="105183"/>
                </a:cubicBezTo>
                <a:cubicBezTo>
                  <a:pt x="210617" y="105183"/>
                  <a:pt x="217792" y="99045"/>
                  <a:pt x="217792" y="90346"/>
                </a:cubicBezTo>
                <a:cubicBezTo>
                  <a:pt x="217792" y="86765"/>
                  <a:pt x="216255" y="83437"/>
                  <a:pt x="213182" y="79344"/>
                </a:cubicBezTo>
                <a:cubicBezTo>
                  <a:pt x="210875" y="76787"/>
                  <a:pt x="210105" y="75250"/>
                  <a:pt x="210105" y="73718"/>
                </a:cubicBezTo>
                <a:cubicBezTo>
                  <a:pt x="210105" y="68346"/>
                  <a:pt x="217279" y="64252"/>
                  <a:pt x="226248" y="64252"/>
                </a:cubicBezTo>
                <a:cubicBezTo>
                  <a:pt x="241109" y="64252"/>
                  <a:pt x="247771" y="71157"/>
                  <a:pt x="247771" y="86765"/>
                </a:cubicBezTo>
                <a:lnTo>
                  <a:pt x="247771" y="105441"/>
                </a:lnTo>
                <a:cubicBezTo>
                  <a:pt x="217279" y="114649"/>
                  <a:pt x="204725" y="119767"/>
                  <a:pt x="195244" y="126163"/>
                </a:cubicBezTo>
                <a:cubicBezTo>
                  <a:pt x="184227" y="133838"/>
                  <a:pt x="178847" y="142537"/>
                  <a:pt x="178847" y="153535"/>
                </a:cubicBezTo>
                <a:cubicBezTo>
                  <a:pt x="178847" y="169142"/>
                  <a:pt x="190889" y="180661"/>
                  <a:pt x="207286" y="180661"/>
                </a:cubicBezTo>
                <a:cubicBezTo>
                  <a:pt x="221893" y="180661"/>
                  <a:pt x="233681" y="175539"/>
                  <a:pt x="247771" y="162746"/>
                </a:cubicBezTo>
                <a:cubicBezTo>
                  <a:pt x="250590" y="175793"/>
                  <a:pt x="256228" y="180661"/>
                  <a:pt x="268782" y="180661"/>
                </a:cubicBezTo>
                <a:cubicBezTo>
                  <a:pt x="279800" y="180661"/>
                  <a:pt x="287744" y="176563"/>
                  <a:pt x="297480" y="166073"/>
                </a:cubicBezTo>
                <a:lnTo>
                  <a:pt x="293636" y="160701"/>
                </a:lnTo>
                <a:moveTo>
                  <a:pt x="247517" y="151490"/>
                </a:moveTo>
                <a:cubicBezTo>
                  <a:pt x="240597" y="159419"/>
                  <a:pt x="235471" y="162492"/>
                  <a:pt x="229325" y="162492"/>
                </a:cubicBezTo>
                <a:cubicBezTo>
                  <a:pt x="221635" y="162492"/>
                  <a:pt x="216255" y="155584"/>
                  <a:pt x="216255" y="145348"/>
                </a:cubicBezTo>
                <a:cubicBezTo>
                  <a:pt x="216255" y="130511"/>
                  <a:pt x="227019" y="119767"/>
                  <a:pt x="247517" y="114395"/>
                </a:cubicBezTo>
                <a:lnTo>
                  <a:pt x="247517" y="151490"/>
                </a:lnTo>
                <a:close/>
                <a:moveTo>
                  <a:pt x="354875" y="59052"/>
                </a:moveTo>
                <a:lnTo>
                  <a:pt x="305937" y="59052"/>
                </a:lnTo>
                <a:lnTo>
                  <a:pt x="305937" y="65202"/>
                </a:lnTo>
                <a:cubicBezTo>
                  <a:pt x="317209" y="66997"/>
                  <a:pt x="319774" y="69558"/>
                  <a:pt x="319774" y="80310"/>
                </a:cubicBezTo>
                <a:lnTo>
                  <a:pt x="319774" y="208599"/>
                </a:lnTo>
                <a:cubicBezTo>
                  <a:pt x="319774" y="219097"/>
                  <a:pt x="317721" y="221404"/>
                  <a:pt x="305425" y="223449"/>
                </a:cubicBezTo>
                <a:lnTo>
                  <a:pt x="305425" y="229685"/>
                </a:lnTo>
                <a:lnTo>
                  <a:pt x="375374" y="229685"/>
                </a:lnTo>
                <a:lnTo>
                  <a:pt x="375374" y="224199"/>
                </a:lnTo>
                <a:cubicBezTo>
                  <a:pt x="359743" y="223433"/>
                  <a:pt x="355388" y="218311"/>
                  <a:pt x="355388" y="201155"/>
                </a:cubicBezTo>
                <a:lnTo>
                  <a:pt x="355388" y="165041"/>
                </a:lnTo>
                <a:cubicBezTo>
                  <a:pt x="367688" y="177083"/>
                  <a:pt x="374350" y="180410"/>
                  <a:pt x="385621" y="180410"/>
                </a:cubicBezTo>
                <a:cubicBezTo>
                  <a:pt x="414323" y="180410"/>
                  <a:pt x="434818" y="153785"/>
                  <a:pt x="434818" y="115931"/>
                </a:cubicBezTo>
                <a:cubicBezTo>
                  <a:pt x="434818" y="80376"/>
                  <a:pt x="415601" y="56050"/>
                  <a:pt x="387162" y="56050"/>
                </a:cubicBezTo>
                <a:cubicBezTo>
                  <a:pt x="372043" y="56050"/>
                  <a:pt x="362820" y="61946"/>
                  <a:pt x="354875" y="76795"/>
                </a:cubicBezTo>
                <a:lnTo>
                  <a:pt x="354875" y="59052"/>
                </a:lnTo>
                <a:moveTo>
                  <a:pt x="355388" y="88563"/>
                </a:moveTo>
                <a:cubicBezTo>
                  <a:pt x="355388" y="86772"/>
                  <a:pt x="357694" y="82679"/>
                  <a:pt x="360767" y="79356"/>
                </a:cubicBezTo>
                <a:cubicBezTo>
                  <a:pt x="365893" y="73726"/>
                  <a:pt x="371789" y="70657"/>
                  <a:pt x="377423" y="70657"/>
                </a:cubicBezTo>
                <a:cubicBezTo>
                  <a:pt x="390747" y="70657"/>
                  <a:pt x="396897" y="86006"/>
                  <a:pt x="396897" y="119512"/>
                </a:cubicBezTo>
                <a:cubicBezTo>
                  <a:pt x="396897" y="151228"/>
                  <a:pt x="389723" y="166320"/>
                  <a:pt x="375120" y="166320"/>
                </a:cubicBezTo>
                <a:cubicBezTo>
                  <a:pt x="366663" y="166320"/>
                  <a:pt x="359231" y="160436"/>
                  <a:pt x="355388" y="150716"/>
                </a:cubicBezTo>
                <a:lnTo>
                  <a:pt x="355388" y="88563"/>
                </a:lnTo>
                <a:close/>
                <a:moveTo>
                  <a:pt x="475048" y="137110"/>
                </a:moveTo>
                <a:cubicBezTo>
                  <a:pt x="463261" y="137110"/>
                  <a:pt x="453521" y="147103"/>
                  <a:pt x="453521" y="158633"/>
                </a:cubicBezTo>
                <a:cubicBezTo>
                  <a:pt x="453521" y="170933"/>
                  <a:pt x="462748" y="180410"/>
                  <a:pt x="474790" y="180410"/>
                </a:cubicBezTo>
                <a:cubicBezTo>
                  <a:pt x="487090" y="180410"/>
                  <a:pt x="496826" y="170933"/>
                  <a:pt x="496826" y="159145"/>
                </a:cubicBezTo>
                <a:cubicBezTo>
                  <a:pt x="496826" y="147103"/>
                  <a:pt x="487090" y="137110"/>
                  <a:pt x="475048" y="1371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10886D-4DEF-4B85-BCFB-502E5383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1570" y="4519950"/>
            <a:ext cx="3521245" cy="10"/>
          </a:xfrm>
          <a:custGeom xmlns:a="http://schemas.openxmlformats.org/drawingml/2006/main">
            <a:pathLst>
              <a:path w="3521245" h="1" fill="none">
                <a:moveTo>
                  <a:pt x="0" y="0"/>
                </a:moveTo>
                <a:lnTo>
                  <a:pt x="35212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574" cap="flat">
            <a:solidFill>
              <a:srgbClr val="000000"/>
            </a:solidFill>
            <a:miter/>
          </a:ln>
        </p:spPr>
      </p:sp>
      <p:sp>
        <p:nvSpPr>
          <p:cNvPr id="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83DBF7-1117-4211-B6CB-20A43694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1570" y="4627482"/>
            <a:ext cx="816064" cy="244813"/>
          </a:xfrm>
          <a:custGeom xmlns:a="http://schemas.openxmlformats.org/drawingml/2006/main">
            <a:pathLst>
              <a:path w="816064" h="244813">
                <a:moveTo>
                  <a:pt x="0" y="220512"/>
                </a:moveTo>
                <a:lnTo>
                  <a:pt x="0" y="24301"/>
                </a:lnTo>
                <a:cubicBezTo>
                  <a:pt x="0" y="10880"/>
                  <a:pt x="10880" y="0"/>
                  <a:pt x="24301" y="0"/>
                </a:cubicBezTo>
                <a:lnTo>
                  <a:pt x="791763" y="0"/>
                </a:lnTo>
                <a:cubicBezTo>
                  <a:pt x="805185" y="0"/>
                  <a:pt x="816064" y="10880"/>
                  <a:pt x="816064" y="24301"/>
                </a:cubicBezTo>
                <a:lnTo>
                  <a:pt x="816064" y="220512"/>
                </a:lnTo>
                <a:cubicBezTo>
                  <a:pt x="816064" y="233934"/>
                  <a:pt x="805185" y="244813"/>
                  <a:pt x="791763" y="244813"/>
                </a:cubicBezTo>
                <a:lnTo>
                  <a:pt x="24301" y="244813"/>
                </a:lnTo>
                <a:cubicBezTo>
                  <a:pt x="10880" y="244813"/>
                  <a:pt x="0" y="233934"/>
                  <a:pt x="0" y="220512"/>
                </a:cubicBezTo>
                <a:close/>
              </a:path>
            </a:pathLst>
          </a:custGeom>
          <a:solidFill xmlns:a="http://schemas.openxmlformats.org/drawingml/2006/main">
            <a:srgbClr val="E41A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EDE6C2-6551-4369-893C-5D71E572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871" y="4651784"/>
            <a:ext cx="767462" cy="196211"/>
          </a:xfrm>
          <a:custGeom xmlns:a="http://schemas.openxmlformats.org/drawingml/2006/main">
            <a:pathLst>
              <a:path w="767462" h="196211">
                <a:moveTo>
                  <a:pt x="0" y="196211"/>
                </a:moveTo>
                <a:lnTo>
                  <a:pt x="0" y="0"/>
                </a:lnTo>
                <a:lnTo>
                  <a:pt x="767462" y="0"/>
                </a:lnTo>
                <a:lnTo>
                  <a:pt x="767462" y="196211"/>
                </a:lnTo>
                <a:lnTo>
                  <a:pt x="0" y="196211"/>
                </a:lnTo>
                <a:close/>
              </a:path>
            </a:pathLst>
          </a:custGeom>
          <a:solidFill xmlns:a="http://schemas.openxmlformats.org/drawingml/2006/main">
            <a:srgbClr val="FAD1D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6" name="Text VidLA">
            <a:extLst xmlns:a="http://schemas.openxmlformats.org/drawingml/2006/main">
              <a:ext uri="{FF2B5EF4-FFF2-40B4-BE49-F238E27FC236}">
                <a16:creationId xmlns:a16="http://schemas.microsoft.com/office/drawing/2014/main" id="{7F8E9DE5-6848-4174-B1C6-D92C9F24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448" y="4660469"/>
            <a:ext cx="702320" cy="177744"/>
          </a:xfrm>
          <a:custGeom xmlns:a="http://schemas.openxmlformats.org/drawingml/2006/main">
            <a:pathLst>
              <a:path w="702320" h="177744">
                <a:moveTo>
                  <a:pt x="174491" y="5341"/>
                </a:moveTo>
                <a:lnTo>
                  <a:pt x="121964" y="5341"/>
                </a:lnTo>
                <a:lnTo>
                  <a:pt x="121964" y="10212"/>
                </a:lnTo>
                <a:cubicBezTo>
                  <a:pt x="136058" y="10979"/>
                  <a:pt x="140668" y="13797"/>
                  <a:pt x="140668" y="20972"/>
                </a:cubicBezTo>
                <a:cubicBezTo>
                  <a:pt x="140668" y="25069"/>
                  <a:pt x="138877" y="31985"/>
                  <a:pt x="135800" y="39672"/>
                </a:cubicBezTo>
                <a:lnTo>
                  <a:pt x="98134" y="133685"/>
                </a:lnTo>
                <a:lnTo>
                  <a:pt x="59443" y="47100"/>
                </a:lnTo>
                <a:cubicBezTo>
                  <a:pt x="50991" y="28400"/>
                  <a:pt x="48938" y="22508"/>
                  <a:pt x="48938" y="18665"/>
                </a:cubicBezTo>
                <a:cubicBezTo>
                  <a:pt x="48938" y="13797"/>
                  <a:pt x="52527" y="11237"/>
                  <a:pt x="60726" y="10724"/>
                </a:cubicBezTo>
                <a:cubicBezTo>
                  <a:pt x="61750" y="10724"/>
                  <a:pt x="64569" y="10466"/>
                  <a:pt x="68158" y="10212"/>
                </a:cubicBezTo>
                <a:lnTo>
                  <a:pt x="68158" y="5341"/>
                </a:lnTo>
                <a:lnTo>
                  <a:pt x="0" y="5341"/>
                </a:lnTo>
                <a:lnTo>
                  <a:pt x="0" y="10212"/>
                </a:lnTo>
                <a:cubicBezTo>
                  <a:pt x="12554" y="10724"/>
                  <a:pt x="16143" y="14310"/>
                  <a:pt x="27161" y="37107"/>
                </a:cubicBezTo>
                <a:lnTo>
                  <a:pt x="90193" y="177744"/>
                </a:lnTo>
                <a:lnTo>
                  <a:pt x="94037" y="177744"/>
                </a:lnTo>
                <a:lnTo>
                  <a:pt x="150919" y="34034"/>
                </a:lnTo>
                <a:cubicBezTo>
                  <a:pt x="159376" y="13797"/>
                  <a:pt x="162191" y="10979"/>
                  <a:pt x="174491" y="10212"/>
                </a:cubicBezTo>
                <a:lnTo>
                  <a:pt x="174491" y="5341"/>
                </a:lnTo>
                <a:close/>
                <a:moveTo>
                  <a:pt x="210363" y="57137"/>
                </a:moveTo>
                <a:lnTo>
                  <a:pt x="170648" y="71149"/>
                </a:lnTo>
                <a:lnTo>
                  <a:pt x="170648" y="74996"/>
                </a:lnTo>
                <a:lnTo>
                  <a:pt x="172700" y="74738"/>
                </a:lnTo>
                <a:cubicBezTo>
                  <a:pt x="175773" y="74226"/>
                  <a:pt x="179104" y="73968"/>
                  <a:pt x="181411" y="73968"/>
                </a:cubicBezTo>
                <a:cubicBezTo>
                  <a:pt x="187561" y="73968"/>
                  <a:pt x="189864" y="78069"/>
                  <a:pt x="189864" y="89353"/>
                </a:cubicBezTo>
                <a:lnTo>
                  <a:pt x="189864" y="148843"/>
                </a:lnTo>
                <a:cubicBezTo>
                  <a:pt x="189864" y="167305"/>
                  <a:pt x="187303" y="170124"/>
                  <a:pt x="169623" y="171148"/>
                </a:cubicBezTo>
                <a:lnTo>
                  <a:pt x="169623" y="174991"/>
                </a:lnTo>
                <a:lnTo>
                  <a:pt x="230349" y="174991"/>
                </a:lnTo>
                <a:lnTo>
                  <a:pt x="230349" y="171148"/>
                </a:lnTo>
                <a:cubicBezTo>
                  <a:pt x="213439" y="169870"/>
                  <a:pt x="211387" y="167305"/>
                  <a:pt x="211387" y="148843"/>
                </a:cubicBezTo>
                <a:lnTo>
                  <a:pt x="211387" y="57907"/>
                </a:lnTo>
                <a:lnTo>
                  <a:pt x="210363" y="57137"/>
                </a:lnTo>
                <a:moveTo>
                  <a:pt x="198321" y="86"/>
                </a:moveTo>
                <a:cubicBezTo>
                  <a:pt x="191404" y="86"/>
                  <a:pt x="185508" y="5982"/>
                  <a:pt x="185508" y="13156"/>
                </a:cubicBezTo>
                <a:cubicBezTo>
                  <a:pt x="185508" y="20331"/>
                  <a:pt x="191146" y="26223"/>
                  <a:pt x="198321" y="26223"/>
                </a:cubicBezTo>
                <a:cubicBezTo>
                  <a:pt x="205753" y="26223"/>
                  <a:pt x="211645" y="20585"/>
                  <a:pt x="211645" y="13156"/>
                </a:cubicBezTo>
                <a:cubicBezTo>
                  <a:pt x="211645" y="5982"/>
                  <a:pt x="205753" y="86"/>
                  <a:pt x="198321" y="86"/>
                </a:cubicBezTo>
                <a:close/>
                <a:moveTo>
                  <a:pt x="324898" y="177494"/>
                </a:moveTo>
                <a:lnTo>
                  <a:pt x="362564" y="164173"/>
                </a:lnTo>
                <a:lnTo>
                  <a:pt x="362564" y="160076"/>
                </a:lnTo>
                <a:cubicBezTo>
                  <a:pt x="357950" y="160330"/>
                  <a:pt x="357438" y="160330"/>
                  <a:pt x="356668" y="160330"/>
                </a:cubicBezTo>
                <a:cubicBezTo>
                  <a:pt x="347445" y="160330"/>
                  <a:pt x="345396" y="157515"/>
                  <a:pt x="345396" y="145735"/>
                </a:cubicBezTo>
                <a:lnTo>
                  <a:pt x="345396" y="512"/>
                </a:lnTo>
                <a:lnTo>
                  <a:pt x="344114" y="0"/>
                </a:lnTo>
                <a:cubicBezTo>
                  <a:pt x="331814" y="4355"/>
                  <a:pt x="322849" y="6916"/>
                  <a:pt x="306448" y="11276"/>
                </a:cubicBezTo>
                <a:lnTo>
                  <a:pt x="306448" y="15373"/>
                </a:lnTo>
                <a:cubicBezTo>
                  <a:pt x="308500" y="15119"/>
                  <a:pt x="310037" y="15119"/>
                  <a:pt x="312085" y="15119"/>
                </a:cubicBezTo>
                <a:cubicBezTo>
                  <a:pt x="321566" y="15119"/>
                  <a:pt x="323873" y="17680"/>
                  <a:pt x="323873" y="28185"/>
                </a:cubicBezTo>
                <a:lnTo>
                  <a:pt x="323873" y="68154"/>
                </a:lnTo>
                <a:cubicBezTo>
                  <a:pt x="314134" y="59956"/>
                  <a:pt x="307218" y="57137"/>
                  <a:pt x="296966" y="57137"/>
                </a:cubicBezTo>
                <a:cubicBezTo>
                  <a:pt x="267503" y="57137"/>
                  <a:pt x="243673" y="86076"/>
                  <a:pt x="243673" y="122437"/>
                </a:cubicBezTo>
                <a:cubicBezTo>
                  <a:pt x="243673" y="155208"/>
                  <a:pt x="262889" y="177494"/>
                  <a:pt x="291075" y="177494"/>
                </a:cubicBezTo>
                <a:cubicBezTo>
                  <a:pt x="305423" y="177494"/>
                  <a:pt x="315162" y="172372"/>
                  <a:pt x="323873" y="160330"/>
                </a:cubicBezTo>
                <a:lnTo>
                  <a:pt x="323873" y="176727"/>
                </a:lnTo>
                <a:lnTo>
                  <a:pt x="324898" y="177494"/>
                </a:lnTo>
                <a:moveTo>
                  <a:pt x="323873" y="148808"/>
                </a:moveTo>
                <a:cubicBezTo>
                  <a:pt x="323873" y="150603"/>
                  <a:pt x="322079" y="153676"/>
                  <a:pt x="319518" y="156491"/>
                </a:cubicBezTo>
                <a:cubicBezTo>
                  <a:pt x="314904" y="161612"/>
                  <a:pt x="308500" y="164173"/>
                  <a:pt x="301068" y="164173"/>
                </a:cubicBezTo>
                <a:cubicBezTo>
                  <a:pt x="279803" y="164173"/>
                  <a:pt x="265708" y="143686"/>
                  <a:pt x="265708" y="112193"/>
                </a:cubicBezTo>
                <a:cubicBezTo>
                  <a:pt x="265708" y="83261"/>
                  <a:pt x="278262" y="64315"/>
                  <a:pt x="297737" y="64315"/>
                </a:cubicBezTo>
                <a:cubicBezTo>
                  <a:pt x="311319" y="64315"/>
                  <a:pt x="323873" y="76345"/>
                  <a:pt x="323873" y="89916"/>
                </a:cubicBezTo>
                <a:lnTo>
                  <a:pt x="323873" y="148808"/>
                </a:lnTo>
                <a:close/>
                <a:moveTo>
                  <a:pt x="511688" y="130405"/>
                </a:moveTo>
                <a:cubicBezTo>
                  <a:pt x="507332" y="140140"/>
                  <a:pt x="503743" y="146036"/>
                  <a:pt x="499900" y="150391"/>
                </a:cubicBezTo>
                <a:cubicBezTo>
                  <a:pt x="490931" y="160389"/>
                  <a:pt x="476840" y="165002"/>
                  <a:pt x="455571" y="165002"/>
                </a:cubicBezTo>
                <a:lnTo>
                  <a:pt x="438404" y="165002"/>
                </a:lnTo>
                <a:cubicBezTo>
                  <a:pt x="419700" y="165002"/>
                  <a:pt x="416368" y="163462"/>
                  <a:pt x="416368" y="154493"/>
                </a:cubicBezTo>
                <a:lnTo>
                  <a:pt x="416368" y="33276"/>
                </a:lnTo>
                <a:cubicBezTo>
                  <a:pt x="416368" y="15080"/>
                  <a:pt x="419958" y="11491"/>
                  <a:pt x="440198" y="10212"/>
                </a:cubicBezTo>
                <a:lnTo>
                  <a:pt x="440198" y="5341"/>
                </a:lnTo>
                <a:lnTo>
                  <a:pt x="367943" y="5341"/>
                </a:lnTo>
                <a:lnTo>
                  <a:pt x="367943" y="10212"/>
                </a:lnTo>
                <a:cubicBezTo>
                  <a:pt x="386905" y="11749"/>
                  <a:pt x="390236" y="15338"/>
                  <a:pt x="390236" y="33276"/>
                </a:cubicBezTo>
                <a:lnTo>
                  <a:pt x="390236" y="147060"/>
                </a:lnTo>
                <a:cubicBezTo>
                  <a:pt x="390236" y="165002"/>
                  <a:pt x="386647" y="168845"/>
                  <a:pt x="367943" y="170124"/>
                </a:cubicBezTo>
                <a:lnTo>
                  <a:pt x="367943" y="174991"/>
                </a:lnTo>
                <a:lnTo>
                  <a:pt x="505792" y="174991"/>
                </a:lnTo>
                <a:lnTo>
                  <a:pt x="518092" y="130409"/>
                </a:lnTo>
                <a:lnTo>
                  <a:pt x="511688" y="130405"/>
                </a:lnTo>
                <a:close/>
                <a:moveTo>
                  <a:pt x="702320" y="170124"/>
                </a:moveTo>
                <a:cubicBezTo>
                  <a:pt x="690790" y="169358"/>
                  <a:pt x="688230" y="166797"/>
                  <a:pt x="679261" y="147850"/>
                </a:cubicBezTo>
                <a:lnTo>
                  <a:pt x="615458" y="2338"/>
                </a:lnTo>
                <a:lnTo>
                  <a:pt x="610336" y="2338"/>
                </a:lnTo>
                <a:lnTo>
                  <a:pt x="557039" y="128137"/>
                </a:lnTo>
                <a:cubicBezTo>
                  <a:pt x="540641" y="165518"/>
                  <a:pt x="537564" y="169612"/>
                  <a:pt x="525268" y="170124"/>
                </a:cubicBezTo>
                <a:lnTo>
                  <a:pt x="525268" y="174991"/>
                </a:lnTo>
                <a:lnTo>
                  <a:pt x="576001" y="174991"/>
                </a:lnTo>
                <a:lnTo>
                  <a:pt x="576001" y="170124"/>
                </a:lnTo>
                <a:cubicBezTo>
                  <a:pt x="563701" y="170124"/>
                  <a:pt x="558575" y="166797"/>
                  <a:pt x="558575" y="159630"/>
                </a:cubicBezTo>
                <a:cubicBezTo>
                  <a:pt x="558575" y="156557"/>
                  <a:pt x="559346" y="152972"/>
                  <a:pt x="560628" y="149645"/>
                </a:cubicBezTo>
                <a:lnTo>
                  <a:pt x="572412" y="119688"/>
                </a:lnTo>
                <a:lnTo>
                  <a:pt x="639546" y="119688"/>
                </a:lnTo>
                <a:lnTo>
                  <a:pt x="650051" y="144269"/>
                </a:lnTo>
                <a:cubicBezTo>
                  <a:pt x="653124" y="151181"/>
                  <a:pt x="654919" y="157836"/>
                  <a:pt x="654919" y="161421"/>
                </a:cubicBezTo>
                <a:cubicBezTo>
                  <a:pt x="654919" y="167821"/>
                  <a:pt x="650563" y="169870"/>
                  <a:pt x="636981" y="170124"/>
                </a:cubicBezTo>
                <a:lnTo>
                  <a:pt x="636981" y="174991"/>
                </a:lnTo>
                <a:lnTo>
                  <a:pt x="702320" y="174991"/>
                </a:lnTo>
                <a:lnTo>
                  <a:pt x="702320" y="170124"/>
                </a:lnTo>
                <a:moveTo>
                  <a:pt x="576767" y="109183"/>
                </a:moveTo>
                <a:lnTo>
                  <a:pt x="606235" y="38722"/>
                </a:lnTo>
                <a:lnTo>
                  <a:pt x="635957" y="109183"/>
                </a:lnTo>
                <a:lnTo>
                  <a:pt x="576767" y="1091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7" name="Text ✓">
            <a:extLst xmlns:a="http://schemas.openxmlformats.org/drawingml/2006/main">
              <a:ext uri="{FF2B5EF4-FFF2-40B4-BE49-F238E27FC236}">
                <a16:creationId xmlns:a16="http://schemas.microsoft.com/office/drawing/2014/main" id="{0E5ABE4C-9753-4B52-9EAF-68906B41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9140" y="4677200"/>
            <a:ext cx="176028" cy="184484"/>
          </a:xfrm>
          <a:custGeom xmlns:a="http://schemas.openxmlformats.org/drawingml/2006/main">
            <a:pathLst>
              <a:path w="176028" h="184484">
                <a:moveTo>
                  <a:pt x="176028" y="258"/>
                </a:moveTo>
                <a:cubicBezTo>
                  <a:pt x="161679" y="0"/>
                  <a:pt x="144511" y="5126"/>
                  <a:pt x="134006" y="12554"/>
                </a:cubicBezTo>
                <a:cubicBezTo>
                  <a:pt x="114277" y="32287"/>
                  <a:pt x="77123" y="84043"/>
                  <a:pt x="50475" y="129138"/>
                </a:cubicBezTo>
                <a:cubicBezTo>
                  <a:pt x="47143" y="135034"/>
                  <a:pt x="45607" y="136825"/>
                  <a:pt x="44070" y="136825"/>
                </a:cubicBezTo>
                <a:cubicBezTo>
                  <a:pt x="42534" y="136825"/>
                  <a:pt x="40739" y="134776"/>
                  <a:pt x="38945" y="130421"/>
                </a:cubicBezTo>
                <a:lnTo>
                  <a:pt x="31516" y="112229"/>
                </a:lnTo>
                <a:cubicBezTo>
                  <a:pt x="29976" y="108385"/>
                  <a:pt x="28697" y="107103"/>
                  <a:pt x="25620" y="107103"/>
                </a:cubicBezTo>
                <a:cubicBezTo>
                  <a:pt x="19987" y="107103"/>
                  <a:pt x="11784" y="110692"/>
                  <a:pt x="4610" y="116072"/>
                </a:cubicBezTo>
                <a:cubicBezTo>
                  <a:pt x="1278" y="118633"/>
                  <a:pt x="0" y="120940"/>
                  <a:pt x="0" y="124271"/>
                </a:cubicBezTo>
                <a:cubicBezTo>
                  <a:pt x="0" y="134776"/>
                  <a:pt x="8711" y="161167"/>
                  <a:pt x="18446" y="179875"/>
                </a:cubicBezTo>
                <a:cubicBezTo>
                  <a:pt x="20499" y="183972"/>
                  <a:pt x="22035" y="184484"/>
                  <a:pt x="32541" y="184484"/>
                </a:cubicBezTo>
                <a:cubicBezTo>
                  <a:pt x="45353" y="184484"/>
                  <a:pt x="48426" y="183460"/>
                  <a:pt x="51245" y="178334"/>
                </a:cubicBezTo>
                <a:cubicBezTo>
                  <a:pt x="78918" y="126835"/>
                  <a:pt x="137849" y="44841"/>
                  <a:pt x="176028" y="4355"/>
                </a:cubicBezTo>
                <a:lnTo>
                  <a:pt x="176028" y="258"/>
                </a:lnTo>
                <a:close/>
              </a:path>
            </a:pathLst>
          </a:custGeom>
          <a:solidFill xmlns:a="http://schemas.openxmlformats.org/drawingml/2006/main">
            <a:srgbClr val="006B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8" name="Text ✗✗✗">
            <a:extLst xmlns:a="http://schemas.openxmlformats.org/drawingml/2006/main">
              <a:ext uri="{FF2B5EF4-FFF2-40B4-BE49-F238E27FC236}">
                <a16:creationId xmlns:a16="http://schemas.microsoft.com/office/drawing/2014/main" id="{C04386F1-7F49-4351-A369-1A5DB971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3117" y="4688957"/>
            <a:ext cx="1143287" cy="186787"/>
          </a:xfrm>
          <a:custGeom xmlns:a="http://schemas.openxmlformats.org/drawingml/2006/main">
            <a:pathLst>
              <a:path w="1143287" h="186787">
                <a:moveTo>
                  <a:pt x="96085" y="75075"/>
                </a:moveTo>
                <a:cubicBezTo>
                  <a:pt x="108127" y="58419"/>
                  <a:pt x="132469" y="26645"/>
                  <a:pt x="137083" y="21523"/>
                </a:cubicBezTo>
                <a:cubicBezTo>
                  <a:pt x="139389" y="18704"/>
                  <a:pt x="141438" y="16139"/>
                  <a:pt x="143745" y="13578"/>
                </a:cubicBezTo>
                <a:cubicBezTo>
                  <a:pt x="144769" y="12296"/>
                  <a:pt x="145794" y="11272"/>
                  <a:pt x="146052" y="10760"/>
                </a:cubicBezTo>
                <a:cubicBezTo>
                  <a:pt x="146564" y="10505"/>
                  <a:pt x="146818" y="9993"/>
                  <a:pt x="146818" y="9735"/>
                </a:cubicBezTo>
                <a:cubicBezTo>
                  <a:pt x="146818" y="9477"/>
                  <a:pt x="145281" y="6916"/>
                  <a:pt x="144769" y="6404"/>
                </a:cubicBezTo>
                <a:lnTo>
                  <a:pt x="142463" y="3843"/>
                </a:lnTo>
                <a:cubicBezTo>
                  <a:pt x="142463" y="3585"/>
                  <a:pt x="141950" y="2819"/>
                  <a:pt x="141438" y="2049"/>
                </a:cubicBezTo>
                <a:cubicBezTo>
                  <a:pt x="140414" y="512"/>
                  <a:pt x="140156" y="0"/>
                  <a:pt x="139902" y="0"/>
                </a:cubicBezTo>
                <a:lnTo>
                  <a:pt x="139644" y="0"/>
                </a:lnTo>
                <a:cubicBezTo>
                  <a:pt x="139389" y="0"/>
                  <a:pt x="138877" y="512"/>
                  <a:pt x="138619" y="766"/>
                </a:cubicBezTo>
                <a:cubicBezTo>
                  <a:pt x="137595" y="1791"/>
                  <a:pt x="136825" y="2561"/>
                  <a:pt x="136058" y="3585"/>
                </a:cubicBezTo>
                <a:cubicBezTo>
                  <a:pt x="135800" y="3843"/>
                  <a:pt x="135288" y="4355"/>
                  <a:pt x="134264" y="5122"/>
                </a:cubicBezTo>
                <a:cubicBezTo>
                  <a:pt x="130933" y="2561"/>
                  <a:pt x="126577" y="0"/>
                  <a:pt x="125295" y="0"/>
                </a:cubicBezTo>
                <a:cubicBezTo>
                  <a:pt x="124271" y="0"/>
                  <a:pt x="123758" y="512"/>
                  <a:pt x="114790" y="10505"/>
                </a:cubicBezTo>
                <a:cubicBezTo>
                  <a:pt x="95827" y="32541"/>
                  <a:pt x="86350" y="43812"/>
                  <a:pt x="81737" y="49450"/>
                </a:cubicBezTo>
                <a:cubicBezTo>
                  <a:pt x="80454" y="46377"/>
                  <a:pt x="80454" y="46377"/>
                  <a:pt x="78406" y="42534"/>
                </a:cubicBezTo>
                <a:cubicBezTo>
                  <a:pt x="73538" y="33565"/>
                  <a:pt x="69949" y="26391"/>
                  <a:pt x="67130" y="20753"/>
                </a:cubicBezTo>
                <a:cubicBezTo>
                  <a:pt x="59956" y="6150"/>
                  <a:pt x="59956" y="6150"/>
                  <a:pt x="57907" y="6150"/>
                </a:cubicBezTo>
                <a:cubicBezTo>
                  <a:pt x="57141" y="6150"/>
                  <a:pt x="56112" y="6662"/>
                  <a:pt x="55858" y="6916"/>
                </a:cubicBezTo>
                <a:cubicBezTo>
                  <a:pt x="55346" y="7687"/>
                  <a:pt x="54834" y="8453"/>
                  <a:pt x="54322" y="8965"/>
                </a:cubicBezTo>
                <a:lnTo>
                  <a:pt x="52527" y="10760"/>
                </a:lnTo>
                <a:cubicBezTo>
                  <a:pt x="51503" y="10505"/>
                  <a:pt x="50991" y="10505"/>
                  <a:pt x="50478" y="10505"/>
                </a:cubicBezTo>
                <a:cubicBezTo>
                  <a:pt x="49966" y="10505"/>
                  <a:pt x="49450" y="10505"/>
                  <a:pt x="48426" y="10760"/>
                </a:cubicBezTo>
                <a:cubicBezTo>
                  <a:pt x="46635" y="9477"/>
                  <a:pt x="45607" y="8965"/>
                  <a:pt x="44583" y="8965"/>
                </a:cubicBezTo>
                <a:cubicBezTo>
                  <a:pt x="42022" y="8965"/>
                  <a:pt x="37408" y="14603"/>
                  <a:pt x="37408" y="17680"/>
                </a:cubicBezTo>
                <a:cubicBezTo>
                  <a:pt x="37408" y="17934"/>
                  <a:pt x="38178" y="19983"/>
                  <a:pt x="39203" y="22547"/>
                </a:cubicBezTo>
                <a:lnTo>
                  <a:pt x="47401" y="46377"/>
                </a:lnTo>
                <a:cubicBezTo>
                  <a:pt x="50478" y="54576"/>
                  <a:pt x="53293" y="62516"/>
                  <a:pt x="56370" y="70461"/>
                </a:cubicBezTo>
                <a:cubicBezTo>
                  <a:pt x="56625" y="71485"/>
                  <a:pt x="57653" y="74050"/>
                  <a:pt x="58931" y="77893"/>
                </a:cubicBezTo>
                <a:cubicBezTo>
                  <a:pt x="27415" y="116326"/>
                  <a:pt x="17934" y="128626"/>
                  <a:pt x="13324" y="136825"/>
                </a:cubicBezTo>
                <a:cubicBezTo>
                  <a:pt x="8457" y="145536"/>
                  <a:pt x="5126" y="151431"/>
                  <a:pt x="4101" y="152710"/>
                </a:cubicBezTo>
                <a:cubicBezTo>
                  <a:pt x="1537" y="156041"/>
                  <a:pt x="0" y="158606"/>
                  <a:pt x="0" y="160142"/>
                </a:cubicBezTo>
                <a:cubicBezTo>
                  <a:pt x="0" y="160396"/>
                  <a:pt x="770" y="162191"/>
                  <a:pt x="1795" y="164752"/>
                </a:cubicBezTo>
                <a:cubicBezTo>
                  <a:pt x="2049" y="165522"/>
                  <a:pt x="2307" y="166292"/>
                  <a:pt x="2307" y="166546"/>
                </a:cubicBezTo>
                <a:cubicBezTo>
                  <a:pt x="2307" y="167059"/>
                  <a:pt x="1795" y="168853"/>
                  <a:pt x="1024" y="171414"/>
                </a:cubicBezTo>
                <a:cubicBezTo>
                  <a:pt x="770" y="172184"/>
                  <a:pt x="512" y="172696"/>
                  <a:pt x="512" y="173209"/>
                </a:cubicBezTo>
                <a:cubicBezTo>
                  <a:pt x="512" y="175257"/>
                  <a:pt x="512" y="175257"/>
                  <a:pt x="6150" y="184226"/>
                </a:cubicBezTo>
                <a:cubicBezTo>
                  <a:pt x="7432" y="186533"/>
                  <a:pt x="7945" y="186787"/>
                  <a:pt x="9993" y="186787"/>
                </a:cubicBezTo>
                <a:cubicBezTo>
                  <a:pt x="14607" y="186787"/>
                  <a:pt x="20753" y="185509"/>
                  <a:pt x="23318" y="183714"/>
                </a:cubicBezTo>
                <a:cubicBezTo>
                  <a:pt x="35360" y="162961"/>
                  <a:pt x="55858" y="130933"/>
                  <a:pt x="74050" y="105050"/>
                </a:cubicBezTo>
                <a:cubicBezTo>
                  <a:pt x="82507" y="119657"/>
                  <a:pt x="82507" y="119657"/>
                  <a:pt x="99675" y="145023"/>
                </a:cubicBezTo>
                <a:cubicBezTo>
                  <a:pt x="104542" y="151944"/>
                  <a:pt x="105821" y="153480"/>
                  <a:pt x="107873" y="153480"/>
                </a:cubicBezTo>
                <a:cubicBezTo>
                  <a:pt x="110946" y="153480"/>
                  <a:pt x="116072" y="149379"/>
                  <a:pt x="116072" y="147072"/>
                </a:cubicBezTo>
                <a:cubicBezTo>
                  <a:pt x="116072" y="146560"/>
                  <a:pt x="115814" y="145794"/>
                  <a:pt x="115302" y="144769"/>
                </a:cubicBezTo>
                <a:cubicBezTo>
                  <a:pt x="115048" y="144511"/>
                  <a:pt x="115048" y="143999"/>
                  <a:pt x="115048" y="143741"/>
                </a:cubicBezTo>
                <a:cubicBezTo>
                  <a:pt x="115048" y="143229"/>
                  <a:pt x="115814" y="142463"/>
                  <a:pt x="117608" y="141180"/>
                </a:cubicBezTo>
                <a:lnTo>
                  <a:pt x="120169" y="139131"/>
                </a:lnTo>
                <a:lnTo>
                  <a:pt x="120169" y="137337"/>
                </a:lnTo>
                <a:cubicBezTo>
                  <a:pt x="122222" y="136313"/>
                  <a:pt x="122988" y="135542"/>
                  <a:pt x="123758" y="133752"/>
                </a:cubicBezTo>
                <a:lnTo>
                  <a:pt x="122988" y="131187"/>
                </a:lnTo>
                <a:cubicBezTo>
                  <a:pt x="121964" y="129138"/>
                  <a:pt x="121964" y="128880"/>
                  <a:pt x="118633" y="121964"/>
                </a:cubicBezTo>
                <a:cubicBezTo>
                  <a:pt x="114023" y="111971"/>
                  <a:pt x="109410" y="101977"/>
                  <a:pt x="102490" y="87887"/>
                </a:cubicBezTo>
                <a:lnTo>
                  <a:pt x="96085" y="75075"/>
                </a:lnTo>
                <a:close/>
                <a:moveTo>
                  <a:pt x="583686" y="75075"/>
                </a:moveTo>
                <a:cubicBezTo>
                  <a:pt x="595728" y="58419"/>
                  <a:pt x="620070" y="26645"/>
                  <a:pt x="624684" y="21523"/>
                </a:cubicBezTo>
                <a:cubicBezTo>
                  <a:pt x="626990" y="18704"/>
                  <a:pt x="629039" y="16139"/>
                  <a:pt x="631346" y="13578"/>
                </a:cubicBezTo>
                <a:cubicBezTo>
                  <a:pt x="632370" y="12296"/>
                  <a:pt x="633395" y="11272"/>
                  <a:pt x="633653" y="10760"/>
                </a:cubicBezTo>
                <a:cubicBezTo>
                  <a:pt x="634165" y="10505"/>
                  <a:pt x="634419" y="9993"/>
                  <a:pt x="634419" y="9735"/>
                </a:cubicBezTo>
                <a:cubicBezTo>
                  <a:pt x="634419" y="9477"/>
                  <a:pt x="632882" y="6916"/>
                  <a:pt x="632370" y="6404"/>
                </a:cubicBezTo>
                <a:lnTo>
                  <a:pt x="630063" y="3843"/>
                </a:lnTo>
                <a:cubicBezTo>
                  <a:pt x="630063" y="3585"/>
                  <a:pt x="629551" y="2819"/>
                  <a:pt x="629039" y="2049"/>
                </a:cubicBezTo>
                <a:cubicBezTo>
                  <a:pt x="628015" y="512"/>
                  <a:pt x="627757" y="0"/>
                  <a:pt x="627503" y="0"/>
                </a:cubicBezTo>
                <a:lnTo>
                  <a:pt x="627245" y="0"/>
                </a:lnTo>
                <a:cubicBezTo>
                  <a:pt x="626990" y="0"/>
                  <a:pt x="626478" y="512"/>
                  <a:pt x="626220" y="766"/>
                </a:cubicBezTo>
                <a:cubicBezTo>
                  <a:pt x="625196" y="1791"/>
                  <a:pt x="624426" y="2561"/>
                  <a:pt x="623659" y="3585"/>
                </a:cubicBezTo>
                <a:cubicBezTo>
                  <a:pt x="623401" y="3843"/>
                  <a:pt x="622889" y="4355"/>
                  <a:pt x="621865" y="5122"/>
                </a:cubicBezTo>
                <a:cubicBezTo>
                  <a:pt x="618534" y="2561"/>
                  <a:pt x="614178" y="0"/>
                  <a:pt x="612896" y="0"/>
                </a:cubicBezTo>
                <a:cubicBezTo>
                  <a:pt x="611872" y="0"/>
                  <a:pt x="611359" y="512"/>
                  <a:pt x="602390" y="10505"/>
                </a:cubicBezTo>
                <a:cubicBezTo>
                  <a:pt x="583428" y="32541"/>
                  <a:pt x="573951" y="43812"/>
                  <a:pt x="569338" y="49450"/>
                </a:cubicBezTo>
                <a:cubicBezTo>
                  <a:pt x="568055" y="46377"/>
                  <a:pt x="568055" y="46377"/>
                  <a:pt x="566007" y="42534"/>
                </a:cubicBezTo>
                <a:cubicBezTo>
                  <a:pt x="561139" y="33565"/>
                  <a:pt x="557550" y="26391"/>
                  <a:pt x="554731" y="20753"/>
                </a:cubicBezTo>
                <a:cubicBezTo>
                  <a:pt x="547557" y="6150"/>
                  <a:pt x="547557" y="6150"/>
                  <a:pt x="545508" y="6150"/>
                </a:cubicBezTo>
                <a:cubicBezTo>
                  <a:pt x="544742" y="6150"/>
                  <a:pt x="543713" y="6662"/>
                  <a:pt x="543459" y="6916"/>
                </a:cubicBezTo>
                <a:cubicBezTo>
                  <a:pt x="542947" y="7687"/>
                  <a:pt x="542435" y="8453"/>
                  <a:pt x="541923" y="8965"/>
                </a:cubicBezTo>
                <a:lnTo>
                  <a:pt x="540128" y="10760"/>
                </a:lnTo>
                <a:cubicBezTo>
                  <a:pt x="539104" y="10505"/>
                  <a:pt x="538592" y="10505"/>
                  <a:pt x="538079" y="10505"/>
                </a:cubicBezTo>
                <a:cubicBezTo>
                  <a:pt x="537567" y="10505"/>
                  <a:pt x="537051" y="10505"/>
                  <a:pt x="536027" y="10760"/>
                </a:cubicBezTo>
                <a:cubicBezTo>
                  <a:pt x="534236" y="9477"/>
                  <a:pt x="533208" y="8965"/>
                  <a:pt x="532184" y="8965"/>
                </a:cubicBezTo>
                <a:cubicBezTo>
                  <a:pt x="529623" y="8965"/>
                  <a:pt x="525009" y="14603"/>
                  <a:pt x="525009" y="17680"/>
                </a:cubicBezTo>
                <a:cubicBezTo>
                  <a:pt x="525009" y="17934"/>
                  <a:pt x="525779" y="19983"/>
                  <a:pt x="526804" y="22547"/>
                </a:cubicBezTo>
                <a:lnTo>
                  <a:pt x="535002" y="46377"/>
                </a:lnTo>
                <a:cubicBezTo>
                  <a:pt x="538079" y="54576"/>
                  <a:pt x="540894" y="62516"/>
                  <a:pt x="543971" y="70461"/>
                </a:cubicBezTo>
                <a:cubicBezTo>
                  <a:pt x="544225" y="71485"/>
                  <a:pt x="545254" y="74050"/>
                  <a:pt x="546532" y="77893"/>
                </a:cubicBezTo>
                <a:cubicBezTo>
                  <a:pt x="515016" y="116326"/>
                  <a:pt x="505535" y="128626"/>
                  <a:pt x="500925" y="136825"/>
                </a:cubicBezTo>
                <a:cubicBezTo>
                  <a:pt x="496058" y="145536"/>
                  <a:pt x="492727" y="151431"/>
                  <a:pt x="491702" y="152710"/>
                </a:cubicBezTo>
                <a:cubicBezTo>
                  <a:pt x="489137" y="156041"/>
                  <a:pt x="487601" y="158606"/>
                  <a:pt x="487601" y="160142"/>
                </a:cubicBezTo>
                <a:cubicBezTo>
                  <a:pt x="487601" y="160396"/>
                  <a:pt x="488371" y="162191"/>
                  <a:pt x="489396" y="164752"/>
                </a:cubicBezTo>
                <a:cubicBezTo>
                  <a:pt x="489650" y="165522"/>
                  <a:pt x="489908" y="166292"/>
                  <a:pt x="489908" y="166546"/>
                </a:cubicBezTo>
                <a:cubicBezTo>
                  <a:pt x="489908" y="167059"/>
                  <a:pt x="489396" y="168853"/>
                  <a:pt x="488625" y="171414"/>
                </a:cubicBezTo>
                <a:cubicBezTo>
                  <a:pt x="488371" y="172184"/>
                  <a:pt x="488113" y="172696"/>
                  <a:pt x="488113" y="173209"/>
                </a:cubicBezTo>
                <a:cubicBezTo>
                  <a:pt x="488113" y="175257"/>
                  <a:pt x="488113" y="175257"/>
                  <a:pt x="493751" y="184226"/>
                </a:cubicBezTo>
                <a:cubicBezTo>
                  <a:pt x="495033" y="186533"/>
                  <a:pt x="495546" y="186787"/>
                  <a:pt x="497594" y="186787"/>
                </a:cubicBezTo>
                <a:cubicBezTo>
                  <a:pt x="502208" y="186787"/>
                  <a:pt x="508354" y="185509"/>
                  <a:pt x="510919" y="183714"/>
                </a:cubicBezTo>
                <a:cubicBezTo>
                  <a:pt x="522960" y="162961"/>
                  <a:pt x="543459" y="130933"/>
                  <a:pt x="561651" y="105050"/>
                </a:cubicBezTo>
                <a:cubicBezTo>
                  <a:pt x="570108" y="119657"/>
                  <a:pt x="570108" y="119657"/>
                  <a:pt x="587275" y="145023"/>
                </a:cubicBezTo>
                <a:cubicBezTo>
                  <a:pt x="592143" y="151944"/>
                  <a:pt x="593422" y="153480"/>
                  <a:pt x="595474" y="153480"/>
                </a:cubicBezTo>
                <a:cubicBezTo>
                  <a:pt x="598547" y="153480"/>
                  <a:pt x="603673" y="149379"/>
                  <a:pt x="603673" y="147072"/>
                </a:cubicBezTo>
                <a:cubicBezTo>
                  <a:pt x="603673" y="146560"/>
                  <a:pt x="603415" y="145794"/>
                  <a:pt x="602903" y="144769"/>
                </a:cubicBezTo>
                <a:cubicBezTo>
                  <a:pt x="602648" y="144511"/>
                  <a:pt x="602648" y="143999"/>
                  <a:pt x="602648" y="143741"/>
                </a:cubicBezTo>
                <a:cubicBezTo>
                  <a:pt x="602648" y="143229"/>
                  <a:pt x="603415" y="142463"/>
                  <a:pt x="605209" y="141180"/>
                </a:cubicBezTo>
                <a:lnTo>
                  <a:pt x="607770" y="139131"/>
                </a:lnTo>
                <a:lnTo>
                  <a:pt x="607770" y="137337"/>
                </a:lnTo>
                <a:cubicBezTo>
                  <a:pt x="609823" y="136313"/>
                  <a:pt x="610589" y="135542"/>
                  <a:pt x="611359" y="133752"/>
                </a:cubicBezTo>
                <a:lnTo>
                  <a:pt x="610589" y="131187"/>
                </a:lnTo>
                <a:cubicBezTo>
                  <a:pt x="609565" y="129138"/>
                  <a:pt x="609565" y="128880"/>
                  <a:pt x="606234" y="121964"/>
                </a:cubicBezTo>
                <a:cubicBezTo>
                  <a:pt x="601624" y="111971"/>
                  <a:pt x="597011" y="101977"/>
                  <a:pt x="590090" y="87887"/>
                </a:cubicBezTo>
                <a:lnTo>
                  <a:pt x="583686" y="75075"/>
                </a:lnTo>
                <a:close/>
                <a:moveTo>
                  <a:pt x="1092554" y="75075"/>
                </a:moveTo>
                <a:cubicBezTo>
                  <a:pt x="1104596" y="58419"/>
                  <a:pt x="1128938" y="26645"/>
                  <a:pt x="1133552" y="21523"/>
                </a:cubicBezTo>
                <a:cubicBezTo>
                  <a:pt x="1135859" y="18704"/>
                  <a:pt x="1137907" y="16139"/>
                  <a:pt x="1140214" y="13578"/>
                </a:cubicBezTo>
                <a:cubicBezTo>
                  <a:pt x="1141238" y="12296"/>
                  <a:pt x="1142263" y="11272"/>
                  <a:pt x="1142521" y="10760"/>
                </a:cubicBezTo>
                <a:cubicBezTo>
                  <a:pt x="1143033" y="10505"/>
                  <a:pt x="1143287" y="9993"/>
                  <a:pt x="1143287" y="9735"/>
                </a:cubicBezTo>
                <a:cubicBezTo>
                  <a:pt x="1143287" y="9477"/>
                  <a:pt x="1141751" y="6916"/>
                  <a:pt x="1141238" y="6404"/>
                </a:cubicBezTo>
                <a:lnTo>
                  <a:pt x="1138932" y="3843"/>
                </a:lnTo>
                <a:cubicBezTo>
                  <a:pt x="1138932" y="3585"/>
                  <a:pt x="1138419" y="2819"/>
                  <a:pt x="1137907" y="2049"/>
                </a:cubicBezTo>
                <a:cubicBezTo>
                  <a:pt x="1136883" y="512"/>
                  <a:pt x="1136625" y="0"/>
                  <a:pt x="1136371" y="0"/>
                </a:cubicBezTo>
                <a:lnTo>
                  <a:pt x="1136113" y="0"/>
                </a:lnTo>
                <a:cubicBezTo>
                  <a:pt x="1135859" y="0"/>
                  <a:pt x="1135346" y="512"/>
                  <a:pt x="1135088" y="766"/>
                </a:cubicBezTo>
                <a:cubicBezTo>
                  <a:pt x="1134064" y="1791"/>
                  <a:pt x="1133294" y="2561"/>
                  <a:pt x="1132528" y="3585"/>
                </a:cubicBezTo>
                <a:cubicBezTo>
                  <a:pt x="1132269" y="3843"/>
                  <a:pt x="1131757" y="4355"/>
                  <a:pt x="1130733" y="5122"/>
                </a:cubicBezTo>
                <a:cubicBezTo>
                  <a:pt x="1127402" y="2561"/>
                  <a:pt x="1123046" y="0"/>
                  <a:pt x="1121764" y="0"/>
                </a:cubicBezTo>
                <a:cubicBezTo>
                  <a:pt x="1120740" y="0"/>
                  <a:pt x="1120228" y="512"/>
                  <a:pt x="1111259" y="10505"/>
                </a:cubicBezTo>
                <a:cubicBezTo>
                  <a:pt x="1092296" y="32541"/>
                  <a:pt x="1082819" y="43812"/>
                  <a:pt x="1078206" y="49450"/>
                </a:cubicBezTo>
                <a:cubicBezTo>
                  <a:pt x="1076923" y="46377"/>
                  <a:pt x="1076923" y="46377"/>
                  <a:pt x="1074875" y="42534"/>
                </a:cubicBezTo>
                <a:cubicBezTo>
                  <a:pt x="1070007" y="33565"/>
                  <a:pt x="1066418" y="26391"/>
                  <a:pt x="1063599" y="20753"/>
                </a:cubicBezTo>
                <a:cubicBezTo>
                  <a:pt x="1056425" y="6150"/>
                  <a:pt x="1056425" y="6150"/>
                  <a:pt x="1054376" y="6150"/>
                </a:cubicBezTo>
                <a:cubicBezTo>
                  <a:pt x="1053610" y="6150"/>
                  <a:pt x="1052581" y="6662"/>
                  <a:pt x="1052327" y="6916"/>
                </a:cubicBezTo>
                <a:cubicBezTo>
                  <a:pt x="1051815" y="7687"/>
                  <a:pt x="1051303" y="8453"/>
                  <a:pt x="1050791" y="8965"/>
                </a:cubicBezTo>
                <a:lnTo>
                  <a:pt x="1048996" y="10760"/>
                </a:lnTo>
                <a:cubicBezTo>
                  <a:pt x="1047972" y="10505"/>
                  <a:pt x="1047460" y="10505"/>
                  <a:pt x="1046948" y="10505"/>
                </a:cubicBezTo>
                <a:cubicBezTo>
                  <a:pt x="1046435" y="10505"/>
                  <a:pt x="1045919" y="10505"/>
                  <a:pt x="1044895" y="10760"/>
                </a:cubicBezTo>
                <a:cubicBezTo>
                  <a:pt x="1043104" y="9477"/>
                  <a:pt x="1042076" y="8965"/>
                  <a:pt x="1041052" y="8965"/>
                </a:cubicBezTo>
                <a:cubicBezTo>
                  <a:pt x="1038491" y="8965"/>
                  <a:pt x="1033877" y="14603"/>
                  <a:pt x="1033877" y="17680"/>
                </a:cubicBezTo>
                <a:cubicBezTo>
                  <a:pt x="1033877" y="17934"/>
                  <a:pt x="1034648" y="19983"/>
                  <a:pt x="1035672" y="22547"/>
                </a:cubicBezTo>
                <a:lnTo>
                  <a:pt x="1043871" y="46377"/>
                </a:lnTo>
                <a:cubicBezTo>
                  <a:pt x="1046948" y="54576"/>
                  <a:pt x="1049763" y="62516"/>
                  <a:pt x="1052840" y="70461"/>
                </a:cubicBezTo>
                <a:cubicBezTo>
                  <a:pt x="1053094" y="71485"/>
                  <a:pt x="1054122" y="74050"/>
                  <a:pt x="1055400" y="77893"/>
                </a:cubicBezTo>
                <a:cubicBezTo>
                  <a:pt x="1023884" y="116326"/>
                  <a:pt x="1014403" y="128626"/>
                  <a:pt x="1009793" y="136825"/>
                </a:cubicBezTo>
                <a:cubicBezTo>
                  <a:pt x="1004926" y="145536"/>
                  <a:pt x="1001595" y="151431"/>
                  <a:pt x="1000570" y="152710"/>
                </a:cubicBezTo>
                <a:cubicBezTo>
                  <a:pt x="998006" y="156041"/>
                  <a:pt x="996469" y="158606"/>
                  <a:pt x="996469" y="160142"/>
                </a:cubicBezTo>
                <a:cubicBezTo>
                  <a:pt x="996469" y="160396"/>
                  <a:pt x="997239" y="162191"/>
                  <a:pt x="998264" y="164752"/>
                </a:cubicBezTo>
                <a:cubicBezTo>
                  <a:pt x="998518" y="165522"/>
                  <a:pt x="998776" y="166292"/>
                  <a:pt x="998776" y="166546"/>
                </a:cubicBezTo>
                <a:cubicBezTo>
                  <a:pt x="998776" y="167059"/>
                  <a:pt x="998264" y="168853"/>
                  <a:pt x="997493" y="171414"/>
                </a:cubicBezTo>
                <a:cubicBezTo>
                  <a:pt x="997239" y="172184"/>
                  <a:pt x="996981" y="172696"/>
                  <a:pt x="996981" y="173209"/>
                </a:cubicBezTo>
                <a:cubicBezTo>
                  <a:pt x="996981" y="175257"/>
                  <a:pt x="996981" y="175257"/>
                  <a:pt x="1002619" y="184226"/>
                </a:cubicBezTo>
                <a:cubicBezTo>
                  <a:pt x="1003902" y="186533"/>
                  <a:pt x="1004414" y="186787"/>
                  <a:pt x="1006462" y="186787"/>
                </a:cubicBezTo>
                <a:cubicBezTo>
                  <a:pt x="1011076" y="186787"/>
                  <a:pt x="1017222" y="185509"/>
                  <a:pt x="1019787" y="183714"/>
                </a:cubicBezTo>
                <a:cubicBezTo>
                  <a:pt x="1031829" y="162961"/>
                  <a:pt x="1052327" y="130933"/>
                  <a:pt x="1070519" y="105050"/>
                </a:cubicBezTo>
                <a:cubicBezTo>
                  <a:pt x="1078976" y="119657"/>
                  <a:pt x="1078976" y="119657"/>
                  <a:pt x="1096144" y="145023"/>
                </a:cubicBezTo>
                <a:cubicBezTo>
                  <a:pt x="1101011" y="151944"/>
                  <a:pt x="1102290" y="153480"/>
                  <a:pt x="1104342" y="153480"/>
                </a:cubicBezTo>
                <a:cubicBezTo>
                  <a:pt x="1107415" y="153480"/>
                  <a:pt x="1112541" y="149379"/>
                  <a:pt x="1112541" y="147072"/>
                </a:cubicBezTo>
                <a:cubicBezTo>
                  <a:pt x="1112541" y="146560"/>
                  <a:pt x="1112283" y="145794"/>
                  <a:pt x="1111771" y="144769"/>
                </a:cubicBezTo>
                <a:cubicBezTo>
                  <a:pt x="1111517" y="144511"/>
                  <a:pt x="1111517" y="143999"/>
                  <a:pt x="1111517" y="143741"/>
                </a:cubicBezTo>
                <a:cubicBezTo>
                  <a:pt x="1111517" y="143229"/>
                  <a:pt x="1112283" y="142463"/>
                  <a:pt x="1114078" y="141180"/>
                </a:cubicBezTo>
                <a:lnTo>
                  <a:pt x="1116638" y="139131"/>
                </a:lnTo>
                <a:lnTo>
                  <a:pt x="1116638" y="137337"/>
                </a:lnTo>
                <a:cubicBezTo>
                  <a:pt x="1118691" y="136313"/>
                  <a:pt x="1119457" y="135542"/>
                  <a:pt x="1120228" y="133752"/>
                </a:cubicBezTo>
                <a:lnTo>
                  <a:pt x="1119457" y="131187"/>
                </a:lnTo>
                <a:cubicBezTo>
                  <a:pt x="1118433" y="129138"/>
                  <a:pt x="1118433" y="128880"/>
                  <a:pt x="1115102" y="121964"/>
                </a:cubicBezTo>
                <a:cubicBezTo>
                  <a:pt x="1110492" y="111971"/>
                  <a:pt x="1105879" y="101977"/>
                  <a:pt x="1098959" y="87887"/>
                </a:cubicBezTo>
                <a:lnTo>
                  <a:pt x="1092554" y="7507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8755F6-D12E-4E43-BC8E-454A16C5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1570" y="4916201"/>
            <a:ext cx="831692" cy="297725"/>
          </a:xfrm>
          <a:custGeom xmlns:a="http://schemas.openxmlformats.org/drawingml/2006/main">
            <a:pathLst>
              <a:path w="831692" h="297725">
                <a:moveTo>
                  <a:pt x="0" y="273424"/>
                </a:moveTo>
                <a:lnTo>
                  <a:pt x="0" y="24301"/>
                </a:lnTo>
                <a:cubicBezTo>
                  <a:pt x="0" y="10880"/>
                  <a:pt x="10880" y="0"/>
                  <a:pt x="24301" y="0"/>
                </a:cubicBezTo>
                <a:lnTo>
                  <a:pt x="807390" y="0"/>
                </a:lnTo>
                <a:cubicBezTo>
                  <a:pt x="820811" y="0"/>
                  <a:pt x="831692" y="10880"/>
                  <a:pt x="831692" y="24301"/>
                </a:cubicBezTo>
                <a:lnTo>
                  <a:pt x="831692" y="273424"/>
                </a:lnTo>
                <a:cubicBezTo>
                  <a:pt x="831692" y="286846"/>
                  <a:pt x="820811" y="297725"/>
                  <a:pt x="807390" y="297725"/>
                </a:cubicBezTo>
                <a:lnTo>
                  <a:pt x="24301" y="297725"/>
                </a:lnTo>
                <a:cubicBezTo>
                  <a:pt x="10880" y="297725"/>
                  <a:pt x="0" y="286846"/>
                  <a:pt x="0" y="273424"/>
                </a:cubicBezTo>
                <a:close/>
              </a:path>
            </a:pathLst>
          </a:custGeom>
          <a:solidFill xmlns:a="http://schemas.openxmlformats.org/drawingml/2006/main">
            <a:srgbClr val="377E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F0FA5B-8422-4C2D-A06D-B419AF96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871" y="4940502"/>
            <a:ext cx="783089" cy="249123"/>
          </a:xfrm>
          <a:custGeom xmlns:a="http://schemas.openxmlformats.org/drawingml/2006/main">
            <a:pathLst>
              <a:path w="783089" h="249123">
                <a:moveTo>
                  <a:pt x="0" y="249123"/>
                </a:moveTo>
                <a:lnTo>
                  <a:pt x="0" y="0"/>
                </a:lnTo>
                <a:lnTo>
                  <a:pt x="783089" y="0"/>
                </a:lnTo>
                <a:lnTo>
                  <a:pt x="783089" y="249123"/>
                </a:lnTo>
                <a:lnTo>
                  <a:pt x="0" y="249123"/>
                </a:lnTo>
                <a:close/>
              </a:path>
            </a:pathLst>
          </a:custGeom>
          <a:solidFill xmlns:a="http://schemas.openxmlformats.org/drawingml/2006/main">
            <a:srgbClr val="D7E5F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1" name="Text SigLIP">
            <a:extLst xmlns:a="http://schemas.openxmlformats.org/drawingml/2006/main">
              <a:ext uri="{FF2B5EF4-FFF2-40B4-BE49-F238E27FC236}">
                <a16:creationId xmlns:a16="http://schemas.microsoft.com/office/drawing/2014/main" id="{E54BC4F1-9A68-4853-83B6-BAB0B9EB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5111" y="4949291"/>
            <a:ext cx="711799" cy="230799"/>
          </a:xfrm>
          <a:custGeom xmlns:a="http://schemas.openxmlformats.org/drawingml/2006/main">
            <a:pathLst>
              <a:path w="711799" h="230799">
                <a:moveTo>
                  <a:pt x="103772" y="1669"/>
                </a:moveTo>
                <a:lnTo>
                  <a:pt x="98392" y="1669"/>
                </a:lnTo>
                <a:cubicBezTo>
                  <a:pt x="97368" y="7561"/>
                  <a:pt x="94549" y="10380"/>
                  <a:pt x="90193" y="10380"/>
                </a:cubicBezTo>
                <a:cubicBezTo>
                  <a:pt x="87629" y="10380"/>
                  <a:pt x="83273" y="9356"/>
                  <a:pt x="78918" y="7307"/>
                </a:cubicBezTo>
                <a:cubicBezTo>
                  <a:pt x="69437" y="3804"/>
                  <a:pt x="59956" y="1752"/>
                  <a:pt x="51757" y="1752"/>
                </a:cubicBezTo>
                <a:cubicBezTo>
                  <a:pt x="40739" y="1752"/>
                  <a:pt x="29468" y="6111"/>
                  <a:pt x="21011" y="13539"/>
                </a:cubicBezTo>
                <a:cubicBezTo>
                  <a:pt x="12042" y="21476"/>
                  <a:pt x="7432" y="32228"/>
                  <a:pt x="7432" y="45540"/>
                </a:cubicBezTo>
                <a:cubicBezTo>
                  <a:pt x="7432" y="66020"/>
                  <a:pt x="18704" y="80353"/>
                  <a:pt x="47401" y="95460"/>
                </a:cubicBezTo>
                <a:cubicBezTo>
                  <a:pt x="65851" y="105187"/>
                  <a:pt x="79176" y="115681"/>
                  <a:pt x="85580" y="125412"/>
                </a:cubicBezTo>
                <a:cubicBezTo>
                  <a:pt x="87887" y="128739"/>
                  <a:pt x="89169" y="134115"/>
                  <a:pt x="89169" y="140257"/>
                </a:cubicBezTo>
                <a:cubicBezTo>
                  <a:pt x="89169" y="157409"/>
                  <a:pt x="76357" y="169185"/>
                  <a:pt x="57653" y="169185"/>
                </a:cubicBezTo>
                <a:cubicBezTo>
                  <a:pt x="34847" y="169185"/>
                  <a:pt x="18704" y="155107"/>
                  <a:pt x="5892" y="123876"/>
                </a:cubicBezTo>
                <a:lnTo>
                  <a:pt x="0" y="123876"/>
                </a:lnTo>
                <a:lnTo>
                  <a:pt x="7687" y="178154"/>
                </a:lnTo>
                <a:lnTo>
                  <a:pt x="13324" y="178154"/>
                </a:lnTo>
                <a:cubicBezTo>
                  <a:pt x="13578" y="173369"/>
                  <a:pt x="16655" y="169784"/>
                  <a:pt x="20499" y="169784"/>
                </a:cubicBezTo>
                <a:cubicBezTo>
                  <a:pt x="23318" y="169784"/>
                  <a:pt x="27673" y="170808"/>
                  <a:pt x="32541" y="172603"/>
                </a:cubicBezTo>
                <a:cubicBezTo>
                  <a:pt x="42276" y="176360"/>
                  <a:pt x="52527" y="178409"/>
                  <a:pt x="62775" y="178409"/>
                </a:cubicBezTo>
                <a:cubicBezTo>
                  <a:pt x="92242" y="178409"/>
                  <a:pt x="115048" y="158180"/>
                  <a:pt x="115048" y="131809"/>
                </a:cubicBezTo>
                <a:cubicBezTo>
                  <a:pt x="115048" y="110817"/>
                  <a:pt x="100953" y="94177"/>
                  <a:pt x="67130" y="76001"/>
                </a:cubicBezTo>
                <a:cubicBezTo>
                  <a:pt x="40227" y="61156"/>
                  <a:pt x="29468" y="49892"/>
                  <a:pt x="29468" y="36067"/>
                </a:cubicBezTo>
                <a:cubicBezTo>
                  <a:pt x="29468" y="21988"/>
                  <a:pt x="40227" y="12257"/>
                  <a:pt x="56112" y="12257"/>
                </a:cubicBezTo>
                <a:cubicBezTo>
                  <a:pt x="67646" y="12257"/>
                  <a:pt x="78406" y="17125"/>
                  <a:pt x="87375" y="26340"/>
                </a:cubicBezTo>
                <a:cubicBezTo>
                  <a:pt x="95315" y="34531"/>
                  <a:pt x="98904" y="41185"/>
                  <a:pt x="103006" y="56292"/>
                </a:cubicBezTo>
                <a:lnTo>
                  <a:pt x="109410" y="56292"/>
                </a:lnTo>
                <a:lnTo>
                  <a:pt x="103772" y="1669"/>
                </a:lnTo>
                <a:close/>
                <a:moveTo>
                  <a:pt x="176540" y="57051"/>
                </a:moveTo>
                <a:lnTo>
                  <a:pt x="136825" y="71063"/>
                </a:lnTo>
                <a:lnTo>
                  <a:pt x="136825" y="74910"/>
                </a:lnTo>
                <a:lnTo>
                  <a:pt x="138877" y="74652"/>
                </a:lnTo>
                <a:cubicBezTo>
                  <a:pt x="141950" y="74140"/>
                  <a:pt x="145282" y="73882"/>
                  <a:pt x="147588" y="73882"/>
                </a:cubicBezTo>
                <a:cubicBezTo>
                  <a:pt x="153738" y="73882"/>
                  <a:pt x="156041" y="77983"/>
                  <a:pt x="156041" y="89267"/>
                </a:cubicBezTo>
                <a:lnTo>
                  <a:pt x="156041" y="148757"/>
                </a:lnTo>
                <a:cubicBezTo>
                  <a:pt x="156041" y="167219"/>
                  <a:pt x="153480" y="170038"/>
                  <a:pt x="135800" y="171062"/>
                </a:cubicBezTo>
                <a:lnTo>
                  <a:pt x="135800" y="174905"/>
                </a:lnTo>
                <a:lnTo>
                  <a:pt x="196526" y="174905"/>
                </a:lnTo>
                <a:lnTo>
                  <a:pt x="196526" y="171062"/>
                </a:lnTo>
                <a:cubicBezTo>
                  <a:pt x="179617" y="169784"/>
                  <a:pt x="177564" y="167219"/>
                  <a:pt x="177564" y="148757"/>
                </a:cubicBezTo>
                <a:lnTo>
                  <a:pt x="177564" y="57821"/>
                </a:lnTo>
                <a:lnTo>
                  <a:pt x="176540" y="57051"/>
                </a:lnTo>
                <a:moveTo>
                  <a:pt x="164498" y="0"/>
                </a:moveTo>
                <a:cubicBezTo>
                  <a:pt x="157582" y="0"/>
                  <a:pt x="151686" y="5896"/>
                  <a:pt x="151686" y="13070"/>
                </a:cubicBezTo>
                <a:cubicBezTo>
                  <a:pt x="151686" y="20245"/>
                  <a:pt x="157324" y="26137"/>
                  <a:pt x="164498" y="26137"/>
                </a:cubicBezTo>
                <a:cubicBezTo>
                  <a:pt x="171930" y="26137"/>
                  <a:pt x="177822" y="20499"/>
                  <a:pt x="177822" y="13070"/>
                </a:cubicBezTo>
                <a:cubicBezTo>
                  <a:pt x="177822" y="5896"/>
                  <a:pt x="171930" y="0"/>
                  <a:pt x="164498" y="0"/>
                </a:cubicBezTo>
                <a:close/>
                <a:moveTo>
                  <a:pt x="323357" y="75552"/>
                </a:moveTo>
                <a:lnTo>
                  <a:pt x="323357" y="65558"/>
                </a:lnTo>
                <a:lnTo>
                  <a:pt x="303629" y="65558"/>
                </a:lnTo>
                <a:cubicBezTo>
                  <a:pt x="298503" y="65558"/>
                  <a:pt x="294660" y="64761"/>
                  <a:pt x="289538" y="62947"/>
                </a:cubicBezTo>
                <a:lnTo>
                  <a:pt x="283900" y="60898"/>
                </a:lnTo>
                <a:cubicBezTo>
                  <a:pt x="276980" y="58333"/>
                  <a:pt x="270064" y="57051"/>
                  <a:pt x="263402" y="57051"/>
                </a:cubicBezTo>
                <a:cubicBezTo>
                  <a:pt x="239572" y="57051"/>
                  <a:pt x="220610" y="75552"/>
                  <a:pt x="220610" y="98861"/>
                </a:cubicBezTo>
                <a:cubicBezTo>
                  <a:pt x="220610" y="115001"/>
                  <a:pt x="227530" y="124732"/>
                  <a:pt x="244440" y="133185"/>
                </a:cubicBezTo>
                <a:cubicBezTo>
                  <a:pt x="239572" y="137798"/>
                  <a:pt x="234962" y="142146"/>
                  <a:pt x="233422" y="143424"/>
                </a:cubicBezTo>
                <a:cubicBezTo>
                  <a:pt x="224969" y="150841"/>
                  <a:pt x="221638" y="155959"/>
                  <a:pt x="221638" y="161073"/>
                </a:cubicBezTo>
                <a:cubicBezTo>
                  <a:pt x="221638" y="166445"/>
                  <a:pt x="224711" y="169514"/>
                  <a:pt x="235217" y="174640"/>
                </a:cubicBezTo>
                <a:cubicBezTo>
                  <a:pt x="217025" y="187976"/>
                  <a:pt x="210108" y="196444"/>
                  <a:pt x="210108" y="205933"/>
                </a:cubicBezTo>
                <a:cubicBezTo>
                  <a:pt x="210108" y="219523"/>
                  <a:pt x="230091" y="230799"/>
                  <a:pt x="254433" y="230799"/>
                </a:cubicBezTo>
                <a:cubicBezTo>
                  <a:pt x="273649" y="230799"/>
                  <a:pt x="293636" y="224137"/>
                  <a:pt x="306960" y="213373"/>
                </a:cubicBezTo>
                <a:cubicBezTo>
                  <a:pt x="316699" y="205421"/>
                  <a:pt x="321055" y="197210"/>
                  <a:pt x="321055" y="187463"/>
                </a:cubicBezTo>
                <a:cubicBezTo>
                  <a:pt x="321055" y="171563"/>
                  <a:pt x="309009" y="160819"/>
                  <a:pt x="290050" y="160052"/>
                </a:cubicBezTo>
                <a:lnTo>
                  <a:pt x="256998" y="158516"/>
                </a:lnTo>
                <a:cubicBezTo>
                  <a:pt x="243415" y="158004"/>
                  <a:pt x="237011" y="155701"/>
                  <a:pt x="237011" y="151611"/>
                </a:cubicBezTo>
                <a:cubicBezTo>
                  <a:pt x="237011" y="146493"/>
                  <a:pt x="245464" y="137540"/>
                  <a:pt x="252384" y="135491"/>
                </a:cubicBezTo>
                <a:cubicBezTo>
                  <a:pt x="254691" y="135750"/>
                  <a:pt x="256485" y="136004"/>
                  <a:pt x="257252" y="136004"/>
                </a:cubicBezTo>
                <a:cubicBezTo>
                  <a:pt x="262119" y="136516"/>
                  <a:pt x="265450" y="136774"/>
                  <a:pt x="266991" y="136774"/>
                </a:cubicBezTo>
                <a:cubicBezTo>
                  <a:pt x="276468" y="136774"/>
                  <a:pt x="286719" y="132931"/>
                  <a:pt x="294660" y="126014"/>
                </a:cubicBezTo>
                <a:cubicBezTo>
                  <a:pt x="303117" y="118840"/>
                  <a:pt x="306960" y="109875"/>
                  <a:pt x="306960" y="97071"/>
                </a:cubicBezTo>
                <a:cubicBezTo>
                  <a:pt x="306960" y="89642"/>
                  <a:pt x="305678" y="83750"/>
                  <a:pt x="302092" y="75552"/>
                </a:cubicBezTo>
                <a:lnTo>
                  <a:pt x="323357" y="75552"/>
                </a:lnTo>
                <a:moveTo>
                  <a:pt x="240596" y="175406"/>
                </a:moveTo>
                <a:cubicBezTo>
                  <a:pt x="249053" y="177204"/>
                  <a:pt x="269552" y="178741"/>
                  <a:pt x="282106" y="178741"/>
                </a:cubicBezTo>
                <a:cubicBezTo>
                  <a:pt x="305424" y="178741"/>
                  <a:pt x="313880" y="182076"/>
                  <a:pt x="313880" y="191311"/>
                </a:cubicBezTo>
                <a:cubicBezTo>
                  <a:pt x="313880" y="206191"/>
                  <a:pt x="294406" y="216192"/>
                  <a:pt x="265450" y="216192"/>
                </a:cubicBezTo>
                <a:cubicBezTo>
                  <a:pt x="242903" y="216192"/>
                  <a:pt x="228042" y="208756"/>
                  <a:pt x="228042" y="197468"/>
                </a:cubicBezTo>
                <a:cubicBezTo>
                  <a:pt x="228042" y="191569"/>
                  <a:pt x="229837" y="188234"/>
                  <a:pt x="240596" y="175406"/>
                </a:cubicBezTo>
                <a:moveTo>
                  <a:pt x="241879" y="88360"/>
                </a:moveTo>
                <a:cubicBezTo>
                  <a:pt x="241879" y="73249"/>
                  <a:pt x="249053" y="64229"/>
                  <a:pt x="260841" y="64229"/>
                </a:cubicBezTo>
                <a:cubicBezTo>
                  <a:pt x="268782" y="64229"/>
                  <a:pt x="275444" y="68635"/>
                  <a:pt x="279545" y="76322"/>
                </a:cubicBezTo>
                <a:cubicBezTo>
                  <a:pt x="284155" y="85287"/>
                  <a:pt x="287232" y="97071"/>
                  <a:pt x="287232" y="107060"/>
                </a:cubicBezTo>
                <a:cubicBezTo>
                  <a:pt x="287232" y="121401"/>
                  <a:pt x="279799" y="130366"/>
                  <a:pt x="268015" y="130366"/>
                </a:cubicBezTo>
                <a:cubicBezTo>
                  <a:pt x="252642" y="130366"/>
                  <a:pt x="241879" y="113718"/>
                  <a:pt x="241879" y="89130"/>
                </a:cubicBezTo>
                <a:lnTo>
                  <a:pt x="241879" y="88360"/>
                </a:lnTo>
                <a:close/>
                <a:moveTo>
                  <a:pt x="477865" y="130319"/>
                </a:moveTo>
                <a:cubicBezTo>
                  <a:pt x="473509" y="140054"/>
                  <a:pt x="469920" y="145950"/>
                  <a:pt x="466077" y="150305"/>
                </a:cubicBezTo>
                <a:cubicBezTo>
                  <a:pt x="457108" y="160303"/>
                  <a:pt x="443017" y="164916"/>
                  <a:pt x="421749" y="164916"/>
                </a:cubicBezTo>
                <a:lnTo>
                  <a:pt x="404581" y="164916"/>
                </a:lnTo>
                <a:cubicBezTo>
                  <a:pt x="385877" y="164916"/>
                  <a:pt x="382546" y="163376"/>
                  <a:pt x="382546" y="154407"/>
                </a:cubicBezTo>
                <a:lnTo>
                  <a:pt x="382546" y="33190"/>
                </a:lnTo>
                <a:cubicBezTo>
                  <a:pt x="382546" y="14994"/>
                  <a:pt x="386135" y="11405"/>
                  <a:pt x="406376" y="10126"/>
                </a:cubicBezTo>
                <a:lnTo>
                  <a:pt x="406376" y="5255"/>
                </a:lnTo>
                <a:lnTo>
                  <a:pt x="334120" y="5255"/>
                </a:lnTo>
                <a:lnTo>
                  <a:pt x="334120" y="10126"/>
                </a:lnTo>
                <a:cubicBezTo>
                  <a:pt x="353082" y="11663"/>
                  <a:pt x="356413" y="15252"/>
                  <a:pt x="356413" y="33190"/>
                </a:cubicBezTo>
                <a:lnTo>
                  <a:pt x="356413" y="146974"/>
                </a:lnTo>
                <a:cubicBezTo>
                  <a:pt x="356413" y="164916"/>
                  <a:pt x="352824" y="168759"/>
                  <a:pt x="334120" y="170038"/>
                </a:cubicBezTo>
                <a:lnTo>
                  <a:pt x="334120" y="174905"/>
                </a:lnTo>
                <a:lnTo>
                  <a:pt x="471969" y="174905"/>
                </a:lnTo>
                <a:lnTo>
                  <a:pt x="484269" y="130323"/>
                </a:lnTo>
                <a:lnTo>
                  <a:pt x="477865" y="130319"/>
                </a:lnTo>
                <a:close/>
                <a:moveTo>
                  <a:pt x="517066" y="146974"/>
                </a:moveTo>
                <a:cubicBezTo>
                  <a:pt x="517066" y="166195"/>
                  <a:pt x="513735" y="169272"/>
                  <a:pt x="492212" y="170038"/>
                </a:cubicBezTo>
                <a:lnTo>
                  <a:pt x="492212" y="174905"/>
                </a:lnTo>
                <a:lnTo>
                  <a:pt x="568311" y="174905"/>
                </a:lnTo>
                <a:lnTo>
                  <a:pt x="568311" y="170038"/>
                </a:lnTo>
                <a:cubicBezTo>
                  <a:pt x="547300" y="169272"/>
                  <a:pt x="543203" y="165682"/>
                  <a:pt x="543203" y="146974"/>
                </a:cubicBezTo>
                <a:lnTo>
                  <a:pt x="543203" y="33190"/>
                </a:lnTo>
                <a:cubicBezTo>
                  <a:pt x="543203" y="14482"/>
                  <a:pt x="546788" y="11151"/>
                  <a:pt x="568311" y="10126"/>
                </a:cubicBezTo>
                <a:lnTo>
                  <a:pt x="568311" y="5255"/>
                </a:lnTo>
                <a:lnTo>
                  <a:pt x="492212" y="5255"/>
                </a:lnTo>
                <a:lnTo>
                  <a:pt x="492212" y="10126"/>
                </a:lnTo>
                <a:cubicBezTo>
                  <a:pt x="513993" y="11405"/>
                  <a:pt x="517066" y="14224"/>
                  <a:pt x="517066" y="33190"/>
                </a:cubicBezTo>
                <a:lnTo>
                  <a:pt x="517066" y="146974"/>
                </a:lnTo>
                <a:close/>
                <a:moveTo>
                  <a:pt x="624683" y="100324"/>
                </a:moveTo>
                <a:cubicBezTo>
                  <a:pt x="631345" y="100836"/>
                  <a:pt x="635700" y="101090"/>
                  <a:pt x="642363" y="101090"/>
                </a:cubicBezTo>
                <a:cubicBezTo>
                  <a:pt x="662349" y="101090"/>
                  <a:pt x="676186" y="98529"/>
                  <a:pt x="687203" y="92379"/>
                </a:cubicBezTo>
                <a:cubicBezTo>
                  <a:pt x="702576" y="84180"/>
                  <a:pt x="711799" y="68549"/>
                  <a:pt x="711799" y="51636"/>
                </a:cubicBezTo>
                <a:cubicBezTo>
                  <a:pt x="711799" y="40876"/>
                  <a:pt x="708214" y="31137"/>
                  <a:pt x="701294" y="23705"/>
                </a:cubicBezTo>
                <a:cubicBezTo>
                  <a:pt x="691047" y="12433"/>
                  <a:pt x="668753" y="5255"/>
                  <a:pt x="644669" y="5255"/>
                </a:cubicBezTo>
                <a:lnTo>
                  <a:pt x="577023" y="5255"/>
                </a:lnTo>
                <a:lnTo>
                  <a:pt x="577023" y="10126"/>
                </a:lnTo>
                <a:cubicBezTo>
                  <a:pt x="595986" y="12175"/>
                  <a:pt x="598546" y="14736"/>
                  <a:pt x="598546" y="33190"/>
                </a:cubicBezTo>
                <a:lnTo>
                  <a:pt x="598546" y="144155"/>
                </a:lnTo>
                <a:cubicBezTo>
                  <a:pt x="598546" y="165682"/>
                  <a:pt x="596498" y="168243"/>
                  <a:pt x="577023" y="170038"/>
                </a:cubicBezTo>
                <a:lnTo>
                  <a:pt x="577023" y="174905"/>
                </a:lnTo>
                <a:lnTo>
                  <a:pt x="648767" y="174905"/>
                </a:lnTo>
                <a:lnTo>
                  <a:pt x="648767" y="170038"/>
                </a:lnTo>
                <a:cubicBezTo>
                  <a:pt x="628526" y="169272"/>
                  <a:pt x="624683" y="165682"/>
                  <a:pt x="624683" y="146974"/>
                </a:cubicBezTo>
                <a:lnTo>
                  <a:pt x="624683" y="100324"/>
                </a:lnTo>
                <a:moveTo>
                  <a:pt x="624683" y="23451"/>
                </a:moveTo>
                <a:cubicBezTo>
                  <a:pt x="624683" y="16530"/>
                  <a:pt x="626477" y="14736"/>
                  <a:pt x="633394" y="14736"/>
                </a:cubicBezTo>
                <a:cubicBezTo>
                  <a:pt x="667983" y="14736"/>
                  <a:pt x="683872" y="26782"/>
                  <a:pt x="683872" y="53176"/>
                </a:cubicBezTo>
                <a:cubicBezTo>
                  <a:pt x="683872" y="78030"/>
                  <a:pt x="668753" y="90842"/>
                  <a:pt x="639286" y="90842"/>
                </a:cubicBezTo>
                <a:cubicBezTo>
                  <a:pt x="634164" y="90842"/>
                  <a:pt x="630575" y="90588"/>
                  <a:pt x="624683" y="90072"/>
                </a:cubicBezTo>
                <a:lnTo>
                  <a:pt x="624683" y="234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2" name="Text ✓">
            <a:extLst xmlns:a="http://schemas.openxmlformats.org/drawingml/2006/main">
              <a:ext uri="{FF2B5EF4-FFF2-40B4-BE49-F238E27FC236}">
                <a16:creationId xmlns:a16="http://schemas.microsoft.com/office/drawing/2014/main" id="{8BF72965-91C1-4EB2-9BFF-267FEFF1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9140" y="5018832"/>
            <a:ext cx="176028" cy="184484"/>
          </a:xfrm>
          <a:custGeom xmlns:a="http://schemas.openxmlformats.org/drawingml/2006/main">
            <a:pathLst>
              <a:path w="176028" h="184484">
                <a:moveTo>
                  <a:pt x="176028" y="258"/>
                </a:moveTo>
                <a:cubicBezTo>
                  <a:pt x="161679" y="0"/>
                  <a:pt x="144511" y="5126"/>
                  <a:pt x="134006" y="12554"/>
                </a:cubicBezTo>
                <a:cubicBezTo>
                  <a:pt x="114277" y="32287"/>
                  <a:pt x="77123" y="84043"/>
                  <a:pt x="50475" y="129138"/>
                </a:cubicBezTo>
                <a:cubicBezTo>
                  <a:pt x="47143" y="135034"/>
                  <a:pt x="45607" y="136825"/>
                  <a:pt x="44070" y="136825"/>
                </a:cubicBezTo>
                <a:cubicBezTo>
                  <a:pt x="42534" y="136825"/>
                  <a:pt x="40739" y="134776"/>
                  <a:pt x="38945" y="130421"/>
                </a:cubicBezTo>
                <a:lnTo>
                  <a:pt x="31516" y="112229"/>
                </a:lnTo>
                <a:cubicBezTo>
                  <a:pt x="29976" y="108385"/>
                  <a:pt x="28697" y="107103"/>
                  <a:pt x="25620" y="107103"/>
                </a:cubicBezTo>
                <a:cubicBezTo>
                  <a:pt x="19987" y="107103"/>
                  <a:pt x="11784" y="110692"/>
                  <a:pt x="4610" y="116072"/>
                </a:cubicBezTo>
                <a:cubicBezTo>
                  <a:pt x="1278" y="118633"/>
                  <a:pt x="0" y="120940"/>
                  <a:pt x="0" y="124271"/>
                </a:cubicBezTo>
                <a:cubicBezTo>
                  <a:pt x="0" y="134776"/>
                  <a:pt x="8711" y="161167"/>
                  <a:pt x="18446" y="179875"/>
                </a:cubicBezTo>
                <a:cubicBezTo>
                  <a:pt x="20499" y="183972"/>
                  <a:pt x="22035" y="184484"/>
                  <a:pt x="32541" y="184484"/>
                </a:cubicBezTo>
                <a:cubicBezTo>
                  <a:pt x="45353" y="184484"/>
                  <a:pt x="48426" y="183460"/>
                  <a:pt x="51245" y="178334"/>
                </a:cubicBezTo>
                <a:cubicBezTo>
                  <a:pt x="78918" y="126835"/>
                  <a:pt x="137849" y="44841"/>
                  <a:pt x="176028" y="4355"/>
                </a:cubicBezTo>
                <a:lnTo>
                  <a:pt x="176028" y="258"/>
                </a:lnTo>
                <a:close/>
              </a:path>
            </a:pathLst>
          </a:custGeom>
          <a:solidFill xmlns:a="http://schemas.openxmlformats.org/drawingml/2006/main">
            <a:srgbClr val="006B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3" name="Text ✗✗✗">
            <a:extLst xmlns:a="http://schemas.openxmlformats.org/drawingml/2006/main">
              <a:ext uri="{FF2B5EF4-FFF2-40B4-BE49-F238E27FC236}">
                <a16:creationId xmlns:a16="http://schemas.microsoft.com/office/drawing/2014/main" id="{B4506152-80CE-4FA5-AFB8-A4CAEB54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3117" y="5030589"/>
            <a:ext cx="1143287" cy="186787"/>
          </a:xfrm>
          <a:custGeom xmlns:a="http://schemas.openxmlformats.org/drawingml/2006/main">
            <a:pathLst>
              <a:path w="1143287" h="186787">
                <a:moveTo>
                  <a:pt x="96085" y="75075"/>
                </a:moveTo>
                <a:cubicBezTo>
                  <a:pt x="108127" y="58419"/>
                  <a:pt x="132469" y="26645"/>
                  <a:pt x="137083" y="21523"/>
                </a:cubicBezTo>
                <a:cubicBezTo>
                  <a:pt x="139389" y="18704"/>
                  <a:pt x="141438" y="16139"/>
                  <a:pt x="143745" y="13578"/>
                </a:cubicBezTo>
                <a:cubicBezTo>
                  <a:pt x="144769" y="12296"/>
                  <a:pt x="145794" y="11272"/>
                  <a:pt x="146052" y="10760"/>
                </a:cubicBezTo>
                <a:cubicBezTo>
                  <a:pt x="146564" y="10505"/>
                  <a:pt x="146818" y="9993"/>
                  <a:pt x="146818" y="9735"/>
                </a:cubicBezTo>
                <a:cubicBezTo>
                  <a:pt x="146818" y="9477"/>
                  <a:pt x="145281" y="6916"/>
                  <a:pt x="144769" y="6404"/>
                </a:cubicBezTo>
                <a:lnTo>
                  <a:pt x="142463" y="3843"/>
                </a:lnTo>
                <a:cubicBezTo>
                  <a:pt x="142463" y="3585"/>
                  <a:pt x="141950" y="2819"/>
                  <a:pt x="141438" y="2049"/>
                </a:cubicBezTo>
                <a:cubicBezTo>
                  <a:pt x="140414" y="512"/>
                  <a:pt x="140156" y="0"/>
                  <a:pt x="139902" y="0"/>
                </a:cubicBezTo>
                <a:lnTo>
                  <a:pt x="139644" y="0"/>
                </a:lnTo>
                <a:cubicBezTo>
                  <a:pt x="139389" y="0"/>
                  <a:pt x="138877" y="512"/>
                  <a:pt x="138619" y="766"/>
                </a:cubicBezTo>
                <a:cubicBezTo>
                  <a:pt x="137595" y="1791"/>
                  <a:pt x="136825" y="2561"/>
                  <a:pt x="136058" y="3585"/>
                </a:cubicBezTo>
                <a:cubicBezTo>
                  <a:pt x="135800" y="3843"/>
                  <a:pt x="135288" y="4355"/>
                  <a:pt x="134264" y="5122"/>
                </a:cubicBezTo>
                <a:cubicBezTo>
                  <a:pt x="130933" y="2561"/>
                  <a:pt x="126577" y="0"/>
                  <a:pt x="125295" y="0"/>
                </a:cubicBezTo>
                <a:cubicBezTo>
                  <a:pt x="124271" y="0"/>
                  <a:pt x="123758" y="512"/>
                  <a:pt x="114790" y="10505"/>
                </a:cubicBezTo>
                <a:cubicBezTo>
                  <a:pt x="95827" y="32541"/>
                  <a:pt x="86350" y="43812"/>
                  <a:pt x="81737" y="49450"/>
                </a:cubicBezTo>
                <a:cubicBezTo>
                  <a:pt x="80454" y="46377"/>
                  <a:pt x="80454" y="46377"/>
                  <a:pt x="78406" y="42534"/>
                </a:cubicBezTo>
                <a:cubicBezTo>
                  <a:pt x="73538" y="33565"/>
                  <a:pt x="69949" y="26391"/>
                  <a:pt x="67130" y="20753"/>
                </a:cubicBezTo>
                <a:cubicBezTo>
                  <a:pt x="59956" y="6150"/>
                  <a:pt x="59956" y="6150"/>
                  <a:pt x="57907" y="6150"/>
                </a:cubicBezTo>
                <a:cubicBezTo>
                  <a:pt x="57141" y="6150"/>
                  <a:pt x="56112" y="6662"/>
                  <a:pt x="55858" y="6916"/>
                </a:cubicBezTo>
                <a:cubicBezTo>
                  <a:pt x="55346" y="7687"/>
                  <a:pt x="54834" y="8453"/>
                  <a:pt x="54322" y="8965"/>
                </a:cubicBezTo>
                <a:lnTo>
                  <a:pt x="52527" y="10760"/>
                </a:lnTo>
                <a:cubicBezTo>
                  <a:pt x="51503" y="10505"/>
                  <a:pt x="50991" y="10505"/>
                  <a:pt x="50478" y="10505"/>
                </a:cubicBezTo>
                <a:cubicBezTo>
                  <a:pt x="49966" y="10505"/>
                  <a:pt x="49450" y="10505"/>
                  <a:pt x="48426" y="10760"/>
                </a:cubicBezTo>
                <a:cubicBezTo>
                  <a:pt x="46635" y="9477"/>
                  <a:pt x="45607" y="8965"/>
                  <a:pt x="44583" y="8965"/>
                </a:cubicBezTo>
                <a:cubicBezTo>
                  <a:pt x="42022" y="8965"/>
                  <a:pt x="37408" y="14603"/>
                  <a:pt x="37408" y="17680"/>
                </a:cubicBezTo>
                <a:cubicBezTo>
                  <a:pt x="37408" y="17934"/>
                  <a:pt x="38178" y="19983"/>
                  <a:pt x="39203" y="22547"/>
                </a:cubicBezTo>
                <a:lnTo>
                  <a:pt x="47401" y="46377"/>
                </a:lnTo>
                <a:cubicBezTo>
                  <a:pt x="50478" y="54576"/>
                  <a:pt x="53293" y="62516"/>
                  <a:pt x="56370" y="70461"/>
                </a:cubicBezTo>
                <a:cubicBezTo>
                  <a:pt x="56625" y="71485"/>
                  <a:pt x="57653" y="74050"/>
                  <a:pt x="58931" y="77893"/>
                </a:cubicBezTo>
                <a:cubicBezTo>
                  <a:pt x="27415" y="116326"/>
                  <a:pt x="17934" y="128626"/>
                  <a:pt x="13324" y="136825"/>
                </a:cubicBezTo>
                <a:cubicBezTo>
                  <a:pt x="8457" y="145536"/>
                  <a:pt x="5126" y="151431"/>
                  <a:pt x="4101" y="152710"/>
                </a:cubicBezTo>
                <a:cubicBezTo>
                  <a:pt x="1537" y="156041"/>
                  <a:pt x="0" y="158606"/>
                  <a:pt x="0" y="160142"/>
                </a:cubicBezTo>
                <a:cubicBezTo>
                  <a:pt x="0" y="160396"/>
                  <a:pt x="770" y="162191"/>
                  <a:pt x="1795" y="164752"/>
                </a:cubicBezTo>
                <a:cubicBezTo>
                  <a:pt x="2049" y="165522"/>
                  <a:pt x="2307" y="166292"/>
                  <a:pt x="2307" y="166546"/>
                </a:cubicBezTo>
                <a:cubicBezTo>
                  <a:pt x="2307" y="167059"/>
                  <a:pt x="1795" y="168853"/>
                  <a:pt x="1024" y="171414"/>
                </a:cubicBezTo>
                <a:cubicBezTo>
                  <a:pt x="770" y="172184"/>
                  <a:pt x="512" y="172696"/>
                  <a:pt x="512" y="173209"/>
                </a:cubicBezTo>
                <a:cubicBezTo>
                  <a:pt x="512" y="175257"/>
                  <a:pt x="512" y="175257"/>
                  <a:pt x="6150" y="184226"/>
                </a:cubicBezTo>
                <a:cubicBezTo>
                  <a:pt x="7432" y="186533"/>
                  <a:pt x="7945" y="186787"/>
                  <a:pt x="9993" y="186787"/>
                </a:cubicBezTo>
                <a:cubicBezTo>
                  <a:pt x="14607" y="186787"/>
                  <a:pt x="20753" y="185509"/>
                  <a:pt x="23318" y="183714"/>
                </a:cubicBezTo>
                <a:cubicBezTo>
                  <a:pt x="35360" y="162961"/>
                  <a:pt x="55858" y="130933"/>
                  <a:pt x="74050" y="105050"/>
                </a:cubicBezTo>
                <a:cubicBezTo>
                  <a:pt x="82507" y="119657"/>
                  <a:pt x="82507" y="119657"/>
                  <a:pt x="99675" y="145023"/>
                </a:cubicBezTo>
                <a:cubicBezTo>
                  <a:pt x="104542" y="151944"/>
                  <a:pt x="105821" y="153480"/>
                  <a:pt x="107873" y="153480"/>
                </a:cubicBezTo>
                <a:cubicBezTo>
                  <a:pt x="110946" y="153480"/>
                  <a:pt x="116072" y="149379"/>
                  <a:pt x="116072" y="147072"/>
                </a:cubicBezTo>
                <a:cubicBezTo>
                  <a:pt x="116072" y="146560"/>
                  <a:pt x="115814" y="145794"/>
                  <a:pt x="115302" y="144769"/>
                </a:cubicBezTo>
                <a:cubicBezTo>
                  <a:pt x="115048" y="144511"/>
                  <a:pt x="115048" y="143999"/>
                  <a:pt x="115048" y="143741"/>
                </a:cubicBezTo>
                <a:cubicBezTo>
                  <a:pt x="115048" y="143229"/>
                  <a:pt x="115814" y="142463"/>
                  <a:pt x="117608" y="141180"/>
                </a:cubicBezTo>
                <a:lnTo>
                  <a:pt x="120169" y="139131"/>
                </a:lnTo>
                <a:lnTo>
                  <a:pt x="120169" y="137337"/>
                </a:lnTo>
                <a:cubicBezTo>
                  <a:pt x="122222" y="136313"/>
                  <a:pt x="122988" y="135542"/>
                  <a:pt x="123758" y="133752"/>
                </a:cubicBezTo>
                <a:lnTo>
                  <a:pt x="122988" y="131187"/>
                </a:lnTo>
                <a:cubicBezTo>
                  <a:pt x="121964" y="129138"/>
                  <a:pt x="121964" y="128880"/>
                  <a:pt x="118633" y="121964"/>
                </a:cubicBezTo>
                <a:cubicBezTo>
                  <a:pt x="114023" y="111971"/>
                  <a:pt x="109410" y="101977"/>
                  <a:pt x="102490" y="87887"/>
                </a:cubicBezTo>
                <a:lnTo>
                  <a:pt x="96085" y="75075"/>
                </a:lnTo>
                <a:close/>
                <a:moveTo>
                  <a:pt x="583686" y="75075"/>
                </a:moveTo>
                <a:cubicBezTo>
                  <a:pt x="595728" y="58419"/>
                  <a:pt x="620070" y="26645"/>
                  <a:pt x="624684" y="21523"/>
                </a:cubicBezTo>
                <a:cubicBezTo>
                  <a:pt x="626990" y="18704"/>
                  <a:pt x="629039" y="16139"/>
                  <a:pt x="631346" y="13578"/>
                </a:cubicBezTo>
                <a:cubicBezTo>
                  <a:pt x="632370" y="12296"/>
                  <a:pt x="633395" y="11272"/>
                  <a:pt x="633653" y="10760"/>
                </a:cubicBezTo>
                <a:cubicBezTo>
                  <a:pt x="634165" y="10505"/>
                  <a:pt x="634419" y="9993"/>
                  <a:pt x="634419" y="9735"/>
                </a:cubicBezTo>
                <a:cubicBezTo>
                  <a:pt x="634419" y="9477"/>
                  <a:pt x="632882" y="6916"/>
                  <a:pt x="632370" y="6404"/>
                </a:cubicBezTo>
                <a:lnTo>
                  <a:pt x="630063" y="3843"/>
                </a:lnTo>
                <a:cubicBezTo>
                  <a:pt x="630063" y="3585"/>
                  <a:pt x="629551" y="2819"/>
                  <a:pt x="629039" y="2049"/>
                </a:cubicBezTo>
                <a:cubicBezTo>
                  <a:pt x="628015" y="512"/>
                  <a:pt x="627757" y="0"/>
                  <a:pt x="627503" y="0"/>
                </a:cubicBezTo>
                <a:lnTo>
                  <a:pt x="627245" y="0"/>
                </a:lnTo>
                <a:cubicBezTo>
                  <a:pt x="626990" y="0"/>
                  <a:pt x="626478" y="512"/>
                  <a:pt x="626220" y="766"/>
                </a:cubicBezTo>
                <a:cubicBezTo>
                  <a:pt x="625196" y="1791"/>
                  <a:pt x="624426" y="2561"/>
                  <a:pt x="623659" y="3585"/>
                </a:cubicBezTo>
                <a:cubicBezTo>
                  <a:pt x="623401" y="3843"/>
                  <a:pt x="622889" y="4355"/>
                  <a:pt x="621865" y="5122"/>
                </a:cubicBezTo>
                <a:cubicBezTo>
                  <a:pt x="618534" y="2561"/>
                  <a:pt x="614178" y="0"/>
                  <a:pt x="612896" y="0"/>
                </a:cubicBezTo>
                <a:cubicBezTo>
                  <a:pt x="611872" y="0"/>
                  <a:pt x="611359" y="512"/>
                  <a:pt x="602390" y="10505"/>
                </a:cubicBezTo>
                <a:cubicBezTo>
                  <a:pt x="583428" y="32541"/>
                  <a:pt x="573951" y="43812"/>
                  <a:pt x="569338" y="49450"/>
                </a:cubicBezTo>
                <a:cubicBezTo>
                  <a:pt x="568055" y="46377"/>
                  <a:pt x="568055" y="46377"/>
                  <a:pt x="566007" y="42534"/>
                </a:cubicBezTo>
                <a:cubicBezTo>
                  <a:pt x="561139" y="33565"/>
                  <a:pt x="557550" y="26391"/>
                  <a:pt x="554731" y="20753"/>
                </a:cubicBezTo>
                <a:cubicBezTo>
                  <a:pt x="547557" y="6150"/>
                  <a:pt x="547557" y="6150"/>
                  <a:pt x="545508" y="6150"/>
                </a:cubicBezTo>
                <a:cubicBezTo>
                  <a:pt x="544742" y="6150"/>
                  <a:pt x="543713" y="6662"/>
                  <a:pt x="543459" y="6916"/>
                </a:cubicBezTo>
                <a:cubicBezTo>
                  <a:pt x="542947" y="7687"/>
                  <a:pt x="542435" y="8453"/>
                  <a:pt x="541923" y="8965"/>
                </a:cubicBezTo>
                <a:lnTo>
                  <a:pt x="540128" y="10760"/>
                </a:lnTo>
                <a:cubicBezTo>
                  <a:pt x="539104" y="10505"/>
                  <a:pt x="538592" y="10505"/>
                  <a:pt x="538079" y="10505"/>
                </a:cubicBezTo>
                <a:cubicBezTo>
                  <a:pt x="537567" y="10505"/>
                  <a:pt x="537051" y="10505"/>
                  <a:pt x="536027" y="10760"/>
                </a:cubicBezTo>
                <a:cubicBezTo>
                  <a:pt x="534236" y="9477"/>
                  <a:pt x="533208" y="8965"/>
                  <a:pt x="532184" y="8965"/>
                </a:cubicBezTo>
                <a:cubicBezTo>
                  <a:pt x="529623" y="8965"/>
                  <a:pt x="525009" y="14603"/>
                  <a:pt x="525009" y="17680"/>
                </a:cubicBezTo>
                <a:cubicBezTo>
                  <a:pt x="525009" y="17934"/>
                  <a:pt x="525779" y="19983"/>
                  <a:pt x="526804" y="22547"/>
                </a:cubicBezTo>
                <a:lnTo>
                  <a:pt x="535002" y="46377"/>
                </a:lnTo>
                <a:cubicBezTo>
                  <a:pt x="538079" y="54576"/>
                  <a:pt x="540894" y="62516"/>
                  <a:pt x="543971" y="70461"/>
                </a:cubicBezTo>
                <a:cubicBezTo>
                  <a:pt x="544225" y="71485"/>
                  <a:pt x="545254" y="74050"/>
                  <a:pt x="546532" y="77893"/>
                </a:cubicBezTo>
                <a:cubicBezTo>
                  <a:pt x="515016" y="116326"/>
                  <a:pt x="505535" y="128626"/>
                  <a:pt x="500925" y="136825"/>
                </a:cubicBezTo>
                <a:cubicBezTo>
                  <a:pt x="496058" y="145536"/>
                  <a:pt x="492727" y="151431"/>
                  <a:pt x="491702" y="152710"/>
                </a:cubicBezTo>
                <a:cubicBezTo>
                  <a:pt x="489137" y="156041"/>
                  <a:pt x="487601" y="158606"/>
                  <a:pt x="487601" y="160142"/>
                </a:cubicBezTo>
                <a:cubicBezTo>
                  <a:pt x="487601" y="160396"/>
                  <a:pt x="488371" y="162191"/>
                  <a:pt x="489396" y="164752"/>
                </a:cubicBezTo>
                <a:cubicBezTo>
                  <a:pt x="489650" y="165522"/>
                  <a:pt x="489908" y="166292"/>
                  <a:pt x="489908" y="166546"/>
                </a:cubicBezTo>
                <a:cubicBezTo>
                  <a:pt x="489908" y="167059"/>
                  <a:pt x="489396" y="168853"/>
                  <a:pt x="488625" y="171414"/>
                </a:cubicBezTo>
                <a:cubicBezTo>
                  <a:pt x="488371" y="172184"/>
                  <a:pt x="488113" y="172696"/>
                  <a:pt x="488113" y="173209"/>
                </a:cubicBezTo>
                <a:cubicBezTo>
                  <a:pt x="488113" y="175257"/>
                  <a:pt x="488113" y="175257"/>
                  <a:pt x="493751" y="184226"/>
                </a:cubicBezTo>
                <a:cubicBezTo>
                  <a:pt x="495033" y="186533"/>
                  <a:pt x="495546" y="186787"/>
                  <a:pt x="497594" y="186787"/>
                </a:cubicBezTo>
                <a:cubicBezTo>
                  <a:pt x="502208" y="186787"/>
                  <a:pt x="508354" y="185509"/>
                  <a:pt x="510919" y="183714"/>
                </a:cubicBezTo>
                <a:cubicBezTo>
                  <a:pt x="522960" y="162961"/>
                  <a:pt x="543459" y="130933"/>
                  <a:pt x="561651" y="105050"/>
                </a:cubicBezTo>
                <a:cubicBezTo>
                  <a:pt x="570108" y="119657"/>
                  <a:pt x="570108" y="119657"/>
                  <a:pt x="587275" y="145023"/>
                </a:cubicBezTo>
                <a:cubicBezTo>
                  <a:pt x="592143" y="151944"/>
                  <a:pt x="593422" y="153480"/>
                  <a:pt x="595474" y="153480"/>
                </a:cubicBezTo>
                <a:cubicBezTo>
                  <a:pt x="598547" y="153480"/>
                  <a:pt x="603673" y="149379"/>
                  <a:pt x="603673" y="147072"/>
                </a:cubicBezTo>
                <a:cubicBezTo>
                  <a:pt x="603673" y="146560"/>
                  <a:pt x="603415" y="145794"/>
                  <a:pt x="602903" y="144769"/>
                </a:cubicBezTo>
                <a:cubicBezTo>
                  <a:pt x="602648" y="144511"/>
                  <a:pt x="602648" y="143999"/>
                  <a:pt x="602648" y="143741"/>
                </a:cubicBezTo>
                <a:cubicBezTo>
                  <a:pt x="602648" y="143229"/>
                  <a:pt x="603415" y="142463"/>
                  <a:pt x="605209" y="141180"/>
                </a:cubicBezTo>
                <a:lnTo>
                  <a:pt x="607770" y="139131"/>
                </a:lnTo>
                <a:lnTo>
                  <a:pt x="607770" y="137337"/>
                </a:lnTo>
                <a:cubicBezTo>
                  <a:pt x="609823" y="136313"/>
                  <a:pt x="610589" y="135542"/>
                  <a:pt x="611359" y="133752"/>
                </a:cubicBezTo>
                <a:lnTo>
                  <a:pt x="610589" y="131187"/>
                </a:lnTo>
                <a:cubicBezTo>
                  <a:pt x="609565" y="129138"/>
                  <a:pt x="609565" y="128880"/>
                  <a:pt x="606234" y="121964"/>
                </a:cubicBezTo>
                <a:cubicBezTo>
                  <a:pt x="601624" y="111971"/>
                  <a:pt x="597011" y="101977"/>
                  <a:pt x="590090" y="87887"/>
                </a:cubicBezTo>
                <a:lnTo>
                  <a:pt x="583686" y="75075"/>
                </a:lnTo>
                <a:close/>
                <a:moveTo>
                  <a:pt x="1092554" y="75075"/>
                </a:moveTo>
                <a:cubicBezTo>
                  <a:pt x="1104596" y="58419"/>
                  <a:pt x="1128938" y="26645"/>
                  <a:pt x="1133552" y="21523"/>
                </a:cubicBezTo>
                <a:cubicBezTo>
                  <a:pt x="1135859" y="18704"/>
                  <a:pt x="1137907" y="16139"/>
                  <a:pt x="1140214" y="13578"/>
                </a:cubicBezTo>
                <a:cubicBezTo>
                  <a:pt x="1141238" y="12296"/>
                  <a:pt x="1142263" y="11272"/>
                  <a:pt x="1142521" y="10760"/>
                </a:cubicBezTo>
                <a:cubicBezTo>
                  <a:pt x="1143033" y="10505"/>
                  <a:pt x="1143287" y="9993"/>
                  <a:pt x="1143287" y="9735"/>
                </a:cubicBezTo>
                <a:cubicBezTo>
                  <a:pt x="1143287" y="9477"/>
                  <a:pt x="1141751" y="6916"/>
                  <a:pt x="1141238" y="6404"/>
                </a:cubicBezTo>
                <a:lnTo>
                  <a:pt x="1138932" y="3843"/>
                </a:lnTo>
                <a:cubicBezTo>
                  <a:pt x="1138932" y="3585"/>
                  <a:pt x="1138419" y="2819"/>
                  <a:pt x="1137907" y="2049"/>
                </a:cubicBezTo>
                <a:cubicBezTo>
                  <a:pt x="1136883" y="512"/>
                  <a:pt x="1136625" y="0"/>
                  <a:pt x="1136371" y="0"/>
                </a:cubicBezTo>
                <a:lnTo>
                  <a:pt x="1136113" y="0"/>
                </a:lnTo>
                <a:cubicBezTo>
                  <a:pt x="1135859" y="0"/>
                  <a:pt x="1135346" y="512"/>
                  <a:pt x="1135088" y="766"/>
                </a:cubicBezTo>
                <a:cubicBezTo>
                  <a:pt x="1134064" y="1791"/>
                  <a:pt x="1133294" y="2561"/>
                  <a:pt x="1132528" y="3585"/>
                </a:cubicBezTo>
                <a:cubicBezTo>
                  <a:pt x="1132269" y="3843"/>
                  <a:pt x="1131757" y="4355"/>
                  <a:pt x="1130733" y="5122"/>
                </a:cubicBezTo>
                <a:cubicBezTo>
                  <a:pt x="1127402" y="2561"/>
                  <a:pt x="1123046" y="0"/>
                  <a:pt x="1121764" y="0"/>
                </a:cubicBezTo>
                <a:cubicBezTo>
                  <a:pt x="1120740" y="0"/>
                  <a:pt x="1120228" y="512"/>
                  <a:pt x="1111259" y="10505"/>
                </a:cubicBezTo>
                <a:cubicBezTo>
                  <a:pt x="1092296" y="32541"/>
                  <a:pt x="1082819" y="43812"/>
                  <a:pt x="1078206" y="49450"/>
                </a:cubicBezTo>
                <a:cubicBezTo>
                  <a:pt x="1076923" y="46377"/>
                  <a:pt x="1076923" y="46377"/>
                  <a:pt x="1074875" y="42534"/>
                </a:cubicBezTo>
                <a:cubicBezTo>
                  <a:pt x="1070007" y="33565"/>
                  <a:pt x="1066418" y="26391"/>
                  <a:pt x="1063599" y="20753"/>
                </a:cubicBezTo>
                <a:cubicBezTo>
                  <a:pt x="1056425" y="6150"/>
                  <a:pt x="1056425" y="6150"/>
                  <a:pt x="1054376" y="6150"/>
                </a:cubicBezTo>
                <a:cubicBezTo>
                  <a:pt x="1053610" y="6150"/>
                  <a:pt x="1052581" y="6662"/>
                  <a:pt x="1052327" y="6916"/>
                </a:cubicBezTo>
                <a:cubicBezTo>
                  <a:pt x="1051815" y="7687"/>
                  <a:pt x="1051303" y="8453"/>
                  <a:pt x="1050791" y="8965"/>
                </a:cubicBezTo>
                <a:lnTo>
                  <a:pt x="1048996" y="10760"/>
                </a:lnTo>
                <a:cubicBezTo>
                  <a:pt x="1047972" y="10505"/>
                  <a:pt x="1047460" y="10505"/>
                  <a:pt x="1046948" y="10505"/>
                </a:cubicBezTo>
                <a:cubicBezTo>
                  <a:pt x="1046435" y="10505"/>
                  <a:pt x="1045919" y="10505"/>
                  <a:pt x="1044895" y="10760"/>
                </a:cubicBezTo>
                <a:cubicBezTo>
                  <a:pt x="1043104" y="9477"/>
                  <a:pt x="1042076" y="8965"/>
                  <a:pt x="1041052" y="8965"/>
                </a:cubicBezTo>
                <a:cubicBezTo>
                  <a:pt x="1038491" y="8965"/>
                  <a:pt x="1033877" y="14603"/>
                  <a:pt x="1033877" y="17680"/>
                </a:cubicBezTo>
                <a:cubicBezTo>
                  <a:pt x="1033877" y="17934"/>
                  <a:pt x="1034648" y="19983"/>
                  <a:pt x="1035672" y="22547"/>
                </a:cubicBezTo>
                <a:lnTo>
                  <a:pt x="1043871" y="46377"/>
                </a:lnTo>
                <a:cubicBezTo>
                  <a:pt x="1046948" y="54576"/>
                  <a:pt x="1049763" y="62516"/>
                  <a:pt x="1052840" y="70461"/>
                </a:cubicBezTo>
                <a:cubicBezTo>
                  <a:pt x="1053094" y="71485"/>
                  <a:pt x="1054122" y="74050"/>
                  <a:pt x="1055400" y="77893"/>
                </a:cubicBezTo>
                <a:cubicBezTo>
                  <a:pt x="1023884" y="116326"/>
                  <a:pt x="1014403" y="128626"/>
                  <a:pt x="1009793" y="136825"/>
                </a:cubicBezTo>
                <a:cubicBezTo>
                  <a:pt x="1004926" y="145536"/>
                  <a:pt x="1001595" y="151431"/>
                  <a:pt x="1000570" y="152710"/>
                </a:cubicBezTo>
                <a:cubicBezTo>
                  <a:pt x="998006" y="156041"/>
                  <a:pt x="996469" y="158606"/>
                  <a:pt x="996469" y="160142"/>
                </a:cubicBezTo>
                <a:cubicBezTo>
                  <a:pt x="996469" y="160396"/>
                  <a:pt x="997239" y="162191"/>
                  <a:pt x="998264" y="164752"/>
                </a:cubicBezTo>
                <a:cubicBezTo>
                  <a:pt x="998518" y="165522"/>
                  <a:pt x="998776" y="166292"/>
                  <a:pt x="998776" y="166546"/>
                </a:cubicBezTo>
                <a:cubicBezTo>
                  <a:pt x="998776" y="167059"/>
                  <a:pt x="998264" y="168853"/>
                  <a:pt x="997493" y="171414"/>
                </a:cubicBezTo>
                <a:cubicBezTo>
                  <a:pt x="997239" y="172184"/>
                  <a:pt x="996981" y="172696"/>
                  <a:pt x="996981" y="173209"/>
                </a:cubicBezTo>
                <a:cubicBezTo>
                  <a:pt x="996981" y="175257"/>
                  <a:pt x="996981" y="175257"/>
                  <a:pt x="1002619" y="184226"/>
                </a:cubicBezTo>
                <a:cubicBezTo>
                  <a:pt x="1003902" y="186533"/>
                  <a:pt x="1004414" y="186787"/>
                  <a:pt x="1006462" y="186787"/>
                </a:cubicBezTo>
                <a:cubicBezTo>
                  <a:pt x="1011076" y="186787"/>
                  <a:pt x="1017222" y="185509"/>
                  <a:pt x="1019787" y="183714"/>
                </a:cubicBezTo>
                <a:cubicBezTo>
                  <a:pt x="1031829" y="162961"/>
                  <a:pt x="1052327" y="130933"/>
                  <a:pt x="1070519" y="105050"/>
                </a:cubicBezTo>
                <a:cubicBezTo>
                  <a:pt x="1078976" y="119657"/>
                  <a:pt x="1078976" y="119657"/>
                  <a:pt x="1096144" y="145023"/>
                </a:cubicBezTo>
                <a:cubicBezTo>
                  <a:pt x="1101011" y="151944"/>
                  <a:pt x="1102290" y="153480"/>
                  <a:pt x="1104342" y="153480"/>
                </a:cubicBezTo>
                <a:cubicBezTo>
                  <a:pt x="1107415" y="153480"/>
                  <a:pt x="1112541" y="149379"/>
                  <a:pt x="1112541" y="147072"/>
                </a:cubicBezTo>
                <a:cubicBezTo>
                  <a:pt x="1112541" y="146560"/>
                  <a:pt x="1112283" y="145794"/>
                  <a:pt x="1111771" y="144769"/>
                </a:cubicBezTo>
                <a:cubicBezTo>
                  <a:pt x="1111517" y="144511"/>
                  <a:pt x="1111517" y="143999"/>
                  <a:pt x="1111517" y="143741"/>
                </a:cubicBezTo>
                <a:cubicBezTo>
                  <a:pt x="1111517" y="143229"/>
                  <a:pt x="1112283" y="142463"/>
                  <a:pt x="1114078" y="141180"/>
                </a:cubicBezTo>
                <a:lnTo>
                  <a:pt x="1116638" y="139131"/>
                </a:lnTo>
                <a:lnTo>
                  <a:pt x="1116638" y="137337"/>
                </a:lnTo>
                <a:cubicBezTo>
                  <a:pt x="1118691" y="136313"/>
                  <a:pt x="1119457" y="135542"/>
                  <a:pt x="1120228" y="133752"/>
                </a:cubicBezTo>
                <a:lnTo>
                  <a:pt x="1119457" y="131187"/>
                </a:lnTo>
                <a:cubicBezTo>
                  <a:pt x="1118433" y="129138"/>
                  <a:pt x="1118433" y="128880"/>
                  <a:pt x="1115102" y="121964"/>
                </a:cubicBezTo>
                <a:cubicBezTo>
                  <a:pt x="1110492" y="111971"/>
                  <a:pt x="1105879" y="101977"/>
                  <a:pt x="1098959" y="87887"/>
                </a:cubicBezTo>
                <a:lnTo>
                  <a:pt x="1092554" y="7507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577FA9-C496-4FF4-9278-7F7AE790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1570" y="5267442"/>
            <a:ext cx="1229874" cy="288116"/>
          </a:xfrm>
          <a:custGeom xmlns:a="http://schemas.openxmlformats.org/drawingml/2006/main">
            <a:pathLst>
              <a:path w="1229874" h="288116">
                <a:moveTo>
                  <a:pt x="0" y="263815"/>
                </a:moveTo>
                <a:lnTo>
                  <a:pt x="0" y="24301"/>
                </a:lnTo>
                <a:cubicBezTo>
                  <a:pt x="0" y="10880"/>
                  <a:pt x="10880" y="0"/>
                  <a:pt x="24301" y="0"/>
                </a:cubicBezTo>
                <a:lnTo>
                  <a:pt x="1205573" y="0"/>
                </a:lnTo>
                <a:cubicBezTo>
                  <a:pt x="1218994" y="0"/>
                  <a:pt x="1229874" y="10880"/>
                  <a:pt x="1229874" y="24301"/>
                </a:cubicBezTo>
                <a:lnTo>
                  <a:pt x="1229874" y="263815"/>
                </a:lnTo>
                <a:cubicBezTo>
                  <a:pt x="1229874" y="277237"/>
                  <a:pt x="1218994" y="288116"/>
                  <a:pt x="1205573" y="288116"/>
                </a:cubicBezTo>
                <a:lnTo>
                  <a:pt x="24301" y="288116"/>
                </a:lnTo>
                <a:cubicBezTo>
                  <a:pt x="10880" y="288116"/>
                  <a:pt x="0" y="277237"/>
                  <a:pt x="0" y="263815"/>
                </a:cubicBezTo>
                <a:close/>
              </a:path>
            </a:pathLst>
          </a:custGeom>
          <a:solidFill xmlns:a="http://schemas.openxmlformats.org/drawingml/2006/main">
            <a:srgbClr val="984EA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E79209-188E-4A7C-98F5-791E79FA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871" y="5291743"/>
            <a:ext cx="1181272" cy="239514"/>
          </a:xfrm>
          <a:custGeom xmlns:a="http://schemas.openxmlformats.org/drawingml/2006/main">
            <a:pathLst>
              <a:path w="1181272" h="239514">
                <a:moveTo>
                  <a:pt x="0" y="239514"/>
                </a:moveTo>
                <a:lnTo>
                  <a:pt x="0" y="0"/>
                </a:lnTo>
                <a:lnTo>
                  <a:pt x="1181272" y="0"/>
                </a:lnTo>
                <a:lnTo>
                  <a:pt x="1181272" y="239514"/>
                </a:lnTo>
                <a:lnTo>
                  <a:pt x="0" y="239514"/>
                </a:lnTo>
                <a:close/>
              </a:path>
            </a:pathLst>
          </a:custGeom>
          <a:solidFill xmlns:a="http://schemas.openxmlformats.org/drawingml/2006/main">
            <a:srgbClr val="EADC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6" name="Text QD-DETR">
            <a:extLst xmlns:a="http://schemas.openxmlformats.org/drawingml/2006/main">
              <a:ext uri="{FF2B5EF4-FFF2-40B4-BE49-F238E27FC236}">
                <a16:creationId xmlns:a16="http://schemas.microsoft.com/office/drawing/2014/main" id="{50A7BB89-3AEF-47FF-B4B1-AA64AF52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062" y="5302276"/>
            <a:ext cx="1113567" cy="218819"/>
          </a:xfrm>
          <a:custGeom xmlns:a="http://schemas.openxmlformats.org/drawingml/2006/main">
            <a:pathLst>
              <a:path w="1113567" h="218819">
                <a:moveTo>
                  <a:pt x="170902" y="213952"/>
                </a:moveTo>
                <a:cubicBezTo>
                  <a:pt x="141692" y="213186"/>
                  <a:pt x="121194" y="201910"/>
                  <a:pt x="100441" y="175007"/>
                </a:cubicBezTo>
                <a:cubicBezTo>
                  <a:pt x="117863" y="171676"/>
                  <a:pt x="127089" y="167321"/>
                  <a:pt x="138873" y="157069"/>
                </a:cubicBezTo>
                <a:cubicBezTo>
                  <a:pt x="157836" y="140160"/>
                  <a:pt x="167571" y="116842"/>
                  <a:pt x="167571" y="88399"/>
                </a:cubicBezTo>
                <a:cubicBezTo>
                  <a:pt x="167571" y="36900"/>
                  <a:pt x="132723" y="0"/>
                  <a:pt x="83785" y="0"/>
                </a:cubicBezTo>
                <a:cubicBezTo>
                  <a:pt x="34847" y="0"/>
                  <a:pt x="0" y="36900"/>
                  <a:pt x="0" y="88915"/>
                </a:cubicBezTo>
                <a:cubicBezTo>
                  <a:pt x="0" y="114023"/>
                  <a:pt x="7687" y="135034"/>
                  <a:pt x="22802" y="151431"/>
                </a:cubicBezTo>
                <a:cubicBezTo>
                  <a:pt x="32795" y="162195"/>
                  <a:pt x="40997" y="167321"/>
                  <a:pt x="59189" y="173467"/>
                </a:cubicBezTo>
                <a:lnTo>
                  <a:pt x="71231" y="187561"/>
                </a:lnTo>
                <a:cubicBezTo>
                  <a:pt x="88653" y="207802"/>
                  <a:pt x="119657" y="218819"/>
                  <a:pt x="160396" y="218819"/>
                </a:cubicBezTo>
                <a:cubicBezTo>
                  <a:pt x="164240" y="218819"/>
                  <a:pt x="166546" y="218819"/>
                  <a:pt x="169365" y="218565"/>
                </a:cubicBezTo>
                <a:lnTo>
                  <a:pt x="170902" y="218565"/>
                </a:lnTo>
                <a:lnTo>
                  <a:pt x="170902" y="213952"/>
                </a:lnTo>
                <a:moveTo>
                  <a:pt x="84556" y="9227"/>
                </a:moveTo>
                <a:cubicBezTo>
                  <a:pt x="95573" y="9227"/>
                  <a:pt x="107357" y="14095"/>
                  <a:pt x="116326" y="22039"/>
                </a:cubicBezTo>
                <a:cubicBezTo>
                  <a:pt x="130163" y="34335"/>
                  <a:pt x="138361" y="58935"/>
                  <a:pt x="138361" y="87887"/>
                </a:cubicBezTo>
                <a:cubicBezTo>
                  <a:pt x="138361" y="113253"/>
                  <a:pt x="130933" y="139389"/>
                  <a:pt x="120681" y="151177"/>
                </a:cubicBezTo>
                <a:cubicBezTo>
                  <a:pt x="111200" y="161683"/>
                  <a:pt x="97880" y="167575"/>
                  <a:pt x="83785" y="167575"/>
                </a:cubicBezTo>
                <a:cubicBezTo>
                  <a:pt x="71485" y="167575"/>
                  <a:pt x="60214" y="163219"/>
                  <a:pt x="50987" y="155021"/>
                </a:cubicBezTo>
                <a:cubicBezTo>
                  <a:pt x="37408" y="142979"/>
                  <a:pt x="29210" y="117354"/>
                  <a:pt x="29210" y="87375"/>
                </a:cubicBezTo>
                <a:cubicBezTo>
                  <a:pt x="29210" y="62778"/>
                  <a:pt x="36638" y="37666"/>
                  <a:pt x="47143" y="25882"/>
                </a:cubicBezTo>
                <a:cubicBezTo>
                  <a:pt x="57649" y="14607"/>
                  <a:pt x="69695" y="9227"/>
                  <a:pt x="84556" y="9227"/>
                </a:cubicBezTo>
                <a:close/>
                <a:moveTo>
                  <a:pt x="202930" y="145227"/>
                </a:moveTo>
                <a:cubicBezTo>
                  <a:pt x="202930" y="163677"/>
                  <a:pt x="199857" y="167008"/>
                  <a:pt x="180382" y="168286"/>
                </a:cubicBezTo>
                <a:lnTo>
                  <a:pt x="180382" y="173154"/>
                </a:lnTo>
                <a:lnTo>
                  <a:pt x="253150" y="173154"/>
                </a:lnTo>
                <a:cubicBezTo>
                  <a:pt x="282876" y="173154"/>
                  <a:pt x="309778" y="164701"/>
                  <a:pt x="325664" y="150348"/>
                </a:cubicBezTo>
                <a:cubicBezTo>
                  <a:pt x="342319" y="135230"/>
                  <a:pt x="351800" y="112420"/>
                  <a:pt x="351800" y="87562"/>
                </a:cubicBezTo>
                <a:cubicBezTo>
                  <a:pt x="351800" y="64499"/>
                  <a:pt x="344114" y="44508"/>
                  <a:pt x="330019" y="30414"/>
                </a:cubicBezTo>
                <a:cubicBezTo>
                  <a:pt x="312597" y="12730"/>
                  <a:pt x="284666" y="3503"/>
                  <a:pt x="249565" y="3503"/>
                </a:cubicBezTo>
                <a:lnTo>
                  <a:pt x="180382" y="3503"/>
                </a:lnTo>
                <a:lnTo>
                  <a:pt x="180382" y="8375"/>
                </a:lnTo>
                <a:cubicBezTo>
                  <a:pt x="200623" y="10165"/>
                  <a:pt x="202930" y="12472"/>
                  <a:pt x="202930" y="31434"/>
                </a:cubicBezTo>
                <a:lnTo>
                  <a:pt x="202930" y="145227"/>
                </a:lnTo>
                <a:moveTo>
                  <a:pt x="229066" y="22981"/>
                </a:moveTo>
                <a:cubicBezTo>
                  <a:pt x="229066" y="15037"/>
                  <a:pt x="231885" y="12984"/>
                  <a:pt x="242390" y="12984"/>
                </a:cubicBezTo>
                <a:cubicBezTo>
                  <a:pt x="264426" y="12984"/>
                  <a:pt x="281081" y="17085"/>
                  <a:pt x="293381" y="25800"/>
                </a:cubicBezTo>
                <a:cubicBezTo>
                  <a:pt x="313364" y="39641"/>
                  <a:pt x="323869" y="61680"/>
                  <a:pt x="323869" y="89357"/>
                </a:cubicBezTo>
                <a:cubicBezTo>
                  <a:pt x="323869" y="119595"/>
                  <a:pt x="313364" y="141121"/>
                  <a:pt x="292611" y="153167"/>
                </a:cubicBezTo>
                <a:cubicBezTo>
                  <a:pt x="279545" y="160600"/>
                  <a:pt x="264680" y="163677"/>
                  <a:pt x="242390" y="163677"/>
                </a:cubicBezTo>
                <a:cubicBezTo>
                  <a:pt x="232139" y="163677"/>
                  <a:pt x="229066" y="161370"/>
                  <a:pt x="229066" y="153167"/>
                </a:cubicBezTo>
                <a:lnTo>
                  <a:pt x="229066" y="22981"/>
                </a:lnTo>
                <a:close/>
                <a:moveTo>
                  <a:pt x="371272" y="107345"/>
                </a:moveTo>
                <a:lnTo>
                  <a:pt x="371272" y="123489"/>
                </a:lnTo>
                <a:lnTo>
                  <a:pt x="434304" y="123489"/>
                </a:lnTo>
                <a:lnTo>
                  <a:pt x="434304" y="107345"/>
                </a:lnTo>
                <a:lnTo>
                  <a:pt x="371272" y="107345"/>
                </a:lnTo>
                <a:close/>
                <a:moveTo>
                  <a:pt x="473251" y="145227"/>
                </a:moveTo>
                <a:cubicBezTo>
                  <a:pt x="473251" y="163677"/>
                  <a:pt x="470178" y="167008"/>
                  <a:pt x="450704" y="168286"/>
                </a:cubicBezTo>
                <a:lnTo>
                  <a:pt x="450704" y="173154"/>
                </a:lnTo>
                <a:lnTo>
                  <a:pt x="523472" y="173154"/>
                </a:lnTo>
                <a:cubicBezTo>
                  <a:pt x="553197" y="173154"/>
                  <a:pt x="580100" y="164701"/>
                  <a:pt x="595985" y="150348"/>
                </a:cubicBezTo>
                <a:cubicBezTo>
                  <a:pt x="612641" y="135230"/>
                  <a:pt x="622122" y="112420"/>
                  <a:pt x="622122" y="87562"/>
                </a:cubicBezTo>
                <a:cubicBezTo>
                  <a:pt x="622122" y="64499"/>
                  <a:pt x="614435" y="44508"/>
                  <a:pt x="600341" y="30414"/>
                </a:cubicBezTo>
                <a:cubicBezTo>
                  <a:pt x="582919" y="12730"/>
                  <a:pt x="554988" y="3503"/>
                  <a:pt x="519887" y="3503"/>
                </a:cubicBezTo>
                <a:lnTo>
                  <a:pt x="450704" y="3503"/>
                </a:lnTo>
                <a:lnTo>
                  <a:pt x="450704" y="8375"/>
                </a:lnTo>
                <a:cubicBezTo>
                  <a:pt x="470945" y="10165"/>
                  <a:pt x="473251" y="12472"/>
                  <a:pt x="473251" y="31434"/>
                </a:cubicBezTo>
                <a:lnTo>
                  <a:pt x="473251" y="145227"/>
                </a:lnTo>
                <a:moveTo>
                  <a:pt x="499388" y="22981"/>
                </a:moveTo>
                <a:cubicBezTo>
                  <a:pt x="499388" y="15037"/>
                  <a:pt x="502207" y="12984"/>
                  <a:pt x="512712" y="12984"/>
                </a:cubicBezTo>
                <a:cubicBezTo>
                  <a:pt x="534747" y="12984"/>
                  <a:pt x="551403" y="17085"/>
                  <a:pt x="563703" y="25800"/>
                </a:cubicBezTo>
                <a:cubicBezTo>
                  <a:pt x="583685" y="39641"/>
                  <a:pt x="594191" y="61680"/>
                  <a:pt x="594191" y="89357"/>
                </a:cubicBezTo>
                <a:cubicBezTo>
                  <a:pt x="594191" y="119595"/>
                  <a:pt x="583685" y="141121"/>
                  <a:pt x="562933" y="153167"/>
                </a:cubicBezTo>
                <a:cubicBezTo>
                  <a:pt x="549866" y="160600"/>
                  <a:pt x="535002" y="163677"/>
                  <a:pt x="512712" y="163677"/>
                </a:cubicBezTo>
                <a:cubicBezTo>
                  <a:pt x="502461" y="163677"/>
                  <a:pt x="499388" y="161370"/>
                  <a:pt x="499388" y="153167"/>
                </a:cubicBezTo>
                <a:lnTo>
                  <a:pt x="499388" y="22981"/>
                </a:lnTo>
                <a:close/>
                <a:moveTo>
                  <a:pt x="784572" y="129838"/>
                </a:moveTo>
                <a:lnTo>
                  <a:pt x="777397" y="129838"/>
                </a:lnTo>
                <a:cubicBezTo>
                  <a:pt x="764585" y="157523"/>
                  <a:pt x="753568" y="163677"/>
                  <a:pt x="716926" y="163677"/>
                </a:cubicBezTo>
                <a:lnTo>
                  <a:pt x="710009" y="163677"/>
                </a:lnTo>
                <a:cubicBezTo>
                  <a:pt x="697451" y="163677"/>
                  <a:pt x="686692" y="162394"/>
                  <a:pt x="684897" y="160600"/>
                </a:cubicBezTo>
                <a:cubicBezTo>
                  <a:pt x="683615" y="159830"/>
                  <a:pt x="683103" y="157011"/>
                  <a:pt x="683103" y="152651"/>
                </a:cubicBezTo>
                <a:lnTo>
                  <a:pt x="683103" y="89329"/>
                </a:lnTo>
                <a:lnTo>
                  <a:pt x="722563" y="89329"/>
                </a:lnTo>
                <a:cubicBezTo>
                  <a:pt x="743574" y="89329"/>
                  <a:pt x="747418" y="92664"/>
                  <a:pt x="750749" y="113941"/>
                </a:cubicBezTo>
                <a:lnTo>
                  <a:pt x="756641" y="113941"/>
                </a:lnTo>
                <a:lnTo>
                  <a:pt x="756641" y="54490"/>
                </a:lnTo>
                <a:lnTo>
                  <a:pt x="750749" y="54490"/>
                </a:lnTo>
                <a:cubicBezTo>
                  <a:pt x="748954" y="64991"/>
                  <a:pt x="747930" y="68835"/>
                  <a:pt x="745111" y="72420"/>
                </a:cubicBezTo>
                <a:cubicBezTo>
                  <a:pt x="741780" y="76775"/>
                  <a:pt x="734605" y="78828"/>
                  <a:pt x="722563" y="78828"/>
                </a:cubicBezTo>
                <a:lnTo>
                  <a:pt x="683103" y="78828"/>
                </a:lnTo>
                <a:lnTo>
                  <a:pt x="683103" y="21953"/>
                </a:lnTo>
                <a:cubicBezTo>
                  <a:pt x="683103" y="14779"/>
                  <a:pt x="684639" y="13242"/>
                  <a:pt x="691559" y="13242"/>
                </a:cubicBezTo>
                <a:lnTo>
                  <a:pt x="726149" y="13242"/>
                </a:lnTo>
                <a:cubicBezTo>
                  <a:pt x="755104" y="13242"/>
                  <a:pt x="760742" y="17085"/>
                  <a:pt x="765097" y="40141"/>
                </a:cubicBezTo>
                <a:lnTo>
                  <a:pt x="771501" y="40141"/>
                </a:lnTo>
                <a:lnTo>
                  <a:pt x="770735" y="3503"/>
                </a:lnTo>
                <a:lnTo>
                  <a:pt x="634677" y="3503"/>
                </a:lnTo>
                <a:lnTo>
                  <a:pt x="634677" y="8375"/>
                </a:lnTo>
                <a:cubicBezTo>
                  <a:pt x="653639" y="9911"/>
                  <a:pt x="656970" y="13496"/>
                  <a:pt x="656970" y="31438"/>
                </a:cubicBezTo>
                <a:lnTo>
                  <a:pt x="656970" y="145223"/>
                </a:lnTo>
                <a:cubicBezTo>
                  <a:pt x="656970" y="163161"/>
                  <a:pt x="653381" y="167008"/>
                  <a:pt x="634677" y="168286"/>
                </a:cubicBezTo>
                <a:lnTo>
                  <a:pt x="634677" y="173154"/>
                </a:lnTo>
                <a:lnTo>
                  <a:pt x="773038" y="173154"/>
                </a:lnTo>
                <a:lnTo>
                  <a:pt x="784572" y="129838"/>
                </a:lnTo>
                <a:close/>
                <a:moveTo>
                  <a:pt x="853241" y="14267"/>
                </a:moveTo>
                <a:lnTo>
                  <a:pt x="853241" y="142404"/>
                </a:lnTo>
                <a:cubicBezTo>
                  <a:pt x="853241" y="164189"/>
                  <a:pt x="850422" y="167008"/>
                  <a:pt x="829153" y="168286"/>
                </a:cubicBezTo>
                <a:lnTo>
                  <a:pt x="829153" y="173154"/>
                </a:lnTo>
                <a:lnTo>
                  <a:pt x="903973" y="173154"/>
                </a:lnTo>
                <a:lnTo>
                  <a:pt x="903973" y="168286"/>
                </a:lnTo>
                <a:cubicBezTo>
                  <a:pt x="882962" y="167262"/>
                  <a:pt x="879373" y="163931"/>
                  <a:pt x="879373" y="145223"/>
                </a:cubicBezTo>
                <a:lnTo>
                  <a:pt x="879373" y="14267"/>
                </a:lnTo>
                <a:lnTo>
                  <a:pt x="893210" y="14267"/>
                </a:lnTo>
                <a:cubicBezTo>
                  <a:pt x="922419" y="14267"/>
                  <a:pt x="928057" y="18880"/>
                  <a:pt x="933953" y="47069"/>
                </a:cubicBezTo>
                <a:lnTo>
                  <a:pt x="940099" y="47069"/>
                </a:lnTo>
                <a:lnTo>
                  <a:pt x="938562" y="3503"/>
                </a:lnTo>
                <a:lnTo>
                  <a:pt x="794051" y="3503"/>
                </a:lnTo>
                <a:lnTo>
                  <a:pt x="792515" y="47069"/>
                </a:lnTo>
                <a:lnTo>
                  <a:pt x="798661" y="47069"/>
                </a:lnTo>
                <a:cubicBezTo>
                  <a:pt x="804811" y="19134"/>
                  <a:pt x="810707" y="14267"/>
                  <a:pt x="839404" y="14267"/>
                </a:cubicBezTo>
                <a:lnTo>
                  <a:pt x="853241" y="14267"/>
                </a:lnTo>
                <a:close/>
                <a:moveTo>
                  <a:pt x="1113567" y="168286"/>
                </a:moveTo>
                <a:cubicBezTo>
                  <a:pt x="1103828" y="167520"/>
                  <a:pt x="1098706" y="164955"/>
                  <a:pt x="1091274" y="156244"/>
                </a:cubicBezTo>
                <a:lnTo>
                  <a:pt x="1038493" y="91405"/>
                </a:lnTo>
                <a:cubicBezTo>
                  <a:pt x="1055660" y="88074"/>
                  <a:pt x="1063347" y="84997"/>
                  <a:pt x="1071800" y="78077"/>
                </a:cubicBezTo>
                <a:cubicBezTo>
                  <a:pt x="1080002" y="71415"/>
                  <a:pt x="1084870" y="60652"/>
                  <a:pt x="1084870" y="48606"/>
                </a:cubicBezTo>
                <a:cubicBezTo>
                  <a:pt x="1084870" y="37588"/>
                  <a:pt x="1081539" y="28107"/>
                  <a:pt x="1074877" y="20675"/>
                </a:cubicBezTo>
                <a:cubicBezTo>
                  <a:pt x="1065137" y="10165"/>
                  <a:pt x="1043872" y="3503"/>
                  <a:pt x="1019789" y="3503"/>
                </a:cubicBezTo>
                <a:lnTo>
                  <a:pt x="949069" y="3503"/>
                </a:lnTo>
                <a:lnTo>
                  <a:pt x="949069" y="8375"/>
                </a:lnTo>
                <a:cubicBezTo>
                  <a:pt x="968286" y="10423"/>
                  <a:pt x="970847" y="13242"/>
                  <a:pt x="970847" y="31438"/>
                </a:cubicBezTo>
                <a:lnTo>
                  <a:pt x="970847" y="142404"/>
                </a:lnTo>
                <a:cubicBezTo>
                  <a:pt x="970847" y="163673"/>
                  <a:pt x="968286" y="166750"/>
                  <a:pt x="949069" y="168286"/>
                </a:cubicBezTo>
                <a:lnTo>
                  <a:pt x="949069" y="173154"/>
                </a:lnTo>
                <a:lnTo>
                  <a:pt x="1020043" y="173154"/>
                </a:lnTo>
                <a:lnTo>
                  <a:pt x="1020043" y="168286"/>
                </a:lnTo>
                <a:cubicBezTo>
                  <a:pt x="1000314" y="167008"/>
                  <a:pt x="996983" y="163673"/>
                  <a:pt x="996983" y="145223"/>
                </a:cubicBezTo>
                <a:lnTo>
                  <a:pt x="996983" y="94737"/>
                </a:lnTo>
                <a:lnTo>
                  <a:pt x="1011332" y="94224"/>
                </a:lnTo>
                <a:lnTo>
                  <a:pt x="1072312" y="173154"/>
                </a:lnTo>
                <a:lnTo>
                  <a:pt x="1113567" y="173154"/>
                </a:lnTo>
                <a:lnTo>
                  <a:pt x="1113567" y="168286"/>
                </a:lnTo>
                <a:moveTo>
                  <a:pt x="996983" y="22211"/>
                </a:moveTo>
                <a:cubicBezTo>
                  <a:pt x="996983" y="15037"/>
                  <a:pt x="999802" y="12984"/>
                  <a:pt x="1010049" y="12984"/>
                </a:cubicBezTo>
                <a:cubicBezTo>
                  <a:pt x="1042078" y="12984"/>
                  <a:pt x="1056939" y="24002"/>
                  <a:pt x="1056939" y="48090"/>
                </a:cubicBezTo>
                <a:cubicBezTo>
                  <a:pt x="1056939" y="60902"/>
                  <a:pt x="1051559" y="71661"/>
                  <a:pt x="1042336" y="76529"/>
                </a:cubicBezTo>
                <a:cubicBezTo>
                  <a:pt x="1030548" y="83191"/>
                  <a:pt x="1021579" y="84728"/>
                  <a:pt x="996983" y="85244"/>
                </a:cubicBezTo>
                <a:lnTo>
                  <a:pt x="996983" y="222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7" name="Text ✗">
            <a:extLst xmlns:a="http://schemas.openxmlformats.org/drawingml/2006/main">
              <a:ext uri="{FF2B5EF4-FFF2-40B4-BE49-F238E27FC236}">
                <a16:creationId xmlns:a16="http://schemas.microsoft.com/office/drawing/2014/main" id="{30BBA641-A025-4D7A-B374-8C97278A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747" y="5372221"/>
            <a:ext cx="146818" cy="186787"/>
          </a:xfrm>
          <a:custGeom xmlns:a="http://schemas.openxmlformats.org/drawingml/2006/main">
            <a:pathLst>
              <a:path w="146818" h="186787">
                <a:moveTo>
                  <a:pt x="96085" y="75075"/>
                </a:moveTo>
                <a:cubicBezTo>
                  <a:pt x="108127" y="58419"/>
                  <a:pt x="132469" y="26645"/>
                  <a:pt x="137083" y="21523"/>
                </a:cubicBezTo>
                <a:cubicBezTo>
                  <a:pt x="139389" y="18704"/>
                  <a:pt x="141438" y="16139"/>
                  <a:pt x="143745" y="13578"/>
                </a:cubicBezTo>
                <a:cubicBezTo>
                  <a:pt x="144769" y="12296"/>
                  <a:pt x="145794" y="11272"/>
                  <a:pt x="146052" y="10760"/>
                </a:cubicBezTo>
                <a:cubicBezTo>
                  <a:pt x="146564" y="10505"/>
                  <a:pt x="146818" y="9993"/>
                  <a:pt x="146818" y="9735"/>
                </a:cubicBezTo>
                <a:cubicBezTo>
                  <a:pt x="146818" y="9477"/>
                  <a:pt x="145281" y="6916"/>
                  <a:pt x="144769" y="6404"/>
                </a:cubicBezTo>
                <a:lnTo>
                  <a:pt x="142463" y="3843"/>
                </a:lnTo>
                <a:cubicBezTo>
                  <a:pt x="142463" y="3585"/>
                  <a:pt x="141950" y="2819"/>
                  <a:pt x="141438" y="2049"/>
                </a:cubicBezTo>
                <a:cubicBezTo>
                  <a:pt x="140414" y="512"/>
                  <a:pt x="140156" y="0"/>
                  <a:pt x="139902" y="0"/>
                </a:cubicBezTo>
                <a:lnTo>
                  <a:pt x="139644" y="0"/>
                </a:lnTo>
                <a:cubicBezTo>
                  <a:pt x="139389" y="0"/>
                  <a:pt x="138877" y="512"/>
                  <a:pt x="138619" y="766"/>
                </a:cubicBezTo>
                <a:cubicBezTo>
                  <a:pt x="137595" y="1791"/>
                  <a:pt x="136825" y="2561"/>
                  <a:pt x="136058" y="3585"/>
                </a:cubicBezTo>
                <a:cubicBezTo>
                  <a:pt x="135800" y="3843"/>
                  <a:pt x="135288" y="4355"/>
                  <a:pt x="134264" y="5122"/>
                </a:cubicBezTo>
                <a:cubicBezTo>
                  <a:pt x="130933" y="2561"/>
                  <a:pt x="126577" y="0"/>
                  <a:pt x="125295" y="0"/>
                </a:cubicBezTo>
                <a:cubicBezTo>
                  <a:pt x="124271" y="0"/>
                  <a:pt x="123758" y="512"/>
                  <a:pt x="114790" y="10505"/>
                </a:cubicBezTo>
                <a:cubicBezTo>
                  <a:pt x="95827" y="32541"/>
                  <a:pt x="86350" y="43812"/>
                  <a:pt x="81737" y="49450"/>
                </a:cubicBezTo>
                <a:cubicBezTo>
                  <a:pt x="80454" y="46377"/>
                  <a:pt x="80454" y="46377"/>
                  <a:pt x="78406" y="42534"/>
                </a:cubicBezTo>
                <a:cubicBezTo>
                  <a:pt x="73538" y="33565"/>
                  <a:pt x="69949" y="26391"/>
                  <a:pt x="67130" y="20753"/>
                </a:cubicBezTo>
                <a:cubicBezTo>
                  <a:pt x="59956" y="6150"/>
                  <a:pt x="59956" y="6150"/>
                  <a:pt x="57907" y="6150"/>
                </a:cubicBezTo>
                <a:cubicBezTo>
                  <a:pt x="57141" y="6150"/>
                  <a:pt x="56112" y="6662"/>
                  <a:pt x="55858" y="6916"/>
                </a:cubicBezTo>
                <a:cubicBezTo>
                  <a:pt x="55346" y="7687"/>
                  <a:pt x="54834" y="8453"/>
                  <a:pt x="54322" y="8965"/>
                </a:cubicBezTo>
                <a:lnTo>
                  <a:pt x="52527" y="10760"/>
                </a:lnTo>
                <a:cubicBezTo>
                  <a:pt x="51503" y="10505"/>
                  <a:pt x="50991" y="10505"/>
                  <a:pt x="50478" y="10505"/>
                </a:cubicBezTo>
                <a:cubicBezTo>
                  <a:pt x="49966" y="10505"/>
                  <a:pt x="49450" y="10505"/>
                  <a:pt x="48426" y="10760"/>
                </a:cubicBezTo>
                <a:cubicBezTo>
                  <a:pt x="46635" y="9477"/>
                  <a:pt x="45607" y="8965"/>
                  <a:pt x="44583" y="8965"/>
                </a:cubicBezTo>
                <a:cubicBezTo>
                  <a:pt x="42022" y="8965"/>
                  <a:pt x="37408" y="14603"/>
                  <a:pt x="37408" y="17680"/>
                </a:cubicBezTo>
                <a:cubicBezTo>
                  <a:pt x="37408" y="17934"/>
                  <a:pt x="38178" y="19983"/>
                  <a:pt x="39203" y="22547"/>
                </a:cubicBezTo>
                <a:lnTo>
                  <a:pt x="47401" y="46377"/>
                </a:lnTo>
                <a:cubicBezTo>
                  <a:pt x="50478" y="54576"/>
                  <a:pt x="53293" y="62516"/>
                  <a:pt x="56370" y="70461"/>
                </a:cubicBezTo>
                <a:cubicBezTo>
                  <a:pt x="56625" y="71485"/>
                  <a:pt x="57653" y="74050"/>
                  <a:pt x="58931" y="77893"/>
                </a:cubicBezTo>
                <a:cubicBezTo>
                  <a:pt x="27415" y="116326"/>
                  <a:pt x="17934" y="128626"/>
                  <a:pt x="13324" y="136825"/>
                </a:cubicBezTo>
                <a:cubicBezTo>
                  <a:pt x="8457" y="145536"/>
                  <a:pt x="5126" y="151431"/>
                  <a:pt x="4101" y="152710"/>
                </a:cubicBezTo>
                <a:cubicBezTo>
                  <a:pt x="1537" y="156041"/>
                  <a:pt x="0" y="158606"/>
                  <a:pt x="0" y="160142"/>
                </a:cubicBezTo>
                <a:cubicBezTo>
                  <a:pt x="0" y="160396"/>
                  <a:pt x="770" y="162191"/>
                  <a:pt x="1795" y="164752"/>
                </a:cubicBezTo>
                <a:cubicBezTo>
                  <a:pt x="2049" y="165522"/>
                  <a:pt x="2307" y="166292"/>
                  <a:pt x="2307" y="166546"/>
                </a:cubicBezTo>
                <a:cubicBezTo>
                  <a:pt x="2307" y="167059"/>
                  <a:pt x="1795" y="168853"/>
                  <a:pt x="1024" y="171414"/>
                </a:cubicBezTo>
                <a:cubicBezTo>
                  <a:pt x="770" y="172184"/>
                  <a:pt x="512" y="172696"/>
                  <a:pt x="512" y="173209"/>
                </a:cubicBezTo>
                <a:cubicBezTo>
                  <a:pt x="512" y="175257"/>
                  <a:pt x="512" y="175257"/>
                  <a:pt x="6150" y="184226"/>
                </a:cubicBezTo>
                <a:cubicBezTo>
                  <a:pt x="7432" y="186533"/>
                  <a:pt x="7945" y="186787"/>
                  <a:pt x="9993" y="186787"/>
                </a:cubicBezTo>
                <a:cubicBezTo>
                  <a:pt x="14607" y="186787"/>
                  <a:pt x="20753" y="185509"/>
                  <a:pt x="23318" y="183714"/>
                </a:cubicBezTo>
                <a:cubicBezTo>
                  <a:pt x="35360" y="162961"/>
                  <a:pt x="55858" y="130933"/>
                  <a:pt x="74050" y="105050"/>
                </a:cubicBezTo>
                <a:cubicBezTo>
                  <a:pt x="82507" y="119657"/>
                  <a:pt x="82507" y="119657"/>
                  <a:pt x="99675" y="145023"/>
                </a:cubicBezTo>
                <a:cubicBezTo>
                  <a:pt x="104542" y="151944"/>
                  <a:pt x="105821" y="153480"/>
                  <a:pt x="107873" y="153480"/>
                </a:cubicBezTo>
                <a:cubicBezTo>
                  <a:pt x="110946" y="153480"/>
                  <a:pt x="116072" y="149379"/>
                  <a:pt x="116072" y="147072"/>
                </a:cubicBezTo>
                <a:cubicBezTo>
                  <a:pt x="116072" y="146560"/>
                  <a:pt x="115814" y="145794"/>
                  <a:pt x="115302" y="144769"/>
                </a:cubicBezTo>
                <a:cubicBezTo>
                  <a:pt x="115048" y="144511"/>
                  <a:pt x="115048" y="143999"/>
                  <a:pt x="115048" y="143741"/>
                </a:cubicBezTo>
                <a:cubicBezTo>
                  <a:pt x="115048" y="143229"/>
                  <a:pt x="115814" y="142463"/>
                  <a:pt x="117608" y="141180"/>
                </a:cubicBezTo>
                <a:lnTo>
                  <a:pt x="120169" y="139131"/>
                </a:lnTo>
                <a:lnTo>
                  <a:pt x="120169" y="137337"/>
                </a:lnTo>
                <a:cubicBezTo>
                  <a:pt x="122222" y="136313"/>
                  <a:pt x="122988" y="135542"/>
                  <a:pt x="123758" y="133752"/>
                </a:cubicBezTo>
                <a:lnTo>
                  <a:pt x="122988" y="131187"/>
                </a:lnTo>
                <a:cubicBezTo>
                  <a:pt x="121964" y="129138"/>
                  <a:pt x="121964" y="128880"/>
                  <a:pt x="118633" y="121964"/>
                </a:cubicBezTo>
                <a:cubicBezTo>
                  <a:pt x="114023" y="111971"/>
                  <a:pt x="109410" y="101977"/>
                  <a:pt x="102490" y="87887"/>
                </a:cubicBezTo>
                <a:lnTo>
                  <a:pt x="96085" y="7507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8" name="Text ✓">
            <a:extLst xmlns:a="http://schemas.openxmlformats.org/drawingml/2006/main">
              <a:ext uri="{FF2B5EF4-FFF2-40B4-BE49-F238E27FC236}">
                <a16:creationId xmlns:a16="http://schemas.microsoft.com/office/drawing/2014/main" id="{0EB7090D-652B-41E8-BF49-126B0188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516" y="5360464"/>
            <a:ext cx="176028" cy="184484"/>
          </a:xfrm>
          <a:custGeom xmlns:a="http://schemas.openxmlformats.org/drawingml/2006/main">
            <a:pathLst>
              <a:path w="176028" h="184484">
                <a:moveTo>
                  <a:pt x="176028" y="258"/>
                </a:moveTo>
                <a:cubicBezTo>
                  <a:pt x="161679" y="0"/>
                  <a:pt x="144511" y="5126"/>
                  <a:pt x="134006" y="12554"/>
                </a:cubicBezTo>
                <a:cubicBezTo>
                  <a:pt x="114277" y="32287"/>
                  <a:pt x="77123" y="84043"/>
                  <a:pt x="50475" y="129138"/>
                </a:cubicBezTo>
                <a:cubicBezTo>
                  <a:pt x="47143" y="135034"/>
                  <a:pt x="45607" y="136825"/>
                  <a:pt x="44070" y="136825"/>
                </a:cubicBezTo>
                <a:cubicBezTo>
                  <a:pt x="42534" y="136825"/>
                  <a:pt x="40739" y="134776"/>
                  <a:pt x="38945" y="130421"/>
                </a:cubicBezTo>
                <a:lnTo>
                  <a:pt x="31516" y="112229"/>
                </a:lnTo>
                <a:cubicBezTo>
                  <a:pt x="29976" y="108385"/>
                  <a:pt x="28697" y="107103"/>
                  <a:pt x="25620" y="107103"/>
                </a:cubicBezTo>
                <a:cubicBezTo>
                  <a:pt x="19987" y="107103"/>
                  <a:pt x="11784" y="110692"/>
                  <a:pt x="4610" y="116072"/>
                </a:cubicBezTo>
                <a:cubicBezTo>
                  <a:pt x="1278" y="118633"/>
                  <a:pt x="0" y="120940"/>
                  <a:pt x="0" y="124271"/>
                </a:cubicBezTo>
                <a:cubicBezTo>
                  <a:pt x="0" y="134776"/>
                  <a:pt x="8711" y="161167"/>
                  <a:pt x="18446" y="179875"/>
                </a:cubicBezTo>
                <a:cubicBezTo>
                  <a:pt x="20499" y="183972"/>
                  <a:pt x="22035" y="184484"/>
                  <a:pt x="32541" y="184484"/>
                </a:cubicBezTo>
                <a:cubicBezTo>
                  <a:pt x="45353" y="184484"/>
                  <a:pt x="48426" y="183460"/>
                  <a:pt x="51245" y="178334"/>
                </a:cubicBezTo>
                <a:cubicBezTo>
                  <a:pt x="78918" y="126835"/>
                  <a:pt x="137849" y="44841"/>
                  <a:pt x="176028" y="4355"/>
                </a:cubicBezTo>
                <a:lnTo>
                  <a:pt x="176028" y="258"/>
                </a:lnTo>
                <a:close/>
              </a:path>
            </a:pathLst>
          </a:custGeom>
          <a:solidFill xmlns:a="http://schemas.openxmlformats.org/drawingml/2006/main">
            <a:srgbClr val="006B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9" name="Text ✗✗">
            <a:extLst xmlns:a="http://schemas.openxmlformats.org/drawingml/2006/main">
              <a:ext uri="{FF2B5EF4-FFF2-40B4-BE49-F238E27FC236}">
                <a16:creationId xmlns:a16="http://schemas.microsoft.com/office/drawing/2014/main" id="{1A6A31C1-EB4E-46FD-817F-64AE7B29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0722" y="5372221"/>
            <a:ext cx="655686" cy="186787"/>
          </a:xfrm>
          <a:custGeom xmlns:a="http://schemas.openxmlformats.org/drawingml/2006/main">
            <a:pathLst>
              <a:path w="655686" h="186787">
                <a:moveTo>
                  <a:pt x="96085" y="75075"/>
                </a:moveTo>
                <a:cubicBezTo>
                  <a:pt x="108127" y="58419"/>
                  <a:pt x="132469" y="26645"/>
                  <a:pt x="137083" y="21523"/>
                </a:cubicBezTo>
                <a:cubicBezTo>
                  <a:pt x="139389" y="18704"/>
                  <a:pt x="141438" y="16139"/>
                  <a:pt x="143745" y="13578"/>
                </a:cubicBezTo>
                <a:cubicBezTo>
                  <a:pt x="144769" y="12296"/>
                  <a:pt x="145794" y="11272"/>
                  <a:pt x="146052" y="10760"/>
                </a:cubicBezTo>
                <a:cubicBezTo>
                  <a:pt x="146564" y="10505"/>
                  <a:pt x="146818" y="9993"/>
                  <a:pt x="146818" y="9735"/>
                </a:cubicBezTo>
                <a:cubicBezTo>
                  <a:pt x="146818" y="9477"/>
                  <a:pt x="145281" y="6916"/>
                  <a:pt x="144769" y="6404"/>
                </a:cubicBezTo>
                <a:lnTo>
                  <a:pt x="142463" y="3843"/>
                </a:lnTo>
                <a:cubicBezTo>
                  <a:pt x="142463" y="3585"/>
                  <a:pt x="141950" y="2819"/>
                  <a:pt x="141438" y="2049"/>
                </a:cubicBezTo>
                <a:cubicBezTo>
                  <a:pt x="140414" y="512"/>
                  <a:pt x="140156" y="0"/>
                  <a:pt x="139902" y="0"/>
                </a:cubicBezTo>
                <a:lnTo>
                  <a:pt x="139644" y="0"/>
                </a:lnTo>
                <a:cubicBezTo>
                  <a:pt x="139389" y="0"/>
                  <a:pt x="138877" y="512"/>
                  <a:pt x="138619" y="766"/>
                </a:cubicBezTo>
                <a:cubicBezTo>
                  <a:pt x="137595" y="1791"/>
                  <a:pt x="136825" y="2561"/>
                  <a:pt x="136058" y="3585"/>
                </a:cubicBezTo>
                <a:cubicBezTo>
                  <a:pt x="135800" y="3843"/>
                  <a:pt x="135288" y="4355"/>
                  <a:pt x="134264" y="5122"/>
                </a:cubicBezTo>
                <a:cubicBezTo>
                  <a:pt x="130933" y="2561"/>
                  <a:pt x="126577" y="0"/>
                  <a:pt x="125295" y="0"/>
                </a:cubicBezTo>
                <a:cubicBezTo>
                  <a:pt x="124271" y="0"/>
                  <a:pt x="123758" y="512"/>
                  <a:pt x="114790" y="10505"/>
                </a:cubicBezTo>
                <a:cubicBezTo>
                  <a:pt x="95827" y="32541"/>
                  <a:pt x="86350" y="43812"/>
                  <a:pt x="81737" y="49450"/>
                </a:cubicBezTo>
                <a:cubicBezTo>
                  <a:pt x="80454" y="46377"/>
                  <a:pt x="80454" y="46377"/>
                  <a:pt x="78406" y="42534"/>
                </a:cubicBezTo>
                <a:cubicBezTo>
                  <a:pt x="73538" y="33565"/>
                  <a:pt x="69949" y="26391"/>
                  <a:pt x="67130" y="20753"/>
                </a:cubicBezTo>
                <a:cubicBezTo>
                  <a:pt x="59956" y="6150"/>
                  <a:pt x="59956" y="6150"/>
                  <a:pt x="57907" y="6150"/>
                </a:cubicBezTo>
                <a:cubicBezTo>
                  <a:pt x="57141" y="6150"/>
                  <a:pt x="56112" y="6662"/>
                  <a:pt x="55858" y="6916"/>
                </a:cubicBezTo>
                <a:cubicBezTo>
                  <a:pt x="55346" y="7687"/>
                  <a:pt x="54834" y="8453"/>
                  <a:pt x="54322" y="8965"/>
                </a:cubicBezTo>
                <a:lnTo>
                  <a:pt x="52527" y="10760"/>
                </a:lnTo>
                <a:cubicBezTo>
                  <a:pt x="51503" y="10505"/>
                  <a:pt x="50991" y="10505"/>
                  <a:pt x="50478" y="10505"/>
                </a:cubicBezTo>
                <a:cubicBezTo>
                  <a:pt x="49966" y="10505"/>
                  <a:pt x="49450" y="10505"/>
                  <a:pt x="48426" y="10760"/>
                </a:cubicBezTo>
                <a:cubicBezTo>
                  <a:pt x="46635" y="9477"/>
                  <a:pt x="45607" y="8965"/>
                  <a:pt x="44583" y="8965"/>
                </a:cubicBezTo>
                <a:cubicBezTo>
                  <a:pt x="42022" y="8965"/>
                  <a:pt x="37408" y="14603"/>
                  <a:pt x="37408" y="17680"/>
                </a:cubicBezTo>
                <a:cubicBezTo>
                  <a:pt x="37408" y="17934"/>
                  <a:pt x="38178" y="19983"/>
                  <a:pt x="39203" y="22547"/>
                </a:cubicBezTo>
                <a:lnTo>
                  <a:pt x="47401" y="46377"/>
                </a:lnTo>
                <a:cubicBezTo>
                  <a:pt x="50478" y="54576"/>
                  <a:pt x="53293" y="62516"/>
                  <a:pt x="56370" y="70461"/>
                </a:cubicBezTo>
                <a:cubicBezTo>
                  <a:pt x="56625" y="71485"/>
                  <a:pt x="57653" y="74050"/>
                  <a:pt x="58931" y="77893"/>
                </a:cubicBezTo>
                <a:cubicBezTo>
                  <a:pt x="27415" y="116326"/>
                  <a:pt x="17934" y="128626"/>
                  <a:pt x="13324" y="136825"/>
                </a:cubicBezTo>
                <a:cubicBezTo>
                  <a:pt x="8457" y="145536"/>
                  <a:pt x="5126" y="151431"/>
                  <a:pt x="4101" y="152710"/>
                </a:cubicBezTo>
                <a:cubicBezTo>
                  <a:pt x="1537" y="156041"/>
                  <a:pt x="0" y="158606"/>
                  <a:pt x="0" y="160142"/>
                </a:cubicBezTo>
                <a:cubicBezTo>
                  <a:pt x="0" y="160396"/>
                  <a:pt x="770" y="162191"/>
                  <a:pt x="1795" y="164752"/>
                </a:cubicBezTo>
                <a:cubicBezTo>
                  <a:pt x="2049" y="165522"/>
                  <a:pt x="2307" y="166292"/>
                  <a:pt x="2307" y="166546"/>
                </a:cubicBezTo>
                <a:cubicBezTo>
                  <a:pt x="2307" y="167059"/>
                  <a:pt x="1795" y="168853"/>
                  <a:pt x="1024" y="171414"/>
                </a:cubicBezTo>
                <a:cubicBezTo>
                  <a:pt x="770" y="172184"/>
                  <a:pt x="512" y="172696"/>
                  <a:pt x="512" y="173209"/>
                </a:cubicBezTo>
                <a:cubicBezTo>
                  <a:pt x="512" y="175257"/>
                  <a:pt x="512" y="175257"/>
                  <a:pt x="6150" y="184226"/>
                </a:cubicBezTo>
                <a:cubicBezTo>
                  <a:pt x="7432" y="186533"/>
                  <a:pt x="7945" y="186787"/>
                  <a:pt x="9993" y="186787"/>
                </a:cubicBezTo>
                <a:cubicBezTo>
                  <a:pt x="14607" y="186787"/>
                  <a:pt x="20753" y="185509"/>
                  <a:pt x="23318" y="183714"/>
                </a:cubicBezTo>
                <a:cubicBezTo>
                  <a:pt x="35360" y="162961"/>
                  <a:pt x="55858" y="130933"/>
                  <a:pt x="74050" y="105050"/>
                </a:cubicBezTo>
                <a:cubicBezTo>
                  <a:pt x="82507" y="119657"/>
                  <a:pt x="82507" y="119657"/>
                  <a:pt x="99675" y="145023"/>
                </a:cubicBezTo>
                <a:cubicBezTo>
                  <a:pt x="104542" y="151944"/>
                  <a:pt x="105821" y="153480"/>
                  <a:pt x="107873" y="153480"/>
                </a:cubicBezTo>
                <a:cubicBezTo>
                  <a:pt x="110946" y="153480"/>
                  <a:pt x="116072" y="149379"/>
                  <a:pt x="116072" y="147072"/>
                </a:cubicBezTo>
                <a:cubicBezTo>
                  <a:pt x="116072" y="146560"/>
                  <a:pt x="115814" y="145794"/>
                  <a:pt x="115302" y="144769"/>
                </a:cubicBezTo>
                <a:cubicBezTo>
                  <a:pt x="115048" y="144511"/>
                  <a:pt x="115048" y="143999"/>
                  <a:pt x="115048" y="143741"/>
                </a:cubicBezTo>
                <a:cubicBezTo>
                  <a:pt x="115048" y="143229"/>
                  <a:pt x="115814" y="142463"/>
                  <a:pt x="117608" y="141180"/>
                </a:cubicBezTo>
                <a:lnTo>
                  <a:pt x="120169" y="139131"/>
                </a:lnTo>
                <a:lnTo>
                  <a:pt x="120169" y="137337"/>
                </a:lnTo>
                <a:cubicBezTo>
                  <a:pt x="122222" y="136313"/>
                  <a:pt x="122988" y="135542"/>
                  <a:pt x="123758" y="133752"/>
                </a:cubicBezTo>
                <a:lnTo>
                  <a:pt x="122988" y="131187"/>
                </a:lnTo>
                <a:cubicBezTo>
                  <a:pt x="121964" y="129138"/>
                  <a:pt x="121964" y="128880"/>
                  <a:pt x="118633" y="121964"/>
                </a:cubicBezTo>
                <a:cubicBezTo>
                  <a:pt x="114023" y="111971"/>
                  <a:pt x="109410" y="101977"/>
                  <a:pt x="102490" y="87887"/>
                </a:cubicBezTo>
                <a:lnTo>
                  <a:pt x="96085" y="75075"/>
                </a:lnTo>
                <a:close/>
                <a:moveTo>
                  <a:pt x="604954" y="75075"/>
                </a:moveTo>
                <a:cubicBezTo>
                  <a:pt x="616996" y="58419"/>
                  <a:pt x="641337" y="26645"/>
                  <a:pt x="645951" y="21523"/>
                </a:cubicBezTo>
                <a:cubicBezTo>
                  <a:pt x="648258" y="18704"/>
                  <a:pt x="650306" y="16139"/>
                  <a:pt x="652613" y="13578"/>
                </a:cubicBezTo>
                <a:cubicBezTo>
                  <a:pt x="653637" y="12296"/>
                  <a:pt x="654662" y="11272"/>
                  <a:pt x="654920" y="10760"/>
                </a:cubicBezTo>
                <a:cubicBezTo>
                  <a:pt x="655432" y="10505"/>
                  <a:pt x="655686" y="9993"/>
                  <a:pt x="655686" y="9735"/>
                </a:cubicBezTo>
                <a:cubicBezTo>
                  <a:pt x="655686" y="9477"/>
                  <a:pt x="654150" y="6916"/>
                  <a:pt x="653637" y="6404"/>
                </a:cubicBezTo>
                <a:lnTo>
                  <a:pt x="651331" y="3843"/>
                </a:lnTo>
                <a:cubicBezTo>
                  <a:pt x="651331" y="3585"/>
                  <a:pt x="650819" y="2819"/>
                  <a:pt x="650306" y="2049"/>
                </a:cubicBezTo>
                <a:cubicBezTo>
                  <a:pt x="649282" y="512"/>
                  <a:pt x="649024" y="0"/>
                  <a:pt x="648770" y="0"/>
                </a:cubicBezTo>
                <a:lnTo>
                  <a:pt x="648512" y="0"/>
                </a:lnTo>
                <a:cubicBezTo>
                  <a:pt x="648258" y="0"/>
                  <a:pt x="647745" y="512"/>
                  <a:pt x="647487" y="766"/>
                </a:cubicBezTo>
                <a:cubicBezTo>
                  <a:pt x="646463" y="1791"/>
                  <a:pt x="645693" y="2561"/>
                  <a:pt x="644927" y="3585"/>
                </a:cubicBezTo>
                <a:cubicBezTo>
                  <a:pt x="644669" y="3843"/>
                  <a:pt x="644156" y="4355"/>
                  <a:pt x="643132" y="5122"/>
                </a:cubicBezTo>
                <a:cubicBezTo>
                  <a:pt x="639801" y="2561"/>
                  <a:pt x="635445" y="0"/>
                  <a:pt x="634163" y="0"/>
                </a:cubicBezTo>
                <a:cubicBezTo>
                  <a:pt x="633139" y="0"/>
                  <a:pt x="632627" y="512"/>
                  <a:pt x="623658" y="10505"/>
                </a:cubicBezTo>
                <a:cubicBezTo>
                  <a:pt x="604696" y="32541"/>
                  <a:pt x="595218" y="43812"/>
                  <a:pt x="590605" y="49450"/>
                </a:cubicBezTo>
                <a:cubicBezTo>
                  <a:pt x="589322" y="46377"/>
                  <a:pt x="589322" y="46377"/>
                  <a:pt x="587274" y="42534"/>
                </a:cubicBezTo>
                <a:cubicBezTo>
                  <a:pt x="582406" y="33565"/>
                  <a:pt x="578817" y="26391"/>
                  <a:pt x="575998" y="20753"/>
                </a:cubicBezTo>
                <a:cubicBezTo>
                  <a:pt x="568824" y="6150"/>
                  <a:pt x="568824" y="6150"/>
                  <a:pt x="566775" y="6150"/>
                </a:cubicBezTo>
                <a:cubicBezTo>
                  <a:pt x="566009" y="6150"/>
                  <a:pt x="564981" y="6662"/>
                  <a:pt x="564726" y="6916"/>
                </a:cubicBezTo>
                <a:cubicBezTo>
                  <a:pt x="564214" y="7687"/>
                  <a:pt x="563702" y="8453"/>
                  <a:pt x="563190" y="8965"/>
                </a:cubicBezTo>
                <a:lnTo>
                  <a:pt x="561395" y="10760"/>
                </a:lnTo>
                <a:cubicBezTo>
                  <a:pt x="560371" y="10505"/>
                  <a:pt x="559859" y="10505"/>
                  <a:pt x="559347" y="10505"/>
                </a:cubicBezTo>
                <a:cubicBezTo>
                  <a:pt x="558834" y="10505"/>
                  <a:pt x="558318" y="10505"/>
                  <a:pt x="557294" y="10760"/>
                </a:cubicBezTo>
                <a:cubicBezTo>
                  <a:pt x="555503" y="9477"/>
                  <a:pt x="554475" y="8965"/>
                  <a:pt x="553451" y="8965"/>
                </a:cubicBezTo>
                <a:cubicBezTo>
                  <a:pt x="550890" y="8965"/>
                  <a:pt x="546276" y="14603"/>
                  <a:pt x="546276" y="17680"/>
                </a:cubicBezTo>
                <a:cubicBezTo>
                  <a:pt x="546276" y="17934"/>
                  <a:pt x="547047" y="19983"/>
                  <a:pt x="548071" y="22547"/>
                </a:cubicBezTo>
                <a:lnTo>
                  <a:pt x="556270" y="46377"/>
                </a:lnTo>
                <a:cubicBezTo>
                  <a:pt x="559347" y="54576"/>
                  <a:pt x="562162" y="62516"/>
                  <a:pt x="565239" y="70461"/>
                </a:cubicBezTo>
                <a:cubicBezTo>
                  <a:pt x="565493" y="71485"/>
                  <a:pt x="566521" y="74050"/>
                  <a:pt x="567799" y="77893"/>
                </a:cubicBezTo>
                <a:cubicBezTo>
                  <a:pt x="536283" y="116326"/>
                  <a:pt x="526802" y="128626"/>
                  <a:pt x="522193" y="136825"/>
                </a:cubicBezTo>
                <a:cubicBezTo>
                  <a:pt x="517325" y="145536"/>
                  <a:pt x="513994" y="151431"/>
                  <a:pt x="512969" y="152710"/>
                </a:cubicBezTo>
                <a:cubicBezTo>
                  <a:pt x="510405" y="156041"/>
                  <a:pt x="508868" y="158606"/>
                  <a:pt x="508868" y="160142"/>
                </a:cubicBezTo>
                <a:cubicBezTo>
                  <a:pt x="508868" y="160396"/>
                  <a:pt x="509638" y="162191"/>
                  <a:pt x="510663" y="164752"/>
                </a:cubicBezTo>
                <a:cubicBezTo>
                  <a:pt x="510917" y="165522"/>
                  <a:pt x="511175" y="166292"/>
                  <a:pt x="511175" y="166546"/>
                </a:cubicBezTo>
                <a:cubicBezTo>
                  <a:pt x="511175" y="167059"/>
                  <a:pt x="510663" y="168853"/>
                  <a:pt x="509893" y="171414"/>
                </a:cubicBezTo>
                <a:cubicBezTo>
                  <a:pt x="509638" y="172184"/>
                  <a:pt x="509380" y="172696"/>
                  <a:pt x="509380" y="173209"/>
                </a:cubicBezTo>
                <a:cubicBezTo>
                  <a:pt x="509380" y="175257"/>
                  <a:pt x="509380" y="175257"/>
                  <a:pt x="515018" y="184226"/>
                </a:cubicBezTo>
                <a:cubicBezTo>
                  <a:pt x="516301" y="186533"/>
                  <a:pt x="516813" y="186787"/>
                  <a:pt x="518861" y="186787"/>
                </a:cubicBezTo>
                <a:cubicBezTo>
                  <a:pt x="523475" y="186787"/>
                  <a:pt x="529621" y="185509"/>
                  <a:pt x="532186" y="183714"/>
                </a:cubicBezTo>
                <a:cubicBezTo>
                  <a:pt x="544228" y="162961"/>
                  <a:pt x="564726" y="130933"/>
                  <a:pt x="582918" y="105050"/>
                </a:cubicBezTo>
                <a:cubicBezTo>
                  <a:pt x="591375" y="119657"/>
                  <a:pt x="591375" y="119657"/>
                  <a:pt x="608543" y="145023"/>
                </a:cubicBezTo>
                <a:cubicBezTo>
                  <a:pt x="613410" y="151944"/>
                  <a:pt x="614689" y="153480"/>
                  <a:pt x="616741" y="153480"/>
                </a:cubicBezTo>
                <a:cubicBezTo>
                  <a:pt x="619814" y="153480"/>
                  <a:pt x="624940" y="149379"/>
                  <a:pt x="624940" y="147072"/>
                </a:cubicBezTo>
                <a:cubicBezTo>
                  <a:pt x="624940" y="146560"/>
                  <a:pt x="624682" y="145794"/>
                  <a:pt x="624170" y="144769"/>
                </a:cubicBezTo>
                <a:cubicBezTo>
                  <a:pt x="623916" y="144511"/>
                  <a:pt x="623916" y="143999"/>
                  <a:pt x="623916" y="143741"/>
                </a:cubicBezTo>
                <a:cubicBezTo>
                  <a:pt x="623916" y="143229"/>
                  <a:pt x="624682" y="142463"/>
                  <a:pt x="626477" y="141180"/>
                </a:cubicBezTo>
                <a:lnTo>
                  <a:pt x="629037" y="139131"/>
                </a:lnTo>
                <a:lnTo>
                  <a:pt x="629037" y="137337"/>
                </a:lnTo>
                <a:cubicBezTo>
                  <a:pt x="631090" y="136313"/>
                  <a:pt x="631856" y="135542"/>
                  <a:pt x="632627" y="133752"/>
                </a:cubicBezTo>
                <a:lnTo>
                  <a:pt x="631856" y="131187"/>
                </a:lnTo>
                <a:cubicBezTo>
                  <a:pt x="630832" y="129138"/>
                  <a:pt x="630832" y="128880"/>
                  <a:pt x="627501" y="121964"/>
                </a:cubicBezTo>
                <a:cubicBezTo>
                  <a:pt x="622891" y="111971"/>
                  <a:pt x="618278" y="101977"/>
                  <a:pt x="611358" y="87887"/>
                </a:cubicBezTo>
                <a:lnTo>
                  <a:pt x="604954" y="7507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E0296C-754C-4769-A6FF-29AB68A1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1570" y="5707729"/>
            <a:ext cx="3521245" cy="10"/>
          </a:xfrm>
          <a:custGeom xmlns:a="http://schemas.openxmlformats.org/drawingml/2006/main">
            <a:pathLst>
              <a:path w="3521245" h="1" fill="none">
                <a:moveTo>
                  <a:pt x="0" y="0"/>
                </a:moveTo>
                <a:lnTo>
                  <a:pt x="35212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574" cap="flat">
            <a:solidFill>
              <a:srgbClr val="000000"/>
            </a:solidFill>
            <a:miter/>
          </a:ln>
        </p:spPr>
      </p:sp>
      <p:sp>
        <p:nvSpPr>
          <p:cNvPr id="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358712-346F-46AE-AA32-E71E8BF3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1570" y="5771959"/>
            <a:ext cx="1464582" cy="288116"/>
          </a:xfrm>
          <a:custGeom xmlns:a="http://schemas.openxmlformats.org/drawingml/2006/main">
            <a:pathLst>
              <a:path w="1464582" h="288116">
                <a:moveTo>
                  <a:pt x="0" y="263815"/>
                </a:moveTo>
                <a:lnTo>
                  <a:pt x="0" y="24301"/>
                </a:lnTo>
                <a:cubicBezTo>
                  <a:pt x="0" y="10880"/>
                  <a:pt x="10880" y="0"/>
                  <a:pt x="24301" y="0"/>
                </a:cubicBezTo>
                <a:lnTo>
                  <a:pt x="1440281" y="0"/>
                </a:lnTo>
                <a:cubicBezTo>
                  <a:pt x="1453702" y="0"/>
                  <a:pt x="1464582" y="10880"/>
                  <a:pt x="1464582" y="24301"/>
                </a:cubicBezTo>
                <a:lnTo>
                  <a:pt x="1464582" y="263815"/>
                </a:lnTo>
                <a:cubicBezTo>
                  <a:pt x="1464582" y="277237"/>
                  <a:pt x="1453702" y="288116"/>
                  <a:pt x="1440281" y="288116"/>
                </a:cubicBezTo>
                <a:lnTo>
                  <a:pt x="24301" y="288116"/>
                </a:lnTo>
                <a:cubicBezTo>
                  <a:pt x="10880" y="288116"/>
                  <a:pt x="0" y="277237"/>
                  <a:pt x="0" y="263815"/>
                </a:cubicBezTo>
                <a:close/>
              </a:path>
            </a:pathLst>
          </a:custGeom>
          <a:solidFill xmlns:a="http://schemas.openxmlformats.org/drawingml/2006/main">
            <a:srgbClr val="B589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3CE12E-4EEA-491C-BBD7-31A9D9ED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871" y="5796260"/>
            <a:ext cx="1415980" cy="239514"/>
          </a:xfrm>
          <a:custGeom xmlns:a="http://schemas.openxmlformats.org/drawingml/2006/main">
            <a:pathLst>
              <a:path w="1415980" h="239514">
                <a:moveTo>
                  <a:pt x="0" y="239514"/>
                </a:moveTo>
                <a:lnTo>
                  <a:pt x="0" y="0"/>
                </a:lnTo>
                <a:lnTo>
                  <a:pt x="1415980" y="0"/>
                </a:lnTo>
                <a:lnTo>
                  <a:pt x="1415980" y="239514"/>
                </a:lnTo>
                <a:lnTo>
                  <a:pt x="0" y="239514"/>
                </a:lnTo>
                <a:close/>
              </a:path>
            </a:pathLst>
          </a:custGeom>
          <a:solidFill xmlns:a="http://schemas.openxmlformats.org/drawingml/2006/main">
            <a:srgbClr val="F0E7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3" name="Text Qwen2.5-VL">
            <a:extLst xmlns:a="http://schemas.openxmlformats.org/drawingml/2006/main">
              <a:ext uri="{FF2B5EF4-FFF2-40B4-BE49-F238E27FC236}">
                <a16:creationId xmlns:a16="http://schemas.microsoft.com/office/drawing/2014/main" id="{80863C99-E726-4A83-B1B4-D5B2DAED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062" y="5803638"/>
            <a:ext cx="1346988" cy="221975"/>
          </a:xfrm>
          <a:custGeom xmlns:a="http://schemas.openxmlformats.org/drawingml/2006/main">
            <a:pathLst>
              <a:path w="1346988" h="221975">
                <a:moveTo>
                  <a:pt x="170902" y="217107"/>
                </a:moveTo>
                <a:cubicBezTo>
                  <a:pt x="141692" y="216341"/>
                  <a:pt x="121194" y="205065"/>
                  <a:pt x="100441" y="178162"/>
                </a:cubicBezTo>
                <a:cubicBezTo>
                  <a:pt x="117863" y="174831"/>
                  <a:pt x="127089" y="170476"/>
                  <a:pt x="138873" y="160224"/>
                </a:cubicBezTo>
                <a:cubicBezTo>
                  <a:pt x="157836" y="143315"/>
                  <a:pt x="167571" y="119997"/>
                  <a:pt x="167571" y="91554"/>
                </a:cubicBezTo>
                <a:cubicBezTo>
                  <a:pt x="167571" y="40055"/>
                  <a:pt x="132723" y="3155"/>
                  <a:pt x="83785" y="3155"/>
                </a:cubicBezTo>
                <a:cubicBezTo>
                  <a:pt x="34847" y="3155"/>
                  <a:pt x="0" y="40055"/>
                  <a:pt x="0" y="92070"/>
                </a:cubicBezTo>
                <a:cubicBezTo>
                  <a:pt x="0" y="117178"/>
                  <a:pt x="7687" y="138189"/>
                  <a:pt x="22802" y="154587"/>
                </a:cubicBezTo>
                <a:cubicBezTo>
                  <a:pt x="32795" y="165350"/>
                  <a:pt x="40997" y="170476"/>
                  <a:pt x="59189" y="176622"/>
                </a:cubicBezTo>
                <a:lnTo>
                  <a:pt x="71231" y="190716"/>
                </a:lnTo>
                <a:cubicBezTo>
                  <a:pt x="88653" y="210957"/>
                  <a:pt x="119657" y="221975"/>
                  <a:pt x="160396" y="221975"/>
                </a:cubicBezTo>
                <a:cubicBezTo>
                  <a:pt x="164240" y="221975"/>
                  <a:pt x="166546" y="221975"/>
                  <a:pt x="169365" y="221720"/>
                </a:cubicBezTo>
                <a:lnTo>
                  <a:pt x="170902" y="221720"/>
                </a:lnTo>
                <a:lnTo>
                  <a:pt x="170902" y="217107"/>
                </a:lnTo>
                <a:moveTo>
                  <a:pt x="84556" y="12382"/>
                </a:moveTo>
                <a:cubicBezTo>
                  <a:pt x="95573" y="12382"/>
                  <a:pt x="107357" y="17250"/>
                  <a:pt x="116326" y="25194"/>
                </a:cubicBezTo>
                <a:cubicBezTo>
                  <a:pt x="130163" y="37490"/>
                  <a:pt x="138361" y="62090"/>
                  <a:pt x="138361" y="91042"/>
                </a:cubicBezTo>
                <a:cubicBezTo>
                  <a:pt x="138361" y="116408"/>
                  <a:pt x="130933" y="142545"/>
                  <a:pt x="120681" y="154332"/>
                </a:cubicBezTo>
                <a:cubicBezTo>
                  <a:pt x="111200" y="164838"/>
                  <a:pt x="97880" y="170730"/>
                  <a:pt x="83785" y="170730"/>
                </a:cubicBezTo>
                <a:cubicBezTo>
                  <a:pt x="71485" y="170730"/>
                  <a:pt x="60214" y="166374"/>
                  <a:pt x="50987" y="158176"/>
                </a:cubicBezTo>
                <a:cubicBezTo>
                  <a:pt x="37408" y="146134"/>
                  <a:pt x="29210" y="120509"/>
                  <a:pt x="29210" y="90530"/>
                </a:cubicBezTo>
                <a:cubicBezTo>
                  <a:pt x="29210" y="65934"/>
                  <a:pt x="36638" y="40821"/>
                  <a:pt x="47143" y="29038"/>
                </a:cubicBezTo>
                <a:cubicBezTo>
                  <a:pt x="57649" y="17762"/>
                  <a:pt x="69695" y="12382"/>
                  <a:pt x="84556" y="12382"/>
                </a:cubicBezTo>
                <a:close/>
                <a:moveTo>
                  <a:pt x="322591" y="60957"/>
                </a:moveTo>
                <a:lnTo>
                  <a:pt x="322591" y="64804"/>
                </a:lnTo>
                <a:cubicBezTo>
                  <a:pt x="331301" y="66594"/>
                  <a:pt x="333862" y="68389"/>
                  <a:pt x="333862" y="72744"/>
                </a:cubicBezTo>
                <a:cubicBezTo>
                  <a:pt x="333862" y="76584"/>
                  <a:pt x="332326" y="82734"/>
                  <a:pt x="329507" y="89650"/>
                </a:cubicBezTo>
                <a:lnTo>
                  <a:pt x="306447" y="146513"/>
                </a:lnTo>
                <a:lnTo>
                  <a:pt x="284924" y="89138"/>
                </a:lnTo>
                <a:cubicBezTo>
                  <a:pt x="280569" y="77354"/>
                  <a:pt x="280569" y="77354"/>
                  <a:pt x="280569" y="74023"/>
                </a:cubicBezTo>
                <a:cubicBezTo>
                  <a:pt x="280569" y="68389"/>
                  <a:pt x="283388" y="66594"/>
                  <a:pt x="295430" y="64804"/>
                </a:cubicBezTo>
                <a:lnTo>
                  <a:pt x="295430" y="60957"/>
                </a:lnTo>
                <a:lnTo>
                  <a:pt x="243415" y="60957"/>
                </a:lnTo>
                <a:lnTo>
                  <a:pt x="243415" y="64804"/>
                </a:lnTo>
                <a:cubicBezTo>
                  <a:pt x="252896" y="65828"/>
                  <a:pt x="255969" y="68643"/>
                  <a:pt x="261095" y="82476"/>
                </a:cubicBezTo>
                <a:cubicBezTo>
                  <a:pt x="262889" y="87343"/>
                  <a:pt x="264680" y="92211"/>
                  <a:pt x="266220" y="96820"/>
                </a:cubicBezTo>
                <a:lnTo>
                  <a:pt x="242903" y="147795"/>
                </a:lnTo>
                <a:lnTo>
                  <a:pt x="217536" y="80939"/>
                </a:lnTo>
                <a:cubicBezTo>
                  <a:pt x="216512" y="78378"/>
                  <a:pt x="216000" y="75817"/>
                  <a:pt x="216000" y="73257"/>
                </a:cubicBezTo>
                <a:cubicBezTo>
                  <a:pt x="216000" y="67877"/>
                  <a:pt x="219073" y="65828"/>
                  <a:pt x="227784" y="64804"/>
                </a:cubicBezTo>
                <a:lnTo>
                  <a:pt x="227784" y="60957"/>
                </a:lnTo>
                <a:lnTo>
                  <a:pt x="181665" y="60957"/>
                </a:lnTo>
                <a:lnTo>
                  <a:pt x="181665" y="64804"/>
                </a:lnTo>
                <a:cubicBezTo>
                  <a:pt x="187557" y="65316"/>
                  <a:pt x="189605" y="67877"/>
                  <a:pt x="195243" y="80939"/>
                </a:cubicBezTo>
                <a:lnTo>
                  <a:pt x="229836" y="168540"/>
                </a:lnTo>
                <a:cubicBezTo>
                  <a:pt x="232909" y="176227"/>
                  <a:pt x="234958" y="179812"/>
                  <a:pt x="236495" y="179812"/>
                </a:cubicBezTo>
                <a:cubicBezTo>
                  <a:pt x="237777" y="179812"/>
                  <a:pt x="239826" y="176485"/>
                  <a:pt x="242903" y="169823"/>
                </a:cubicBezTo>
                <a:lnTo>
                  <a:pt x="271600" y="108346"/>
                </a:lnTo>
                <a:lnTo>
                  <a:pt x="294918" y="168798"/>
                </a:lnTo>
                <a:cubicBezTo>
                  <a:pt x="298503" y="178276"/>
                  <a:pt x="299527" y="179812"/>
                  <a:pt x="301068" y="179812"/>
                </a:cubicBezTo>
                <a:cubicBezTo>
                  <a:pt x="302858" y="179812"/>
                  <a:pt x="304141" y="177509"/>
                  <a:pt x="308242" y="167262"/>
                </a:cubicBezTo>
                <a:lnTo>
                  <a:pt x="343601" y="78632"/>
                </a:lnTo>
                <a:cubicBezTo>
                  <a:pt x="348211" y="67877"/>
                  <a:pt x="348981" y="66594"/>
                  <a:pt x="354107" y="64804"/>
                </a:cubicBezTo>
                <a:lnTo>
                  <a:pt x="354107" y="60957"/>
                </a:lnTo>
                <a:lnTo>
                  <a:pt x="322591" y="60957"/>
                </a:lnTo>
                <a:close/>
                <a:moveTo>
                  <a:pt x="465820" y="134217"/>
                </a:moveTo>
                <a:cubicBezTo>
                  <a:pt x="453524" y="153699"/>
                  <a:pt x="442503" y="161135"/>
                  <a:pt x="426105" y="161135"/>
                </a:cubicBezTo>
                <a:cubicBezTo>
                  <a:pt x="411503" y="161135"/>
                  <a:pt x="400485" y="153699"/>
                  <a:pt x="393053" y="139088"/>
                </a:cubicBezTo>
                <a:cubicBezTo>
                  <a:pt x="388439" y="129345"/>
                  <a:pt x="386649" y="120885"/>
                  <a:pt x="386136" y="105246"/>
                </a:cubicBezTo>
                <a:lnTo>
                  <a:pt x="465054" y="105246"/>
                </a:lnTo>
                <a:cubicBezTo>
                  <a:pt x="463002" y="88622"/>
                  <a:pt x="460441" y="81217"/>
                  <a:pt x="454037" y="73045"/>
                </a:cubicBezTo>
                <a:cubicBezTo>
                  <a:pt x="446346" y="63838"/>
                  <a:pt x="434562" y="58454"/>
                  <a:pt x="421238" y="58454"/>
                </a:cubicBezTo>
                <a:cubicBezTo>
                  <a:pt x="408426" y="58454"/>
                  <a:pt x="396384" y="63068"/>
                  <a:pt x="386649" y="71767"/>
                </a:cubicBezTo>
                <a:cubicBezTo>
                  <a:pt x="374603" y="82237"/>
                  <a:pt x="367686" y="100378"/>
                  <a:pt x="367686" y="121397"/>
                </a:cubicBezTo>
                <a:cubicBezTo>
                  <a:pt x="367686" y="156776"/>
                  <a:pt x="386136" y="178811"/>
                  <a:pt x="415600" y="178811"/>
                </a:cubicBezTo>
                <a:cubicBezTo>
                  <a:pt x="439942" y="178811"/>
                  <a:pt x="459158" y="163696"/>
                  <a:pt x="469922" y="136011"/>
                </a:cubicBezTo>
                <a:lnTo>
                  <a:pt x="465820" y="134217"/>
                </a:lnTo>
                <a:moveTo>
                  <a:pt x="386649" y="97047"/>
                </a:moveTo>
                <a:cubicBezTo>
                  <a:pt x="389464" y="77131"/>
                  <a:pt x="398178" y="67681"/>
                  <a:pt x="413805" y="67681"/>
                </a:cubicBezTo>
                <a:cubicBezTo>
                  <a:pt x="429437" y="67681"/>
                  <a:pt x="435587" y="74832"/>
                  <a:pt x="438918" y="97047"/>
                </a:cubicBezTo>
                <a:lnTo>
                  <a:pt x="386649" y="97047"/>
                </a:lnTo>
                <a:close/>
                <a:moveTo>
                  <a:pt x="479145" y="74343"/>
                </a:moveTo>
                <a:cubicBezTo>
                  <a:pt x="480682" y="73573"/>
                  <a:pt x="483247" y="73319"/>
                  <a:pt x="486065" y="73319"/>
                </a:cubicBezTo>
                <a:cubicBezTo>
                  <a:pt x="493240" y="73319"/>
                  <a:pt x="495543" y="77162"/>
                  <a:pt x="495543" y="89713"/>
                </a:cubicBezTo>
                <a:lnTo>
                  <a:pt x="495543" y="153253"/>
                </a:lnTo>
                <a:cubicBezTo>
                  <a:pt x="495543" y="167856"/>
                  <a:pt x="492724" y="171441"/>
                  <a:pt x="479657" y="172466"/>
                </a:cubicBezTo>
                <a:lnTo>
                  <a:pt x="479657" y="176309"/>
                </a:lnTo>
                <a:lnTo>
                  <a:pt x="533979" y="176309"/>
                </a:lnTo>
                <a:lnTo>
                  <a:pt x="533979" y="172466"/>
                </a:lnTo>
                <a:cubicBezTo>
                  <a:pt x="520909" y="171441"/>
                  <a:pt x="517066" y="168368"/>
                  <a:pt x="517066" y="159145"/>
                </a:cubicBezTo>
                <a:lnTo>
                  <a:pt x="517066" y="87152"/>
                </a:lnTo>
                <a:cubicBezTo>
                  <a:pt x="529366" y="75622"/>
                  <a:pt x="535004" y="72549"/>
                  <a:pt x="543460" y="72549"/>
                </a:cubicBezTo>
                <a:cubicBezTo>
                  <a:pt x="556014" y="72549"/>
                  <a:pt x="562164" y="80489"/>
                  <a:pt x="562164" y="97399"/>
                </a:cubicBezTo>
                <a:lnTo>
                  <a:pt x="562164" y="150947"/>
                </a:lnTo>
                <a:cubicBezTo>
                  <a:pt x="562164" y="167086"/>
                  <a:pt x="558833" y="171441"/>
                  <a:pt x="546021" y="172466"/>
                </a:cubicBezTo>
                <a:lnTo>
                  <a:pt x="546021" y="176309"/>
                </a:lnTo>
                <a:lnTo>
                  <a:pt x="599318" y="176309"/>
                </a:lnTo>
                <a:lnTo>
                  <a:pt x="599318" y="172466"/>
                </a:lnTo>
                <a:cubicBezTo>
                  <a:pt x="586760" y="171187"/>
                  <a:pt x="583687" y="168110"/>
                  <a:pt x="583687" y="155560"/>
                </a:cubicBezTo>
                <a:lnTo>
                  <a:pt x="583687" y="96887"/>
                </a:lnTo>
                <a:cubicBezTo>
                  <a:pt x="583687" y="72807"/>
                  <a:pt x="572412" y="58454"/>
                  <a:pt x="553453" y="58454"/>
                </a:cubicBezTo>
                <a:cubicBezTo>
                  <a:pt x="541666" y="58454"/>
                  <a:pt x="533721" y="62814"/>
                  <a:pt x="516299" y="79211"/>
                </a:cubicBezTo>
                <a:lnTo>
                  <a:pt x="516299" y="58970"/>
                </a:lnTo>
                <a:lnTo>
                  <a:pt x="514505" y="58454"/>
                </a:lnTo>
                <a:cubicBezTo>
                  <a:pt x="501951" y="63068"/>
                  <a:pt x="493240" y="65887"/>
                  <a:pt x="479145" y="69988"/>
                </a:cubicBezTo>
                <a:lnTo>
                  <a:pt x="479145" y="74343"/>
                </a:lnTo>
                <a:close/>
                <a:moveTo>
                  <a:pt x="724867" y="141215"/>
                </a:moveTo>
                <a:lnTo>
                  <a:pt x="721536" y="139933"/>
                </a:lnTo>
                <a:cubicBezTo>
                  <a:pt x="712055" y="154532"/>
                  <a:pt x="708724" y="156839"/>
                  <a:pt x="697194" y="156839"/>
                </a:cubicBezTo>
                <a:lnTo>
                  <a:pt x="635956" y="156839"/>
                </a:lnTo>
                <a:lnTo>
                  <a:pt x="679002" y="111759"/>
                </a:lnTo>
                <a:cubicBezTo>
                  <a:pt x="701807" y="87941"/>
                  <a:pt x="711801" y="68475"/>
                  <a:pt x="711801" y="48500"/>
                </a:cubicBezTo>
                <a:cubicBezTo>
                  <a:pt x="711801" y="22888"/>
                  <a:pt x="691044" y="3155"/>
                  <a:pt x="664399" y="3155"/>
                </a:cubicBezTo>
                <a:cubicBezTo>
                  <a:pt x="650304" y="3155"/>
                  <a:pt x="636980" y="8793"/>
                  <a:pt x="627499" y="19044"/>
                </a:cubicBezTo>
                <a:cubicBezTo>
                  <a:pt x="619300" y="27751"/>
                  <a:pt x="615457" y="35950"/>
                  <a:pt x="611102" y="54134"/>
                </a:cubicBezTo>
                <a:lnTo>
                  <a:pt x="616481" y="55413"/>
                </a:lnTo>
                <a:cubicBezTo>
                  <a:pt x="626733" y="30312"/>
                  <a:pt x="635956" y="22117"/>
                  <a:pt x="653636" y="22117"/>
                </a:cubicBezTo>
                <a:cubicBezTo>
                  <a:pt x="675159" y="22117"/>
                  <a:pt x="689765" y="36716"/>
                  <a:pt x="689765" y="58231"/>
                </a:cubicBezTo>
                <a:cubicBezTo>
                  <a:pt x="689765" y="78210"/>
                  <a:pt x="677978" y="102028"/>
                  <a:pt x="656454" y="124822"/>
                </a:cubicBezTo>
                <a:lnTo>
                  <a:pt x="610848" y="173236"/>
                </a:lnTo>
                <a:lnTo>
                  <a:pt x="610848" y="176309"/>
                </a:lnTo>
                <a:lnTo>
                  <a:pt x="710776" y="176309"/>
                </a:lnTo>
                <a:lnTo>
                  <a:pt x="724867" y="141215"/>
                </a:lnTo>
                <a:close/>
                <a:moveTo>
                  <a:pt x="763304" y="150622"/>
                </a:moveTo>
                <a:cubicBezTo>
                  <a:pt x="755613" y="150622"/>
                  <a:pt x="749209" y="157284"/>
                  <a:pt x="749209" y="165229"/>
                </a:cubicBezTo>
                <a:cubicBezTo>
                  <a:pt x="749209" y="172657"/>
                  <a:pt x="755613" y="179061"/>
                  <a:pt x="763045" y="179061"/>
                </a:cubicBezTo>
                <a:cubicBezTo>
                  <a:pt x="770990" y="179061"/>
                  <a:pt x="777652" y="172657"/>
                  <a:pt x="777652" y="165229"/>
                </a:cubicBezTo>
                <a:cubicBezTo>
                  <a:pt x="777652" y="157284"/>
                  <a:pt x="770990" y="150622"/>
                  <a:pt x="763304" y="150622"/>
                </a:cubicBezTo>
                <a:close/>
                <a:moveTo>
                  <a:pt x="841710" y="26903"/>
                </a:moveTo>
                <a:lnTo>
                  <a:pt x="891930" y="26903"/>
                </a:lnTo>
                <a:cubicBezTo>
                  <a:pt x="896027" y="26903"/>
                  <a:pt x="897052" y="26391"/>
                  <a:pt x="897822" y="24596"/>
                </a:cubicBezTo>
                <a:lnTo>
                  <a:pt x="907557" y="1791"/>
                </a:lnTo>
                <a:lnTo>
                  <a:pt x="905254" y="0"/>
                </a:lnTo>
                <a:cubicBezTo>
                  <a:pt x="901407" y="5380"/>
                  <a:pt x="898846" y="6658"/>
                  <a:pt x="893467" y="6658"/>
                </a:cubicBezTo>
                <a:lnTo>
                  <a:pt x="839915" y="6658"/>
                </a:lnTo>
                <a:lnTo>
                  <a:pt x="811984" y="67368"/>
                </a:lnTo>
                <a:cubicBezTo>
                  <a:pt x="811730" y="67881"/>
                  <a:pt x="811730" y="68139"/>
                  <a:pt x="811730" y="68651"/>
                </a:cubicBezTo>
                <a:cubicBezTo>
                  <a:pt x="811730" y="69929"/>
                  <a:pt x="812754" y="70700"/>
                  <a:pt x="814803" y="70700"/>
                </a:cubicBezTo>
                <a:cubicBezTo>
                  <a:pt x="823002" y="70700"/>
                  <a:pt x="833253" y="72494"/>
                  <a:pt x="843758" y="75821"/>
                </a:cubicBezTo>
                <a:cubicBezTo>
                  <a:pt x="873222" y="85298"/>
                  <a:pt x="886804" y="101180"/>
                  <a:pt x="886804" y="126534"/>
                </a:cubicBezTo>
                <a:cubicBezTo>
                  <a:pt x="886804" y="151123"/>
                  <a:pt x="871173" y="170335"/>
                  <a:pt x="851187" y="170335"/>
                </a:cubicBezTo>
                <a:cubicBezTo>
                  <a:pt x="846065" y="170335"/>
                  <a:pt x="841710" y="168540"/>
                  <a:pt x="834019" y="162906"/>
                </a:cubicBezTo>
                <a:cubicBezTo>
                  <a:pt x="825821" y="157015"/>
                  <a:pt x="819929" y="154454"/>
                  <a:pt x="814549" y="154454"/>
                </a:cubicBezTo>
                <a:cubicBezTo>
                  <a:pt x="807116" y="154454"/>
                  <a:pt x="803531" y="157527"/>
                  <a:pt x="803531" y="163931"/>
                </a:cubicBezTo>
                <a:cubicBezTo>
                  <a:pt x="803531" y="173666"/>
                  <a:pt x="815573" y="179812"/>
                  <a:pt x="834789" y="179812"/>
                </a:cubicBezTo>
                <a:cubicBezTo>
                  <a:pt x="856312" y="179812"/>
                  <a:pt x="874762" y="172896"/>
                  <a:pt x="887575" y="159833"/>
                </a:cubicBezTo>
                <a:cubicBezTo>
                  <a:pt x="899359" y="148308"/>
                  <a:pt x="904738" y="133709"/>
                  <a:pt x="904738" y="114242"/>
                </a:cubicBezTo>
                <a:cubicBezTo>
                  <a:pt x="904738" y="95800"/>
                  <a:pt x="899871" y="84020"/>
                  <a:pt x="887059" y="71212"/>
                </a:cubicBezTo>
                <a:cubicBezTo>
                  <a:pt x="875787" y="59944"/>
                  <a:pt x="861180" y="54052"/>
                  <a:pt x="830946" y="48672"/>
                </a:cubicBezTo>
                <a:lnTo>
                  <a:pt x="841710" y="26903"/>
                </a:lnTo>
                <a:close/>
                <a:moveTo>
                  <a:pt x="933435" y="110501"/>
                </a:moveTo>
                <a:lnTo>
                  <a:pt x="933435" y="126644"/>
                </a:lnTo>
                <a:lnTo>
                  <a:pt x="996468" y="126644"/>
                </a:lnTo>
                <a:lnTo>
                  <a:pt x="996468" y="110501"/>
                </a:lnTo>
                <a:lnTo>
                  <a:pt x="933435" y="110501"/>
                </a:lnTo>
                <a:close/>
                <a:moveTo>
                  <a:pt x="1187357" y="6658"/>
                </a:moveTo>
                <a:lnTo>
                  <a:pt x="1134830" y="6658"/>
                </a:lnTo>
                <a:lnTo>
                  <a:pt x="1134830" y="11530"/>
                </a:lnTo>
                <a:cubicBezTo>
                  <a:pt x="1148925" y="12296"/>
                  <a:pt x="1153534" y="15115"/>
                  <a:pt x="1153534" y="22289"/>
                </a:cubicBezTo>
                <a:cubicBezTo>
                  <a:pt x="1153534" y="26387"/>
                  <a:pt x="1151744" y="33303"/>
                  <a:pt x="1148667" y="40990"/>
                </a:cubicBezTo>
                <a:lnTo>
                  <a:pt x="1111000" y="135003"/>
                </a:lnTo>
                <a:lnTo>
                  <a:pt x="1072310" y="48418"/>
                </a:lnTo>
                <a:cubicBezTo>
                  <a:pt x="1063857" y="29718"/>
                  <a:pt x="1061804" y="23826"/>
                  <a:pt x="1061804" y="19983"/>
                </a:cubicBezTo>
                <a:cubicBezTo>
                  <a:pt x="1061804" y="15115"/>
                  <a:pt x="1065393" y="12554"/>
                  <a:pt x="1073592" y="12042"/>
                </a:cubicBezTo>
                <a:cubicBezTo>
                  <a:pt x="1074616" y="12042"/>
                  <a:pt x="1077435" y="11784"/>
                  <a:pt x="1081024" y="11530"/>
                </a:cubicBezTo>
                <a:lnTo>
                  <a:pt x="1081024" y="6658"/>
                </a:lnTo>
                <a:lnTo>
                  <a:pt x="1012866" y="6658"/>
                </a:lnTo>
                <a:lnTo>
                  <a:pt x="1012866" y="11530"/>
                </a:lnTo>
                <a:cubicBezTo>
                  <a:pt x="1025420" y="12042"/>
                  <a:pt x="1029010" y="15627"/>
                  <a:pt x="1040027" y="38425"/>
                </a:cubicBezTo>
                <a:lnTo>
                  <a:pt x="1103060" y="179061"/>
                </a:lnTo>
                <a:lnTo>
                  <a:pt x="1106903" y="179061"/>
                </a:lnTo>
                <a:lnTo>
                  <a:pt x="1163786" y="35352"/>
                </a:lnTo>
                <a:cubicBezTo>
                  <a:pt x="1172242" y="15115"/>
                  <a:pt x="1175057" y="12296"/>
                  <a:pt x="1187357" y="11530"/>
                </a:cubicBezTo>
                <a:lnTo>
                  <a:pt x="1187357" y="6658"/>
                </a:lnTo>
                <a:close/>
                <a:moveTo>
                  <a:pt x="1340584" y="131723"/>
                </a:moveTo>
                <a:cubicBezTo>
                  <a:pt x="1336229" y="141458"/>
                  <a:pt x="1332640" y="147354"/>
                  <a:pt x="1328796" y="151709"/>
                </a:cubicBezTo>
                <a:cubicBezTo>
                  <a:pt x="1319828" y="161706"/>
                  <a:pt x="1305737" y="166320"/>
                  <a:pt x="1284468" y="166320"/>
                </a:cubicBezTo>
                <a:lnTo>
                  <a:pt x="1267300" y="166320"/>
                </a:lnTo>
                <a:cubicBezTo>
                  <a:pt x="1248596" y="166320"/>
                  <a:pt x="1245265" y="164779"/>
                  <a:pt x="1245265" y="155810"/>
                </a:cubicBezTo>
                <a:lnTo>
                  <a:pt x="1245265" y="34593"/>
                </a:lnTo>
                <a:cubicBezTo>
                  <a:pt x="1245265" y="16397"/>
                  <a:pt x="1248854" y="12808"/>
                  <a:pt x="1269095" y="11530"/>
                </a:cubicBezTo>
                <a:lnTo>
                  <a:pt x="1269095" y="6658"/>
                </a:lnTo>
                <a:lnTo>
                  <a:pt x="1196839" y="6658"/>
                </a:lnTo>
                <a:lnTo>
                  <a:pt x="1196839" y="11530"/>
                </a:lnTo>
                <a:cubicBezTo>
                  <a:pt x="1215801" y="13066"/>
                  <a:pt x="1219133" y="16655"/>
                  <a:pt x="1219133" y="34593"/>
                </a:cubicBezTo>
                <a:lnTo>
                  <a:pt x="1219133" y="148378"/>
                </a:lnTo>
                <a:cubicBezTo>
                  <a:pt x="1219133" y="166320"/>
                  <a:pt x="1215543" y="170163"/>
                  <a:pt x="1196839" y="171441"/>
                </a:cubicBezTo>
                <a:lnTo>
                  <a:pt x="1196839" y="176309"/>
                </a:lnTo>
                <a:lnTo>
                  <a:pt x="1334688" y="176309"/>
                </a:lnTo>
                <a:lnTo>
                  <a:pt x="1346988" y="131726"/>
                </a:lnTo>
                <a:lnTo>
                  <a:pt x="1340584" y="1317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4" name="Text ✗">
            <a:extLst xmlns:a="http://schemas.openxmlformats.org/drawingml/2006/main">
              <a:ext uri="{FF2B5EF4-FFF2-40B4-BE49-F238E27FC236}">
                <a16:creationId xmlns:a16="http://schemas.microsoft.com/office/drawing/2014/main" id="{11A17A83-264D-4D2B-9A0A-DECF0B6C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747" y="5876736"/>
            <a:ext cx="146818" cy="186787"/>
          </a:xfrm>
          <a:custGeom xmlns:a="http://schemas.openxmlformats.org/drawingml/2006/main">
            <a:pathLst>
              <a:path w="146818" h="186787">
                <a:moveTo>
                  <a:pt x="96085" y="75075"/>
                </a:moveTo>
                <a:cubicBezTo>
                  <a:pt x="108127" y="58419"/>
                  <a:pt x="132469" y="26645"/>
                  <a:pt x="137083" y="21523"/>
                </a:cubicBezTo>
                <a:cubicBezTo>
                  <a:pt x="139389" y="18704"/>
                  <a:pt x="141438" y="16139"/>
                  <a:pt x="143745" y="13578"/>
                </a:cubicBezTo>
                <a:cubicBezTo>
                  <a:pt x="144769" y="12296"/>
                  <a:pt x="145794" y="11272"/>
                  <a:pt x="146052" y="10760"/>
                </a:cubicBezTo>
                <a:cubicBezTo>
                  <a:pt x="146564" y="10505"/>
                  <a:pt x="146818" y="9993"/>
                  <a:pt x="146818" y="9735"/>
                </a:cubicBezTo>
                <a:cubicBezTo>
                  <a:pt x="146818" y="9477"/>
                  <a:pt x="145281" y="6916"/>
                  <a:pt x="144769" y="6404"/>
                </a:cubicBezTo>
                <a:lnTo>
                  <a:pt x="142463" y="3843"/>
                </a:lnTo>
                <a:cubicBezTo>
                  <a:pt x="142463" y="3585"/>
                  <a:pt x="141950" y="2819"/>
                  <a:pt x="141438" y="2049"/>
                </a:cubicBezTo>
                <a:cubicBezTo>
                  <a:pt x="140414" y="512"/>
                  <a:pt x="140156" y="0"/>
                  <a:pt x="139902" y="0"/>
                </a:cubicBezTo>
                <a:lnTo>
                  <a:pt x="139644" y="0"/>
                </a:lnTo>
                <a:cubicBezTo>
                  <a:pt x="139389" y="0"/>
                  <a:pt x="138877" y="512"/>
                  <a:pt x="138619" y="766"/>
                </a:cubicBezTo>
                <a:cubicBezTo>
                  <a:pt x="137595" y="1791"/>
                  <a:pt x="136825" y="2561"/>
                  <a:pt x="136058" y="3585"/>
                </a:cubicBezTo>
                <a:cubicBezTo>
                  <a:pt x="135800" y="3843"/>
                  <a:pt x="135288" y="4355"/>
                  <a:pt x="134264" y="5122"/>
                </a:cubicBezTo>
                <a:cubicBezTo>
                  <a:pt x="130933" y="2561"/>
                  <a:pt x="126577" y="0"/>
                  <a:pt x="125295" y="0"/>
                </a:cubicBezTo>
                <a:cubicBezTo>
                  <a:pt x="124271" y="0"/>
                  <a:pt x="123758" y="512"/>
                  <a:pt x="114790" y="10505"/>
                </a:cubicBezTo>
                <a:cubicBezTo>
                  <a:pt x="95827" y="32541"/>
                  <a:pt x="86350" y="43812"/>
                  <a:pt x="81737" y="49450"/>
                </a:cubicBezTo>
                <a:cubicBezTo>
                  <a:pt x="80454" y="46377"/>
                  <a:pt x="80454" y="46377"/>
                  <a:pt x="78406" y="42534"/>
                </a:cubicBezTo>
                <a:cubicBezTo>
                  <a:pt x="73538" y="33565"/>
                  <a:pt x="69949" y="26391"/>
                  <a:pt x="67130" y="20753"/>
                </a:cubicBezTo>
                <a:cubicBezTo>
                  <a:pt x="59956" y="6150"/>
                  <a:pt x="59956" y="6150"/>
                  <a:pt x="57907" y="6150"/>
                </a:cubicBezTo>
                <a:cubicBezTo>
                  <a:pt x="57141" y="6150"/>
                  <a:pt x="56112" y="6662"/>
                  <a:pt x="55858" y="6916"/>
                </a:cubicBezTo>
                <a:cubicBezTo>
                  <a:pt x="55346" y="7687"/>
                  <a:pt x="54834" y="8453"/>
                  <a:pt x="54322" y="8965"/>
                </a:cubicBezTo>
                <a:lnTo>
                  <a:pt x="52527" y="10760"/>
                </a:lnTo>
                <a:cubicBezTo>
                  <a:pt x="51503" y="10505"/>
                  <a:pt x="50991" y="10505"/>
                  <a:pt x="50478" y="10505"/>
                </a:cubicBezTo>
                <a:cubicBezTo>
                  <a:pt x="49966" y="10505"/>
                  <a:pt x="49450" y="10505"/>
                  <a:pt x="48426" y="10760"/>
                </a:cubicBezTo>
                <a:cubicBezTo>
                  <a:pt x="46635" y="9477"/>
                  <a:pt x="45607" y="8965"/>
                  <a:pt x="44583" y="8965"/>
                </a:cubicBezTo>
                <a:cubicBezTo>
                  <a:pt x="42022" y="8965"/>
                  <a:pt x="37408" y="14603"/>
                  <a:pt x="37408" y="17680"/>
                </a:cubicBezTo>
                <a:cubicBezTo>
                  <a:pt x="37408" y="17934"/>
                  <a:pt x="38178" y="19983"/>
                  <a:pt x="39203" y="22547"/>
                </a:cubicBezTo>
                <a:lnTo>
                  <a:pt x="47401" y="46377"/>
                </a:lnTo>
                <a:cubicBezTo>
                  <a:pt x="50478" y="54576"/>
                  <a:pt x="53293" y="62516"/>
                  <a:pt x="56370" y="70461"/>
                </a:cubicBezTo>
                <a:cubicBezTo>
                  <a:pt x="56625" y="71485"/>
                  <a:pt x="57653" y="74050"/>
                  <a:pt x="58931" y="77893"/>
                </a:cubicBezTo>
                <a:cubicBezTo>
                  <a:pt x="27415" y="116326"/>
                  <a:pt x="17934" y="128626"/>
                  <a:pt x="13324" y="136825"/>
                </a:cubicBezTo>
                <a:cubicBezTo>
                  <a:pt x="8457" y="145536"/>
                  <a:pt x="5126" y="151431"/>
                  <a:pt x="4101" y="152710"/>
                </a:cubicBezTo>
                <a:cubicBezTo>
                  <a:pt x="1537" y="156041"/>
                  <a:pt x="0" y="158606"/>
                  <a:pt x="0" y="160142"/>
                </a:cubicBezTo>
                <a:cubicBezTo>
                  <a:pt x="0" y="160396"/>
                  <a:pt x="770" y="162191"/>
                  <a:pt x="1795" y="164752"/>
                </a:cubicBezTo>
                <a:cubicBezTo>
                  <a:pt x="2049" y="165522"/>
                  <a:pt x="2307" y="166292"/>
                  <a:pt x="2307" y="166546"/>
                </a:cubicBezTo>
                <a:cubicBezTo>
                  <a:pt x="2307" y="167059"/>
                  <a:pt x="1795" y="168853"/>
                  <a:pt x="1024" y="171414"/>
                </a:cubicBezTo>
                <a:cubicBezTo>
                  <a:pt x="770" y="172184"/>
                  <a:pt x="512" y="172696"/>
                  <a:pt x="512" y="173209"/>
                </a:cubicBezTo>
                <a:cubicBezTo>
                  <a:pt x="512" y="175257"/>
                  <a:pt x="512" y="175257"/>
                  <a:pt x="6150" y="184226"/>
                </a:cubicBezTo>
                <a:cubicBezTo>
                  <a:pt x="7432" y="186533"/>
                  <a:pt x="7945" y="186787"/>
                  <a:pt x="9993" y="186787"/>
                </a:cubicBezTo>
                <a:cubicBezTo>
                  <a:pt x="14607" y="186787"/>
                  <a:pt x="20753" y="185509"/>
                  <a:pt x="23318" y="183714"/>
                </a:cubicBezTo>
                <a:cubicBezTo>
                  <a:pt x="35360" y="162961"/>
                  <a:pt x="55858" y="130933"/>
                  <a:pt x="74050" y="105050"/>
                </a:cubicBezTo>
                <a:cubicBezTo>
                  <a:pt x="82507" y="119657"/>
                  <a:pt x="82507" y="119657"/>
                  <a:pt x="99675" y="145023"/>
                </a:cubicBezTo>
                <a:cubicBezTo>
                  <a:pt x="104542" y="151944"/>
                  <a:pt x="105821" y="153480"/>
                  <a:pt x="107873" y="153480"/>
                </a:cubicBezTo>
                <a:cubicBezTo>
                  <a:pt x="110946" y="153480"/>
                  <a:pt x="116072" y="149379"/>
                  <a:pt x="116072" y="147072"/>
                </a:cubicBezTo>
                <a:cubicBezTo>
                  <a:pt x="116072" y="146560"/>
                  <a:pt x="115814" y="145794"/>
                  <a:pt x="115302" y="144769"/>
                </a:cubicBezTo>
                <a:cubicBezTo>
                  <a:pt x="115048" y="144511"/>
                  <a:pt x="115048" y="143999"/>
                  <a:pt x="115048" y="143741"/>
                </a:cubicBezTo>
                <a:cubicBezTo>
                  <a:pt x="115048" y="143229"/>
                  <a:pt x="115814" y="142463"/>
                  <a:pt x="117608" y="141180"/>
                </a:cubicBezTo>
                <a:lnTo>
                  <a:pt x="120169" y="139131"/>
                </a:lnTo>
                <a:lnTo>
                  <a:pt x="120169" y="137337"/>
                </a:lnTo>
                <a:cubicBezTo>
                  <a:pt x="122222" y="136313"/>
                  <a:pt x="122988" y="135542"/>
                  <a:pt x="123758" y="133752"/>
                </a:cubicBezTo>
                <a:lnTo>
                  <a:pt x="122988" y="131187"/>
                </a:lnTo>
                <a:cubicBezTo>
                  <a:pt x="121964" y="129138"/>
                  <a:pt x="121964" y="128880"/>
                  <a:pt x="118633" y="121964"/>
                </a:cubicBezTo>
                <a:cubicBezTo>
                  <a:pt x="114023" y="111971"/>
                  <a:pt x="109410" y="101977"/>
                  <a:pt x="102490" y="87887"/>
                </a:cubicBezTo>
                <a:lnTo>
                  <a:pt x="96085" y="7507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5" name="Text ◆">
            <a:extLst xmlns:a="http://schemas.openxmlformats.org/drawingml/2006/main">
              <a:ext uri="{FF2B5EF4-FFF2-40B4-BE49-F238E27FC236}">
                <a16:creationId xmlns:a16="http://schemas.microsoft.com/office/drawing/2014/main" id="{A7DE6344-004A-4262-87EE-ABCB2525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671" y="5865183"/>
            <a:ext cx="184230" cy="184285"/>
          </a:xfrm>
          <a:custGeom xmlns:a="http://schemas.openxmlformats.org/drawingml/2006/main">
            <a:pathLst>
              <a:path w="184230" h="184285">
                <a:moveTo>
                  <a:pt x="92242" y="184285"/>
                </a:moveTo>
                <a:lnTo>
                  <a:pt x="184230" y="92015"/>
                </a:lnTo>
                <a:lnTo>
                  <a:pt x="92242" y="0"/>
                </a:lnTo>
                <a:lnTo>
                  <a:pt x="0" y="92015"/>
                </a:lnTo>
                <a:lnTo>
                  <a:pt x="92242" y="184285"/>
                </a:lnTo>
                <a:close/>
              </a:path>
            </a:pathLst>
          </a:custGeom>
          <a:solidFill xmlns:a="http://schemas.openxmlformats.org/drawingml/2006/main">
            <a:srgbClr val="FF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6" name="Text ✓✓">
            <a:extLst xmlns:a="http://schemas.openxmlformats.org/drawingml/2006/main">
              <a:ext uri="{FF2B5EF4-FFF2-40B4-BE49-F238E27FC236}">
                <a16:creationId xmlns:a16="http://schemas.microsoft.com/office/drawing/2014/main" id="{83FB6026-298C-41E7-B94F-8307E46A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117" y="5864980"/>
            <a:ext cx="684895" cy="184484"/>
          </a:xfrm>
          <a:custGeom xmlns:a="http://schemas.openxmlformats.org/drawingml/2006/main">
            <a:pathLst>
              <a:path w="684895" h="184484">
                <a:moveTo>
                  <a:pt x="176028" y="258"/>
                </a:moveTo>
                <a:cubicBezTo>
                  <a:pt x="161679" y="0"/>
                  <a:pt x="144511" y="5126"/>
                  <a:pt x="134006" y="12554"/>
                </a:cubicBezTo>
                <a:cubicBezTo>
                  <a:pt x="114277" y="32287"/>
                  <a:pt x="77123" y="84043"/>
                  <a:pt x="50475" y="129138"/>
                </a:cubicBezTo>
                <a:cubicBezTo>
                  <a:pt x="47143" y="135034"/>
                  <a:pt x="45607" y="136825"/>
                  <a:pt x="44070" y="136825"/>
                </a:cubicBezTo>
                <a:cubicBezTo>
                  <a:pt x="42534" y="136825"/>
                  <a:pt x="40739" y="134776"/>
                  <a:pt x="38945" y="130421"/>
                </a:cubicBezTo>
                <a:lnTo>
                  <a:pt x="31516" y="112229"/>
                </a:lnTo>
                <a:cubicBezTo>
                  <a:pt x="29976" y="108385"/>
                  <a:pt x="28697" y="107103"/>
                  <a:pt x="25620" y="107103"/>
                </a:cubicBezTo>
                <a:cubicBezTo>
                  <a:pt x="19987" y="107103"/>
                  <a:pt x="11784" y="110692"/>
                  <a:pt x="4610" y="116072"/>
                </a:cubicBezTo>
                <a:cubicBezTo>
                  <a:pt x="1278" y="118633"/>
                  <a:pt x="0" y="120940"/>
                  <a:pt x="0" y="124271"/>
                </a:cubicBezTo>
                <a:cubicBezTo>
                  <a:pt x="0" y="134776"/>
                  <a:pt x="8711" y="161167"/>
                  <a:pt x="18446" y="179875"/>
                </a:cubicBezTo>
                <a:cubicBezTo>
                  <a:pt x="20499" y="183972"/>
                  <a:pt x="22035" y="184484"/>
                  <a:pt x="32541" y="184484"/>
                </a:cubicBezTo>
                <a:cubicBezTo>
                  <a:pt x="45353" y="184484"/>
                  <a:pt x="48426" y="183460"/>
                  <a:pt x="51245" y="178334"/>
                </a:cubicBezTo>
                <a:cubicBezTo>
                  <a:pt x="78918" y="126835"/>
                  <a:pt x="137849" y="44841"/>
                  <a:pt x="176028" y="4355"/>
                </a:cubicBezTo>
                <a:lnTo>
                  <a:pt x="176028" y="258"/>
                </a:lnTo>
                <a:close/>
                <a:moveTo>
                  <a:pt x="684895" y="258"/>
                </a:moveTo>
                <a:cubicBezTo>
                  <a:pt x="670547" y="0"/>
                  <a:pt x="653379" y="5126"/>
                  <a:pt x="642874" y="12554"/>
                </a:cubicBezTo>
                <a:cubicBezTo>
                  <a:pt x="623145" y="32287"/>
                  <a:pt x="585991" y="84043"/>
                  <a:pt x="559342" y="129138"/>
                </a:cubicBezTo>
                <a:cubicBezTo>
                  <a:pt x="556011" y="135034"/>
                  <a:pt x="554475" y="136825"/>
                  <a:pt x="552938" y="136825"/>
                </a:cubicBezTo>
                <a:cubicBezTo>
                  <a:pt x="551402" y="136825"/>
                  <a:pt x="549607" y="134776"/>
                  <a:pt x="547813" y="130421"/>
                </a:cubicBezTo>
                <a:lnTo>
                  <a:pt x="540384" y="112229"/>
                </a:lnTo>
                <a:cubicBezTo>
                  <a:pt x="538844" y="108385"/>
                  <a:pt x="537565" y="107103"/>
                  <a:pt x="534488" y="107103"/>
                </a:cubicBezTo>
                <a:cubicBezTo>
                  <a:pt x="528854" y="107103"/>
                  <a:pt x="520652" y="110692"/>
                  <a:pt x="513477" y="116072"/>
                </a:cubicBezTo>
                <a:cubicBezTo>
                  <a:pt x="510146" y="118633"/>
                  <a:pt x="508868" y="120940"/>
                  <a:pt x="508868" y="124271"/>
                </a:cubicBezTo>
                <a:cubicBezTo>
                  <a:pt x="508868" y="134776"/>
                  <a:pt x="517579" y="161167"/>
                  <a:pt x="527314" y="179875"/>
                </a:cubicBezTo>
                <a:cubicBezTo>
                  <a:pt x="529367" y="183972"/>
                  <a:pt x="530903" y="184484"/>
                  <a:pt x="541409" y="184484"/>
                </a:cubicBezTo>
                <a:cubicBezTo>
                  <a:pt x="554221" y="184484"/>
                  <a:pt x="557294" y="183460"/>
                  <a:pt x="560113" y="178334"/>
                </a:cubicBezTo>
                <a:cubicBezTo>
                  <a:pt x="587786" y="126835"/>
                  <a:pt x="646717" y="44841"/>
                  <a:pt x="684895" y="4355"/>
                </a:cubicBezTo>
                <a:lnTo>
                  <a:pt x="684895" y="258"/>
                </a:lnTo>
                <a:close/>
              </a:path>
            </a:pathLst>
          </a:custGeom>
          <a:solidFill xmlns:a="http://schemas.openxmlformats.org/drawingml/2006/main">
            <a:srgbClr val="006B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A45BBB-2464-4A7D-846C-95D31EEC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1570" y="6156920"/>
            <a:ext cx="1252165" cy="244813"/>
          </a:xfrm>
          <a:custGeom xmlns:a="http://schemas.openxmlformats.org/drawingml/2006/main">
            <a:pathLst>
              <a:path w="1252165" h="244813">
                <a:moveTo>
                  <a:pt x="0" y="220512"/>
                </a:moveTo>
                <a:lnTo>
                  <a:pt x="0" y="24301"/>
                </a:lnTo>
                <a:cubicBezTo>
                  <a:pt x="0" y="10880"/>
                  <a:pt x="10880" y="0"/>
                  <a:pt x="24301" y="0"/>
                </a:cubicBezTo>
                <a:lnTo>
                  <a:pt x="1227864" y="0"/>
                </a:lnTo>
                <a:cubicBezTo>
                  <a:pt x="1241285" y="0"/>
                  <a:pt x="1252165" y="10880"/>
                  <a:pt x="1252165" y="24301"/>
                </a:cubicBezTo>
                <a:lnTo>
                  <a:pt x="1252165" y="220512"/>
                </a:lnTo>
                <a:cubicBezTo>
                  <a:pt x="1252165" y="233934"/>
                  <a:pt x="1241285" y="244813"/>
                  <a:pt x="1227864" y="244813"/>
                </a:cubicBezTo>
                <a:lnTo>
                  <a:pt x="24301" y="244813"/>
                </a:lnTo>
                <a:cubicBezTo>
                  <a:pt x="10880" y="244813"/>
                  <a:pt x="0" y="233934"/>
                  <a:pt x="0" y="220512"/>
                </a:cubicBezTo>
                <a:close/>
              </a:path>
            </a:pathLst>
          </a:custGeom>
          <a:solidFill xmlns:a="http://schemas.openxmlformats.org/drawingml/2006/main">
            <a:srgbClr val="F781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3D7885-FEE0-47C3-8C3B-07B2F88F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871" y="6181221"/>
            <a:ext cx="1203563" cy="196211"/>
          </a:xfrm>
          <a:custGeom xmlns:a="http://schemas.openxmlformats.org/drawingml/2006/main">
            <a:pathLst>
              <a:path w="1203563" h="196211">
                <a:moveTo>
                  <a:pt x="0" y="196211"/>
                </a:moveTo>
                <a:lnTo>
                  <a:pt x="0" y="0"/>
                </a:lnTo>
                <a:lnTo>
                  <a:pt x="1203563" y="0"/>
                </a:lnTo>
                <a:lnTo>
                  <a:pt x="1203563" y="196211"/>
                </a:lnTo>
                <a:lnTo>
                  <a:pt x="0" y="196211"/>
                </a:lnTo>
                <a:close/>
              </a:path>
            </a:pathLst>
          </a:custGeom>
          <a:solidFill xmlns:a="http://schemas.openxmlformats.org/drawingml/2006/main">
            <a:srgbClr val="FDE6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9" name="Text LLaV">
            <a:extLst xmlns:a="http://schemas.openxmlformats.org/drawingml/2006/main">
              <a:ext uri="{FF2B5EF4-FFF2-40B4-BE49-F238E27FC236}">
                <a16:creationId xmlns:a16="http://schemas.microsoft.com/office/drawing/2014/main" id="{1B115774-F06B-42C7-AAA5-624DEAE4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7424" y="6195247"/>
            <a:ext cx="602391" cy="172403"/>
          </a:xfrm>
          <a:custGeom xmlns:a="http://schemas.openxmlformats.org/drawingml/2006/main">
            <a:pathLst>
              <a:path w="602391" h="172403">
                <a:moveTo>
                  <a:pt x="143745" y="125064"/>
                </a:moveTo>
                <a:cubicBezTo>
                  <a:pt x="139389" y="134799"/>
                  <a:pt x="135800" y="140695"/>
                  <a:pt x="131957" y="145051"/>
                </a:cubicBezTo>
                <a:cubicBezTo>
                  <a:pt x="122988" y="155048"/>
                  <a:pt x="108898" y="159661"/>
                  <a:pt x="87629" y="159661"/>
                </a:cubicBezTo>
                <a:lnTo>
                  <a:pt x="70461" y="159661"/>
                </a:lnTo>
                <a:cubicBezTo>
                  <a:pt x="51757" y="159661"/>
                  <a:pt x="48426" y="158121"/>
                  <a:pt x="48426" y="149152"/>
                </a:cubicBezTo>
                <a:lnTo>
                  <a:pt x="48426" y="27935"/>
                </a:lnTo>
                <a:cubicBezTo>
                  <a:pt x="48426" y="9739"/>
                  <a:pt x="52015" y="6150"/>
                  <a:pt x="72256" y="4872"/>
                </a:cubicBezTo>
                <a:lnTo>
                  <a:pt x="72256" y="0"/>
                </a:lnTo>
                <a:lnTo>
                  <a:pt x="0" y="0"/>
                </a:lnTo>
                <a:lnTo>
                  <a:pt x="0" y="4872"/>
                </a:lnTo>
                <a:cubicBezTo>
                  <a:pt x="18962" y="6408"/>
                  <a:pt x="22293" y="9997"/>
                  <a:pt x="22293" y="27935"/>
                </a:cubicBezTo>
                <a:lnTo>
                  <a:pt x="22293" y="141720"/>
                </a:lnTo>
                <a:cubicBezTo>
                  <a:pt x="22293" y="159661"/>
                  <a:pt x="18704" y="163505"/>
                  <a:pt x="0" y="164783"/>
                </a:cubicBezTo>
                <a:lnTo>
                  <a:pt x="0" y="169651"/>
                </a:lnTo>
                <a:lnTo>
                  <a:pt x="137849" y="169651"/>
                </a:lnTo>
                <a:lnTo>
                  <a:pt x="150149" y="125068"/>
                </a:lnTo>
                <a:lnTo>
                  <a:pt x="143745" y="125064"/>
                </a:lnTo>
                <a:close/>
                <a:moveTo>
                  <a:pt x="300300" y="125064"/>
                </a:moveTo>
                <a:cubicBezTo>
                  <a:pt x="295944" y="134799"/>
                  <a:pt x="292355" y="140695"/>
                  <a:pt x="288512" y="145051"/>
                </a:cubicBezTo>
                <a:cubicBezTo>
                  <a:pt x="279543" y="155048"/>
                  <a:pt x="265453" y="159661"/>
                  <a:pt x="244184" y="159661"/>
                </a:cubicBezTo>
                <a:lnTo>
                  <a:pt x="227016" y="159661"/>
                </a:lnTo>
                <a:cubicBezTo>
                  <a:pt x="208312" y="159661"/>
                  <a:pt x="204981" y="158121"/>
                  <a:pt x="204981" y="149152"/>
                </a:cubicBezTo>
                <a:lnTo>
                  <a:pt x="204981" y="27935"/>
                </a:lnTo>
                <a:cubicBezTo>
                  <a:pt x="204981" y="9739"/>
                  <a:pt x="208570" y="6150"/>
                  <a:pt x="228811" y="4872"/>
                </a:cubicBezTo>
                <a:lnTo>
                  <a:pt x="228811" y="0"/>
                </a:lnTo>
                <a:lnTo>
                  <a:pt x="156555" y="0"/>
                </a:lnTo>
                <a:lnTo>
                  <a:pt x="156555" y="4872"/>
                </a:lnTo>
                <a:cubicBezTo>
                  <a:pt x="175517" y="6408"/>
                  <a:pt x="178848" y="9997"/>
                  <a:pt x="178848" y="27935"/>
                </a:cubicBezTo>
                <a:lnTo>
                  <a:pt x="178848" y="141720"/>
                </a:lnTo>
                <a:cubicBezTo>
                  <a:pt x="178848" y="159661"/>
                  <a:pt x="175259" y="163505"/>
                  <a:pt x="156555" y="164783"/>
                </a:cubicBezTo>
                <a:lnTo>
                  <a:pt x="156555" y="169651"/>
                </a:lnTo>
                <a:lnTo>
                  <a:pt x="294404" y="169651"/>
                </a:lnTo>
                <a:lnTo>
                  <a:pt x="306704" y="125068"/>
                </a:lnTo>
                <a:lnTo>
                  <a:pt x="300300" y="125064"/>
                </a:lnTo>
                <a:close/>
                <a:moveTo>
                  <a:pt x="423287" y="152686"/>
                </a:moveTo>
                <a:cubicBezTo>
                  <a:pt x="418932" y="156268"/>
                  <a:pt x="415859" y="157550"/>
                  <a:pt x="412015" y="157550"/>
                </a:cubicBezTo>
                <a:cubicBezTo>
                  <a:pt x="406123" y="157550"/>
                  <a:pt x="404329" y="153965"/>
                  <a:pt x="404329" y="142701"/>
                </a:cubicBezTo>
                <a:lnTo>
                  <a:pt x="404329" y="92770"/>
                </a:lnTo>
                <a:cubicBezTo>
                  <a:pt x="404329" y="79453"/>
                  <a:pt x="403047" y="72029"/>
                  <a:pt x="399203" y="65883"/>
                </a:cubicBezTo>
                <a:cubicBezTo>
                  <a:pt x="393565" y="56668"/>
                  <a:pt x="382548" y="51796"/>
                  <a:pt x="367433" y="51796"/>
                </a:cubicBezTo>
                <a:cubicBezTo>
                  <a:pt x="343345" y="51796"/>
                  <a:pt x="324387" y="64346"/>
                  <a:pt x="324387" y="80478"/>
                </a:cubicBezTo>
                <a:cubicBezTo>
                  <a:pt x="324387" y="86370"/>
                  <a:pt x="329509" y="91488"/>
                  <a:pt x="335404" y="91488"/>
                </a:cubicBezTo>
                <a:cubicBezTo>
                  <a:pt x="341550" y="91488"/>
                  <a:pt x="346934" y="86370"/>
                  <a:pt x="346934" y="80736"/>
                </a:cubicBezTo>
                <a:cubicBezTo>
                  <a:pt x="346934" y="79711"/>
                  <a:pt x="346676" y="78429"/>
                  <a:pt x="346422" y="76638"/>
                </a:cubicBezTo>
                <a:cubicBezTo>
                  <a:pt x="345910" y="74336"/>
                  <a:pt x="345652" y="72287"/>
                  <a:pt x="345652" y="70492"/>
                </a:cubicBezTo>
                <a:cubicBezTo>
                  <a:pt x="345652" y="63580"/>
                  <a:pt x="353850" y="57946"/>
                  <a:pt x="364102" y="57946"/>
                </a:cubicBezTo>
                <a:cubicBezTo>
                  <a:pt x="376656" y="57946"/>
                  <a:pt x="383572" y="65371"/>
                  <a:pt x="383572" y="79199"/>
                </a:cubicBezTo>
                <a:lnTo>
                  <a:pt x="383572" y="94819"/>
                </a:lnTo>
                <a:cubicBezTo>
                  <a:pt x="344115" y="110692"/>
                  <a:pt x="339760" y="112741"/>
                  <a:pt x="328742" y="122472"/>
                </a:cubicBezTo>
                <a:cubicBezTo>
                  <a:pt x="323104" y="127594"/>
                  <a:pt x="319515" y="136297"/>
                  <a:pt x="319515" y="144746"/>
                </a:cubicBezTo>
                <a:cubicBezTo>
                  <a:pt x="319515" y="160881"/>
                  <a:pt x="330791" y="172153"/>
                  <a:pt x="346422" y="172153"/>
                </a:cubicBezTo>
                <a:cubicBezTo>
                  <a:pt x="357694" y="172153"/>
                  <a:pt x="368199" y="166773"/>
                  <a:pt x="383830" y="153449"/>
                </a:cubicBezTo>
                <a:cubicBezTo>
                  <a:pt x="385113" y="166773"/>
                  <a:pt x="389722" y="172153"/>
                  <a:pt x="400228" y="172153"/>
                </a:cubicBezTo>
                <a:cubicBezTo>
                  <a:pt x="408938" y="172153"/>
                  <a:pt x="414322" y="169080"/>
                  <a:pt x="423287" y="159345"/>
                </a:cubicBezTo>
                <a:lnTo>
                  <a:pt x="423287" y="152686"/>
                </a:lnTo>
                <a:moveTo>
                  <a:pt x="383572" y="138076"/>
                </a:moveTo>
                <a:cubicBezTo>
                  <a:pt x="383572" y="146020"/>
                  <a:pt x="382294" y="148327"/>
                  <a:pt x="376910" y="151400"/>
                </a:cubicBezTo>
                <a:cubicBezTo>
                  <a:pt x="370764" y="154989"/>
                  <a:pt x="363590" y="157292"/>
                  <a:pt x="358206" y="157292"/>
                </a:cubicBezTo>
                <a:cubicBezTo>
                  <a:pt x="349241" y="157292"/>
                  <a:pt x="342067" y="148581"/>
                  <a:pt x="342067" y="137564"/>
                </a:cubicBezTo>
                <a:lnTo>
                  <a:pt x="342067" y="136539"/>
                </a:lnTo>
                <a:cubicBezTo>
                  <a:pt x="342067" y="121420"/>
                  <a:pt x="352568" y="112197"/>
                  <a:pt x="383572" y="100922"/>
                </a:cubicBezTo>
                <a:lnTo>
                  <a:pt x="383572" y="138076"/>
                </a:lnTo>
                <a:close/>
                <a:moveTo>
                  <a:pt x="602391" y="0"/>
                </a:moveTo>
                <a:lnTo>
                  <a:pt x="549864" y="0"/>
                </a:lnTo>
                <a:lnTo>
                  <a:pt x="549864" y="4872"/>
                </a:lnTo>
                <a:cubicBezTo>
                  <a:pt x="563959" y="5638"/>
                  <a:pt x="568568" y="8457"/>
                  <a:pt x="568568" y="15631"/>
                </a:cubicBezTo>
                <a:cubicBezTo>
                  <a:pt x="568568" y="19728"/>
                  <a:pt x="566778" y="26645"/>
                  <a:pt x="563701" y="34331"/>
                </a:cubicBezTo>
                <a:lnTo>
                  <a:pt x="526034" y="128345"/>
                </a:lnTo>
                <a:lnTo>
                  <a:pt x="487344" y="41760"/>
                </a:lnTo>
                <a:cubicBezTo>
                  <a:pt x="478891" y="23060"/>
                  <a:pt x="476838" y="17168"/>
                  <a:pt x="476838" y="13324"/>
                </a:cubicBezTo>
                <a:cubicBezTo>
                  <a:pt x="476838" y="8457"/>
                  <a:pt x="480427" y="5896"/>
                  <a:pt x="488626" y="5384"/>
                </a:cubicBezTo>
                <a:cubicBezTo>
                  <a:pt x="489650" y="5384"/>
                  <a:pt x="492469" y="5126"/>
                  <a:pt x="496058" y="4872"/>
                </a:cubicBezTo>
                <a:lnTo>
                  <a:pt x="496058" y="0"/>
                </a:lnTo>
                <a:lnTo>
                  <a:pt x="427900" y="0"/>
                </a:lnTo>
                <a:lnTo>
                  <a:pt x="427900" y="4872"/>
                </a:lnTo>
                <a:cubicBezTo>
                  <a:pt x="440454" y="5384"/>
                  <a:pt x="444044" y="8969"/>
                  <a:pt x="455061" y="31767"/>
                </a:cubicBezTo>
                <a:lnTo>
                  <a:pt x="518094" y="172403"/>
                </a:lnTo>
                <a:lnTo>
                  <a:pt x="521937" y="172403"/>
                </a:lnTo>
                <a:lnTo>
                  <a:pt x="578820" y="28693"/>
                </a:lnTo>
                <a:cubicBezTo>
                  <a:pt x="587276" y="8457"/>
                  <a:pt x="590091" y="5638"/>
                  <a:pt x="602391" y="4872"/>
                </a:cubicBezTo>
                <a:lnTo>
                  <a:pt x="60239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0" name="Text A-ST">
            <a:extLst xmlns:a="http://schemas.openxmlformats.org/drawingml/2006/main">
              <a:ext uri="{FF2B5EF4-FFF2-40B4-BE49-F238E27FC236}">
                <a16:creationId xmlns:a16="http://schemas.microsoft.com/office/drawing/2014/main" id="{882A6A3A-07D1-4D71-9050-E88767A4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476" y="6191662"/>
            <a:ext cx="560881" cy="176739"/>
          </a:xfrm>
          <a:custGeom xmlns:a="http://schemas.openxmlformats.org/drawingml/2006/main">
            <a:pathLst>
              <a:path w="560881" h="176739">
                <a:moveTo>
                  <a:pt x="177052" y="168368"/>
                </a:moveTo>
                <a:cubicBezTo>
                  <a:pt x="165522" y="167602"/>
                  <a:pt x="162961" y="165041"/>
                  <a:pt x="153992" y="146095"/>
                </a:cubicBezTo>
                <a:lnTo>
                  <a:pt x="90190" y="583"/>
                </a:lnTo>
                <a:lnTo>
                  <a:pt x="85068" y="583"/>
                </a:lnTo>
                <a:lnTo>
                  <a:pt x="31770" y="126382"/>
                </a:lnTo>
                <a:cubicBezTo>
                  <a:pt x="15373" y="163763"/>
                  <a:pt x="12296" y="167856"/>
                  <a:pt x="0" y="168368"/>
                </a:cubicBezTo>
                <a:lnTo>
                  <a:pt x="0" y="173236"/>
                </a:lnTo>
                <a:lnTo>
                  <a:pt x="50733" y="173236"/>
                </a:lnTo>
                <a:lnTo>
                  <a:pt x="50733" y="168368"/>
                </a:lnTo>
                <a:cubicBezTo>
                  <a:pt x="38433" y="168368"/>
                  <a:pt x="33307" y="165041"/>
                  <a:pt x="33307" y="157875"/>
                </a:cubicBezTo>
                <a:cubicBezTo>
                  <a:pt x="33307" y="154802"/>
                  <a:pt x="34077" y="151216"/>
                  <a:pt x="35360" y="147889"/>
                </a:cubicBezTo>
                <a:lnTo>
                  <a:pt x="47143" y="117933"/>
                </a:lnTo>
                <a:lnTo>
                  <a:pt x="114277" y="117933"/>
                </a:lnTo>
                <a:lnTo>
                  <a:pt x="124783" y="142513"/>
                </a:lnTo>
                <a:cubicBezTo>
                  <a:pt x="127856" y="149426"/>
                  <a:pt x="129650" y="156080"/>
                  <a:pt x="129650" y="159665"/>
                </a:cubicBezTo>
                <a:cubicBezTo>
                  <a:pt x="129650" y="166066"/>
                  <a:pt x="125295" y="168114"/>
                  <a:pt x="111713" y="168368"/>
                </a:cubicBezTo>
                <a:lnTo>
                  <a:pt x="111713" y="173236"/>
                </a:lnTo>
                <a:lnTo>
                  <a:pt x="177052" y="173236"/>
                </a:lnTo>
                <a:lnTo>
                  <a:pt x="177052" y="168368"/>
                </a:lnTo>
                <a:moveTo>
                  <a:pt x="51499" y="107427"/>
                </a:moveTo>
                <a:lnTo>
                  <a:pt x="80966" y="36966"/>
                </a:lnTo>
                <a:lnTo>
                  <a:pt x="110688" y="107427"/>
                </a:lnTo>
                <a:lnTo>
                  <a:pt x="51499" y="107427"/>
                </a:lnTo>
                <a:close/>
                <a:moveTo>
                  <a:pt x="191143" y="107427"/>
                </a:moveTo>
                <a:lnTo>
                  <a:pt x="191143" y="123571"/>
                </a:lnTo>
                <a:lnTo>
                  <a:pt x="254176" y="123571"/>
                </a:lnTo>
                <a:lnTo>
                  <a:pt x="254176" y="107427"/>
                </a:lnTo>
                <a:lnTo>
                  <a:pt x="191143" y="107427"/>
                </a:lnTo>
                <a:close/>
                <a:moveTo>
                  <a:pt x="381009" y="0"/>
                </a:moveTo>
                <a:lnTo>
                  <a:pt x="375629" y="0"/>
                </a:lnTo>
                <a:cubicBezTo>
                  <a:pt x="374605" y="5892"/>
                  <a:pt x="371786" y="8711"/>
                  <a:pt x="367431" y="8711"/>
                </a:cubicBezTo>
                <a:cubicBezTo>
                  <a:pt x="364866" y="8711"/>
                  <a:pt x="360510" y="7687"/>
                  <a:pt x="356155" y="5638"/>
                </a:cubicBezTo>
                <a:cubicBezTo>
                  <a:pt x="346674" y="2135"/>
                  <a:pt x="337193" y="82"/>
                  <a:pt x="328994" y="82"/>
                </a:cubicBezTo>
                <a:cubicBezTo>
                  <a:pt x="317977" y="82"/>
                  <a:pt x="306705" y="4441"/>
                  <a:pt x="298248" y="11870"/>
                </a:cubicBezTo>
                <a:cubicBezTo>
                  <a:pt x="289279" y="19807"/>
                  <a:pt x="284670" y="30558"/>
                  <a:pt x="284670" y="43871"/>
                </a:cubicBezTo>
                <a:cubicBezTo>
                  <a:pt x="284670" y="64350"/>
                  <a:pt x="295941" y="78683"/>
                  <a:pt x="324639" y="93790"/>
                </a:cubicBezTo>
                <a:cubicBezTo>
                  <a:pt x="343089" y="103518"/>
                  <a:pt x="356413" y="114011"/>
                  <a:pt x="362817" y="123743"/>
                </a:cubicBezTo>
                <a:cubicBezTo>
                  <a:pt x="365124" y="127070"/>
                  <a:pt x="366406" y="132446"/>
                  <a:pt x="366406" y="138588"/>
                </a:cubicBezTo>
                <a:cubicBezTo>
                  <a:pt x="366406" y="155740"/>
                  <a:pt x="353594" y="167516"/>
                  <a:pt x="334890" y="167516"/>
                </a:cubicBezTo>
                <a:cubicBezTo>
                  <a:pt x="312085" y="167516"/>
                  <a:pt x="295941" y="153437"/>
                  <a:pt x="283129" y="122206"/>
                </a:cubicBezTo>
                <a:lnTo>
                  <a:pt x="277237" y="122206"/>
                </a:lnTo>
                <a:lnTo>
                  <a:pt x="284924" y="176485"/>
                </a:lnTo>
                <a:lnTo>
                  <a:pt x="290562" y="176485"/>
                </a:lnTo>
                <a:cubicBezTo>
                  <a:pt x="290816" y="171699"/>
                  <a:pt x="293893" y="168114"/>
                  <a:pt x="297736" y="168114"/>
                </a:cubicBezTo>
                <a:cubicBezTo>
                  <a:pt x="300555" y="168114"/>
                  <a:pt x="304910" y="169139"/>
                  <a:pt x="309778" y="170933"/>
                </a:cubicBezTo>
                <a:cubicBezTo>
                  <a:pt x="319513" y="174690"/>
                  <a:pt x="329764" y="176739"/>
                  <a:pt x="340012" y="176739"/>
                </a:cubicBezTo>
                <a:cubicBezTo>
                  <a:pt x="369479" y="176739"/>
                  <a:pt x="392285" y="156510"/>
                  <a:pt x="392285" y="130139"/>
                </a:cubicBezTo>
                <a:cubicBezTo>
                  <a:pt x="392285" y="109148"/>
                  <a:pt x="378190" y="92508"/>
                  <a:pt x="344367" y="74332"/>
                </a:cubicBezTo>
                <a:cubicBezTo>
                  <a:pt x="317464" y="59486"/>
                  <a:pt x="306705" y="48223"/>
                  <a:pt x="306705" y="34398"/>
                </a:cubicBezTo>
                <a:cubicBezTo>
                  <a:pt x="306705" y="20319"/>
                  <a:pt x="317464" y="10588"/>
                  <a:pt x="333350" y="10588"/>
                </a:cubicBezTo>
                <a:cubicBezTo>
                  <a:pt x="344883" y="10588"/>
                  <a:pt x="355643" y="15455"/>
                  <a:pt x="364612" y="24670"/>
                </a:cubicBezTo>
                <a:cubicBezTo>
                  <a:pt x="372552" y="32861"/>
                  <a:pt x="376142" y="39516"/>
                  <a:pt x="380243" y="54623"/>
                </a:cubicBezTo>
                <a:lnTo>
                  <a:pt x="386647" y="54623"/>
                </a:lnTo>
                <a:lnTo>
                  <a:pt x="381009" y="0"/>
                </a:lnTo>
                <a:close/>
                <a:moveTo>
                  <a:pt x="474022" y="14349"/>
                </a:moveTo>
                <a:lnTo>
                  <a:pt x="474022" y="142486"/>
                </a:lnTo>
                <a:cubicBezTo>
                  <a:pt x="474022" y="164271"/>
                  <a:pt x="471203" y="167090"/>
                  <a:pt x="449934" y="168368"/>
                </a:cubicBezTo>
                <a:lnTo>
                  <a:pt x="449934" y="173236"/>
                </a:lnTo>
                <a:lnTo>
                  <a:pt x="524755" y="173236"/>
                </a:lnTo>
                <a:lnTo>
                  <a:pt x="524755" y="168368"/>
                </a:lnTo>
                <a:cubicBezTo>
                  <a:pt x="503744" y="167344"/>
                  <a:pt x="500155" y="164013"/>
                  <a:pt x="500155" y="145305"/>
                </a:cubicBezTo>
                <a:lnTo>
                  <a:pt x="500155" y="14349"/>
                </a:lnTo>
                <a:lnTo>
                  <a:pt x="513991" y="14349"/>
                </a:lnTo>
                <a:cubicBezTo>
                  <a:pt x="543201" y="14349"/>
                  <a:pt x="548839" y="18962"/>
                  <a:pt x="554735" y="47151"/>
                </a:cubicBezTo>
                <a:lnTo>
                  <a:pt x="560881" y="47151"/>
                </a:lnTo>
                <a:lnTo>
                  <a:pt x="559344" y="3585"/>
                </a:lnTo>
                <a:lnTo>
                  <a:pt x="414833" y="3585"/>
                </a:lnTo>
                <a:lnTo>
                  <a:pt x="413296" y="47151"/>
                </a:lnTo>
                <a:lnTo>
                  <a:pt x="419442" y="47151"/>
                </a:lnTo>
                <a:cubicBezTo>
                  <a:pt x="425592" y="19216"/>
                  <a:pt x="431488" y="14349"/>
                  <a:pt x="460186" y="14349"/>
                </a:cubicBezTo>
                <a:lnTo>
                  <a:pt x="474022" y="143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1" name="Text ✗">
            <a:extLst xmlns:a="http://schemas.openxmlformats.org/drawingml/2006/main">
              <a:ext uri="{FF2B5EF4-FFF2-40B4-BE49-F238E27FC236}">
                <a16:creationId xmlns:a16="http://schemas.microsoft.com/office/drawing/2014/main" id="{B9A3CEA3-9298-445D-ADB5-E74321A8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747" y="6218368"/>
            <a:ext cx="146818" cy="186787"/>
          </a:xfrm>
          <a:custGeom xmlns:a="http://schemas.openxmlformats.org/drawingml/2006/main">
            <a:pathLst>
              <a:path w="146818" h="186787">
                <a:moveTo>
                  <a:pt x="96085" y="75075"/>
                </a:moveTo>
                <a:cubicBezTo>
                  <a:pt x="108127" y="58419"/>
                  <a:pt x="132469" y="26645"/>
                  <a:pt x="137083" y="21523"/>
                </a:cubicBezTo>
                <a:cubicBezTo>
                  <a:pt x="139389" y="18704"/>
                  <a:pt x="141438" y="16139"/>
                  <a:pt x="143745" y="13578"/>
                </a:cubicBezTo>
                <a:cubicBezTo>
                  <a:pt x="144769" y="12296"/>
                  <a:pt x="145794" y="11272"/>
                  <a:pt x="146052" y="10760"/>
                </a:cubicBezTo>
                <a:cubicBezTo>
                  <a:pt x="146564" y="10505"/>
                  <a:pt x="146818" y="9993"/>
                  <a:pt x="146818" y="9735"/>
                </a:cubicBezTo>
                <a:cubicBezTo>
                  <a:pt x="146818" y="9477"/>
                  <a:pt x="145281" y="6916"/>
                  <a:pt x="144769" y="6404"/>
                </a:cubicBezTo>
                <a:lnTo>
                  <a:pt x="142463" y="3843"/>
                </a:lnTo>
                <a:cubicBezTo>
                  <a:pt x="142463" y="3585"/>
                  <a:pt x="141950" y="2819"/>
                  <a:pt x="141438" y="2049"/>
                </a:cubicBezTo>
                <a:cubicBezTo>
                  <a:pt x="140414" y="512"/>
                  <a:pt x="140156" y="0"/>
                  <a:pt x="139902" y="0"/>
                </a:cubicBezTo>
                <a:lnTo>
                  <a:pt x="139644" y="0"/>
                </a:lnTo>
                <a:cubicBezTo>
                  <a:pt x="139389" y="0"/>
                  <a:pt x="138877" y="512"/>
                  <a:pt x="138619" y="766"/>
                </a:cubicBezTo>
                <a:cubicBezTo>
                  <a:pt x="137595" y="1791"/>
                  <a:pt x="136825" y="2561"/>
                  <a:pt x="136058" y="3585"/>
                </a:cubicBezTo>
                <a:cubicBezTo>
                  <a:pt x="135800" y="3843"/>
                  <a:pt x="135288" y="4355"/>
                  <a:pt x="134264" y="5122"/>
                </a:cubicBezTo>
                <a:cubicBezTo>
                  <a:pt x="130933" y="2561"/>
                  <a:pt x="126577" y="0"/>
                  <a:pt x="125295" y="0"/>
                </a:cubicBezTo>
                <a:cubicBezTo>
                  <a:pt x="124271" y="0"/>
                  <a:pt x="123758" y="512"/>
                  <a:pt x="114790" y="10505"/>
                </a:cubicBezTo>
                <a:cubicBezTo>
                  <a:pt x="95827" y="32541"/>
                  <a:pt x="86350" y="43812"/>
                  <a:pt x="81737" y="49450"/>
                </a:cubicBezTo>
                <a:cubicBezTo>
                  <a:pt x="80454" y="46377"/>
                  <a:pt x="80454" y="46377"/>
                  <a:pt x="78406" y="42534"/>
                </a:cubicBezTo>
                <a:cubicBezTo>
                  <a:pt x="73538" y="33565"/>
                  <a:pt x="69949" y="26391"/>
                  <a:pt x="67130" y="20753"/>
                </a:cubicBezTo>
                <a:cubicBezTo>
                  <a:pt x="59956" y="6150"/>
                  <a:pt x="59956" y="6150"/>
                  <a:pt x="57907" y="6150"/>
                </a:cubicBezTo>
                <a:cubicBezTo>
                  <a:pt x="57141" y="6150"/>
                  <a:pt x="56112" y="6662"/>
                  <a:pt x="55858" y="6916"/>
                </a:cubicBezTo>
                <a:cubicBezTo>
                  <a:pt x="55346" y="7687"/>
                  <a:pt x="54834" y="8453"/>
                  <a:pt x="54322" y="8965"/>
                </a:cubicBezTo>
                <a:lnTo>
                  <a:pt x="52527" y="10760"/>
                </a:lnTo>
                <a:cubicBezTo>
                  <a:pt x="51503" y="10505"/>
                  <a:pt x="50991" y="10505"/>
                  <a:pt x="50478" y="10505"/>
                </a:cubicBezTo>
                <a:cubicBezTo>
                  <a:pt x="49966" y="10505"/>
                  <a:pt x="49450" y="10505"/>
                  <a:pt x="48426" y="10760"/>
                </a:cubicBezTo>
                <a:cubicBezTo>
                  <a:pt x="46635" y="9477"/>
                  <a:pt x="45607" y="8965"/>
                  <a:pt x="44583" y="8965"/>
                </a:cubicBezTo>
                <a:cubicBezTo>
                  <a:pt x="42022" y="8965"/>
                  <a:pt x="37408" y="14603"/>
                  <a:pt x="37408" y="17680"/>
                </a:cubicBezTo>
                <a:cubicBezTo>
                  <a:pt x="37408" y="17934"/>
                  <a:pt x="38178" y="19983"/>
                  <a:pt x="39203" y="22547"/>
                </a:cubicBezTo>
                <a:lnTo>
                  <a:pt x="47401" y="46377"/>
                </a:lnTo>
                <a:cubicBezTo>
                  <a:pt x="50478" y="54576"/>
                  <a:pt x="53293" y="62516"/>
                  <a:pt x="56370" y="70461"/>
                </a:cubicBezTo>
                <a:cubicBezTo>
                  <a:pt x="56625" y="71485"/>
                  <a:pt x="57653" y="74050"/>
                  <a:pt x="58931" y="77893"/>
                </a:cubicBezTo>
                <a:cubicBezTo>
                  <a:pt x="27415" y="116326"/>
                  <a:pt x="17934" y="128626"/>
                  <a:pt x="13324" y="136825"/>
                </a:cubicBezTo>
                <a:cubicBezTo>
                  <a:pt x="8457" y="145536"/>
                  <a:pt x="5126" y="151431"/>
                  <a:pt x="4101" y="152710"/>
                </a:cubicBezTo>
                <a:cubicBezTo>
                  <a:pt x="1537" y="156041"/>
                  <a:pt x="0" y="158606"/>
                  <a:pt x="0" y="160142"/>
                </a:cubicBezTo>
                <a:cubicBezTo>
                  <a:pt x="0" y="160396"/>
                  <a:pt x="770" y="162191"/>
                  <a:pt x="1795" y="164752"/>
                </a:cubicBezTo>
                <a:cubicBezTo>
                  <a:pt x="2049" y="165522"/>
                  <a:pt x="2307" y="166292"/>
                  <a:pt x="2307" y="166546"/>
                </a:cubicBezTo>
                <a:cubicBezTo>
                  <a:pt x="2307" y="167059"/>
                  <a:pt x="1795" y="168853"/>
                  <a:pt x="1024" y="171414"/>
                </a:cubicBezTo>
                <a:cubicBezTo>
                  <a:pt x="770" y="172184"/>
                  <a:pt x="512" y="172696"/>
                  <a:pt x="512" y="173209"/>
                </a:cubicBezTo>
                <a:cubicBezTo>
                  <a:pt x="512" y="175257"/>
                  <a:pt x="512" y="175257"/>
                  <a:pt x="6150" y="184226"/>
                </a:cubicBezTo>
                <a:cubicBezTo>
                  <a:pt x="7432" y="186533"/>
                  <a:pt x="7945" y="186787"/>
                  <a:pt x="9993" y="186787"/>
                </a:cubicBezTo>
                <a:cubicBezTo>
                  <a:pt x="14607" y="186787"/>
                  <a:pt x="20753" y="185509"/>
                  <a:pt x="23318" y="183714"/>
                </a:cubicBezTo>
                <a:cubicBezTo>
                  <a:pt x="35360" y="162961"/>
                  <a:pt x="55858" y="130933"/>
                  <a:pt x="74050" y="105050"/>
                </a:cubicBezTo>
                <a:cubicBezTo>
                  <a:pt x="82507" y="119657"/>
                  <a:pt x="82507" y="119657"/>
                  <a:pt x="99675" y="145023"/>
                </a:cubicBezTo>
                <a:cubicBezTo>
                  <a:pt x="104542" y="151944"/>
                  <a:pt x="105821" y="153480"/>
                  <a:pt x="107873" y="153480"/>
                </a:cubicBezTo>
                <a:cubicBezTo>
                  <a:pt x="110946" y="153480"/>
                  <a:pt x="116072" y="149379"/>
                  <a:pt x="116072" y="147072"/>
                </a:cubicBezTo>
                <a:cubicBezTo>
                  <a:pt x="116072" y="146560"/>
                  <a:pt x="115814" y="145794"/>
                  <a:pt x="115302" y="144769"/>
                </a:cubicBezTo>
                <a:cubicBezTo>
                  <a:pt x="115048" y="144511"/>
                  <a:pt x="115048" y="143999"/>
                  <a:pt x="115048" y="143741"/>
                </a:cubicBezTo>
                <a:cubicBezTo>
                  <a:pt x="115048" y="143229"/>
                  <a:pt x="115814" y="142463"/>
                  <a:pt x="117608" y="141180"/>
                </a:cubicBezTo>
                <a:lnTo>
                  <a:pt x="120169" y="139131"/>
                </a:lnTo>
                <a:lnTo>
                  <a:pt x="120169" y="137337"/>
                </a:lnTo>
                <a:cubicBezTo>
                  <a:pt x="122222" y="136313"/>
                  <a:pt x="122988" y="135542"/>
                  <a:pt x="123758" y="133752"/>
                </a:cubicBezTo>
                <a:lnTo>
                  <a:pt x="122988" y="131187"/>
                </a:lnTo>
                <a:cubicBezTo>
                  <a:pt x="121964" y="129138"/>
                  <a:pt x="121964" y="128880"/>
                  <a:pt x="118633" y="121964"/>
                </a:cubicBezTo>
                <a:cubicBezTo>
                  <a:pt x="114023" y="111971"/>
                  <a:pt x="109410" y="101977"/>
                  <a:pt x="102490" y="87887"/>
                </a:cubicBezTo>
                <a:lnTo>
                  <a:pt x="96085" y="7507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2" name="Text ◆">
            <a:extLst xmlns:a="http://schemas.openxmlformats.org/drawingml/2006/main">
              <a:ext uri="{FF2B5EF4-FFF2-40B4-BE49-F238E27FC236}">
                <a16:creationId xmlns:a16="http://schemas.microsoft.com/office/drawing/2014/main" id="{16C5D91A-397E-4686-8FAB-90FDC512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671" y="6206815"/>
            <a:ext cx="184230" cy="184285"/>
          </a:xfrm>
          <a:custGeom xmlns:a="http://schemas.openxmlformats.org/drawingml/2006/main">
            <a:pathLst>
              <a:path w="184230" h="184285">
                <a:moveTo>
                  <a:pt x="92242" y="184285"/>
                </a:moveTo>
                <a:lnTo>
                  <a:pt x="184230" y="92015"/>
                </a:lnTo>
                <a:lnTo>
                  <a:pt x="92242" y="0"/>
                </a:lnTo>
                <a:lnTo>
                  <a:pt x="0" y="92015"/>
                </a:lnTo>
                <a:lnTo>
                  <a:pt x="92242" y="184285"/>
                </a:lnTo>
                <a:close/>
              </a:path>
            </a:pathLst>
          </a:custGeom>
          <a:solidFill xmlns:a="http://schemas.openxmlformats.org/drawingml/2006/main">
            <a:srgbClr val="FF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3" name="Text ✓✓">
            <a:extLst xmlns:a="http://schemas.openxmlformats.org/drawingml/2006/main">
              <a:ext uri="{FF2B5EF4-FFF2-40B4-BE49-F238E27FC236}">
                <a16:creationId xmlns:a16="http://schemas.microsoft.com/office/drawing/2014/main" id="{1F9266A1-AFB2-4B18-8CAA-D3897802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117" y="6206611"/>
            <a:ext cx="684895" cy="184484"/>
          </a:xfrm>
          <a:custGeom xmlns:a="http://schemas.openxmlformats.org/drawingml/2006/main">
            <a:pathLst>
              <a:path w="684895" h="184484">
                <a:moveTo>
                  <a:pt x="176028" y="258"/>
                </a:moveTo>
                <a:cubicBezTo>
                  <a:pt x="161679" y="0"/>
                  <a:pt x="144511" y="5126"/>
                  <a:pt x="134006" y="12554"/>
                </a:cubicBezTo>
                <a:cubicBezTo>
                  <a:pt x="114277" y="32287"/>
                  <a:pt x="77123" y="84043"/>
                  <a:pt x="50475" y="129138"/>
                </a:cubicBezTo>
                <a:cubicBezTo>
                  <a:pt x="47143" y="135034"/>
                  <a:pt x="45607" y="136825"/>
                  <a:pt x="44070" y="136825"/>
                </a:cubicBezTo>
                <a:cubicBezTo>
                  <a:pt x="42534" y="136825"/>
                  <a:pt x="40739" y="134776"/>
                  <a:pt x="38945" y="130421"/>
                </a:cubicBezTo>
                <a:lnTo>
                  <a:pt x="31516" y="112229"/>
                </a:lnTo>
                <a:cubicBezTo>
                  <a:pt x="29976" y="108385"/>
                  <a:pt x="28697" y="107103"/>
                  <a:pt x="25620" y="107103"/>
                </a:cubicBezTo>
                <a:cubicBezTo>
                  <a:pt x="19987" y="107103"/>
                  <a:pt x="11784" y="110692"/>
                  <a:pt x="4610" y="116072"/>
                </a:cubicBezTo>
                <a:cubicBezTo>
                  <a:pt x="1278" y="118633"/>
                  <a:pt x="0" y="120940"/>
                  <a:pt x="0" y="124271"/>
                </a:cubicBezTo>
                <a:cubicBezTo>
                  <a:pt x="0" y="134776"/>
                  <a:pt x="8711" y="161167"/>
                  <a:pt x="18446" y="179875"/>
                </a:cubicBezTo>
                <a:cubicBezTo>
                  <a:pt x="20499" y="183972"/>
                  <a:pt x="22035" y="184484"/>
                  <a:pt x="32541" y="184484"/>
                </a:cubicBezTo>
                <a:cubicBezTo>
                  <a:pt x="45353" y="184484"/>
                  <a:pt x="48426" y="183460"/>
                  <a:pt x="51245" y="178334"/>
                </a:cubicBezTo>
                <a:cubicBezTo>
                  <a:pt x="78918" y="126835"/>
                  <a:pt x="137849" y="44841"/>
                  <a:pt x="176028" y="4355"/>
                </a:cubicBezTo>
                <a:lnTo>
                  <a:pt x="176028" y="258"/>
                </a:lnTo>
                <a:close/>
                <a:moveTo>
                  <a:pt x="684895" y="258"/>
                </a:moveTo>
                <a:cubicBezTo>
                  <a:pt x="670547" y="0"/>
                  <a:pt x="653379" y="5126"/>
                  <a:pt x="642874" y="12554"/>
                </a:cubicBezTo>
                <a:cubicBezTo>
                  <a:pt x="623145" y="32287"/>
                  <a:pt x="585991" y="84043"/>
                  <a:pt x="559342" y="129138"/>
                </a:cubicBezTo>
                <a:cubicBezTo>
                  <a:pt x="556011" y="135034"/>
                  <a:pt x="554475" y="136825"/>
                  <a:pt x="552938" y="136825"/>
                </a:cubicBezTo>
                <a:cubicBezTo>
                  <a:pt x="551402" y="136825"/>
                  <a:pt x="549607" y="134776"/>
                  <a:pt x="547813" y="130421"/>
                </a:cubicBezTo>
                <a:lnTo>
                  <a:pt x="540384" y="112229"/>
                </a:lnTo>
                <a:cubicBezTo>
                  <a:pt x="538844" y="108385"/>
                  <a:pt x="537565" y="107103"/>
                  <a:pt x="534488" y="107103"/>
                </a:cubicBezTo>
                <a:cubicBezTo>
                  <a:pt x="528854" y="107103"/>
                  <a:pt x="520652" y="110692"/>
                  <a:pt x="513477" y="116072"/>
                </a:cubicBezTo>
                <a:cubicBezTo>
                  <a:pt x="510146" y="118633"/>
                  <a:pt x="508868" y="120940"/>
                  <a:pt x="508868" y="124271"/>
                </a:cubicBezTo>
                <a:cubicBezTo>
                  <a:pt x="508868" y="134776"/>
                  <a:pt x="517579" y="161167"/>
                  <a:pt x="527314" y="179875"/>
                </a:cubicBezTo>
                <a:cubicBezTo>
                  <a:pt x="529367" y="183972"/>
                  <a:pt x="530903" y="184484"/>
                  <a:pt x="541409" y="184484"/>
                </a:cubicBezTo>
                <a:cubicBezTo>
                  <a:pt x="554221" y="184484"/>
                  <a:pt x="557294" y="183460"/>
                  <a:pt x="560113" y="178334"/>
                </a:cubicBezTo>
                <a:cubicBezTo>
                  <a:pt x="587786" y="126835"/>
                  <a:pt x="646717" y="44841"/>
                  <a:pt x="684895" y="4355"/>
                </a:cubicBezTo>
                <a:lnTo>
                  <a:pt x="684895" y="258"/>
                </a:lnTo>
                <a:close/>
              </a:path>
            </a:pathLst>
          </a:custGeom>
          <a:solidFill xmlns:a="http://schemas.openxmlformats.org/drawingml/2006/main">
            <a:srgbClr val="006B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346D03-78D3-4161-9F6D-60459140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1570" y="6553876"/>
            <a:ext cx="3521245" cy="10"/>
          </a:xfrm>
          <a:custGeom xmlns:a="http://schemas.openxmlformats.org/drawingml/2006/main">
            <a:pathLst>
              <a:path w="3521245" h="1" fill="none">
                <a:moveTo>
                  <a:pt x="0" y="0"/>
                </a:moveTo>
                <a:lnTo>
                  <a:pt x="35212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574" cap="flat">
            <a:solidFill>
              <a:srgbClr val="000000"/>
            </a:solidFill>
            <a:miter/>
          </a:ln>
        </p:spPr>
      </p:sp>
      <p:sp>
        <p:nvSpPr>
          <p:cNvPr id="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8E7E53-7E46-411F-B067-E2D13C21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1570" y="6661438"/>
            <a:ext cx="603650" cy="244813"/>
          </a:xfrm>
          <a:custGeom xmlns:a="http://schemas.openxmlformats.org/drawingml/2006/main">
            <a:pathLst>
              <a:path w="603650" h="244813">
                <a:moveTo>
                  <a:pt x="0" y="220512"/>
                </a:moveTo>
                <a:lnTo>
                  <a:pt x="0" y="24301"/>
                </a:lnTo>
                <a:cubicBezTo>
                  <a:pt x="0" y="10880"/>
                  <a:pt x="10880" y="0"/>
                  <a:pt x="24301" y="0"/>
                </a:cubicBezTo>
                <a:lnTo>
                  <a:pt x="579348" y="0"/>
                </a:lnTo>
                <a:cubicBezTo>
                  <a:pt x="592769" y="0"/>
                  <a:pt x="603650" y="10880"/>
                  <a:pt x="603650" y="24301"/>
                </a:cubicBezTo>
                <a:lnTo>
                  <a:pt x="603650" y="220512"/>
                </a:lnTo>
                <a:cubicBezTo>
                  <a:pt x="603650" y="233934"/>
                  <a:pt x="592769" y="244813"/>
                  <a:pt x="579348" y="244813"/>
                </a:cubicBezTo>
                <a:lnTo>
                  <a:pt x="24301" y="244813"/>
                </a:lnTo>
                <a:cubicBezTo>
                  <a:pt x="10880" y="244813"/>
                  <a:pt x="0" y="233934"/>
                  <a:pt x="0" y="220512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093F86-2E42-4599-913F-F5A31FE6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871" y="6685739"/>
            <a:ext cx="555047" cy="196211"/>
          </a:xfrm>
          <a:custGeom xmlns:a="http://schemas.openxmlformats.org/drawingml/2006/main">
            <a:pathLst>
              <a:path w="555047" h="196211">
                <a:moveTo>
                  <a:pt x="0" y="196211"/>
                </a:moveTo>
                <a:lnTo>
                  <a:pt x="0" y="0"/>
                </a:lnTo>
                <a:lnTo>
                  <a:pt x="555047" y="0"/>
                </a:lnTo>
                <a:lnTo>
                  <a:pt x="555047" y="196211"/>
                </a:lnTo>
                <a:lnTo>
                  <a:pt x="0" y="196211"/>
                </a:lnTo>
                <a:close/>
              </a:path>
            </a:pathLst>
          </a:custGeom>
          <a:solidFill xmlns:a="http://schemas.openxmlformats.org/drawingml/2006/main">
            <a:srgbClr val="EBEB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7" name="Text Ours">
            <a:extLst xmlns:a="http://schemas.openxmlformats.org/drawingml/2006/main">
              <a:ext uri="{FF2B5EF4-FFF2-40B4-BE49-F238E27FC236}">
                <a16:creationId xmlns:a16="http://schemas.microsoft.com/office/drawing/2014/main" id="{764A9347-340D-47AB-9E99-C5BA1E2F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062" y="6696263"/>
            <a:ext cx="478888" cy="176657"/>
          </a:xfrm>
          <a:custGeom xmlns:a="http://schemas.openxmlformats.org/drawingml/2006/main">
            <a:pathLst>
              <a:path w="478888" h="176657">
                <a:moveTo>
                  <a:pt x="83785" y="0"/>
                </a:moveTo>
                <a:cubicBezTo>
                  <a:pt x="34847" y="0"/>
                  <a:pt x="0" y="36877"/>
                  <a:pt x="0" y="88332"/>
                </a:cubicBezTo>
                <a:cubicBezTo>
                  <a:pt x="0" y="112397"/>
                  <a:pt x="8199" y="135691"/>
                  <a:pt x="22035" y="150540"/>
                </a:cubicBezTo>
                <a:cubicBezTo>
                  <a:pt x="36896" y="166668"/>
                  <a:pt x="59701" y="176657"/>
                  <a:pt x="82249" y="176657"/>
                </a:cubicBezTo>
                <a:cubicBezTo>
                  <a:pt x="132723" y="176657"/>
                  <a:pt x="167571" y="140813"/>
                  <a:pt x="167571" y="89357"/>
                </a:cubicBezTo>
                <a:cubicBezTo>
                  <a:pt x="167571" y="64010"/>
                  <a:pt x="160142" y="42252"/>
                  <a:pt x="146048" y="26891"/>
                </a:cubicBezTo>
                <a:cubicBezTo>
                  <a:pt x="129908" y="9227"/>
                  <a:pt x="108385" y="0"/>
                  <a:pt x="83785" y="0"/>
                </a:cubicBezTo>
                <a:moveTo>
                  <a:pt x="83785" y="9227"/>
                </a:moveTo>
                <a:cubicBezTo>
                  <a:pt x="95573" y="9227"/>
                  <a:pt x="107357" y="13837"/>
                  <a:pt x="116584" y="22027"/>
                </a:cubicBezTo>
                <a:cubicBezTo>
                  <a:pt x="130421" y="34570"/>
                  <a:pt x="138361" y="58634"/>
                  <a:pt x="138361" y="89099"/>
                </a:cubicBezTo>
                <a:cubicBezTo>
                  <a:pt x="138361" y="104202"/>
                  <a:pt x="135030" y="121866"/>
                  <a:pt x="129908" y="135179"/>
                </a:cubicBezTo>
                <a:cubicBezTo>
                  <a:pt x="127602" y="141579"/>
                  <a:pt x="123246" y="147979"/>
                  <a:pt x="117350" y="153867"/>
                </a:cubicBezTo>
                <a:cubicBezTo>
                  <a:pt x="108385" y="162828"/>
                  <a:pt x="96852" y="167434"/>
                  <a:pt x="83273" y="167434"/>
                </a:cubicBezTo>
                <a:cubicBezTo>
                  <a:pt x="71485" y="167434"/>
                  <a:pt x="59956" y="162828"/>
                  <a:pt x="50987" y="154892"/>
                </a:cubicBezTo>
                <a:cubicBezTo>
                  <a:pt x="37666" y="143115"/>
                  <a:pt x="29210" y="117260"/>
                  <a:pt x="29210" y="88845"/>
                </a:cubicBezTo>
                <a:cubicBezTo>
                  <a:pt x="29210" y="62732"/>
                  <a:pt x="36384" y="37901"/>
                  <a:pt x="47143" y="25867"/>
                </a:cubicBezTo>
                <a:cubicBezTo>
                  <a:pt x="57137" y="14861"/>
                  <a:pt x="69695" y="9227"/>
                  <a:pt x="83785" y="9227"/>
                </a:cubicBezTo>
                <a:close/>
                <a:moveTo>
                  <a:pt x="299015" y="160295"/>
                </a:moveTo>
                <a:lnTo>
                  <a:pt x="297736" y="160295"/>
                </a:lnTo>
                <a:cubicBezTo>
                  <a:pt x="285949" y="160295"/>
                  <a:pt x="283130" y="157476"/>
                  <a:pt x="283130" y="145688"/>
                </a:cubicBezTo>
                <a:lnTo>
                  <a:pt x="283130" y="57801"/>
                </a:lnTo>
                <a:lnTo>
                  <a:pt x="242645" y="57801"/>
                </a:lnTo>
                <a:lnTo>
                  <a:pt x="242645" y="62161"/>
                </a:lnTo>
                <a:cubicBezTo>
                  <a:pt x="258534" y="62927"/>
                  <a:pt x="261607" y="65492"/>
                  <a:pt x="261607" y="78300"/>
                </a:cubicBezTo>
                <a:lnTo>
                  <a:pt x="261607" y="138506"/>
                </a:lnTo>
                <a:cubicBezTo>
                  <a:pt x="261607" y="145680"/>
                  <a:pt x="260324" y="149269"/>
                  <a:pt x="256739" y="152084"/>
                </a:cubicBezTo>
                <a:cubicBezTo>
                  <a:pt x="249819" y="157722"/>
                  <a:pt x="241878" y="160795"/>
                  <a:pt x="234192" y="160795"/>
                </a:cubicBezTo>
                <a:cubicBezTo>
                  <a:pt x="224198" y="160795"/>
                  <a:pt x="216000" y="152084"/>
                  <a:pt x="216000" y="141325"/>
                </a:cubicBezTo>
                <a:lnTo>
                  <a:pt x="216000" y="57801"/>
                </a:lnTo>
                <a:lnTo>
                  <a:pt x="178588" y="57801"/>
                </a:lnTo>
                <a:lnTo>
                  <a:pt x="178588" y="61390"/>
                </a:lnTo>
                <a:cubicBezTo>
                  <a:pt x="190888" y="62161"/>
                  <a:pt x="194477" y="66004"/>
                  <a:pt x="194477" y="77788"/>
                </a:cubicBezTo>
                <a:lnTo>
                  <a:pt x="194477" y="142349"/>
                </a:lnTo>
                <a:cubicBezTo>
                  <a:pt x="194477" y="162590"/>
                  <a:pt x="206773" y="175656"/>
                  <a:pt x="225477" y="175656"/>
                </a:cubicBezTo>
                <a:cubicBezTo>
                  <a:pt x="234958" y="175656"/>
                  <a:pt x="244951" y="171559"/>
                  <a:pt x="251872" y="164638"/>
                </a:cubicBezTo>
                <a:lnTo>
                  <a:pt x="262889" y="153625"/>
                </a:lnTo>
                <a:lnTo>
                  <a:pt x="262889" y="174890"/>
                </a:lnTo>
                <a:lnTo>
                  <a:pt x="263913" y="175406"/>
                </a:lnTo>
                <a:cubicBezTo>
                  <a:pt x="276726" y="170284"/>
                  <a:pt x="285949" y="167465"/>
                  <a:pt x="299015" y="163876"/>
                </a:cubicBezTo>
                <a:lnTo>
                  <a:pt x="299015" y="160295"/>
                </a:lnTo>
                <a:close/>
                <a:moveTo>
                  <a:pt x="306190" y="73237"/>
                </a:moveTo>
                <a:cubicBezTo>
                  <a:pt x="309779" y="72467"/>
                  <a:pt x="312086" y="72209"/>
                  <a:pt x="315159" y="72209"/>
                </a:cubicBezTo>
                <a:cubicBezTo>
                  <a:pt x="321563" y="72209"/>
                  <a:pt x="323870" y="76310"/>
                  <a:pt x="323870" y="87582"/>
                </a:cubicBezTo>
                <a:lnTo>
                  <a:pt x="323870" y="151635"/>
                </a:lnTo>
                <a:cubicBezTo>
                  <a:pt x="323870" y="164443"/>
                  <a:pt x="322075" y="166238"/>
                  <a:pt x="305678" y="169311"/>
                </a:cubicBezTo>
                <a:lnTo>
                  <a:pt x="305678" y="173154"/>
                </a:lnTo>
                <a:lnTo>
                  <a:pt x="367174" y="173154"/>
                </a:lnTo>
                <a:lnTo>
                  <a:pt x="367174" y="169311"/>
                </a:lnTo>
                <a:cubicBezTo>
                  <a:pt x="349748" y="168544"/>
                  <a:pt x="345393" y="164701"/>
                  <a:pt x="345393" y="150098"/>
                </a:cubicBezTo>
                <a:lnTo>
                  <a:pt x="345393" y="92449"/>
                </a:lnTo>
                <a:cubicBezTo>
                  <a:pt x="345393" y="84251"/>
                  <a:pt x="356410" y="71442"/>
                  <a:pt x="363331" y="71442"/>
                </a:cubicBezTo>
                <a:cubicBezTo>
                  <a:pt x="364867" y="71442"/>
                  <a:pt x="367174" y="72725"/>
                  <a:pt x="369993" y="75286"/>
                </a:cubicBezTo>
                <a:cubicBezTo>
                  <a:pt x="374090" y="78871"/>
                  <a:pt x="376909" y="80407"/>
                  <a:pt x="380240" y="80407"/>
                </a:cubicBezTo>
                <a:cubicBezTo>
                  <a:pt x="386390" y="80407"/>
                  <a:pt x="390233" y="76052"/>
                  <a:pt x="390233" y="68882"/>
                </a:cubicBezTo>
                <a:cubicBezTo>
                  <a:pt x="390233" y="60425"/>
                  <a:pt x="384854" y="55299"/>
                  <a:pt x="376143" y="55299"/>
                </a:cubicBezTo>
                <a:cubicBezTo>
                  <a:pt x="365379" y="55299"/>
                  <a:pt x="357951" y="61195"/>
                  <a:pt x="345393" y="79383"/>
                </a:cubicBezTo>
                <a:lnTo>
                  <a:pt x="345393" y="55815"/>
                </a:lnTo>
                <a:lnTo>
                  <a:pt x="344114" y="55299"/>
                </a:lnTo>
                <a:cubicBezTo>
                  <a:pt x="330532" y="60937"/>
                  <a:pt x="321309" y="64268"/>
                  <a:pt x="306190" y="69136"/>
                </a:cubicBezTo>
                <a:lnTo>
                  <a:pt x="306190" y="73237"/>
                </a:lnTo>
                <a:close/>
                <a:moveTo>
                  <a:pt x="470431" y="92649"/>
                </a:moveTo>
                <a:lnTo>
                  <a:pt x="469407" y="57801"/>
                </a:lnTo>
                <a:lnTo>
                  <a:pt x="466588" y="57801"/>
                </a:lnTo>
                <a:lnTo>
                  <a:pt x="466076" y="58317"/>
                </a:lnTo>
                <a:cubicBezTo>
                  <a:pt x="463769" y="60108"/>
                  <a:pt x="463515" y="60366"/>
                  <a:pt x="462491" y="60366"/>
                </a:cubicBezTo>
                <a:cubicBezTo>
                  <a:pt x="460954" y="60366"/>
                  <a:pt x="458389" y="59854"/>
                  <a:pt x="455571" y="58572"/>
                </a:cubicBezTo>
                <a:cubicBezTo>
                  <a:pt x="449933" y="56578"/>
                  <a:pt x="444299" y="55549"/>
                  <a:pt x="437637" y="55549"/>
                </a:cubicBezTo>
                <a:cubicBezTo>
                  <a:pt x="417392" y="55549"/>
                  <a:pt x="402789" y="68616"/>
                  <a:pt x="402789" y="87054"/>
                </a:cubicBezTo>
                <a:cubicBezTo>
                  <a:pt x="402789" y="101391"/>
                  <a:pt x="410988" y="111634"/>
                  <a:pt x="432769" y="123927"/>
                </a:cubicBezTo>
                <a:lnTo>
                  <a:pt x="447630" y="132379"/>
                </a:lnTo>
                <a:cubicBezTo>
                  <a:pt x="456595" y="137501"/>
                  <a:pt x="460954" y="143647"/>
                  <a:pt x="460954" y="151584"/>
                </a:cubicBezTo>
                <a:cubicBezTo>
                  <a:pt x="460954" y="162852"/>
                  <a:pt x="452752" y="170022"/>
                  <a:pt x="439685" y="170022"/>
                </a:cubicBezTo>
                <a:cubicBezTo>
                  <a:pt x="430974" y="170022"/>
                  <a:pt x="423030" y="166691"/>
                  <a:pt x="418162" y="161057"/>
                </a:cubicBezTo>
                <a:cubicBezTo>
                  <a:pt x="412782" y="154657"/>
                  <a:pt x="410476" y="148765"/>
                  <a:pt x="407145" y="134170"/>
                </a:cubicBezTo>
                <a:lnTo>
                  <a:pt x="403043" y="134170"/>
                </a:lnTo>
                <a:lnTo>
                  <a:pt x="403043" y="174120"/>
                </a:lnTo>
                <a:lnTo>
                  <a:pt x="406374" y="174120"/>
                </a:lnTo>
                <a:cubicBezTo>
                  <a:pt x="408169" y="171559"/>
                  <a:pt x="409193" y="171047"/>
                  <a:pt x="412270" y="171047"/>
                </a:cubicBezTo>
                <a:cubicBezTo>
                  <a:pt x="414577" y="171105"/>
                  <a:pt x="418162" y="171617"/>
                  <a:pt x="424054" y="173154"/>
                </a:cubicBezTo>
                <a:cubicBezTo>
                  <a:pt x="431229" y="174632"/>
                  <a:pt x="438149" y="175656"/>
                  <a:pt x="442758" y="175656"/>
                </a:cubicBezTo>
                <a:cubicBezTo>
                  <a:pt x="462491" y="175656"/>
                  <a:pt x="478888" y="160803"/>
                  <a:pt x="478888" y="142877"/>
                </a:cubicBezTo>
                <a:cubicBezTo>
                  <a:pt x="478888" y="130073"/>
                  <a:pt x="472738" y="121624"/>
                  <a:pt x="457365" y="112405"/>
                </a:cubicBezTo>
                <a:lnTo>
                  <a:pt x="429692" y="96015"/>
                </a:lnTo>
                <a:cubicBezTo>
                  <a:pt x="422518" y="91918"/>
                  <a:pt x="418674" y="85517"/>
                  <a:pt x="418674" y="78601"/>
                </a:cubicBezTo>
                <a:cubicBezTo>
                  <a:pt x="418674" y="68358"/>
                  <a:pt x="426619" y="61187"/>
                  <a:pt x="438403" y="61187"/>
                </a:cubicBezTo>
                <a:cubicBezTo>
                  <a:pt x="453010" y="61187"/>
                  <a:pt x="460696" y="69894"/>
                  <a:pt x="466588" y="92688"/>
                </a:cubicBezTo>
                <a:lnTo>
                  <a:pt x="470431" y="926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8" name="Text ✓✓✓✓">
            <a:extLst xmlns:a="http://schemas.openxmlformats.org/drawingml/2006/main">
              <a:ext uri="{FF2B5EF4-FFF2-40B4-BE49-F238E27FC236}">
                <a16:creationId xmlns:a16="http://schemas.microsoft.com/office/drawing/2014/main" id="{843742A4-D816-4E75-8E86-E243FF16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9140" y="6711158"/>
            <a:ext cx="1691870" cy="184484"/>
          </a:xfrm>
          <a:custGeom xmlns:a="http://schemas.openxmlformats.org/drawingml/2006/main">
            <a:pathLst>
              <a:path w="1691870" h="184484">
                <a:moveTo>
                  <a:pt x="176028" y="258"/>
                </a:moveTo>
                <a:cubicBezTo>
                  <a:pt x="161679" y="0"/>
                  <a:pt x="144511" y="5126"/>
                  <a:pt x="134006" y="12554"/>
                </a:cubicBezTo>
                <a:cubicBezTo>
                  <a:pt x="114277" y="32287"/>
                  <a:pt x="77123" y="84043"/>
                  <a:pt x="50475" y="129138"/>
                </a:cubicBezTo>
                <a:cubicBezTo>
                  <a:pt x="47143" y="135034"/>
                  <a:pt x="45607" y="136825"/>
                  <a:pt x="44070" y="136825"/>
                </a:cubicBezTo>
                <a:cubicBezTo>
                  <a:pt x="42534" y="136825"/>
                  <a:pt x="40739" y="134776"/>
                  <a:pt x="38945" y="130421"/>
                </a:cubicBezTo>
                <a:lnTo>
                  <a:pt x="31516" y="112229"/>
                </a:lnTo>
                <a:cubicBezTo>
                  <a:pt x="29976" y="108385"/>
                  <a:pt x="28697" y="107103"/>
                  <a:pt x="25620" y="107103"/>
                </a:cubicBezTo>
                <a:cubicBezTo>
                  <a:pt x="19987" y="107103"/>
                  <a:pt x="11784" y="110692"/>
                  <a:pt x="4610" y="116072"/>
                </a:cubicBezTo>
                <a:cubicBezTo>
                  <a:pt x="1278" y="118633"/>
                  <a:pt x="0" y="120940"/>
                  <a:pt x="0" y="124271"/>
                </a:cubicBezTo>
                <a:cubicBezTo>
                  <a:pt x="0" y="134776"/>
                  <a:pt x="8711" y="161167"/>
                  <a:pt x="18446" y="179875"/>
                </a:cubicBezTo>
                <a:cubicBezTo>
                  <a:pt x="20499" y="183972"/>
                  <a:pt x="22035" y="184484"/>
                  <a:pt x="32541" y="184484"/>
                </a:cubicBezTo>
                <a:cubicBezTo>
                  <a:pt x="45353" y="184484"/>
                  <a:pt x="48426" y="183460"/>
                  <a:pt x="51245" y="178334"/>
                </a:cubicBezTo>
                <a:cubicBezTo>
                  <a:pt x="78918" y="126835"/>
                  <a:pt x="137849" y="44841"/>
                  <a:pt x="176028" y="4355"/>
                </a:cubicBezTo>
                <a:lnTo>
                  <a:pt x="176028" y="258"/>
                </a:lnTo>
                <a:close/>
                <a:moveTo>
                  <a:pt x="695401" y="258"/>
                </a:moveTo>
                <a:cubicBezTo>
                  <a:pt x="681052" y="0"/>
                  <a:pt x="663885" y="5126"/>
                  <a:pt x="653379" y="12554"/>
                </a:cubicBezTo>
                <a:cubicBezTo>
                  <a:pt x="633651" y="32287"/>
                  <a:pt x="596497" y="84043"/>
                  <a:pt x="569848" y="129138"/>
                </a:cubicBezTo>
                <a:cubicBezTo>
                  <a:pt x="566517" y="135034"/>
                  <a:pt x="564980" y="136825"/>
                  <a:pt x="563444" y="136825"/>
                </a:cubicBezTo>
                <a:cubicBezTo>
                  <a:pt x="561907" y="136825"/>
                  <a:pt x="560113" y="134776"/>
                  <a:pt x="558318" y="130421"/>
                </a:cubicBezTo>
                <a:lnTo>
                  <a:pt x="550890" y="112229"/>
                </a:lnTo>
                <a:cubicBezTo>
                  <a:pt x="549349" y="108385"/>
                  <a:pt x="548071" y="107103"/>
                  <a:pt x="544994" y="107103"/>
                </a:cubicBezTo>
                <a:cubicBezTo>
                  <a:pt x="539360" y="107103"/>
                  <a:pt x="531157" y="110692"/>
                  <a:pt x="523983" y="116072"/>
                </a:cubicBezTo>
                <a:cubicBezTo>
                  <a:pt x="520652" y="118633"/>
                  <a:pt x="519373" y="120940"/>
                  <a:pt x="519373" y="124271"/>
                </a:cubicBezTo>
                <a:cubicBezTo>
                  <a:pt x="519373" y="134776"/>
                  <a:pt x="528084" y="161167"/>
                  <a:pt x="537820" y="179875"/>
                </a:cubicBezTo>
                <a:cubicBezTo>
                  <a:pt x="539872" y="183972"/>
                  <a:pt x="541409" y="184484"/>
                  <a:pt x="551914" y="184484"/>
                </a:cubicBezTo>
                <a:cubicBezTo>
                  <a:pt x="564726" y="184484"/>
                  <a:pt x="567799" y="183460"/>
                  <a:pt x="570618" y="178334"/>
                </a:cubicBezTo>
                <a:cubicBezTo>
                  <a:pt x="598291" y="126835"/>
                  <a:pt x="657223" y="44841"/>
                  <a:pt x="695401" y="4355"/>
                </a:cubicBezTo>
                <a:lnTo>
                  <a:pt x="695401" y="258"/>
                </a:lnTo>
                <a:close/>
                <a:moveTo>
                  <a:pt x="1183002" y="258"/>
                </a:moveTo>
                <a:cubicBezTo>
                  <a:pt x="1168653" y="0"/>
                  <a:pt x="1151486" y="5126"/>
                  <a:pt x="1140980" y="12554"/>
                </a:cubicBezTo>
                <a:cubicBezTo>
                  <a:pt x="1121252" y="32287"/>
                  <a:pt x="1084098" y="84043"/>
                  <a:pt x="1057449" y="129138"/>
                </a:cubicBezTo>
                <a:cubicBezTo>
                  <a:pt x="1054118" y="135034"/>
                  <a:pt x="1052581" y="136825"/>
                  <a:pt x="1051045" y="136825"/>
                </a:cubicBezTo>
                <a:cubicBezTo>
                  <a:pt x="1049508" y="136825"/>
                  <a:pt x="1047714" y="134776"/>
                  <a:pt x="1045919" y="130421"/>
                </a:cubicBezTo>
                <a:lnTo>
                  <a:pt x="1038491" y="112229"/>
                </a:lnTo>
                <a:cubicBezTo>
                  <a:pt x="1036950" y="108385"/>
                  <a:pt x="1035672" y="107103"/>
                  <a:pt x="1032595" y="107103"/>
                </a:cubicBezTo>
                <a:cubicBezTo>
                  <a:pt x="1026961" y="107103"/>
                  <a:pt x="1018758" y="110692"/>
                  <a:pt x="1011584" y="116072"/>
                </a:cubicBezTo>
                <a:cubicBezTo>
                  <a:pt x="1008253" y="118633"/>
                  <a:pt x="1006974" y="120940"/>
                  <a:pt x="1006974" y="124271"/>
                </a:cubicBezTo>
                <a:cubicBezTo>
                  <a:pt x="1006974" y="134776"/>
                  <a:pt x="1015685" y="161167"/>
                  <a:pt x="1025421" y="179875"/>
                </a:cubicBezTo>
                <a:cubicBezTo>
                  <a:pt x="1027473" y="183972"/>
                  <a:pt x="1029010" y="184484"/>
                  <a:pt x="1039515" y="184484"/>
                </a:cubicBezTo>
                <a:cubicBezTo>
                  <a:pt x="1052327" y="184484"/>
                  <a:pt x="1055400" y="183460"/>
                  <a:pt x="1058219" y="178334"/>
                </a:cubicBezTo>
                <a:cubicBezTo>
                  <a:pt x="1085892" y="126835"/>
                  <a:pt x="1144823" y="44841"/>
                  <a:pt x="1183002" y="4355"/>
                </a:cubicBezTo>
                <a:lnTo>
                  <a:pt x="1183002" y="258"/>
                </a:lnTo>
                <a:close/>
                <a:moveTo>
                  <a:pt x="1691870" y="258"/>
                </a:moveTo>
                <a:cubicBezTo>
                  <a:pt x="1677521" y="0"/>
                  <a:pt x="1660354" y="5126"/>
                  <a:pt x="1649848" y="12554"/>
                </a:cubicBezTo>
                <a:cubicBezTo>
                  <a:pt x="1630120" y="32287"/>
                  <a:pt x="1592966" y="84043"/>
                  <a:pt x="1566317" y="129138"/>
                </a:cubicBezTo>
                <a:cubicBezTo>
                  <a:pt x="1562986" y="135034"/>
                  <a:pt x="1561450" y="136825"/>
                  <a:pt x="1559913" y="136825"/>
                </a:cubicBezTo>
                <a:cubicBezTo>
                  <a:pt x="1558376" y="136825"/>
                  <a:pt x="1556582" y="134776"/>
                  <a:pt x="1554787" y="130421"/>
                </a:cubicBezTo>
                <a:lnTo>
                  <a:pt x="1547359" y="112229"/>
                </a:lnTo>
                <a:cubicBezTo>
                  <a:pt x="1545818" y="108385"/>
                  <a:pt x="1544540" y="107103"/>
                  <a:pt x="1541463" y="107103"/>
                </a:cubicBezTo>
                <a:cubicBezTo>
                  <a:pt x="1535829" y="107103"/>
                  <a:pt x="1527627" y="110692"/>
                  <a:pt x="1520452" y="116072"/>
                </a:cubicBezTo>
                <a:cubicBezTo>
                  <a:pt x="1517121" y="118633"/>
                  <a:pt x="1515843" y="120940"/>
                  <a:pt x="1515843" y="124271"/>
                </a:cubicBezTo>
                <a:cubicBezTo>
                  <a:pt x="1515843" y="134776"/>
                  <a:pt x="1524553" y="161167"/>
                  <a:pt x="1534289" y="179875"/>
                </a:cubicBezTo>
                <a:cubicBezTo>
                  <a:pt x="1536341" y="183972"/>
                  <a:pt x="1537878" y="184484"/>
                  <a:pt x="1548383" y="184484"/>
                </a:cubicBezTo>
                <a:cubicBezTo>
                  <a:pt x="1561195" y="184484"/>
                  <a:pt x="1564268" y="183460"/>
                  <a:pt x="1567087" y="178334"/>
                </a:cubicBezTo>
                <a:cubicBezTo>
                  <a:pt x="1594760" y="126835"/>
                  <a:pt x="1653692" y="44841"/>
                  <a:pt x="1691870" y="4355"/>
                </a:cubicBezTo>
                <a:lnTo>
                  <a:pt x="1691870" y="258"/>
                </a:lnTo>
                <a:close/>
              </a:path>
            </a:pathLst>
          </a:custGeom>
          <a:solidFill xmlns:a="http://schemas.openxmlformats.org/drawingml/2006/main">
            <a:srgbClr val="006B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C8F96E-DCAF-4EA2-A2E3-6C923EA6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1570" y="7063078"/>
            <a:ext cx="3521245" cy="10"/>
          </a:xfrm>
          <a:custGeom xmlns:a="http://schemas.openxmlformats.org/drawingml/2006/main">
            <a:pathLst>
              <a:path w="3521245" h="1" fill="none">
                <a:moveTo>
                  <a:pt x="0" y="0"/>
                </a:moveTo>
                <a:lnTo>
                  <a:pt x="35212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947" cap="flat">
            <a:solidFill>
              <a:srgbClr val="000000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21045213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2026-09-05T18:20:01.9490000Z</dcterms:created>
  <dcterms:modified xsi:type="dcterms:W3CDTF">2026-09-05T18:20:01.9490000Z</dcterms:modified>
</coreProperties>
</file>