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d58b39f72452f" /><Relationship Type="http://schemas.openxmlformats.org/officeDocument/2006/relationships/extended-properties" Target="/docProps/app.xml" Id="Rf684a66364614d82" /><Relationship Type="http://schemas.openxmlformats.org/officeDocument/2006/relationships/officeDocument" Target="/ppt/presentation.xml" Id="R6f3ef7ee2deb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8f2e1cf054e61"/>
  </p:sldMasterIdLst>
  <p:notesMasterIdLst>
    <p:notesMasterId xmlns:r="http://schemas.openxmlformats.org/officeDocument/2006/relationships" r:id="R520d6a4ccbef4d08"/>
  </p:notesMasterIdLst>
  <p:sldIdLst>
    <p:sldId xmlns:r="http://schemas.openxmlformats.org/officeDocument/2006/relationships" id="256" r:id="R50d5d429960a42d0"/>
  </p:sldIdLst>
  <p:sldSz cx="19050000" cy="6995539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f727a19444a95" /><Relationship Type="http://schemas.openxmlformats.org/officeDocument/2006/relationships/slideMaster" Target="/ppt/slideMasters/slideMaster1.xml" Id="R7488f2e1cf054e61" /><Relationship Type="http://schemas.openxmlformats.org/officeDocument/2006/relationships/notesMaster" Target="/ppt/notesMasters/notesMaster1.xml" Id="R520d6a4ccbef4d08" /><Relationship Type="http://schemas.openxmlformats.org/officeDocument/2006/relationships/presProps" Target="/ppt/presProps.xml" Id="Rb19840ff188946cb" /><Relationship Type="http://schemas.openxmlformats.org/officeDocument/2006/relationships/tableStyles" Target="/ppt/tableStyles.xml" Id="Rdb6a7e3b81634793" /><Relationship Type="http://schemas.openxmlformats.org/officeDocument/2006/relationships/slide" Target="/ppt/slides/slide1.xml" Id="R50d5d429960a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5a956395d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0b6b776f24726" /><Relationship Type="http://schemas.openxmlformats.org/officeDocument/2006/relationships/notesMaster" Target="/ppt/notesMasters/notesMaster1.xml" Id="R72143303911d4c8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素材ID：AI-025</ns1:t>
            </ns1:r>
          </ns1:p>
          <ns1:p>
            <ns1:r>
              <ns1:t>论文：Scaling Rectified Flow Transformers for High-Resolution Image Synthesis</ns1:t>
            </ns1:r>
          </ns1:p>
          <ns1:p>
            <ns1:r>
              <ns1:t>会议：ICML 2024</ns1:t>
            </ns1:r>
          </ns1:p>
          <ns1:p>
            <ns1:r>
              <ns1:t>奖项：Best Paper</ns1:t>
            </ns1:r>
          </ns1:p>
          <ns1:p>
            <ns1:r>
              <ns1:t>图号：Figure 5，PDF第8页</ns1:t>
            </ns1:r>
          </ns1:p>
          <ns1:p>
            <ns1:r>
              <ns1:t>类型：实验图表</ns1:t>
            </ns1:r>
          </ns1:p>
          <ns1:p>
            <ns1:r>
              <ns1:t>借鉴点：上排显示不同深度模型的训练成本，下排以相关关系连接验证损失与人类/自动质量指标。</ns1:t>
            </ns1:r>
          </ns1:p>
          <ns1:p>
            <ns1:r>
              <ns1:t>论文URL：https://proceedings.mlr.press/v235/esser24a.html</ns1:t>
            </ns1:r>
          </ns1:p>
          <ns1:p>
            <ns1:r>
              <ns1:t>官方获奖URL：https://icml.cc/virtual/2024/awards_detail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八个面板的坐标、图例、标注、曲线、散点均为原生对象。曲线及散点几何按论文位图描摹，未恢复原始实验数据；重叠散点保留可见轮廓，Arial替代源字体，曲线位置、重叠点和字体存在视觉近似。</ns1:t>
            </ns1:r>
          </ns1:p>
          <ns1:p>
            <ns1:r>
              <ns1:t>复刻方式：707 native PowerPoint shapes, zero images. Visible source geometry digitized; no claimed recovery of original measurement data. Gridline dashes grouped as single editable lines.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890a3912341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b2f103f8b4710" /><Relationship Type="http://schemas.openxmlformats.org/officeDocument/2006/relationships/slideLayout" Target="/ppt/slideLayouts/slideLayout1.xml" Id="Rd012742c8caa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2742c8caa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e634b561c491e" /><Relationship Type="http://schemas.openxmlformats.org/officeDocument/2006/relationships/notesSlide" Target="/ppt/notesSlides/notesSlide1.xml" Id="R4c639a7463c243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986E5C8-E751-4066-945D-8D68FC9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71" y="2742489"/>
            <a:ext cx="3834504" cy="4"/>
          </a:xfrm>
          <a:custGeom xmlns:a="http://schemas.openxmlformats.org/drawingml/2006/main">
            <a:pathLst>
              <a:path w="3834504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486527C-231B-42C7-B6CD-3A20A92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71" y="1726594"/>
            <a:ext cx="3834504" cy="4"/>
          </a:xfrm>
          <a:custGeom xmlns:a="http://schemas.openxmlformats.org/drawingml/2006/main">
            <a:pathLst>
              <a:path w="3834504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39A122D-40A3-4A06-A805-F8779E0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71" y="710700"/>
            <a:ext cx="3834504" cy="4"/>
          </a:xfrm>
          <a:custGeom xmlns:a="http://schemas.openxmlformats.org/drawingml/2006/main">
            <a:pathLst>
              <a:path w="3834504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F81E145-9C76-4CB4-850D-11055D41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202752"/>
            <a:ext cx="4" cy="2539737"/>
          </a:xfrm>
          <a:custGeom xmlns:a="http://schemas.openxmlformats.org/drawingml/2006/main">
            <a:pathLst>
              <a:path w="4" h="2539737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32622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94EE9FC-04F0-4744-89B2-80C9F5D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444" y="202752"/>
            <a:ext cx="4" cy="2539737"/>
          </a:xfrm>
          <a:custGeom xmlns:a="http://schemas.openxmlformats.org/drawingml/2006/main">
            <a:pathLst>
              <a:path w="4" h="2539737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32622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22A68EB-68F8-4D6C-ADC4-2B4DAA3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923" y="202752"/>
            <a:ext cx="4" cy="2539737"/>
          </a:xfrm>
          <a:custGeom xmlns:a="http://schemas.openxmlformats.org/drawingml/2006/main">
            <a:pathLst>
              <a:path w="4" h="2539737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32622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F12DA57-92B7-4806-A5A2-91E0475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401" y="202752"/>
            <a:ext cx="4" cy="2539737"/>
          </a:xfrm>
          <a:custGeom xmlns:a="http://schemas.openxmlformats.org/drawingml/2006/main">
            <a:pathLst>
              <a:path w="4" h="2539737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32622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7DA51E0-2570-424E-A30B-426725E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79" y="202752"/>
            <a:ext cx="4" cy="2539737"/>
          </a:xfrm>
          <a:custGeom xmlns:a="http://schemas.openxmlformats.org/drawingml/2006/main">
            <a:pathLst>
              <a:path w="4" h="2539737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32622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010DE52E-8703-4F32-8C5F-75CB3E4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533558"/>
            <a:ext cx="3485913" cy="613592"/>
          </a:xfrm>
          <a:custGeom xmlns:a="http://schemas.openxmlformats.org/drawingml/2006/main">
            <a:pathLst>
              <a:path w="3485913" h="613592">
                <a:moveTo>
                  <a:pt x="0" y="0"/>
                </a:moveTo>
                <a:lnTo>
                  <a:pt x="435739" y="231209"/>
                </a:lnTo>
                <a:lnTo>
                  <a:pt x="871478" y="357484"/>
                </a:lnTo>
                <a:lnTo>
                  <a:pt x="1307217" y="441075"/>
                </a:lnTo>
                <a:lnTo>
                  <a:pt x="1742956" y="494430"/>
                </a:lnTo>
                <a:lnTo>
                  <a:pt x="2178696" y="544229"/>
                </a:lnTo>
                <a:lnTo>
                  <a:pt x="2614435" y="578021"/>
                </a:lnTo>
                <a:lnTo>
                  <a:pt x="3050174" y="581578"/>
                </a:lnTo>
                <a:lnTo>
                  <a:pt x="3485913" y="613592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440154"/>
            </a:solidFill>
          </a:ln>
        </p:spPr>
      </p:sp>
      <p:sp>
        <p:nvSpPr>
          <p:cNvPr id="1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AA04B70-AB66-45B2-AC5D-D74A8F68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71" y="49336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3BED35F-6705-4A63-B0FA-5D53F20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11" y="72457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844D03F-8457-4D66-9697-BFA8F8E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250" y="85084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F913646-8DCC-4FCD-9968-E58F63D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989" y="93443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E39DF9B-E75B-42B1-9AF9-C1A9377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728" y="98779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1D2419B-8D8C-4356-8D15-F7BCCA4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8467" y="103759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034DE8C-A9D9-4C3D-A241-03C2E6D7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206" y="10713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034F18A-5659-4A2F-8C84-7EDF516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945" y="107494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B2788FE-BB68-47B7-B5B2-A532E281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4" y="110695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0F510FC0-B554-4442-8891-3A9FF09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828794"/>
            <a:ext cx="3485913" cy="558457"/>
          </a:xfrm>
          <a:custGeom xmlns:a="http://schemas.openxmlformats.org/drawingml/2006/main">
            <a:pathLst>
              <a:path w="3485913" h="558457">
                <a:moveTo>
                  <a:pt x="0" y="0"/>
                </a:moveTo>
                <a:lnTo>
                  <a:pt x="435739" y="220537"/>
                </a:lnTo>
                <a:lnTo>
                  <a:pt x="871478" y="332585"/>
                </a:lnTo>
                <a:lnTo>
                  <a:pt x="1307217" y="409061"/>
                </a:lnTo>
                <a:lnTo>
                  <a:pt x="1742956" y="455303"/>
                </a:lnTo>
                <a:lnTo>
                  <a:pt x="2178696" y="501545"/>
                </a:lnTo>
                <a:lnTo>
                  <a:pt x="2614435" y="544229"/>
                </a:lnTo>
                <a:lnTo>
                  <a:pt x="3050174" y="558457"/>
                </a:lnTo>
                <a:lnTo>
                  <a:pt x="3485913" y="556679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3B528B"/>
            </a:solidFill>
          </a:ln>
        </p:spPr>
      </p:sp>
      <p:sp>
        <p:nvSpPr>
          <p:cNvPr id="2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552B4C7-7A2A-46FA-BC91-39AB4976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71" y="78859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411FB1B-A560-45DF-98F4-557AFB5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11" y="100913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5BE5AC2-112E-48CB-8950-B4EFE3CE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250" y="112118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19B634B-0339-4B42-ABDD-C911BEC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989" y="119766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3C49164-4CEB-403B-9FB5-C5F4A5C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728" y="124390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5012F87-891C-4593-A654-E4E0E57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8467" y="129014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326CBE0-B7B8-4D98-8CB8-7821F153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206" y="133282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0152811-3401-4FD2-ADA5-2D2DEC18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945" y="134705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55DF8A1-9A85-4507-9B9A-FD391BFE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4" y="134527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2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57088BC7-6A74-43EB-95D8-F0ABFD3C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1040438"/>
            <a:ext cx="3485913" cy="585135"/>
          </a:xfrm>
          <a:custGeom xmlns:a="http://schemas.openxmlformats.org/drawingml/2006/main">
            <a:pathLst>
              <a:path w="3485913" h="585135">
                <a:moveTo>
                  <a:pt x="0" y="0"/>
                </a:moveTo>
                <a:lnTo>
                  <a:pt x="435739" y="225873"/>
                </a:lnTo>
                <a:lnTo>
                  <a:pt x="871478" y="325470"/>
                </a:lnTo>
                <a:lnTo>
                  <a:pt x="1307217" y="405504"/>
                </a:lnTo>
                <a:lnTo>
                  <a:pt x="1742956" y="464196"/>
                </a:lnTo>
                <a:lnTo>
                  <a:pt x="2178696" y="481981"/>
                </a:lnTo>
                <a:lnTo>
                  <a:pt x="2614435" y="556679"/>
                </a:lnTo>
                <a:lnTo>
                  <a:pt x="3050174" y="574464"/>
                </a:lnTo>
                <a:lnTo>
                  <a:pt x="3485913" y="585135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21918C"/>
            </a:solidFill>
          </a:ln>
        </p:spPr>
      </p:sp>
      <p:sp>
        <p:nvSpPr>
          <p:cNvPr id="3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DFB8F18-FB4E-4308-A8D5-DD492531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71" y="100024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251777D-8FDE-4FF6-9B5F-7EB89CC0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11" y="122611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0959E11-274A-4BFB-AA78-87FBC9C6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250" y="132571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CB84F00-BDD5-4431-AA5B-803066E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989" y="140574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0FF38B0-C44C-48DF-836A-BF121D32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728" y="146443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737E24D-AE74-4A97-A5E1-E3BF392E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8467" y="14822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A7C285B-01E6-4152-9C36-F197B2B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206" y="155692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5026BBA-D03E-4468-8061-532AF1B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945" y="157470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BB78306-D74E-473E-8A62-5362BC9C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4" y="158537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EECC3557-74DF-4807-8FDF-80666D7D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1497520"/>
            <a:ext cx="3485913" cy="538894"/>
          </a:xfrm>
          <a:custGeom xmlns:a="http://schemas.openxmlformats.org/drawingml/2006/main">
            <a:pathLst>
              <a:path w="3485913" h="538894">
                <a:moveTo>
                  <a:pt x="0" y="0"/>
                </a:moveTo>
                <a:lnTo>
                  <a:pt x="435739" y="216980"/>
                </a:lnTo>
                <a:lnTo>
                  <a:pt x="871478" y="311242"/>
                </a:lnTo>
                <a:lnTo>
                  <a:pt x="1307217" y="387719"/>
                </a:lnTo>
                <a:lnTo>
                  <a:pt x="1742956" y="437518"/>
                </a:lnTo>
                <a:lnTo>
                  <a:pt x="2178696" y="483759"/>
                </a:lnTo>
                <a:lnTo>
                  <a:pt x="2614435" y="505102"/>
                </a:lnTo>
                <a:lnTo>
                  <a:pt x="3050174" y="538894"/>
                </a:lnTo>
                <a:lnTo>
                  <a:pt x="3485913" y="531780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5EC962"/>
            </a:solidFill>
          </a:ln>
        </p:spPr>
      </p:sp>
      <p:sp>
        <p:nvSpPr>
          <p:cNvPr id="4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6308C02-9ECD-4373-93CB-12B67B5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71" y="14573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7D5CD37-7557-4D84-A587-76BC877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11" y="167430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C804354-73CE-461F-9500-C13D3F53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250" y="176856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D9FD98C-F877-4044-A6B9-D99C737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989" y="184504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D43C40C-5BA2-4D28-915C-949A9CAC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728" y="189484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7E75D58-DB25-4465-B66E-9640F79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8467" y="19410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001DD9F-8E48-4CC5-8429-23218B03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206" y="196242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3D8EFC3-0ADA-47D4-AF2B-B5C9BAA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945" y="199621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6F37361-9B66-40C2-99B9-F519D939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4" y="198910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62846CDE-796D-44FF-98AC-32F623A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1609567"/>
            <a:ext cx="3485913" cy="713189"/>
          </a:xfrm>
          <a:custGeom xmlns:a="http://schemas.openxmlformats.org/drawingml/2006/main">
            <a:pathLst>
              <a:path w="3485913" h="713189">
                <a:moveTo>
                  <a:pt x="0" y="0"/>
                </a:moveTo>
                <a:lnTo>
                  <a:pt x="435739" y="261443"/>
                </a:lnTo>
                <a:lnTo>
                  <a:pt x="871478" y="396612"/>
                </a:lnTo>
                <a:lnTo>
                  <a:pt x="1307217" y="480202"/>
                </a:lnTo>
                <a:lnTo>
                  <a:pt x="1742956" y="634934"/>
                </a:lnTo>
                <a:lnTo>
                  <a:pt x="2178696" y="663391"/>
                </a:lnTo>
                <a:lnTo>
                  <a:pt x="2614435" y="681176"/>
                </a:lnTo>
                <a:lnTo>
                  <a:pt x="3050174" y="702518"/>
                </a:lnTo>
                <a:lnTo>
                  <a:pt x="3485913" y="713189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FDE725"/>
            </a:solidFill>
          </a:ln>
        </p:spPr>
      </p:sp>
      <p:sp>
        <p:nvSpPr>
          <p:cNvPr id="5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B40F14C-35F4-4AA6-BF5B-ECB4B5F3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71" y="156937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8541EB9-71CF-4491-9DAA-A97B3493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511" y="183081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FD7E7BA-8ACE-419F-BDA1-C5157AD3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250" y="196598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4D5B44B-ACCF-46F2-B6C7-6AE5C89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989" y="204957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52BAF00-B45A-46BB-9958-DA6E7D3C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728" y="220430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C73E7B2-E2DB-47D4-B6A1-64094A6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8467" y="223276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C1B2F04-20C1-49AA-AE70-EDF3FCBD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206" y="225054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CAF2FBA-F0EF-42DA-B9A5-E84787F9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945" y="227189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B25F538-7EF2-43F9-B9FE-B620529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4" y="228256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9" name="AI025-p1-1">
            <a:extLst xmlns:a="http://schemas.openxmlformats.org/drawingml/2006/main">
              <a:ext uri="{FF2B5EF4-FFF2-40B4-BE49-F238E27FC236}">
                <a16:creationId xmlns:a16="http://schemas.microsoft.com/office/drawing/2014/main" id="{FF370882-8AF0-4259-B908-175AD01D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671" y="202752"/>
            <a:ext cx="3834504" cy="253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0" name="P1 path 2">
            <a:extLst xmlns:a="http://schemas.openxmlformats.org/drawingml/2006/main">
              <a:ext uri="{FF2B5EF4-FFF2-40B4-BE49-F238E27FC236}">
                <a16:creationId xmlns:a16="http://schemas.microsoft.com/office/drawing/2014/main" id="{99D70E23-A147-4773-9588-1A6DD638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57" y="2742489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1" name="P1 label 0.38">
            <a:extLst xmlns:a="http://schemas.openxmlformats.org/drawingml/2006/main">
              <a:ext uri="{FF2B5EF4-FFF2-40B4-BE49-F238E27FC236}">
                <a16:creationId xmlns:a16="http://schemas.microsoft.com/office/drawing/2014/main" id="{11D537FF-3B58-4FD6-AF38-FEF44EC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57" y="2600207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0.38</a:t>
            </a:r>
          </a:p>
        </p:txBody>
      </p:sp>
      <p:sp>
        <p:nvSpPr>
          <p:cNvPr id="62" name="P1 path 3">
            <a:extLst xmlns:a="http://schemas.openxmlformats.org/drawingml/2006/main">
              <a:ext uri="{FF2B5EF4-FFF2-40B4-BE49-F238E27FC236}">
                <a16:creationId xmlns:a16="http://schemas.microsoft.com/office/drawing/2014/main" id="{5DA922D0-EEAE-487D-8356-F05D681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57" y="1726594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3" name="P1 label 0.40">
            <a:extLst xmlns:a="http://schemas.openxmlformats.org/drawingml/2006/main">
              <a:ext uri="{FF2B5EF4-FFF2-40B4-BE49-F238E27FC236}">
                <a16:creationId xmlns:a16="http://schemas.microsoft.com/office/drawing/2014/main" id="{06FE7FBC-9FAC-4248-9BF6-F588F5C0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57" y="1584312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64" name="P1 path 4">
            <a:extLst xmlns:a="http://schemas.openxmlformats.org/drawingml/2006/main">
              <a:ext uri="{FF2B5EF4-FFF2-40B4-BE49-F238E27FC236}">
                <a16:creationId xmlns:a16="http://schemas.microsoft.com/office/drawing/2014/main" id="{4A96D668-9724-477F-8A51-28813D5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57" y="710700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5" name="P1 label 0.42">
            <a:extLst xmlns:a="http://schemas.openxmlformats.org/drawingml/2006/main">
              <a:ext uri="{FF2B5EF4-FFF2-40B4-BE49-F238E27FC236}">
                <a16:creationId xmlns:a16="http://schemas.microsoft.com/office/drawing/2014/main" id="{5984EF8F-28D7-49B0-980F-DAF4545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57" y="568417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0.42</a:t>
            </a:r>
          </a:p>
        </p:txBody>
      </p:sp>
      <p:sp>
        <p:nvSpPr>
          <p:cNvPr id="66" name="P1 path 5">
            <a:extLst xmlns:a="http://schemas.openxmlformats.org/drawingml/2006/main">
              <a:ext uri="{FF2B5EF4-FFF2-40B4-BE49-F238E27FC236}">
                <a16:creationId xmlns:a16="http://schemas.microsoft.com/office/drawing/2014/main" id="{CDD202E4-97A3-4B73-B737-CC227A3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6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7" name="P1 label 100k">
            <a:extLst xmlns:a="http://schemas.openxmlformats.org/drawingml/2006/main">
              <a:ext uri="{FF2B5EF4-FFF2-40B4-BE49-F238E27FC236}">
                <a16:creationId xmlns:a16="http://schemas.microsoft.com/office/drawing/2014/main" id="{EE17B2D0-208D-4915-866E-75AE15BF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193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100k</a:t>
            </a:r>
          </a:p>
        </p:txBody>
      </p:sp>
      <p:sp>
        <p:nvSpPr>
          <p:cNvPr id="68" name="P1 path 6">
            <a:extLst xmlns:a="http://schemas.openxmlformats.org/drawingml/2006/main">
              <a:ext uri="{FF2B5EF4-FFF2-40B4-BE49-F238E27FC236}">
                <a16:creationId xmlns:a16="http://schemas.microsoft.com/office/drawing/2014/main" id="{E8C987F6-CC97-43B7-9316-B908212E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444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69" name="P1 label 200k">
            <a:extLst xmlns:a="http://schemas.openxmlformats.org/drawingml/2006/main">
              <a:ext uri="{FF2B5EF4-FFF2-40B4-BE49-F238E27FC236}">
                <a16:creationId xmlns:a16="http://schemas.microsoft.com/office/drawing/2014/main" id="{C797E65C-D867-491A-8E2B-E583A8C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672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200k</a:t>
            </a:r>
          </a:p>
        </p:txBody>
      </p:sp>
      <p:sp>
        <p:nvSpPr>
          <p:cNvPr id="70" name="P1 path 7">
            <a:extLst xmlns:a="http://schemas.openxmlformats.org/drawingml/2006/main">
              <a:ext uri="{FF2B5EF4-FFF2-40B4-BE49-F238E27FC236}">
                <a16:creationId xmlns:a16="http://schemas.microsoft.com/office/drawing/2014/main" id="{4DED7D99-4707-463B-8989-B3AC9C5C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923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71" name="P1 label 300k">
            <a:extLst xmlns:a="http://schemas.openxmlformats.org/drawingml/2006/main">
              <a:ext uri="{FF2B5EF4-FFF2-40B4-BE49-F238E27FC236}">
                <a16:creationId xmlns:a16="http://schemas.microsoft.com/office/drawing/2014/main" id="{1685F9C3-C838-4C1F-A37B-21F47E4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150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300k</a:t>
            </a:r>
          </a:p>
        </p:txBody>
      </p:sp>
      <p:sp>
        <p:nvSpPr>
          <p:cNvPr id="72" name="P1 path 8">
            <a:extLst xmlns:a="http://schemas.openxmlformats.org/drawingml/2006/main">
              <a:ext uri="{FF2B5EF4-FFF2-40B4-BE49-F238E27FC236}">
                <a16:creationId xmlns:a16="http://schemas.microsoft.com/office/drawing/2014/main" id="{4481697C-1100-4C29-840D-EC6CE9F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401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73" name="P1 label 400k">
            <a:extLst xmlns:a="http://schemas.openxmlformats.org/drawingml/2006/main">
              <a:ext uri="{FF2B5EF4-FFF2-40B4-BE49-F238E27FC236}">
                <a16:creationId xmlns:a16="http://schemas.microsoft.com/office/drawing/2014/main" id="{64818478-102E-42A0-9C45-E404ED55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8628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400k</a:t>
            </a:r>
          </a:p>
        </p:txBody>
      </p:sp>
      <p:sp>
        <p:nvSpPr>
          <p:cNvPr id="74" name="P1 path 9">
            <a:extLst xmlns:a="http://schemas.openxmlformats.org/drawingml/2006/main">
              <a:ext uri="{FF2B5EF4-FFF2-40B4-BE49-F238E27FC236}">
                <a16:creationId xmlns:a16="http://schemas.microsoft.com/office/drawing/2014/main" id="{D05F75D9-1B4E-4141-8F1F-935DAD2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79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75" name="P1 label 500k">
            <a:extLst xmlns:a="http://schemas.openxmlformats.org/drawingml/2006/main">
              <a:ext uri="{FF2B5EF4-FFF2-40B4-BE49-F238E27FC236}">
                <a16:creationId xmlns:a16="http://schemas.microsoft.com/office/drawing/2014/main" id="{6837C48A-A66A-469F-BFD1-1A4722B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0106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500k</a:t>
            </a:r>
          </a:p>
        </p:txBody>
      </p:sp>
      <p:sp>
        <p:nvSpPr>
          <p:cNvPr id="76" name="P1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0C2BE749-4AA2-4AC5-A6CE-050FFA7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907286" y="1337452"/>
            <a:ext cx="2134232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77" name="P1 label Training Steps">
            <a:extLst xmlns:a="http://schemas.openxmlformats.org/drawingml/2006/main">
              <a:ext uri="{FF2B5EF4-FFF2-40B4-BE49-F238E27FC236}">
                <a16:creationId xmlns:a16="http://schemas.microsoft.com/office/drawing/2014/main" id="{A11B0FB4-6102-4C16-A61E-BF4A81C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254" y="2987926"/>
            <a:ext cx="4759338" cy="31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Steps</a:t>
            </a:r>
          </a:p>
        </p:txBody>
      </p:sp>
      <p:sp>
        <p:nvSpPr>
          <p:cNvPr id="78" name="AI025-p1-10">
            <a:extLst xmlns:a="http://schemas.openxmlformats.org/drawingml/2006/main">
              <a:ext uri="{FF2B5EF4-FFF2-40B4-BE49-F238E27FC236}">
                <a16:creationId xmlns:a16="http://schemas.microsoft.com/office/drawing/2014/main" id="{5E3D1EB9-1AE6-4C2C-BE40-63A8FD0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2990" y="298793"/>
            <a:ext cx="1657587" cy="1465506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7114">
            <a:solidFill>
              <a:srgbClr val="D1D1D1"/>
            </a:solidFill>
          </a:ln>
        </p:spPr>
      </p:sp>
      <p:sp>
        <p:nvSpPr>
          <p:cNvPr id="79" name="AI025-p1-11">
            <a:extLst xmlns:a="http://schemas.openxmlformats.org/drawingml/2006/main">
              <a:ext uri="{FF2B5EF4-FFF2-40B4-BE49-F238E27FC236}">
                <a16:creationId xmlns:a16="http://schemas.microsoft.com/office/drawing/2014/main" id="{C6EC65F2-E062-480D-A509-D1A27E3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131" y="43289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80" name="P1 label depth=15">
            <a:extLst xmlns:a="http://schemas.openxmlformats.org/drawingml/2006/main">
              <a:ext uri="{FF2B5EF4-FFF2-40B4-BE49-F238E27FC236}">
                <a16:creationId xmlns:a16="http://schemas.microsoft.com/office/drawing/2014/main" id="{A23BB768-EC25-445D-BA35-FB585CFA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360" y="337920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depth=15</a:t>
            </a:r>
          </a:p>
        </p:txBody>
      </p:sp>
      <p:sp>
        <p:nvSpPr>
          <p:cNvPr id="81" name="AI025-p1-12">
            <a:extLst xmlns:a="http://schemas.openxmlformats.org/drawingml/2006/main">
              <a:ext uri="{FF2B5EF4-FFF2-40B4-BE49-F238E27FC236}">
                <a16:creationId xmlns:a16="http://schemas.microsoft.com/office/drawing/2014/main" id="{99201F01-5FB1-44A8-AC8A-B46793F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131" y="71479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82" name="P1 label depth=18">
            <a:extLst xmlns:a="http://schemas.openxmlformats.org/drawingml/2006/main">
              <a:ext uri="{FF2B5EF4-FFF2-40B4-BE49-F238E27FC236}">
                <a16:creationId xmlns:a16="http://schemas.microsoft.com/office/drawing/2014/main" id="{F2ED204E-6D20-4997-94E1-975B8F6A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360" y="619817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83" name="AI025-p1-13">
            <a:extLst xmlns:a="http://schemas.openxmlformats.org/drawingml/2006/main">
              <a:ext uri="{FF2B5EF4-FFF2-40B4-BE49-F238E27FC236}">
                <a16:creationId xmlns:a16="http://schemas.microsoft.com/office/drawing/2014/main" id="{E86100AA-3700-4B58-B3F9-732E841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131" y="99668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84" name="P1 label depth=21">
            <a:extLst xmlns:a="http://schemas.openxmlformats.org/drawingml/2006/main">
              <a:ext uri="{FF2B5EF4-FFF2-40B4-BE49-F238E27FC236}">
                <a16:creationId xmlns:a16="http://schemas.microsoft.com/office/drawing/2014/main" id="{31278A1B-4DE4-4F87-8681-DCD5217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360" y="901713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depth=21</a:t>
            </a:r>
          </a:p>
        </p:txBody>
      </p:sp>
      <p:sp>
        <p:nvSpPr>
          <p:cNvPr id="85" name="AI025-p1-14">
            <a:extLst xmlns:a="http://schemas.openxmlformats.org/drawingml/2006/main">
              <a:ext uri="{FF2B5EF4-FFF2-40B4-BE49-F238E27FC236}">
                <a16:creationId xmlns:a16="http://schemas.microsoft.com/office/drawing/2014/main" id="{B0D3D576-A376-4C6E-92F4-BE6FCCF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131" y="12785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86" name="P1 label depth=30">
            <a:extLst xmlns:a="http://schemas.openxmlformats.org/drawingml/2006/main">
              <a:ext uri="{FF2B5EF4-FFF2-40B4-BE49-F238E27FC236}">
                <a16:creationId xmlns:a16="http://schemas.microsoft.com/office/drawing/2014/main" id="{A32BB699-8FE9-41E0-8E83-537F017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360" y="1183610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87" name="AI025-p1-15">
            <a:extLst xmlns:a="http://schemas.openxmlformats.org/drawingml/2006/main">
              <a:ext uri="{FF2B5EF4-FFF2-40B4-BE49-F238E27FC236}">
                <a16:creationId xmlns:a16="http://schemas.microsoft.com/office/drawing/2014/main" id="{2CB7B255-12FC-487A-9E95-5B4D015C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131" y="156048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88" name="P1 label depth=38">
            <a:extLst xmlns:a="http://schemas.openxmlformats.org/drawingml/2006/main">
              <a:ext uri="{FF2B5EF4-FFF2-40B4-BE49-F238E27FC236}">
                <a16:creationId xmlns:a16="http://schemas.microsoft.com/office/drawing/2014/main" id="{2DB437E0-C2F6-4DC5-8EBB-3C0594F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360" y="1465506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depth=38</a:t>
            </a:r>
          </a:p>
        </p:txBody>
      </p:sp>
      <p:sp>
        <p:nvSpPr>
          <p:cNvPr id="8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6554CB1-6992-47C7-8539-14C5E1D3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904" y="2731818"/>
            <a:ext cx="3784705" cy="4"/>
          </a:xfrm>
          <a:custGeom xmlns:a="http://schemas.openxmlformats.org/drawingml/2006/main">
            <a:pathLst>
              <a:path w="378470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784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048AFD83-4736-4E32-8040-B9FD434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904" y="2169803"/>
            <a:ext cx="3784705" cy="4"/>
          </a:xfrm>
          <a:custGeom xmlns:a="http://schemas.openxmlformats.org/drawingml/2006/main">
            <a:pathLst>
              <a:path w="378470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784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DA8D631-9174-498C-9B6D-5AC9BA2F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904" y="1607789"/>
            <a:ext cx="3784705" cy="4"/>
          </a:xfrm>
          <a:custGeom xmlns:a="http://schemas.openxmlformats.org/drawingml/2006/main">
            <a:pathLst>
              <a:path w="378470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784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97BB729-28B4-4F88-9144-6EC224DA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904" y="1045774"/>
            <a:ext cx="3784705" cy="4"/>
          </a:xfrm>
          <a:custGeom xmlns:a="http://schemas.openxmlformats.org/drawingml/2006/main">
            <a:pathLst>
              <a:path w="378470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784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01B070D-7AC1-4178-8FDB-E2E00B7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904" y="483760"/>
            <a:ext cx="3784705" cy="4"/>
          </a:xfrm>
          <a:custGeom xmlns:a="http://schemas.openxmlformats.org/drawingml/2006/main">
            <a:pathLst>
              <a:path w="378470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784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9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33D4CEF-64DC-4570-8EF5-B327BF2C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680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9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464C7B0-DF2B-4B95-8689-43D28D76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776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9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E00CB29-7BEE-4BF9-98E8-017D13FA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925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9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11BDC95-9BFA-429B-B059-23798DE2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849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9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ABF6D3A-0193-4119-8066-4AECAF6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535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9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49FD71C-F4E8-4F63-B062-821454F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944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BD270F5-5824-45DD-B927-5139FFA6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922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B855187F-6EAD-4162-9205-4F73C3D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093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4C4C4"/>
            </a:solidFill>
          </a:ln>
        </p:spPr>
      </p:sp>
      <p:sp>
        <p:nvSpPr>
          <p:cNvPr id="10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0082D38-B2CD-414E-9385-C41BF11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262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535CF13-53DA-4314-91F6-86E45F6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335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035EC1CE-2618-4479-8456-84F875C0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430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3F038884-FD7D-423E-96B8-966E8570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579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2AC158C4-B367-4FAE-A99C-C61A7215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504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8D9F5BA-907F-4FC3-8257-FEC5731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90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B1D2560B-7C98-4FE3-9950-13C8399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599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0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E7C8265-8EC9-42E4-8B8A-0057867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77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1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4BB7304-C30F-4969-A0F5-A0E22158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48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4C4C4"/>
            </a:solidFill>
          </a:ln>
        </p:spPr>
      </p:sp>
      <p:sp>
        <p:nvSpPr>
          <p:cNvPr id="11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B97484C-A8E3-4D0D-AF35-EC3B9F0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917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1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D579D30E-C94D-4850-A778-F93CD9D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90" y="202752"/>
            <a:ext cx="4" cy="2529065"/>
          </a:xfrm>
          <a:custGeom xmlns:a="http://schemas.openxmlformats.org/drawingml/2006/main">
            <a:pathLst>
              <a:path w="4" h="252906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  <a:moveTo>
                  <a:pt x="0" y="2489938"/>
                </a:moveTo>
                <a:lnTo>
                  <a:pt x="0" y="2529065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113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9D9403A5-6606-4292-A8F3-37D33B41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199" y="572686"/>
            <a:ext cx="1270486" cy="672283"/>
          </a:xfrm>
          <a:custGeom xmlns:a="http://schemas.openxmlformats.org/drawingml/2006/main">
            <a:pathLst>
              <a:path w="1270486" h="672283">
                <a:moveTo>
                  <a:pt x="0" y="0"/>
                </a:moveTo>
                <a:lnTo>
                  <a:pt x="320073" y="257886"/>
                </a:lnTo>
                <a:lnTo>
                  <a:pt x="547169" y="377048"/>
                </a:lnTo>
                <a:lnTo>
                  <a:pt x="723317" y="481981"/>
                </a:lnTo>
                <a:lnTo>
                  <a:pt x="867242" y="546008"/>
                </a:lnTo>
                <a:lnTo>
                  <a:pt x="988928" y="588692"/>
                </a:lnTo>
                <a:lnTo>
                  <a:pt x="1094337" y="633156"/>
                </a:lnTo>
                <a:lnTo>
                  <a:pt x="1187315" y="645605"/>
                </a:lnTo>
                <a:lnTo>
                  <a:pt x="1270486" y="672283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440154"/>
            </a:solidFill>
          </a:ln>
        </p:spPr>
      </p:sp>
      <p:sp>
        <p:nvSpPr>
          <p:cNvPr id="11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6FAE4E9-BA4A-43D5-815B-10BB761B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4005" y="53249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D27BC39-9150-452E-BD5B-14BCA48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078" y="79037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523A72A-5366-4187-A0FF-AAEF89B8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1173" y="90953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00E1AD1-DD02-4E6C-A60B-7EE9228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7322" y="101447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5D96E71-DB5F-4CB6-94AD-44D86838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1246" y="107849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1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5F51F57-D113-4317-8B33-1DED12C5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2932" y="112118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2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82AAEC9-44D0-4441-9056-C994B86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8342" y="11656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2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9593C87-9AA0-4739-8FDC-CD4290B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1319" y="117809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2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91E4D50-50E1-4168-ABD4-09BB50FD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4491" y="120477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23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1704562C-8075-4F93-B5F1-21FC1D2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489" y="903492"/>
            <a:ext cx="1270486" cy="606478"/>
          </a:xfrm>
          <a:custGeom xmlns:a="http://schemas.openxmlformats.org/drawingml/2006/main">
            <a:pathLst>
              <a:path w="1270486" h="606478">
                <a:moveTo>
                  <a:pt x="0" y="0"/>
                </a:moveTo>
                <a:lnTo>
                  <a:pt x="320073" y="234766"/>
                </a:lnTo>
                <a:lnTo>
                  <a:pt x="547169" y="334363"/>
                </a:lnTo>
                <a:lnTo>
                  <a:pt x="723317" y="433961"/>
                </a:lnTo>
                <a:lnTo>
                  <a:pt x="867242" y="497988"/>
                </a:lnTo>
                <a:lnTo>
                  <a:pt x="988928" y="540672"/>
                </a:lnTo>
                <a:lnTo>
                  <a:pt x="1094337" y="572686"/>
                </a:lnTo>
                <a:lnTo>
                  <a:pt x="1187315" y="590471"/>
                </a:lnTo>
                <a:lnTo>
                  <a:pt x="1270486" y="606478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3B528B"/>
            </a:solidFill>
          </a:ln>
        </p:spPr>
      </p:sp>
      <p:sp>
        <p:nvSpPr>
          <p:cNvPr id="12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CF8665E-8601-46A7-8B25-492988C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294" y="86329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2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DEA5CD3-7230-46F2-9CB8-38DAA323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7367" y="109806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2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70E3254-532D-470E-BA7A-3AB3CE9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462" y="119766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2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349B0C6-C6C3-4A62-9CC6-228E6928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11" y="129725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2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0301D0C-D2AE-4360-8138-07A9F36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4536" y="13612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2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6EB78DF-B0D8-4503-9714-DFD0FFD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6222" y="140396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3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F258158-023B-4C6D-861A-4390FA9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1631" y="14359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3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474943C-B7B2-43FF-9E23-AAC3BC6B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609" y="145376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3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139CCAF-3993-42BD-AF6F-1B0198D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7780" y="146977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33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88EBDE18-7B48-491F-B60B-48F05AAB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637" y="1124029"/>
            <a:ext cx="1270486" cy="642048"/>
          </a:xfrm>
          <a:custGeom xmlns:a="http://schemas.openxmlformats.org/drawingml/2006/main">
            <a:pathLst>
              <a:path w="1270486" h="642048">
                <a:moveTo>
                  <a:pt x="0" y="0"/>
                </a:moveTo>
                <a:lnTo>
                  <a:pt x="320073" y="252551"/>
                </a:lnTo>
                <a:lnTo>
                  <a:pt x="547169" y="366377"/>
                </a:lnTo>
                <a:lnTo>
                  <a:pt x="723317" y="455303"/>
                </a:lnTo>
                <a:lnTo>
                  <a:pt x="867242" y="492652"/>
                </a:lnTo>
                <a:lnTo>
                  <a:pt x="988928" y="562015"/>
                </a:lnTo>
                <a:lnTo>
                  <a:pt x="1094337" y="588692"/>
                </a:lnTo>
                <a:lnTo>
                  <a:pt x="1187315" y="618927"/>
                </a:lnTo>
                <a:lnTo>
                  <a:pt x="1270486" y="642048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21918C"/>
            </a:solidFill>
          </a:ln>
        </p:spPr>
      </p:sp>
      <p:sp>
        <p:nvSpPr>
          <p:cNvPr id="13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67F4BF3-786A-4963-9D7B-936D73E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9442" y="108383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CDF1F37-4890-4680-B499-5AC1F87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15" y="13363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962AB68-F319-47B6-AB6C-A8F1AC1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611" y="14502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38443F6-1770-4A1D-9483-DD682CA0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760" y="15391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8BAADB6-B277-47C6-97BC-74F830A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684" y="157648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E3FA62F-9C9D-4A73-B656-BBA1006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8370" y="164584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4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6835BBF-1F38-4E51-99E6-B3969CC2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3779" y="167252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4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D6C676E-64DA-4F8A-A41D-78431EE8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6757" y="170276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4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5311D40-461D-423A-9F22-D1170704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9928" y="17258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43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F000A201-0C29-47D7-B09E-6F238B08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545" y="1646916"/>
            <a:ext cx="1270486" cy="570907"/>
          </a:xfrm>
          <a:custGeom xmlns:a="http://schemas.openxmlformats.org/drawingml/2006/main">
            <a:pathLst>
              <a:path w="1270486" h="570907">
                <a:moveTo>
                  <a:pt x="0" y="0"/>
                </a:moveTo>
                <a:lnTo>
                  <a:pt x="320073" y="229430"/>
                </a:lnTo>
                <a:lnTo>
                  <a:pt x="547169" y="334363"/>
                </a:lnTo>
                <a:lnTo>
                  <a:pt x="723317" y="414397"/>
                </a:lnTo>
                <a:lnTo>
                  <a:pt x="867242" y="478424"/>
                </a:lnTo>
                <a:lnTo>
                  <a:pt x="988928" y="533558"/>
                </a:lnTo>
                <a:lnTo>
                  <a:pt x="1094337" y="547288"/>
                </a:lnTo>
                <a:lnTo>
                  <a:pt x="1187315" y="553122"/>
                </a:lnTo>
                <a:lnTo>
                  <a:pt x="1270486" y="570907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5EC962"/>
            </a:solidFill>
          </a:ln>
        </p:spPr>
      </p:sp>
      <p:sp>
        <p:nvSpPr>
          <p:cNvPr id="14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6FA9AC8-2A93-47FA-8CC1-D7299E4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5350" y="160672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4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8D294C2-A5FE-48CA-BCE8-F87A44FB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423" y="183615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4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716FFCA-B74C-4AC4-AD95-2552018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518" y="19410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4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1022655-6891-4E7B-9B17-F151471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8667" y="202111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4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E357D39-E157-4F9A-811A-576EF4A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2592" y="208514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4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BBB174E-E3F3-4B3A-A976-C4C3A1A6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4278" y="214028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5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B5C3643-1CB7-4770-B49A-37D2633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9687" y="215401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5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41A7494-2CE3-4328-8D36-868DCDE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665" y="215984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5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7362FA0-4662-40CC-9BE1-19DA3BE4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5836" y="217762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53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1E7BD764-F2A1-48F9-83FB-36AC13F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88" y="1760742"/>
            <a:ext cx="1270486" cy="793223"/>
          </a:xfrm>
          <a:custGeom xmlns:a="http://schemas.openxmlformats.org/drawingml/2006/main">
            <a:pathLst>
              <a:path w="1270486" h="793223">
                <a:moveTo>
                  <a:pt x="0" y="0"/>
                </a:moveTo>
                <a:lnTo>
                  <a:pt x="320073" y="281007"/>
                </a:lnTo>
                <a:lnTo>
                  <a:pt x="547169" y="435739"/>
                </a:lnTo>
                <a:lnTo>
                  <a:pt x="723317" y="535337"/>
                </a:lnTo>
                <a:lnTo>
                  <a:pt x="867242" y="698961"/>
                </a:lnTo>
                <a:lnTo>
                  <a:pt x="988928" y="734532"/>
                </a:lnTo>
                <a:lnTo>
                  <a:pt x="1094337" y="754095"/>
                </a:lnTo>
                <a:lnTo>
                  <a:pt x="1187315" y="775438"/>
                </a:lnTo>
                <a:lnTo>
                  <a:pt x="1270486" y="793223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FDE725"/>
            </a:solidFill>
          </a:ln>
        </p:spPr>
      </p:sp>
      <p:sp>
        <p:nvSpPr>
          <p:cNvPr id="15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6E5A593-59BD-43C8-978D-F05F29F0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17205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5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A6ED563-1E07-4D7F-80A3-8A731D4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766" y="200155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5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8D1019F-3573-4C86-8802-A90D69B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862" y="215628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5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BEE3593-E960-4C9F-825C-8E95EF6C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0011" y="225588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5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933E600-7CC1-49B6-8D75-A2EF7B6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3935" y="241950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5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ED1336A-CB48-4AE7-9A6A-D449FFC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5621" y="245507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6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D163842-C8C0-4AFC-8EE1-34FBD2E5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1030" y="247464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6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1AAF537-B97E-4123-AE57-C7F8BBD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4008" y="24959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6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823BFA7-F986-45BE-AF3C-AB9E0F4A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7179" y="251377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63" name="AI025-p2-16">
            <a:extLst xmlns:a="http://schemas.openxmlformats.org/drawingml/2006/main">
              <a:ext uri="{FF2B5EF4-FFF2-40B4-BE49-F238E27FC236}">
                <a16:creationId xmlns:a16="http://schemas.microsoft.com/office/drawing/2014/main" id="{A9DD0849-D585-4386-9F73-00FAAC7C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904" y="202752"/>
            <a:ext cx="3784705" cy="252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64" name="P2 path 17">
            <a:extLst xmlns:a="http://schemas.openxmlformats.org/drawingml/2006/main">
              <a:ext uri="{FF2B5EF4-FFF2-40B4-BE49-F238E27FC236}">
                <a16:creationId xmlns:a16="http://schemas.microsoft.com/office/drawing/2014/main" id="{D1BDA023-E7E1-49E8-8035-3E91EB8C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90" y="2731818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65" name="P2 label 0.385">
            <a:extLst xmlns:a="http://schemas.openxmlformats.org/drawingml/2006/main">
              <a:ext uri="{FF2B5EF4-FFF2-40B4-BE49-F238E27FC236}">
                <a16:creationId xmlns:a16="http://schemas.microsoft.com/office/drawing/2014/main" id="{87EDB24B-04C8-4312-8095-37A08D2A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990" y="2589535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0.385</a:t>
            </a:r>
          </a:p>
        </p:txBody>
      </p:sp>
      <p:sp>
        <p:nvSpPr>
          <p:cNvPr id="166" name="P2 path 18">
            <a:extLst xmlns:a="http://schemas.openxmlformats.org/drawingml/2006/main">
              <a:ext uri="{FF2B5EF4-FFF2-40B4-BE49-F238E27FC236}">
                <a16:creationId xmlns:a16="http://schemas.microsoft.com/office/drawing/2014/main" id="{0C9EE32A-1CF6-40EE-92AC-2783C75A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90" y="2169803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67" name="P2 label 0.395">
            <a:extLst xmlns:a="http://schemas.openxmlformats.org/drawingml/2006/main">
              <a:ext uri="{FF2B5EF4-FFF2-40B4-BE49-F238E27FC236}">
                <a16:creationId xmlns:a16="http://schemas.microsoft.com/office/drawing/2014/main" id="{6235C815-CB54-4AD4-9992-0B719B8E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990" y="2027521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0.395</a:t>
            </a:r>
          </a:p>
        </p:txBody>
      </p:sp>
      <p:sp>
        <p:nvSpPr>
          <p:cNvPr id="168" name="P2 path 19">
            <a:extLst xmlns:a="http://schemas.openxmlformats.org/drawingml/2006/main">
              <a:ext uri="{FF2B5EF4-FFF2-40B4-BE49-F238E27FC236}">
                <a16:creationId xmlns:a16="http://schemas.microsoft.com/office/drawing/2014/main" id="{73699184-8805-4DF6-B9F6-C55DA464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90" y="1607789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69" name="P2 label 0.405">
            <a:extLst xmlns:a="http://schemas.openxmlformats.org/drawingml/2006/main">
              <a:ext uri="{FF2B5EF4-FFF2-40B4-BE49-F238E27FC236}">
                <a16:creationId xmlns:a16="http://schemas.microsoft.com/office/drawing/2014/main" id="{8C6F1795-EC20-4A26-B2ED-51A0F090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990" y="1465506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0.405</a:t>
            </a:r>
          </a:p>
        </p:txBody>
      </p:sp>
      <p:sp>
        <p:nvSpPr>
          <p:cNvPr id="170" name="P2 path 20">
            <a:extLst xmlns:a="http://schemas.openxmlformats.org/drawingml/2006/main">
              <a:ext uri="{FF2B5EF4-FFF2-40B4-BE49-F238E27FC236}">
                <a16:creationId xmlns:a16="http://schemas.microsoft.com/office/drawing/2014/main" id="{4CE43B63-D923-4F9E-BCA1-AD5D42D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90" y="1045774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71" name="P2 label 0.415">
            <a:extLst xmlns:a="http://schemas.openxmlformats.org/drawingml/2006/main">
              <a:ext uri="{FF2B5EF4-FFF2-40B4-BE49-F238E27FC236}">
                <a16:creationId xmlns:a16="http://schemas.microsoft.com/office/drawing/2014/main" id="{8724FA4B-CEE3-4069-AECD-2CD47B71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990" y="903492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0.415</a:t>
            </a:r>
          </a:p>
        </p:txBody>
      </p:sp>
      <p:sp>
        <p:nvSpPr>
          <p:cNvPr id="172" name="P2 path 21">
            <a:extLst xmlns:a="http://schemas.openxmlformats.org/drawingml/2006/main">
              <a:ext uri="{FF2B5EF4-FFF2-40B4-BE49-F238E27FC236}">
                <a16:creationId xmlns:a16="http://schemas.microsoft.com/office/drawing/2014/main" id="{578742EE-C3C8-450D-A837-0CE2B91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90" y="483760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73" name="P2 label 0.425">
            <a:extLst xmlns:a="http://schemas.openxmlformats.org/drawingml/2006/main">
              <a:ext uri="{FF2B5EF4-FFF2-40B4-BE49-F238E27FC236}">
                <a16:creationId xmlns:a16="http://schemas.microsoft.com/office/drawing/2014/main" id="{89934272-F11E-4E84-8C26-EC91157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990" y="341477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0.425</a:t>
            </a:r>
          </a:p>
        </p:txBody>
      </p:sp>
      <p:sp>
        <p:nvSpPr>
          <p:cNvPr id="174" name="P2 path 22">
            <a:extLst xmlns:a="http://schemas.openxmlformats.org/drawingml/2006/main">
              <a:ext uri="{FF2B5EF4-FFF2-40B4-BE49-F238E27FC236}">
                <a16:creationId xmlns:a16="http://schemas.microsoft.com/office/drawing/2014/main" id="{11F43BF7-E0BD-4482-B46B-F1A49464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093" y="2731818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75" name="P2 label 10">
            <a:extLst xmlns:a="http://schemas.openxmlformats.org/drawingml/2006/main">
              <a:ext uri="{FF2B5EF4-FFF2-40B4-BE49-F238E27FC236}">
                <a16:creationId xmlns:a16="http://schemas.microsoft.com/office/drawing/2014/main" id="{21B524F5-999A-4B42-BD6A-7CD8CEA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6885" y="2802959"/>
            <a:ext cx="330806" cy="27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6" name="P2 label 21">
            <a:extLst xmlns:a="http://schemas.openxmlformats.org/drawingml/2006/main">
              <a:ext uri="{FF2B5EF4-FFF2-40B4-BE49-F238E27FC236}">
                <a16:creationId xmlns:a16="http://schemas.microsoft.com/office/drawing/2014/main" id="{EB3026DD-413F-454A-ABD1-B35AAFE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9234" y="2760274"/>
            <a:ext cx="231209" cy="17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77" name="P2 path 23">
            <a:extLst xmlns:a="http://schemas.openxmlformats.org/drawingml/2006/main">
              <a:ext uri="{FF2B5EF4-FFF2-40B4-BE49-F238E27FC236}">
                <a16:creationId xmlns:a16="http://schemas.microsoft.com/office/drawing/2014/main" id="{D6FE04A0-1729-4F3B-8634-2AB45B6F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48" y="2731818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178" name="P2 label 10">
            <a:extLst xmlns:a="http://schemas.openxmlformats.org/drawingml/2006/main">
              <a:ext uri="{FF2B5EF4-FFF2-40B4-BE49-F238E27FC236}">
                <a16:creationId xmlns:a16="http://schemas.microsoft.com/office/drawing/2014/main" id="{2BA02763-8053-4660-80BE-5163860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4539" y="2802959"/>
            <a:ext cx="330806" cy="27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9" name="P2 label 22">
            <a:extLst xmlns:a="http://schemas.openxmlformats.org/drawingml/2006/main">
              <a:ext uri="{FF2B5EF4-FFF2-40B4-BE49-F238E27FC236}">
                <a16:creationId xmlns:a16="http://schemas.microsoft.com/office/drawing/2014/main" id="{84D3599E-A975-4813-A2E1-6AA017E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6889" y="2760274"/>
            <a:ext cx="231209" cy="17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80" name="P2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EDCAEE77-5EAB-4DF4-9DB0-D548E26F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816007" y="1332117"/>
            <a:ext cx="2134232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81" name="P2 label Training FLOPs">
            <a:extLst xmlns:a="http://schemas.openxmlformats.org/drawingml/2006/main">
              <a:ext uri="{FF2B5EF4-FFF2-40B4-BE49-F238E27FC236}">
                <a16:creationId xmlns:a16="http://schemas.microsoft.com/office/drawing/2014/main" id="{F294913A-0F33-495D-8ADD-B19B8C11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487" y="2987926"/>
            <a:ext cx="4709539" cy="31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FLOPs</a:t>
            </a:r>
          </a:p>
        </p:txBody>
      </p:sp>
      <p:sp>
        <p:nvSpPr>
          <p:cNvPr id="182" name="AI025-p2-24">
            <a:extLst xmlns:a="http://schemas.openxmlformats.org/drawingml/2006/main">
              <a:ext uri="{FF2B5EF4-FFF2-40B4-BE49-F238E27FC236}">
                <a16:creationId xmlns:a16="http://schemas.microsoft.com/office/drawing/2014/main" id="{E9B6E82F-1AC7-4C37-8D7B-FF4608E9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6552" y="220538"/>
            <a:ext cx="1657587" cy="1469063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7114">
            <a:solidFill>
              <a:srgbClr val="D1D1D1"/>
            </a:solidFill>
          </a:ln>
        </p:spPr>
      </p:sp>
      <p:sp>
        <p:nvSpPr>
          <p:cNvPr id="183" name="AI025-p2-25">
            <a:extLst xmlns:a="http://schemas.openxmlformats.org/drawingml/2006/main">
              <a:ext uri="{FF2B5EF4-FFF2-40B4-BE49-F238E27FC236}">
                <a16:creationId xmlns:a16="http://schemas.microsoft.com/office/drawing/2014/main" id="{2ED33192-3FAE-49C6-93CB-288FACA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35463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84" name="P2 label depth=15">
            <a:extLst xmlns:a="http://schemas.openxmlformats.org/drawingml/2006/main">
              <a:ext uri="{FF2B5EF4-FFF2-40B4-BE49-F238E27FC236}">
                <a16:creationId xmlns:a16="http://schemas.microsoft.com/office/drawing/2014/main" id="{66F4131A-7145-4D80-9D5E-B005A45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922" y="259665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depth=15</a:t>
            </a:r>
          </a:p>
        </p:txBody>
      </p:sp>
      <p:sp>
        <p:nvSpPr>
          <p:cNvPr id="185" name="AI025-p2-26">
            <a:extLst xmlns:a="http://schemas.openxmlformats.org/drawingml/2006/main">
              <a:ext uri="{FF2B5EF4-FFF2-40B4-BE49-F238E27FC236}">
                <a16:creationId xmlns:a16="http://schemas.microsoft.com/office/drawing/2014/main" id="{CC00B3C1-2E40-4B3E-83C8-29BDBAE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63653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186" name="P2 label depth=18">
            <a:extLst xmlns:a="http://schemas.openxmlformats.org/drawingml/2006/main">
              <a:ext uri="{FF2B5EF4-FFF2-40B4-BE49-F238E27FC236}">
                <a16:creationId xmlns:a16="http://schemas.microsoft.com/office/drawing/2014/main" id="{5215DD65-A70C-4B0D-9C2D-5F8E0AC5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922" y="541562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187" name="AI025-p2-27">
            <a:extLst xmlns:a="http://schemas.openxmlformats.org/drawingml/2006/main">
              <a:ext uri="{FF2B5EF4-FFF2-40B4-BE49-F238E27FC236}">
                <a16:creationId xmlns:a16="http://schemas.microsoft.com/office/drawing/2014/main" id="{C7371FE4-7014-4FEE-8AE4-CE43FCAF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91843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88" name="P2 label depth=21">
            <a:extLst xmlns:a="http://schemas.openxmlformats.org/drawingml/2006/main">
              <a:ext uri="{FF2B5EF4-FFF2-40B4-BE49-F238E27FC236}">
                <a16:creationId xmlns:a16="http://schemas.microsoft.com/office/drawing/2014/main" id="{DD03E056-725E-490C-9BE6-D5734A7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922" y="823458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depth=21</a:t>
            </a:r>
          </a:p>
        </p:txBody>
      </p:sp>
      <p:sp>
        <p:nvSpPr>
          <p:cNvPr id="189" name="AI025-p2-28">
            <a:extLst xmlns:a="http://schemas.openxmlformats.org/drawingml/2006/main">
              <a:ext uri="{FF2B5EF4-FFF2-40B4-BE49-F238E27FC236}">
                <a16:creationId xmlns:a16="http://schemas.microsoft.com/office/drawing/2014/main" id="{FDC9C1E5-3F49-4632-8C58-56E3A4B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120032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190" name="P2 label depth=30">
            <a:extLst xmlns:a="http://schemas.openxmlformats.org/drawingml/2006/main">
              <a:ext uri="{FF2B5EF4-FFF2-40B4-BE49-F238E27FC236}">
                <a16:creationId xmlns:a16="http://schemas.microsoft.com/office/drawing/2014/main" id="{F7530655-AAB4-4D6C-B2B8-F9C067D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922" y="1105355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191" name="AI025-p2-29">
            <a:extLst xmlns:a="http://schemas.openxmlformats.org/drawingml/2006/main">
              <a:ext uri="{FF2B5EF4-FFF2-40B4-BE49-F238E27FC236}">
                <a16:creationId xmlns:a16="http://schemas.microsoft.com/office/drawing/2014/main" id="{3236B529-72D4-420A-B390-9D2E3D0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693" y="14822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192" name="P2 label depth=38">
            <a:extLst xmlns:a="http://schemas.openxmlformats.org/drawingml/2006/main">
              <a:ext uri="{FF2B5EF4-FFF2-40B4-BE49-F238E27FC236}">
                <a16:creationId xmlns:a16="http://schemas.microsoft.com/office/drawing/2014/main" id="{B4D9C9F5-0D95-4FAF-BD5E-544CA5EA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922" y="1387251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depth=38</a:t>
            </a:r>
          </a:p>
        </p:txBody>
      </p:sp>
      <p:sp>
        <p:nvSpPr>
          <p:cNvPr id="19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69CD23A-9E4C-4470-A41E-62FFA27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17" y="2742489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DB8A937-1A81-4CE2-B7A0-AA639C5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17" y="1919624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DBB95D56-F3DB-4582-8669-A7E6A10E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17" y="1096759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92B8E75-FB1F-4D6F-85B6-78B3853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17" y="273893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C029B10-FDC0-4549-BC86-A603EE3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547" y="273893"/>
            <a:ext cx="4" cy="2468595"/>
          </a:xfrm>
          <a:custGeom xmlns:a="http://schemas.openxmlformats.org/drawingml/2006/main">
            <a:pathLst>
              <a:path w="4" h="246859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0D2F4CB8-55F7-4A04-831D-6B6F85AF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3764" y="273893"/>
            <a:ext cx="4" cy="2468595"/>
          </a:xfrm>
          <a:custGeom xmlns:a="http://schemas.openxmlformats.org/drawingml/2006/main">
            <a:pathLst>
              <a:path w="4" h="246859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19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03CD90F-A78F-4738-A4FE-C5EF1D5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981" y="273893"/>
            <a:ext cx="4" cy="2468595"/>
          </a:xfrm>
          <a:custGeom xmlns:a="http://schemas.openxmlformats.org/drawingml/2006/main">
            <a:pathLst>
              <a:path w="4" h="246859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20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345AF2D-30FF-4835-9C54-49C4703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8197" y="273893"/>
            <a:ext cx="4" cy="2468595"/>
          </a:xfrm>
          <a:custGeom xmlns:a="http://schemas.openxmlformats.org/drawingml/2006/main">
            <a:pathLst>
              <a:path w="4" h="2468595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6148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201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069A549C-2D44-4668-89AC-ED26BEBF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71" y="626042"/>
            <a:ext cx="3517926" cy="1027989"/>
          </a:xfrm>
          <a:custGeom xmlns:a="http://schemas.openxmlformats.org/drawingml/2006/main">
            <a:pathLst>
              <a:path w="3517926" h="1027989">
                <a:moveTo>
                  <a:pt x="0" y="0"/>
                </a:moveTo>
                <a:lnTo>
                  <a:pt x="130294" y="305907"/>
                </a:lnTo>
                <a:lnTo>
                  <a:pt x="260587" y="481981"/>
                </a:lnTo>
                <a:lnTo>
                  <a:pt x="390881" y="560236"/>
                </a:lnTo>
                <a:lnTo>
                  <a:pt x="521174" y="618927"/>
                </a:lnTo>
                <a:lnTo>
                  <a:pt x="651468" y="672283"/>
                </a:lnTo>
                <a:lnTo>
                  <a:pt x="781761" y="695404"/>
                </a:lnTo>
                <a:lnTo>
                  <a:pt x="912055" y="729196"/>
                </a:lnTo>
                <a:lnTo>
                  <a:pt x="1042349" y="762988"/>
                </a:lnTo>
                <a:lnTo>
                  <a:pt x="1172642" y="782552"/>
                </a:lnTo>
                <a:lnTo>
                  <a:pt x="1302936" y="818122"/>
                </a:lnTo>
                <a:lnTo>
                  <a:pt x="1433229" y="844800"/>
                </a:lnTo>
                <a:lnTo>
                  <a:pt x="1563523" y="857250"/>
                </a:lnTo>
                <a:lnTo>
                  <a:pt x="1693816" y="866143"/>
                </a:lnTo>
                <a:lnTo>
                  <a:pt x="1824110" y="896378"/>
                </a:lnTo>
                <a:lnTo>
                  <a:pt x="1954404" y="903492"/>
                </a:lnTo>
                <a:lnTo>
                  <a:pt x="2084697" y="915941"/>
                </a:lnTo>
                <a:lnTo>
                  <a:pt x="2214991" y="937284"/>
                </a:lnTo>
                <a:lnTo>
                  <a:pt x="2345284" y="946176"/>
                </a:lnTo>
                <a:lnTo>
                  <a:pt x="2475578" y="958626"/>
                </a:lnTo>
                <a:lnTo>
                  <a:pt x="2605871" y="978190"/>
                </a:lnTo>
                <a:lnTo>
                  <a:pt x="2736165" y="978190"/>
                </a:lnTo>
                <a:lnTo>
                  <a:pt x="2866459" y="983525"/>
                </a:lnTo>
                <a:lnTo>
                  <a:pt x="2996752" y="985304"/>
                </a:lnTo>
                <a:lnTo>
                  <a:pt x="3127046" y="992418"/>
                </a:lnTo>
                <a:lnTo>
                  <a:pt x="3257339" y="967519"/>
                </a:lnTo>
                <a:lnTo>
                  <a:pt x="3387633" y="974633"/>
                </a:lnTo>
                <a:lnTo>
                  <a:pt x="3517926" y="1027989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440154"/>
            </a:solidFill>
          </a:ln>
        </p:spPr>
      </p:sp>
      <p:sp>
        <p:nvSpPr>
          <p:cNvPr id="20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8321BB9-57A2-4D58-A5FB-48141FB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076" y="5858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4B930AB-51F1-4566-8C91-7EF3E42C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0370" y="89175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7C6DB9C-241B-423F-9CD2-BED73E2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663" y="106782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3586E34-BE6E-4B0E-9646-4DAA9C9B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0957" y="11460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3C3A854-652D-4159-B7C9-2335C42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251" y="120477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36D1344-4AF7-42EE-9328-A0BCE48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544" y="125813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5137E01-722F-4AE9-95B5-EDD3C4C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1838" y="128125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0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EABA64D-3C25-4EF9-A58D-4016A592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2131" y="131504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B148A94-2E90-47FE-A671-8224936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425" y="134883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0E20AE5-CDDC-4403-82C5-2EC6D79D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718" y="136839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62123F9-9F13-4AAD-AEB8-44700FC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3012" y="140396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17E2EB6-76BE-4209-991F-093C8605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3306" y="14306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274361F-6054-4171-95AA-DD7AF0D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3599" y="144309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660FD65-7EF4-4A3A-BDE6-B5D280F0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3893" y="145199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EA428F3-0466-4501-B2B2-100235CE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4186" y="14822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0254832-E70E-47E8-B612-3877DF5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4480" y="148933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C861EF3-D49F-460E-924A-06557BD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4773" y="150178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1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09231F6-20B9-44C4-BBDC-FA25286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5067" y="152313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D7EE705-743C-47A9-AEAB-21B09D06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361" y="153202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324AB92-A4A3-48BF-B2A3-AF20EF5F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5654" y="154447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3BAE10C-74FF-4173-AC68-3DB3A0AC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5948" y="15640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1B3B782-8752-4630-9C30-712B77EE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241" y="15640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0638F59-0E2B-4F57-AAD5-6181ADB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535" y="156937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E832265-94AB-4687-A1BA-153DFF12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6828" y="157115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2C920B2-CC55-4751-90A9-28488B99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122" y="157826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34BDA4F-C1DC-4176-93FB-3C7DB0C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7416" y="155336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03EB84F-6A2A-41E2-A318-CA05112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7709" y="156048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2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497D52A-7F01-4F34-8455-87399747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8003" y="161383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230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A07FCF07-D2F1-414C-88AE-E3E041DE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71" y="1376580"/>
            <a:ext cx="3517926" cy="775438"/>
          </a:xfrm>
          <a:custGeom xmlns:a="http://schemas.openxmlformats.org/drawingml/2006/main">
            <a:pathLst>
              <a:path w="3517926" h="775438">
                <a:moveTo>
                  <a:pt x="0" y="0"/>
                </a:moveTo>
                <a:lnTo>
                  <a:pt x="130294" y="272115"/>
                </a:lnTo>
                <a:lnTo>
                  <a:pt x="260587" y="369934"/>
                </a:lnTo>
                <a:lnTo>
                  <a:pt x="390881" y="407283"/>
                </a:lnTo>
                <a:lnTo>
                  <a:pt x="521174" y="464196"/>
                </a:lnTo>
                <a:lnTo>
                  <a:pt x="651468" y="497988"/>
                </a:lnTo>
                <a:lnTo>
                  <a:pt x="781761" y="528223"/>
                </a:lnTo>
                <a:lnTo>
                  <a:pt x="912055" y="551343"/>
                </a:lnTo>
                <a:lnTo>
                  <a:pt x="1042349" y="583357"/>
                </a:lnTo>
                <a:lnTo>
                  <a:pt x="1172642" y="602921"/>
                </a:lnTo>
                <a:lnTo>
                  <a:pt x="1302936" y="583357"/>
                </a:lnTo>
                <a:lnTo>
                  <a:pt x="1433229" y="629599"/>
                </a:lnTo>
                <a:lnTo>
                  <a:pt x="1563523" y="642048"/>
                </a:lnTo>
                <a:lnTo>
                  <a:pt x="1693816" y="650941"/>
                </a:lnTo>
                <a:lnTo>
                  <a:pt x="1824110" y="682954"/>
                </a:lnTo>
                <a:lnTo>
                  <a:pt x="1954404" y="693626"/>
                </a:lnTo>
                <a:lnTo>
                  <a:pt x="2084697" y="695404"/>
                </a:lnTo>
                <a:lnTo>
                  <a:pt x="2214991" y="704297"/>
                </a:lnTo>
                <a:lnTo>
                  <a:pt x="2345284" y="714968"/>
                </a:lnTo>
                <a:lnTo>
                  <a:pt x="2475578" y="718525"/>
                </a:lnTo>
                <a:lnTo>
                  <a:pt x="2605871" y="722082"/>
                </a:lnTo>
                <a:lnTo>
                  <a:pt x="2736165" y="734532"/>
                </a:lnTo>
                <a:lnTo>
                  <a:pt x="2866459" y="741646"/>
                </a:lnTo>
                <a:lnTo>
                  <a:pt x="2996752" y="752317"/>
                </a:lnTo>
                <a:lnTo>
                  <a:pt x="3127046" y="761210"/>
                </a:lnTo>
                <a:lnTo>
                  <a:pt x="3257339" y="745203"/>
                </a:lnTo>
                <a:lnTo>
                  <a:pt x="3387633" y="775438"/>
                </a:lnTo>
                <a:lnTo>
                  <a:pt x="3517926" y="770102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21918C"/>
            </a:solidFill>
          </a:ln>
        </p:spPr>
      </p:sp>
      <p:sp>
        <p:nvSpPr>
          <p:cNvPr id="23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5C38972-9395-42C3-A626-2EC62A0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076" y="13363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806E634-0653-4161-8167-67AB4BA4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0370" y="160850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E3E8820-9DA2-419C-9177-AA8BB7C6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663" y="170631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AE0C696-5875-40EE-BF8C-AD001D7C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0957" y="174366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942381D-3789-408B-BDEF-4260B64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251" y="180058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6A9A2D2-7F52-498E-B34C-C852FEC0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544" y="183437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333B519-0889-4B52-A001-0070338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1838" y="186460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4FCDBB8-D374-478E-AAFE-23F1F88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2131" y="188772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3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659EF4D-AF0B-441F-97FF-965845D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425" y="191974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6AF66C7-C4D9-436F-86A9-B3D2112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718" y="193930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898EDF2-EC5C-4249-8824-10F4F6F8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3012" y="191974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EB9B10F-C1A9-4182-8CD7-5D9FFEA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3306" y="196598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DDBAB67-48D9-48BB-888E-0BA47E0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3599" y="197843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5720EF3-74D7-4453-9663-1AFA3AF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3893" y="198732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9DBAD48-EBE2-466C-9364-44ED633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4186" y="201934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B9BC89C-844D-44B3-A8A4-1C98F6C5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4480" y="20300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A8DD334-860F-4FD0-9BC8-FA579CD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4773" y="203178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3B9AC05-49B1-48FB-B4B9-091EB8C3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5067" y="204068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4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E73EED5-19D0-4C3E-A992-06CBAFF1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361" y="205135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8B99434-12C9-4DE2-A70F-5D67F38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5654" y="205491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0C7224B-9BD7-4392-A240-F2AF62F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5948" y="205846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F789CDE-CAB0-467F-8CC2-396CA5C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241" y="207091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5D3CEF7-91AE-4CEB-9329-FE54ED8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535" y="207803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F42BB14-4E4B-47BD-A512-680EC22F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6828" y="208870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5AA505B-5E71-42F1-8BB0-2A738E8C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122" y="209759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F6DC9FD-630F-4A61-A659-0192C6E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7416" y="208158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CAA8578-77A5-42CC-9F06-8551159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7709" y="211182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87E2111-489B-4E3D-93DF-5AC4760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8003" y="210648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25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EC5C5197-06F4-47A4-8665-0B4CD9D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71" y="1543762"/>
            <a:ext cx="3517926" cy="846579"/>
          </a:xfrm>
          <a:custGeom xmlns:a="http://schemas.openxmlformats.org/drawingml/2006/main">
            <a:pathLst>
              <a:path w="3517926" h="846579">
                <a:moveTo>
                  <a:pt x="0" y="0"/>
                </a:moveTo>
                <a:lnTo>
                  <a:pt x="130294" y="281007"/>
                </a:lnTo>
                <a:lnTo>
                  <a:pt x="260587" y="419732"/>
                </a:lnTo>
                <a:lnTo>
                  <a:pt x="390881" y="519330"/>
                </a:lnTo>
                <a:lnTo>
                  <a:pt x="521174" y="554900"/>
                </a:lnTo>
                <a:lnTo>
                  <a:pt x="651468" y="597585"/>
                </a:lnTo>
                <a:lnTo>
                  <a:pt x="781761" y="645605"/>
                </a:lnTo>
                <a:lnTo>
                  <a:pt x="912055" y="654498"/>
                </a:lnTo>
                <a:lnTo>
                  <a:pt x="1042349" y="688290"/>
                </a:lnTo>
                <a:lnTo>
                  <a:pt x="1172642" y="707854"/>
                </a:lnTo>
                <a:lnTo>
                  <a:pt x="1302936" y="722082"/>
                </a:lnTo>
                <a:lnTo>
                  <a:pt x="1433229" y="738089"/>
                </a:lnTo>
                <a:lnTo>
                  <a:pt x="1563523" y="777216"/>
                </a:lnTo>
                <a:lnTo>
                  <a:pt x="1693816" y="768324"/>
                </a:lnTo>
                <a:lnTo>
                  <a:pt x="1824110" y="771881"/>
                </a:lnTo>
                <a:lnTo>
                  <a:pt x="1954404" y="793223"/>
                </a:lnTo>
                <a:lnTo>
                  <a:pt x="2084697" y="802116"/>
                </a:lnTo>
                <a:lnTo>
                  <a:pt x="2214991" y="800337"/>
                </a:lnTo>
                <a:lnTo>
                  <a:pt x="2345284" y="789666"/>
                </a:lnTo>
                <a:lnTo>
                  <a:pt x="2475578" y="807451"/>
                </a:lnTo>
                <a:lnTo>
                  <a:pt x="2605871" y="793223"/>
                </a:lnTo>
                <a:lnTo>
                  <a:pt x="2736165" y="807451"/>
                </a:lnTo>
                <a:lnTo>
                  <a:pt x="2866459" y="812787"/>
                </a:lnTo>
                <a:lnTo>
                  <a:pt x="2996752" y="825237"/>
                </a:lnTo>
                <a:lnTo>
                  <a:pt x="3127046" y="823458"/>
                </a:lnTo>
                <a:lnTo>
                  <a:pt x="3257339" y="830572"/>
                </a:lnTo>
                <a:lnTo>
                  <a:pt x="3387633" y="846579"/>
                </a:lnTo>
                <a:lnTo>
                  <a:pt x="3517926" y="841243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FDE725"/>
            </a:solidFill>
          </a:ln>
        </p:spPr>
      </p:sp>
      <p:sp>
        <p:nvSpPr>
          <p:cNvPr id="26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AC64CD7-FDD1-4F87-BEB4-67DF8826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076" y="150356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641D07A-5030-4EF7-90A6-FE32FE05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0370" y="178457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5EBE752-37F3-4D71-99C0-4E5C8B44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663" y="192329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9CDA801-FD68-43B3-9C2D-5DA7FBAE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0957" y="202289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0723ED91-1509-40BA-A050-DC2268A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251" y="205846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E840138-CF90-4B73-89F3-A442D811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544" y="210115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FD41E8A-90C9-44B8-A639-9BC6752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1838" y="214917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F3FBA42-EE5A-4A28-983E-CB5DBF5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2131" y="215806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2FD6C12-17E4-4B70-ACC0-4675D29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425" y="219185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6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3D0F236-8060-4761-BD2C-F97E9BE3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718" y="221142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3E35190-4B55-4076-A893-5C1DEA4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3012" y="222564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F9FEDFF-18A9-480A-86BD-2197105F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3306" y="224165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8E5B537-28A5-4181-8B94-781C20E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3599" y="22807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A2B9589-1DDD-4B6B-93AD-EB56C145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3893" y="227189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B1A69F1-92D3-4B48-8E7B-EA24538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4186" y="227544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E0E60EA-2D67-40EE-8CB1-4FAABDE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4480" y="229679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192C5F1-F27F-42D4-A9F6-283E2E97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4773" y="230568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27D1678-CD14-4E9B-A731-00ED3915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5067" y="230390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2D8F0A7-23FE-41EF-B298-7F6CF22F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361" y="229323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7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9C0BE40-3F05-4E6D-A4C6-527609FA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5654" y="231101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AC8E2B5-5E9F-414A-8C2D-53A3FFD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5948" y="229679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39D2D22-7ABA-4A0A-B8F1-FBE9A5F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241" y="231101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86B7CB6-6374-48BA-ADCD-011F9D8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535" y="231635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C491812-FEE2-4368-BA18-D309CF0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6828" y="232880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3A10D40-D24D-4BFA-B598-5F7D6C2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122" y="23270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5D4397E-C6D3-416B-8F4F-234A585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7416" y="233413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D76D076-3FA3-4285-91D9-C39FDD30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7709" y="235014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824B583-99E5-4C34-922F-C37AC5E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8003" y="234481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288" name="AI025-p3-30">
            <a:extLst xmlns:a="http://schemas.openxmlformats.org/drawingml/2006/main">
              <a:ext uri="{FF2B5EF4-FFF2-40B4-BE49-F238E27FC236}">
                <a16:creationId xmlns:a16="http://schemas.microsoft.com/office/drawing/2014/main" id="{223CE254-5C51-4BF9-9EF5-7C6E0AC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2217" y="273893"/>
            <a:ext cx="3905645" cy="246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89" name="P3 path 31">
            <a:extLst xmlns:a="http://schemas.openxmlformats.org/drawingml/2006/main">
              <a:ext uri="{FF2B5EF4-FFF2-40B4-BE49-F238E27FC236}">
                <a16:creationId xmlns:a16="http://schemas.microsoft.com/office/drawing/2014/main" id="{85418E5B-0C49-4F3E-93BE-AAE11B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204" y="2742489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90" name="P3 label 0.24">
            <a:extLst xmlns:a="http://schemas.openxmlformats.org/drawingml/2006/main">
              <a:ext uri="{FF2B5EF4-FFF2-40B4-BE49-F238E27FC236}">
                <a16:creationId xmlns:a16="http://schemas.microsoft.com/office/drawing/2014/main" id="{21FEE3E7-BA3D-4BD6-96B1-D0F6467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303" y="2600207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291" name="P3 path 32">
            <a:extLst xmlns:a="http://schemas.openxmlformats.org/drawingml/2006/main">
              <a:ext uri="{FF2B5EF4-FFF2-40B4-BE49-F238E27FC236}">
                <a16:creationId xmlns:a16="http://schemas.microsoft.com/office/drawing/2014/main" id="{971A299B-B7D5-4521-8D0A-A359EFE2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204" y="1919624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92" name="P3 label 0.26">
            <a:extLst xmlns:a="http://schemas.openxmlformats.org/drawingml/2006/main">
              <a:ext uri="{FF2B5EF4-FFF2-40B4-BE49-F238E27FC236}">
                <a16:creationId xmlns:a16="http://schemas.microsoft.com/office/drawing/2014/main" id="{916A1D9A-50BC-44D6-AD09-B08634ED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303" y="1777341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0.26</a:t>
            </a:r>
          </a:p>
        </p:txBody>
      </p:sp>
      <p:sp>
        <p:nvSpPr>
          <p:cNvPr id="293" name="P3 path 33">
            <a:extLst xmlns:a="http://schemas.openxmlformats.org/drawingml/2006/main">
              <a:ext uri="{FF2B5EF4-FFF2-40B4-BE49-F238E27FC236}">
                <a16:creationId xmlns:a16="http://schemas.microsoft.com/office/drawing/2014/main" id="{8050E206-A615-48CA-8CB7-0F3BD498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204" y="1096759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94" name="P3 label 0.28">
            <a:extLst xmlns:a="http://schemas.openxmlformats.org/drawingml/2006/main">
              <a:ext uri="{FF2B5EF4-FFF2-40B4-BE49-F238E27FC236}">
                <a16:creationId xmlns:a16="http://schemas.microsoft.com/office/drawing/2014/main" id="{47BF986C-1CFE-4AFA-B1EF-0B8FD9A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303" y="954476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0.28</a:t>
            </a:r>
          </a:p>
        </p:txBody>
      </p:sp>
      <p:sp>
        <p:nvSpPr>
          <p:cNvPr id="295" name="P3 path 34">
            <a:extLst xmlns:a="http://schemas.openxmlformats.org/drawingml/2006/main">
              <a:ext uri="{FF2B5EF4-FFF2-40B4-BE49-F238E27FC236}">
                <a16:creationId xmlns:a16="http://schemas.microsoft.com/office/drawing/2014/main" id="{F343DBB0-1041-478B-B89A-C0C3E33C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204" y="273893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96" name="P3 label 0.30">
            <a:extLst xmlns:a="http://schemas.openxmlformats.org/drawingml/2006/main">
              <a:ext uri="{FF2B5EF4-FFF2-40B4-BE49-F238E27FC236}">
                <a16:creationId xmlns:a16="http://schemas.microsoft.com/office/drawing/2014/main" id="{9010951C-BE74-482D-9B93-CED3EB9B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303" y="131611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297" name="P3 path 35">
            <a:extLst xmlns:a="http://schemas.openxmlformats.org/drawingml/2006/main">
              <a:ext uri="{FF2B5EF4-FFF2-40B4-BE49-F238E27FC236}">
                <a16:creationId xmlns:a16="http://schemas.microsoft.com/office/drawing/2014/main" id="{4B8D8B09-9929-4758-A271-BEA1F9E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547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298" name="P3 label 20k">
            <a:extLst xmlns:a="http://schemas.openxmlformats.org/drawingml/2006/main">
              <a:ext uri="{FF2B5EF4-FFF2-40B4-BE49-F238E27FC236}">
                <a16:creationId xmlns:a16="http://schemas.microsoft.com/office/drawing/2014/main" id="{13FE0861-D45A-46CC-80FD-7AB92C1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5774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20k</a:t>
            </a:r>
          </a:p>
        </p:txBody>
      </p:sp>
      <p:sp>
        <p:nvSpPr>
          <p:cNvPr id="299" name="P3 path 36">
            <a:extLst xmlns:a="http://schemas.openxmlformats.org/drawingml/2006/main">
              <a:ext uri="{FF2B5EF4-FFF2-40B4-BE49-F238E27FC236}">
                <a16:creationId xmlns:a16="http://schemas.microsoft.com/office/drawing/2014/main" id="{9C06E2AC-C8E6-48AF-911D-4137C0F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3764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300" name="P3 label 60k">
            <a:extLst xmlns:a="http://schemas.openxmlformats.org/drawingml/2006/main">
              <a:ext uri="{FF2B5EF4-FFF2-40B4-BE49-F238E27FC236}">
                <a16:creationId xmlns:a16="http://schemas.microsoft.com/office/drawing/2014/main" id="{3F94C7A5-F821-4594-B67D-C05DAAD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7991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60k</a:t>
            </a:r>
          </a:p>
        </p:txBody>
      </p:sp>
      <p:sp>
        <p:nvSpPr>
          <p:cNvPr id="301" name="P3 path 37">
            <a:extLst xmlns:a="http://schemas.openxmlformats.org/drawingml/2006/main">
              <a:ext uri="{FF2B5EF4-FFF2-40B4-BE49-F238E27FC236}">
                <a16:creationId xmlns:a16="http://schemas.microsoft.com/office/drawing/2014/main" id="{E36ABB02-D84C-42D5-A9BE-E12828C9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981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302" name="P3 label 100k">
            <a:extLst xmlns:a="http://schemas.openxmlformats.org/drawingml/2006/main">
              <a:ext uri="{FF2B5EF4-FFF2-40B4-BE49-F238E27FC236}">
                <a16:creationId xmlns:a16="http://schemas.microsoft.com/office/drawing/2014/main" id="{7E4C98DC-1F22-466A-B7F9-14EC8091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0208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100k</a:t>
            </a:r>
          </a:p>
        </p:txBody>
      </p:sp>
      <p:sp>
        <p:nvSpPr>
          <p:cNvPr id="303" name="P3 path 38">
            <a:extLst xmlns:a="http://schemas.openxmlformats.org/drawingml/2006/main">
              <a:ext uri="{FF2B5EF4-FFF2-40B4-BE49-F238E27FC236}">
                <a16:creationId xmlns:a16="http://schemas.microsoft.com/office/drawing/2014/main" id="{C7E86DE0-D020-40AE-BFE7-160BDBB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8197" y="2742489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304" name="P3 label 140k">
            <a:extLst xmlns:a="http://schemas.openxmlformats.org/drawingml/2006/main">
              <a:ext uri="{FF2B5EF4-FFF2-40B4-BE49-F238E27FC236}">
                <a16:creationId xmlns:a16="http://schemas.microsoft.com/office/drawing/2014/main" id="{5E580E8A-F7A0-4CE9-B707-E315E956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2425" y="2788730"/>
            <a:ext cx="1031546" cy="309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140k</a:t>
            </a:r>
          </a:p>
        </p:txBody>
      </p:sp>
      <p:sp>
        <p:nvSpPr>
          <p:cNvPr id="305" name="P3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7CAF4303-81EC-4CE0-9464-4DAC31C0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39261" y="1373023"/>
            <a:ext cx="2134232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306" name="P3 label Training Steps">
            <a:extLst xmlns:a="http://schemas.openxmlformats.org/drawingml/2006/main">
              <a:ext uri="{FF2B5EF4-FFF2-40B4-BE49-F238E27FC236}">
                <a16:creationId xmlns:a16="http://schemas.microsoft.com/office/drawing/2014/main" id="{0430BD0F-60B9-405D-A9C5-7F09E95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9800" y="2987926"/>
            <a:ext cx="4830479" cy="31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Steps</a:t>
            </a:r>
          </a:p>
        </p:txBody>
      </p:sp>
      <p:sp>
        <p:nvSpPr>
          <p:cNvPr id="307" name="AI025-p3-39">
            <a:extLst xmlns:a="http://schemas.openxmlformats.org/drawingml/2006/main">
              <a:ext uri="{FF2B5EF4-FFF2-40B4-BE49-F238E27FC236}">
                <a16:creationId xmlns:a16="http://schemas.microsoft.com/office/drawing/2014/main" id="{66E7E7C3-350A-4F0D-BD1D-7D552CD4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9805" y="295236"/>
            <a:ext cx="1657587" cy="903492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7114">
            <a:solidFill>
              <a:srgbClr val="D1D1D1"/>
            </a:solidFill>
          </a:ln>
        </p:spPr>
      </p:sp>
      <p:sp>
        <p:nvSpPr>
          <p:cNvPr id="308" name="AI025-p3-40">
            <a:extLst xmlns:a="http://schemas.openxmlformats.org/drawingml/2006/main">
              <a:ext uri="{FF2B5EF4-FFF2-40B4-BE49-F238E27FC236}">
                <a16:creationId xmlns:a16="http://schemas.microsoft.com/office/drawing/2014/main" id="{91ECC2CC-2BAE-47E8-90C4-DC9B6CFB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9947" y="4293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09" name="P3 label depth=18">
            <a:extLst xmlns:a="http://schemas.openxmlformats.org/drawingml/2006/main">
              <a:ext uri="{FF2B5EF4-FFF2-40B4-BE49-F238E27FC236}">
                <a16:creationId xmlns:a16="http://schemas.microsoft.com/office/drawing/2014/main" id="{F5DB1D5D-791A-430C-A53A-C9BB3206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5176" y="334363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310" name="AI025-p3-41">
            <a:extLst xmlns:a="http://schemas.openxmlformats.org/drawingml/2006/main">
              <a:ext uri="{FF2B5EF4-FFF2-40B4-BE49-F238E27FC236}">
                <a16:creationId xmlns:a16="http://schemas.microsoft.com/office/drawing/2014/main" id="{028A9DB8-09CB-48C1-BDEB-6A1999D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9947" y="71123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11" name="P3 label depth=24">
            <a:extLst xmlns:a="http://schemas.openxmlformats.org/drawingml/2006/main">
              <a:ext uri="{FF2B5EF4-FFF2-40B4-BE49-F238E27FC236}">
                <a16:creationId xmlns:a16="http://schemas.microsoft.com/office/drawing/2014/main" id="{C17FA7D2-BE7C-43C7-9EBB-44F58D78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5176" y="616260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depth=24</a:t>
            </a:r>
          </a:p>
        </p:txBody>
      </p:sp>
      <p:sp>
        <p:nvSpPr>
          <p:cNvPr id="312" name="AI025-p3-42">
            <a:extLst xmlns:a="http://schemas.openxmlformats.org/drawingml/2006/main">
              <a:ext uri="{FF2B5EF4-FFF2-40B4-BE49-F238E27FC236}">
                <a16:creationId xmlns:a16="http://schemas.microsoft.com/office/drawing/2014/main" id="{F26EDB0F-8B07-4FB8-8636-9ED98852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9947" y="99313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313" name="P3 label depth=30">
            <a:extLst xmlns:a="http://schemas.openxmlformats.org/drawingml/2006/main">
              <a:ext uri="{FF2B5EF4-FFF2-40B4-BE49-F238E27FC236}">
                <a16:creationId xmlns:a16="http://schemas.microsoft.com/office/drawing/2014/main" id="{180B5291-CF06-4A7B-9A75-357A7524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5176" y="898156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31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16EE4EDC-001D-4E02-AD2F-ADEE77E6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472" y="2731818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31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7F00447-2F0A-4115-9474-59D4D14A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472" y="1912510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31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3021570E-6EC9-4CCB-850E-9835A98A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472" y="1093201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31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809D108-FE0C-4E7A-ACAD-F3D405F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472" y="273893"/>
            <a:ext cx="3905645" cy="4"/>
          </a:xfrm>
          <a:custGeom xmlns:a="http://schemas.openxmlformats.org/drawingml/2006/main">
            <a:pathLst>
              <a:path w="3905645" h="4">
                <a:moveTo>
                  <a:pt x="0" y="0"/>
                </a:moveTo>
                <a:lnTo>
                  <a:pt x="42685" y="0"/>
                </a:lnTo>
                <a:moveTo>
                  <a:pt x="71141" y="0"/>
                </a:moveTo>
                <a:lnTo>
                  <a:pt x="113826" y="0"/>
                </a:lnTo>
                <a:moveTo>
                  <a:pt x="142282" y="0"/>
                </a:moveTo>
                <a:lnTo>
                  <a:pt x="184967" y="0"/>
                </a:lnTo>
                <a:moveTo>
                  <a:pt x="213423" y="0"/>
                </a:moveTo>
                <a:lnTo>
                  <a:pt x="256108" y="0"/>
                </a:lnTo>
                <a:moveTo>
                  <a:pt x="284564" y="0"/>
                </a:moveTo>
                <a:lnTo>
                  <a:pt x="327249" y="0"/>
                </a:lnTo>
                <a:moveTo>
                  <a:pt x="355705" y="0"/>
                </a:moveTo>
                <a:lnTo>
                  <a:pt x="398390" y="0"/>
                </a:lnTo>
                <a:moveTo>
                  <a:pt x="426846" y="0"/>
                </a:moveTo>
                <a:lnTo>
                  <a:pt x="469531" y="0"/>
                </a:lnTo>
                <a:moveTo>
                  <a:pt x="497988" y="0"/>
                </a:moveTo>
                <a:lnTo>
                  <a:pt x="540672" y="0"/>
                </a:lnTo>
                <a:moveTo>
                  <a:pt x="569129" y="0"/>
                </a:moveTo>
                <a:lnTo>
                  <a:pt x="611813" y="0"/>
                </a:lnTo>
                <a:moveTo>
                  <a:pt x="640270" y="0"/>
                </a:moveTo>
                <a:lnTo>
                  <a:pt x="682954" y="0"/>
                </a:lnTo>
                <a:moveTo>
                  <a:pt x="711411" y="0"/>
                </a:moveTo>
                <a:lnTo>
                  <a:pt x="754095" y="0"/>
                </a:lnTo>
                <a:moveTo>
                  <a:pt x="782552" y="0"/>
                </a:moveTo>
                <a:lnTo>
                  <a:pt x="825237" y="0"/>
                </a:lnTo>
                <a:moveTo>
                  <a:pt x="853693" y="0"/>
                </a:moveTo>
                <a:lnTo>
                  <a:pt x="896378" y="0"/>
                </a:lnTo>
                <a:moveTo>
                  <a:pt x="924834" y="0"/>
                </a:moveTo>
                <a:lnTo>
                  <a:pt x="967519" y="0"/>
                </a:lnTo>
                <a:moveTo>
                  <a:pt x="995975" y="0"/>
                </a:moveTo>
                <a:lnTo>
                  <a:pt x="1038660" y="0"/>
                </a:lnTo>
                <a:moveTo>
                  <a:pt x="1067116" y="0"/>
                </a:moveTo>
                <a:lnTo>
                  <a:pt x="1109801" y="0"/>
                </a:lnTo>
                <a:moveTo>
                  <a:pt x="1138257" y="0"/>
                </a:moveTo>
                <a:lnTo>
                  <a:pt x="1180942" y="0"/>
                </a:lnTo>
                <a:moveTo>
                  <a:pt x="1209398" y="0"/>
                </a:moveTo>
                <a:lnTo>
                  <a:pt x="1252083" y="0"/>
                </a:lnTo>
                <a:moveTo>
                  <a:pt x="1280539" y="0"/>
                </a:moveTo>
                <a:lnTo>
                  <a:pt x="1323224" y="0"/>
                </a:lnTo>
                <a:moveTo>
                  <a:pt x="1351680" y="0"/>
                </a:moveTo>
                <a:lnTo>
                  <a:pt x="1394365" y="0"/>
                </a:lnTo>
                <a:moveTo>
                  <a:pt x="1422822" y="0"/>
                </a:moveTo>
                <a:lnTo>
                  <a:pt x="1465506" y="0"/>
                </a:lnTo>
                <a:moveTo>
                  <a:pt x="1493963" y="0"/>
                </a:moveTo>
                <a:lnTo>
                  <a:pt x="1536647" y="0"/>
                </a:lnTo>
                <a:moveTo>
                  <a:pt x="1565104" y="0"/>
                </a:moveTo>
                <a:lnTo>
                  <a:pt x="1607788" y="0"/>
                </a:lnTo>
                <a:moveTo>
                  <a:pt x="1636245" y="0"/>
                </a:moveTo>
                <a:lnTo>
                  <a:pt x="1678929" y="0"/>
                </a:lnTo>
                <a:moveTo>
                  <a:pt x="1707386" y="0"/>
                </a:moveTo>
                <a:lnTo>
                  <a:pt x="1750071" y="0"/>
                </a:lnTo>
                <a:moveTo>
                  <a:pt x="1778527" y="0"/>
                </a:moveTo>
                <a:lnTo>
                  <a:pt x="1821212" y="0"/>
                </a:lnTo>
                <a:moveTo>
                  <a:pt x="1849668" y="0"/>
                </a:moveTo>
                <a:lnTo>
                  <a:pt x="1892353" y="0"/>
                </a:lnTo>
                <a:moveTo>
                  <a:pt x="1920809" y="0"/>
                </a:moveTo>
                <a:lnTo>
                  <a:pt x="1963494" y="0"/>
                </a:lnTo>
                <a:moveTo>
                  <a:pt x="1991950" y="0"/>
                </a:moveTo>
                <a:lnTo>
                  <a:pt x="2034635" y="0"/>
                </a:lnTo>
                <a:moveTo>
                  <a:pt x="2063091" y="0"/>
                </a:moveTo>
                <a:lnTo>
                  <a:pt x="2105776" y="0"/>
                </a:lnTo>
                <a:moveTo>
                  <a:pt x="2134232" y="0"/>
                </a:moveTo>
                <a:lnTo>
                  <a:pt x="2176917" y="0"/>
                </a:lnTo>
                <a:moveTo>
                  <a:pt x="2205373" y="0"/>
                </a:moveTo>
                <a:lnTo>
                  <a:pt x="2248058" y="0"/>
                </a:lnTo>
                <a:moveTo>
                  <a:pt x="2276515" y="0"/>
                </a:moveTo>
                <a:lnTo>
                  <a:pt x="2319199" y="0"/>
                </a:lnTo>
                <a:moveTo>
                  <a:pt x="2347656" y="0"/>
                </a:moveTo>
                <a:lnTo>
                  <a:pt x="2390340" y="0"/>
                </a:lnTo>
                <a:moveTo>
                  <a:pt x="2418797" y="0"/>
                </a:moveTo>
                <a:lnTo>
                  <a:pt x="2461481" y="0"/>
                </a:lnTo>
                <a:moveTo>
                  <a:pt x="2489938" y="0"/>
                </a:moveTo>
                <a:lnTo>
                  <a:pt x="2532622" y="0"/>
                </a:lnTo>
                <a:moveTo>
                  <a:pt x="2561079" y="0"/>
                </a:moveTo>
                <a:lnTo>
                  <a:pt x="2603763" y="0"/>
                </a:lnTo>
                <a:moveTo>
                  <a:pt x="2632220" y="0"/>
                </a:moveTo>
                <a:lnTo>
                  <a:pt x="2674905" y="0"/>
                </a:lnTo>
                <a:moveTo>
                  <a:pt x="2703361" y="0"/>
                </a:moveTo>
                <a:lnTo>
                  <a:pt x="2746046" y="0"/>
                </a:lnTo>
                <a:moveTo>
                  <a:pt x="2774502" y="0"/>
                </a:moveTo>
                <a:lnTo>
                  <a:pt x="2817187" y="0"/>
                </a:lnTo>
                <a:moveTo>
                  <a:pt x="2845643" y="0"/>
                </a:moveTo>
                <a:lnTo>
                  <a:pt x="2888328" y="0"/>
                </a:lnTo>
                <a:moveTo>
                  <a:pt x="2916784" y="0"/>
                </a:moveTo>
                <a:lnTo>
                  <a:pt x="2959469" y="0"/>
                </a:lnTo>
                <a:moveTo>
                  <a:pt x="2987925" y="0"/>
                </a:moveTo>
                <a:lnTo>
                  <a:pt x="3030610" y="0"/>
                </a:lnTo>
                <a:moveTo>
                  <a:pt x="3059066" y="0"/>
                </a:moveTo>
                <a:lnTo>
                  <a:pt x="3101751" y="0"/>
                </a:lnTo>
                <a:moveTo>
                  <a:pt x="3130207" y="0"/>
                </a:moveTo>
                <a:lnTo>
                  <a:pt x="3172892" y="0"/>
                </a:lnTo>
                <a:moveTo>
                  <a:pt x="3201349" y="0"/>
                </a:moveTo>
                <a:lnTo>
                  <a:pt x="3244033" y="0"/>
                </a:lnTo>
                <a:moveTo>
                  <a:pt x="3272490" y="0"/>
                </a:moveTo>
                <a:lnTo>
                  <a:pt x="3315174" y="0"/>
                </a:lnTo>
                <a:moveTo>
                  <a:pt x="3343631" y="0"/>
                </a:moveTo>
                <a:lnTo>
                  <a:pt x="3386315" y="0"/>
                </a:lnTo>
                <a:moveTo>
                  <a:pt x="3414772" y="0"/>
                </a:moveTo>
                <a:lnTo>
                  <a:pt x="3457456" y="0"/>
                </a:lnTo>
                <a:moveTo>
                  <a:pt x="3485913" y="0"/>
                </a:moveTo>
                <a:lnTo>
                  <a:pt x="3528598" y="0"/>
                </a:lnTo>
                <a:moveTo>
                  <a:pt x="3557054" y="0"/>
                </a:moveTo>
                <a:lnTo>
                  <a:pt x="3599739" y="0"/>
                </a:lnTo>
                <a:moveTo>
                  <a:pt x="3628195" y="0"/>
                </a:moveTo>
                <a:lnTo>
                  <a:pt x="3670880" y="0"/>
                </a:lnTo>
                <a:moveTo>
                  <a:pt x="3699336" y="0"/>
                </a:moveTo>
                <a:lnTo>
                  <a:pt x="3742021" y="0"/>
                </a:lnTo>
                <a:moveTo>
                  <a:pt x="3770477" y="0"/>
                </a:moveTo>
                <a:lnTo>
                  <a:pt x="3813162" y="0"/>
                </a:lnTo>
                <a:moveTo>
                  <a:pt x="3841618" y="0"/>
                </a:moveTo>
                <a:lnTo>
                  <a:pt x="3884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CCCCC"/>
            </a:solidFill>
          </a:ln>
        </p:spPr>
      </p:sp>
      <p:sp>
        <p:nvSpPr>
          <p:cNvPr id="31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B69A8D4-8D28-4503-B776-745A118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339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1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588A143-8FB8-4D97-8A68-ED0227C8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405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E9D8D0FB-D384-4C69-9D42-24C2B63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756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CFAFD3C-0A86-4579-AC9A-D7A5C1D1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4946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B6F14D9-61C9-4E08-AFA8-3356A50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1555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2972F161-B711-48B1-BFD7-7023A3B1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030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4C4C4"/>
            </a:solidFill>
          </a:ln>
        </p:spPr>
      </p:sp>
      <p:sp>
        <p:nvSpPr>
          <p:cNvPr id="32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85C4719-AABC-48B6-BCF6-2C17341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8721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F6B59E7-2FFA-43C6-8C16-1573C4C2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871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7969A71-90AD-49E3-823E-38656D9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8412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5031003-C9EC-4F3C-8671-D65618E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496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5BABD1E-8872-4D70-8F47-8CD47C4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6563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2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1EE6C28-8551-497B-80EB-C77D757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9914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C616880-69C1-434E-AAE1-4A008ED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104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48F3941-4367-4C1C-8DAA-05A26E95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713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0D3C603-DED9-4517-A347-BE689C3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2187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C4C4C4"/>
            </a:solidFill>
          </a:ln>
        </p:spPr>
      </p:sp>
      <p:sp>
        <p:nvSpPr>
          <p:cNvPr id="33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B48F3F9-15F5-4E7C-9C85-71B96697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1879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30270C36-05C2-46F1-9883-CC20351E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029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F0F0CF69-6886-4A80-9D16-06B3AA3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1570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AA995C2-13B8-4FB1-B8D1-D7C7459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654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1308D9E0-A8FB-49C9-8C46-DA10740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9720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05AA9F3-C1D1-4CAE-BD4B-2402AAAC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3072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3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B3890115-2C3C-4432-B268-A0708FA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261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4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2FBA0D71-E7F6-4D47-A016-E8E098E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871" y="273893"/>
            <a:ext cx="4" cy="2457924"/>
          </a:xfrm>
          <a:custGeom xmlns:a="http://schemas.openxmlformats.org/drawingml/2006/main">
            <a:pathLst>
              <a:path w="4" h="2457924">
                <a:moveTo>
                  <a:pt x="0" y="0"/>
                </a:moveTo>
                <a:lnTo>
                  <a:pt x="0" y="42685"/>
                </a:lnTo>
                <a:moveTo>
                  <a:pt x="0" y="71141"/>
                </a:moveTo>
                <a:lnTo>
                  <a:pt x="0" y="113826"/>
                </a:lnTo>
                <a:moveTo>
                  <a:pt x="0" y="142282"/>
                </a:moveTo>
                <a:lnTo>
                  <a:pt x="0" y="184967"/>
                </a:lnTo>
                <a:moveTo>
                  <a:pt x="0" y="213423"/>
                </a:moveTo>
                <a:lnTo>
                  <a:pt x="0" y="256108"/>
                </a:lnTo>
                <a:moveTo>
                  <a:pt x="0" y="284564"/>
                </a:moveTo>
                <a:lnTo>
                  <a:pt x="0" y="327249"/>
                </a:lnTo>
                <a:moveTo>
                  <a:pt x="0" y="355705"/>
                </a:moveTo>
                <a:lnTo>
                  <a:pt x="0" y="398390"/>
                </a:lnTo>
                <a:moveTo>
                  <a:pt x="0" y="426846"/>
                </a:moveTo>
                <a:lnTo>
                  <a:pt x="0" y="469531"/>
                </a:lnTo>
                <a:moveTo>
                  <a:pt x="0" y="497988"/>
                </a:moveTo>
                <a:lnTo>
                  <a:pt x="0" y="540672"/>
                </a:lnTo>
                <a:moveTo>
                  <a:pt x="0" y="569129"/>
                </a:moveTo>
                <a:lnTo>
                  <a:pt x="0" y="611813"/>
                </a:lnTo>
                <a:moveTo>
                  <a:pt x="0" y="640270"/>
                </a:moveTo>
                <a:lnTo>
                  <a:pt x="0" y="682954"/>
                </a:lnTo>
                <a:moveTo>
                  <a:pt x="0" y="711411"/>
                </a:moveTo>
                <a:lnTo>
                  <a:pt x="0" y="754095"/>
                </a:lnTo>
                <a:moveTo>
                  <a:pt x="0" y="782552"/>
                </a:moveTo>
                <a:lnTo>
                  <a:pt x="0" y="825237"/>
                </a:lnTo>
                <a:moveTo>
                  <a:pt x="0" y="853693"/>
                </a:moveTo>
                <a:lnTo>
                  <a:pt x="0" y="896378"/>
                </a:lnTo>
                <a:moveTo>
                  <a:pt x="0" y="924834"/>
                </a:moveTo>
                <a:lnTo>
                  <a:pt x="0" y="967519"/>
                </a:lnTo>
                <a:moveTo>
                  <a:pt x="0" y="995975"/>
                </a:moveTo>
                <a:lnTo>
                  <a:pt x="0" y="1038660"/>
                </a:lnTo>
                <a:moveTo>
                  <a:pt x="0" y="1067116"/>
                </a:moveTo>
                <a:lnTo>
                  <a:pt x="0" y="1109801"/>
                </a:lnTo>
                <a:moveTo>
                  <a:pt x="0" y="1138257"/>
                </a:moveTo>
                <a:lnTo>
                  <a:pt x="0" y="1180942"/>
                </a:lnTo>
                <a:moveTo>
                  <a:pt x="0" y="1209398"/>
                </a:moveTo>
                <a:lnTo>
                  <a:pt x="0" y="1252083"/>
                </a:lnTo>
                <a:moveTo>
                  <a:pt x="0" y="1280539"/>
                </a:moveTo>
                <a:lnTo>
                  <a:pt x="0" y="1323224"/>
                </a:lnTo>
                <a:moveTo>
                  <a:pt x="0" y="1351680"/>
                </a:moveTo>
                <a:lnTo>
                  <a:pt x="0" y="1394365"/>
                </a:lnTo>
                <a:moveTo>
                  <a:pt x="0" y="1422822"/>
                </a:moveTo>
                <a:lnTo>
                  <a:pt x="0" y="1465506"/>
                </a:lnTo>
                <a:moveTo>
                  <a:pt x="0" y="1493963"/>
                </a:moveTo>
                <a:lnTo>
                  <a:pt x="0" y="1536647"/>
                </a:lnTo>
                <a:moveTo>
                  <a:pt x="0" y="1565104"/>
                </a:moveTo>
                <a:lnTo>
                  <a:pt x="0" y="1607788"/>
                </a:lnTo>
                <a:moveTo>
                  <a:pt x="0" y="1636245"/>
                </a:moveTo>
                <a:lnTo>
                  <a:pt x="0" y="1678929"/>
                </a:lnTo>
                <a:moveTo>
                  <a:pt x="0" y="1707386"/>
                </a:moveTo>
                <a:lnTo>
                  <a:pt x="0" y="1750071"/>
                </a:lnTo>
                <a:moveTo>
                  <a:pt x="0" y="1778527"/>
                </a:moveTo>
                <a:lnTo>
                  <a:pt x="0" y="1821212"/>
                </a:lnTo>
                <a:moveTo>
                  <a:pt x="0" y="1849668"/>
                </a:moveTo>
                <a:lnTo>
                  <a:pt x="0" y="1892353"/>
                </a:lnTo>
                <a:moveTo>
                  <a:pt x="0" y="1920809"/>
                </a:moveTo>
                <a:lnTo>
                  <a:pt x="0" y="1963494"/>
                </a:lnTo>
                <a:moveTo>
                  <a:pt x="0" y="1991950"/>
                </a:moveTo>
                <a:lnTo>
                  <a:pt x="0" y="2034635"/>
                </a:lnTo>
                <a:moveTo>
                  <a:pt x="0" y="2063091"/>
                </a:moveTo>
                <a:lnTo>
                  <a:pt x="0" y="2105776"/>
                </a:lnTo>
                <a:moveTo>
                  <a:pt x="0" y="2134232"/>
                </a:moveTo>
                <a:lnTo>
                  <a:pt x="0" y="2176917"/>
                </a:lnTo>
                <a:moveTo>
                  <a:pt x="0" y="2205373"/>
                </a:moveTo>
                <a:lnTo>
                  <a:pt x="0" y="2248058"/>
                </a:lnTo>
                <a:moveTo>
                  <a:pt x="0" y="2276515"/>
                </a:moveTo>
                <a:lnTo>
                  <a:pt x="0" y="2319199"/>
                </a:lnTo>
                <a:moveTo>
                  <a:pt x="0" y="2347656"/>
                </a:moveTo>
                <a:lnTo>
                  <a:pt x="0" y="2390340"/>
                </a:lnTo>
                <a:moveTo>
                  <a:pt x="0" y="2418797"/>
                </a:moveTo>
                <a:lnTo>
                  <a:pt x="0" y="2457924"/>
                </a:lnTo>
              </a:path>
            </a:pathLst>
          </a:custGeom>
          <a:noFill xmlns:a="http://schemas.openxmlformats.org/drawingml/2006/main"/>
          <a:ln xmlns:a="http://schemas.openxmlformats.org/drawingml/2006/main" w="4624">
            <a:solidFill>
              <a:srgbClr val="DDDDDD"/>
            </a:solidFill>
          </a:ln>
        </p:spPr>
      </p:sp>
      <p:sp>
        <p:nvSpPr>
          <p:cNvPr id="341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AF7556A0-7F4D-4EE0-BDCF-665D1948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3324" y="617149"/>
            <a:ext cx="2450267" cy="1013760"/>
          </a:xfrm>
          <a:custGeom xmlns:a="http://schemas.openxmlformats.org/drawingml/2006/main">
            <a:pathLst>
              <a:path w="2450267" h="1013760">
                <a:moveTo>
                  <a:pt x="0" y="0"/>
                </a:moveTo>
                <a:lnTo>
                  <a:pt x="509691" y="321913"/>
                </a:lnTo>
                <a:lnTo>
                  <a:pt x="807842" y="485538"/>
                </a:lnTo>
                <a:lnTo>
                  <a:pt x="1019382" y="562015"/>
                </a:lnTo>
                <a:lnTo>
                  <a:pt x="1183466" y="618927"/>
                </a:lnTo>
                <a:lnTo>
                  <a:pt x="1317533" y="677619"/>
                </a:lnTo>
                <a:lnTo>
                  <a:pt x="1430884" y="704297"/>
                </a:lnTo>
                <a:lnTo>
                  <a:pt x="1529074" y="734532"/>
                </a:lnTo>
                <a:lnTo>
                  <a:pt x="1615683" y="768324"/>
                </a:lnTo>
                <a:lnTo>
                  <a:pt x="1693158" y="784330"/>
                </a:lnTo>
                <a:lnTo>
                  <a:pt x="1763242" y="818122"/>
                </a:lnTo>
                <a:lnTo>
                  <a:pt x="1827224" y="835908"/>
                </a:lnTo>
                <a:lnTo>
                  <a:pt x="1886082" y="860807"/>
                </a:lnTo>
                <a:lnTo>
                  <a:pt x="1940575" y="873257"/>
                </a:lnTo>
                <a:lnTo>
                  <a:pt x="1991308" y="892821"/>
                </a:lnTo>
                <a:lnTo>
                  <a:pt x="2038765" y="908827"/>
                </a:lnTo>
                <a:lnTo>
                  <a:pt x="2083344" y="917720"/>
                </a:lnTo>
                <a:lnTo>
                  <a:pt x="2125374" y="937284"/>
                </a:lnTo>
                <a:lnTo>
                  <a:pt x="2165131" y="946176"/>
                </a:lnTo>
                <a:lnTo>
                  <a:pt x="2202849" y="960405"/>
                </a:lnTo>
                <a:lnTo>
                  <a:pt x="2238726" y="978190"/>
                </a:lnTo>
                <a:lnTo>
                  <a:pt x="2272933" y="978190"/>
                </a:lnTo>
                <a:lnTo>
                  <a:pt x="2305620" y="985304"/>
                </a:lnTo>
                <a:lnTo>
                  <a:pt x="2336915" y="988861"/>
                </a:lnTo>
                <a:lnTo>
                  <a:pt x="2366933" y="987082"/>
                </a:lnTo>
                <a:lnTo>
                  <a:pt x="2395773" y="974633"/>
                </a:lnTo>
                <a:lnTo>
                  <a:pt x="2423525" y="988861"/>
                </a:lnTo>
                <a:lnTo>
                  <a:pt x="2450267" y="1013760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440154"/>
            </a:solidFill>
          </a:ln>
        </p:spPr>
      </p:sp>
      <p:sp>
        <p:nvSpPr>
          <p:cNvPr id="34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EB7870D-BCE0-4831-91A4-29150F2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3130" y="57695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8F0575E-5886-4E29-9A5D-F177F25E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2821" y="89886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77A904B-5EAD-48FD-9061-7F7F87D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0971" y="106249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813B806-7C46-4223-9B70-D872F6A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2512" y="113896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DC531F0-BAE0-420D-B4D8-26E75338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6596" y="119588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CA5E675-5965-40B3-80DB-2AC1F18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0662" y="125457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089C4F9-DB58-4B1C-A692-C5BF98E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4014" y="128125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4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F187BDD-B395-4907-952F-2E46E0E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2203" y="131148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9EDBEC5-3BD9-4553-8671-A9DE781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8813" y="134527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FCE71FC-20EA-4530-904F-880761E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6287" y="136128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892623B-B3F3-4C9C-BDB3-F4FAE4D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6372" y="139507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61B863D-9288-497D-AD81-6AB9917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70354" y="141286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17F36D2-B6D8-4C57-AA92-0D2B024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9211" y="143776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FC149C0-BDF4-4910-9282-9003573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3705" y="14502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DF23D8D-97AA-4862-A487-BE95E83C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34438" y="146977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C23F07E-FF45-4E72-8D31-697DB1D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81895" y="148578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D8388F8-8110-4572-99B8-38F160C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6474" y="149467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5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FC4529E-2B61-4669-9AC0-A1603BC5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504" y="151423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19E2152-90D1-4279-A77D-F03B8FEF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8261" y="152313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E48BFB3-154F-4B26-AD18-B2222B2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979" y="153735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B6B125E-A1B7-4A2D-AE83-4307B25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1855" y="155514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2E024E8-E56E-485A-91C9-D7F7394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6063" y="155514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90B8A72-5686-44BF-87CD-B06CFB5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8750" y="156225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471A704-6BBC-4217-8D7D-58095F86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80045" y="156581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F198463-E25B-4BFC-B3F8-0806196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10063" y="15640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09F7D2D-7D11-4F72-B877-5DB7242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8903" y="155158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F762695-6F14-4A37-897F-EEC528C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6654" y="156581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6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A98AA04-74F3-42C3-B1AA-ED96617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93396" y="159071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370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A668321B-59E1-4C43-B361-CBB5F757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2252" y="1367687"/>
            <a:ext cx="2450267" cy="768324"/>
          </a:xfrm>
          <a:custGeom xmlns:a="http://schemas.openxmlformats.org/drawingml/2006/main">
            <a:pathLst>
              <a:path w="2450267" h="768324">
                <a:moveTo>
                  <a:pt x="0" y="0"/>
                </a:moveTo>
                <a:lnTo>
                  <a:pt x="509691" y="279229"/>
                </a:lnTo>
                <a:lnTo>
                  <a:pt x="807842" y="393054"/>
                </a:lnTo>
                <a:lnTo>
                  <a:pt x="1019382" y="394833"/>
                </a:lnTo>
                <a:lnTo>
                  <a:pt x="1183466" y="467753"/>
                </a:lnTo>
                <a:lnTo>
                  <a:pt x="1317533" y="497988"/>
                </a:lnTo>
                <a:lnTo>
                  <a:pt x="1430884" y="530001"/>
                </a:lnTo>
                <a:lnTo>
                  <a:pt x="1529074" y="549565"/>
                </a:lnTo>
                <a:lnTo>
                  <a:pt x="1615683" y="590471"/>
                </a:lnTo>
                <a:lnTo>
                  <a:pt x="1693158" y="608256"/>
                </a:lnTo>
                <a:lnTo>
                  <a:pt x="1763242" y="590471"/>
                </a:lnTo>
                <a:lnTo>
                  <a:pt x="1827224" y="631377"/>
                </a:lnTo>
                <a:lnTo>
                  <a:pt x="1886082" y="647384"/>
                </a:lnTo>
                <a:lnTo>
                  <a:pt x="1940575" y="650941"/>
                </a:lnTo>
                <a:lnTo>
                  <a:pt x="1991308" y="686511"/>
                </a:lnTo>
                <a:lnTo>
                  <a:pt x="2038765" y="693626"/>
                </a:lnTo>
                <a:lnTo>
                  <a:pt x="2083344" y="695404"/>
                </a:lnTo>
                <a:lnTo>
                  <a:pt x="2125374" y="704297"/>
                </a:lnTo>
                <a:lnTo>
                  <a:pt x="2165131" y="714968"/>
                </a:lnTo>
                <a:lnTo>
                  <a:pt x="2202849" y="713189"/>
                </a:lnTo>
                <a:lnTo>
                  <a:pt x="2238726" y="723860"/>
                </a:lnTo>
                <a:lnTo>
                  <a:pt x="2272933" y="732753"/>
                </a:lnTo>
                <a:lnTo>
                  <a:pt x="2305620" y="743424"/>
                </a:lnTo>
                <a:lnTo>
                  <a:pt x="2336915" y="750538"/>
                </a:lnTo>
                <a:lnTo>
                  <a:pt x="2366933" y="759431"/>
                </a:lnTo>
                <a:lnTo>
                  <a:pt x="2395773" y="759431"/>
                </a:lnTo>
                <a:lnTo>
                  <a:pt x="2423525" y="768324"/>
                </a:lnTo>
                <a:lnTo>
                  <a:pt x="2450267" y="768324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21918C"/>
            </a:solidFill>
          </a:ln>
        </p:spPr>
      </p:sp>
      <p:sp>
        <p:nvSpPr>
          <p:cNvPr id="37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7BCD26B-8622-4F9A-B31E-912C843B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2057" y="132749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356326F-91E3-4D3C-99D1-85F9FABC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71748" y="160672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C175B9B-B1C1-4FA8-86F2-9CB625B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69899" y="17205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78CB932-76E0-4FA0-9DAD-049E43D7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1440" y="172232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9C784AD-A0CD-4BE0-BE0B-6CAE655C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45524" y="179524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5A86D73-C4DB-4AF4-8D0D-2F351148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9590" y="182548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E702409-B402-4825-85F2-381513F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941" y="185749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A20A33E-E462-4F27-939E-1D0822DA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1131" y="187705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7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6A5FAE9-A4A8-4FDF-996B-5C8C5E3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77740" y="191796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6DAA022-F71F-469D-9C48-A2F70AB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55215" y="193574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DB40B31-FE97-483A-AA98-801C2EC1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5299" y="191796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DEC92FE-2138-49CD-A4D9-77748BE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89281" y="195887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79465ED-EC47-4F19-8C50-09B9CD1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8139" y="197487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17BD285-AA2E-4934-8B7A-D7185EE0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2633" y="197843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87D3D51-8163-4BBE-8BF4-0882AA38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53365" y="201400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7A7223A-AA37-46C8-A71B-D29DE6C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0822" y="202111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CB189EC-840D-4ABC-9124-D1A68BA5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5401" y="202289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37F6B4C-5C8B-46FD-82E8-A9E6D677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7431" y="203178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8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881099C-B26F-4A3D-8EA4-ECB41DE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7189" y="204246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A685A5F-F87F-4930-BCA8-D274993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4906" y="2040682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403043D9-3E50-4DB9-B9FA-226F924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0783" y="205135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689006C-FD35-492A-8726-AB74227B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34990" y="206024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D39592A1-030D-4E59-8E2A-5CDE12CE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7677" y="207091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D0B0105-41A1-4A1A-B2E5-61CE2E2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8972" y="207803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A1D9771-7BF2-4C48-8890-350E16F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8990" y="208692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EF9433B-1830-47EE-99E4-0C61DA3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830" y="208692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E6C42FD-EEDD-48E2-A5FB-BCE8285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85582" y="209581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5690A61-A874-48B3-9301-8E8EB58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12324" y="209581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399" name="Visually digitized scaling curve">
            <a:extLst xmlns:a="http://schemas.openxmlformats.org/drawingml/2006/main">
              <a:ext uri="{FF2B5EF4-FFF2-40B4-BE49-F238E27FC236}">
                <a16:creationId xmlns:a16="http://schemas.microsoft.com/office/drawing/2014/main" id="{FA88C967-159D-4DA4-9632-10AA398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454" y="1533090"/>
            <a:ext cx="2450267" cy="844800"/>
          </a:xfrm>
          <a:custGeom xmlns:a="http://schemas.openxmlformats.org/drawingml/2006/main">
            <a:pathLst>
              <a:path w="2450267" h="844800">
                <a:moveTo>
                  <a:pt x="0" y="0"/>
                </a:moveTo>
                <a:lnTo>
                  <a:pt x="509691" y="293457"/>
                </a:lnTo>
                <a:lnTo>
                  <a:pt x="807842" y="421511"/>
                </a:lnTo>
                <a:lnTo>
                  <a:pt x="1019382" y="524665"/>
                </a:lnTo>
                <a:lnTo>
                  <a:pt x="1183466" y="551343"/>
                </a:lnTo>
                <a:lnTo>
                  <a:pt x="1317533" y="597585"/>
                </a:lnTo>
                <a:lnTo>
                  <a:pt x="1430884" y="645605"/>
                </a:lnTo>
                <a:lnTo>
                  <a:pt x="1529074" y="652719"/>
                </a:lnTo>
                <a:lnTo>
                  <a:pt x="1615683" y="684733"/>
                </a:lnTo>
                <a:lnTo>
                  <a:pt x="1693158" y="709632"/>
                </a:lnTo>
                <a:lnTo>
                  <a:pt x="1763242" y="723860"/>
                </a:lnTo>
                <a:lnTo>
                  <a:pt x="1827224" y="739867"/>
                </a:lnTo>
                <a:lnTo>
                  <a:pt x="1886082" y="775438"/>
                </a:lnTo>
                <a:lnTo>
                  <a:pt x="1940575" y="771881"/>
                </a:lnTo>
                <a:lnTo>
                  <a:pt x="1991308" y="771881"/>
                </a:lnTo>
                <a:lnTo>
                  <a:pt x="2038765" y="796780"/>
                </a:lnTo>
                <a:lnTo>
                  <a:pt x="2083344" y="802116"/>
                </a:lnTo>
                <a:lnTo>
                  <a:pt x="2125374" y="802116"/>
                </a:lnTo>
                <a:lnTo>
                  <a:pt x="2165131" y="798559"/>
                </a:lnTo>
                <a:lnTo>
                  <a:pt x="2202849" y="807451"/>
                </a:lnTo>
                <a:lnTo>
                  <a:pt x="2238726" y="796780"/>
                </a:lnTo>
                <a:lnTo>
                  <a:pt x="2272933" y="811008"/>
                </a:lnTo>
                <a:lnTo>
                  <a:pt x="2305620" y="814565"/>
                </a:lnTo>
                <a:lnTo>
                  <a:pt x="2336915" y="821679"/>
                </a:lnTo>
                <a:lnTo>
                  <a:pt x="2366933" y="827015"/>
                </a:lnTo>
                <a:lnTo>
                  <a:pt x="2395773" y="834129"/>
                </a:lnTo>
                <a:lnTo>
                  <a:pt x="2423525" y="843022"/>
                </a:lnTo>
                <a:lnTo>
                  <a:pt x="2450267" y="844800"/>
                </a:lnTo>
              </a:path>
            </a:pathLst>
          </a:custGeom>
          <a:noFill xmlns:a="http://schemas.openxmlformats.org/drawingml/2006/main"/>
          <a:ln xmlns:a="http://schemas.openxmlformats.org/drawingml/2006/main" w="35571">
            <a:solidFill>
              <a:srgbClr val="FDE725"/>
            </a:solidFill>
          </a:ln>
        </p:spPr>
      </p:sp>
      <p:sp>
        <p:nvSpPr>
          <p:cNvPr id="40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CFF19E06-F257-4F08-B8E9-D4F8C389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2259" y="149289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2AF78596-04C7-480A-8965-B12F2A6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1951" y="178635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290BA7D-B450-427D-9D42-0BE8D91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0101" y="191440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7F57E0D-85FC-4C6C-AFC4-B6659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1642" y="201756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6FD6C47-AD6E-429C-B849-0CB71042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5726" y="204423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3F8310EF-B826-424F-B19B-7C6E334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9792" y="209048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1B18075-D3C2-4BDE-9074-61134689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73144" y="213850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549251D-0A27-43E7-82E0-9732976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1333" y="214561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759F9EC-9905-4336-B2B0-5EAD746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57942" y="2177629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0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87A76B99-2754-40B2-A99A-A545629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35417" y="220252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9C2DF56-285E-4328-8C3E-4AC2CDF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5501" y="221675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060FD8A-D70E-48C5-B7FB-D88EA2C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483" y="223276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3236C4D-83BB-4BFB-BDFA-9FAE7E99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8341" y="226833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EEF5E90A-6DEE-4807-A11D-8485C8E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82835" y="226477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2C8AB2E-01DF-469A-8521-BB59B7B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33567" y="226477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F8F5AB8-FF04-4202-9F3A-67FFCD7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1024" y="228967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D25D8A7-D81A-4AF7-89EA-9ACD1D9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5603" y="22950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D17D153-3A77-4E76-A91E-1CFACEF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7634" y="22950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8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B262F634-AC57-4121-84C5-8B0FE3B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7391" y="229145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19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5D7B3CE-1CEC-4D81-84E1-3294D47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5108" y="230034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0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03CDAD0-4CD9-4B99-9447-F5A611AE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80985" y="228967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1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6C6FC3E7-B1E0-43F1-910D-C15769C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15193" y="2303904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12C7EE4-EACF-420F-963D-DEF3BBA7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7879" y="230746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3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972AE8B8-03AE-48F9-B5E7-A2FC80A9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9175" y="231457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71344786-C368-4B4F-BBA9-41F44E8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09192" y="2319911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5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ACD1080E-DF5E-46EA-94E1-6CDB6DC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8032" y="2327025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6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75FF3F7-C079-47CA-B227-07CF0F02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5784" y="2335918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7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F9F2EED7-316C-4CEE-98E0-8C0ABB4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2526" y="2337696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28" name="AI025-p4-43">
            <a:extLst xmlns:a="http://schemas.openxmlformats.org/drawingml/2006/main">
              <a:ext uri="{FF2B5EF4-FFF2-40B4-BE49-F238E27FC236}">
                <a16:creationId xmlns:a16="http://schemas.microsoft.com/office/drawing/2014/main" id="{EF14296A-974A-4E35-B856-A0A7BC2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5472" y="273893"/>
            <a:ext cx="3905645" cy="2457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29" name="P4 path 44">
            <a:extLst xmlns:a="http://schemas.openxmlformats.org/drawingml/2006/main">
              <a:ext uri="{FF2B5EF4-FFF2-40B4-BE49-F238E27FC236}">
                <a16:creationId xmlns:a16="http://schemas.microsoft.com/office/drawing/2014/main" id="{437595A6-913E-4447-9BA2-90A3EB0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458" y="2731818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30" name="P4 label 0.24">
            <a:extLst xmlns:a="http://schemas.openxmlformats.org/drawingml/2006/main">
              <a:ext uri="{FF2B5EF4-FFF2-40B4-BE49-F238E27FC236}">
                <a16:creationId xmlns:a16="http://schemas.microsoft.com/office/drawing/2014/main" id="{A13A00C5-DF2A-4393-9C2F-717D2F72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8558" y="2589535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431" name="P4 path 45">
            <a:extLst xmlns:a="http://schemas.openxmlformats.org/drawingml/2006/main">
              <a:ext uri="{FF2B5EF4-FFF2-40B4-BE49-F238E27FC236}">
                <a16:creationId xmlns:a16="http://schemas.microsoft.com/office/drawing/2014/main" id="{EE18C1B1-BAB9-46E9-8264-03D7F147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458" y="1912510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32" name="P4 label 0.26">
            <a:extLst xmlns:a="http://schemas.openxmlformats.org/drawingml/2006/main">
              <a:ext uri="{FF2B5EF4-FFF2-40B4-BE49-F238E27FC236}">
                <a16:creationId xmlns:a16="http://schemas.microsoft.com/office/drawing/2014/main" id="{7ED58F09-6E65-42B8-88E3-EB74970D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8558" y="1770227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0.26</a:t>
            </a:r>
          </a:p>
        </p:txBody>
      </p:sp>
      <p:sp>
        <p:nvSpPr>
          <p:cNvPr id="433" name="P4 path 46">
            <a:extLst xmlns:a="http://schemas.openxmlformats.org/drawingml/2006/main">
              <a:ext uri="{FF2B5EF4-FFF2-40B4-BE49-F238E27FC236}">
                <a16:creationId xmlns:a16="http://schemas.microsoft.com/office/drawing/2014/main" id="{40832036-07A4-422A-AF90-671CDA31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458" y="1093201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34" name="P4 label 0.28">
            <a:extLst xmlns:a="http://schemas.openxmlformats.org/drawingml/2006/main">
              <a:ext uri="{FF2B5EF4-FFF2-40B4-BE49-F238E27FC236}">
                <a16:creationId xmlns:a16="http://schemas.microsoft.com/office/drawing/2014/main" id="{3170E417-2179-4B9D-BBE1-55F743E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8558" y="950919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0.28</a:t>
            </a:r>
          </a:p>
        </p:txBody>
      </p:sp>
      <p:sp>
        <p:nvSpPr>
          <p:cNvPr id="435" name="P4 path 47">
            <a:extLst xmlns:a="http://schemas.openxmlformats.org/drawingml/2006/main">
              <a:ext uri="{FF2B5EF4-FFF2-40B4-BE49-F238E27FC236}">
                <a16:creationId xmlns:a16="http://schemas.microsoft.com/office/drawing/2014/main" id="{39895F26-4C55-40A0-B68F-535C0E8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458" y="273893"/>
            <a:ext cx="32013" cy="4"/>
          </a:xfrm>
          <a:custGeom xmlns:a="http://schemas.openxmlformats.org/drawingml/2006/main">
            <a:pathLst>
              <a:path w="32013" h="4">
                <a:moveTo>
                  <a:pt x="0" y="0"/>
                </a:moveTo>
                <a:lnTo>
                  <a:pt x="32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36" name="P4 label 0.30">
            <a:extLst xmlns:a="http://schemas.openxmlformats.org/drawingml/2006/main">
              <a:ext uri="{FF2B5EF4-FFF2-40B4-BE49-F238E27FC236}">
                <a16:creationId xmlns:a16="http://schemas.microsoft.com/office/drawing/2014/main" id="{B13F15E3-AD5E-4F95-B876-24D11BF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8558" y="131611"/>
            <a:ext cx="515773" cy="2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6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>
                <a:solidFill>
                  <a:srgbClr val="000000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437" name="P4 path 48">
            <a:extLst xmlns:a="http://schemas.openxmlformats.org/drawingml/2006/main">
              <a:ext uri="{FF2B5EF4-FFF2-40B4-BE49-F238E27FC236}">
                <a16:creationId xmlns:a16="http://schemas.microsoft.com/office/drawing/2014/main" id="{C1D8F0A1-8BAC-41C9-8A65-BD49A57C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030" y="2731818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38" name="P4 label 10">
            <a:extLst xmlns:a="http://schemas.openxmlformats.org/drawingml/2006/main">
              <a:ext uri="{FF2B5EF4-FFF2-40B4-BE49-F238E27FC236}">
                <a16:creationId xmlns:a16="http://schemas.microsoft.com/office/drawing/2014/main" id="{531EA199-6784-45F8-8B11-3EF84B2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7821" y="2802959"/>
            <a:ext cx="330806" cy="27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9" name="P4 label 20">
            <a:extLst xmlns:a="http://schemas.openxmlformats.org/drawingml/2006/main">
              <a:ext uri="{FF2B5EF4-FFF2-40B4-BE49-F238E27FC236}">
                <a16:creationId xmlns:a16="http://schemas.microsoft.com/office/drawing/2014/main" id="{C6B8F15A-F5C2-48AB-AC5B-E6AED86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0171" y="2760274"/>
            <a:ext cx="231209" cy="17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40" name="P4 path 49">
            <a:extLst xmlns:a="http://schemas.openxmlformats.org/drawingml/2006/main">
              <a:ext uri="{FF2B5EF4-FFF2-40B4-BE49-F238E27FC236}">
                <a16:creationId xmlns:a16="http://schemas.microsoft.com/office/drawing/2014/main" id="{2E152AAE-FABE-490C-9B57-DE6CDDDD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2187" y="2731818"/>
            <a:ext cx="4" cy="35571"/>
          </a:xfrm>
          <a:custGeom xmlns:a="http://schemas.openxmlformats.org/drawingml/2006/main">
            <a:pathLst>
              <a:path w="4" h="35571">
                <a:moveTo>
                  <a:pt x="0" y="0"/>
                </a:moveTo>
                <a:lnTo>
                  <a:pt x="0" y="35571"/>
                </a:lnTo>
              </a:path>
            </a:pathLst>
          </a:custGeom>
          <a:noFill xmlns:a="http://schemas.openxmlformats.org/drawingml/2006/main"/>
          <a:ln xmlns:a="http://schemas.openxmlformats.org/drawingml/2006/main" w="5336">
            <a:solidFill>
              <a:srgbClr val="000000"/>
            </a:solidFill>
          </a:ln>
        </p:spPr>
      </p:sp>
      <p:sp>
        <p:nvSpPr>
          <p:cNvPr id="441" name="P4 label 10">
            <a:extLst xmlns:a="http://schemas.openxmlformats.org/drawingml/2006/main">
              <a:ext uri="{FF2B5EF4-FFF2-40B4-BE49-F238E27FC236}">
                <a16:creationId xmlns:a16="http://schemas.microsoft.com/office/drawing/2014/main" id="{7C09C9AD-4F7F-4C1B-9B75-3573F49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0979" y="2802959"/>
            <a:ext cx="330806" cy="273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42" name="P4 label 21">
            <a:extLst xmlns:a="http://schemas.openxmlformats.org/drawingml/2006/main">
              <a:ext uri="{FF2B5EF4-FFF2-40B4-BE49-F238E27FC236}">
                <a16:creationId xmlns:a16="http://schemas.microsoft.com/office/drawing/2014/main" id="{8E224203-A143-4B64-A499-6BF8B56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3329" y="2760274"/>
            <a:ext cx="231209" cy="17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43" name="P4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D57F9617-E378-4507-A470-D588CAA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262515" y="1367687"/>
            <a:ext cx="2134232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444" name="P4 label Training FLOPs">
            <a:extLst xmlns:a="http://schemas.openxmlformats.org/drawingml/2006/main">
              <a:ext uri="{FF2B5EF4-FFF2-40B4-BE49-F238E27FC236}">
                <a16:creationId xmlns:a16="http://schemas.microsoft.com/office/drawing/2014/main" id="{5EEAB815-438A-410D-91E0-FA6FC81A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3055" y="2987926"/>
            <a:ext cx="4830479" cy="31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FLOPs</a:t>
            </a:r>
          </a:p>
        </p:txBody>
      </p:sp>
      <p:sp>
        <p:nvSpPr>
          <p:cNvPr id="445" name="AI025-p4-50">
            <a:extLst xmlns:a="http://schemas.openxmlformats.org/drawingml/2006/main">
              <a:ext uri="{FF2B5EF4-FFF2-40B4-BE49-F238E27FC236}">
                <a16:creationId xmlns:a16="http://schemas.microsoft.com/office/drawing/2014/main" id="{8A73560B-5E21-43BA-B662-EF7DA483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3060" y="295236"/>
            <a:ext cx="1657587" cy="903492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7114">
            <a:solidFill>
              <a:srgbClr val="D1D1D1"/>
            </a:solidFill>
          </a:ln>
        </p:spPr>
      </p:sp>
      <p:sp>
        <p:nvSpPr>
          <p:cNvPr id="446" name="AI025-p4-51">
            <a:extLst xmlns:a="http://schemas.openxmlformats.org/drawingml/2006/main">
              <a:ext uri="{FF2B5EF4-FFF2-40B4-BE49-F238E27FC236}">
                <a16:creationId xmlns:a16="http://schemas.microsoft.com/office/drawing/2014/main" id="{7E440D43-2DD9-422B-B6CF-A85580A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3201" y="429337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47" name="P4 label depth=18">
            <a:extLst xmlns:a="http://schemas.openxmlformats.org/drawingml/2006/main">
              <a:ext uri="{FF2B5EF4-FFF2-40B4-BE49-F238E27FC236}">
                <a16:creationId xmlns:a16="http://schemas.microsoft.com/office/drawing/2014/main" id="{9904FD37-741E-456E-902B-EC50F15E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8430" y="334363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448" name="AI025-p4-52">
            <a:extLst xmlns:a="http://schemas.openxmlformats.org/drawingml/2006/main">
              <a:ext uri="{FF2B5EF4-FFF2-40B4-BE49-F238E27FC236}">
                <a16:creationId xmlns:a16="http://schemas.microsoft.com/office/drawing/2014/main" id="{1185443A-84FE-45CC-ACFD-099A420B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3201" y="711233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49" name="P4 label depth=24">
            <a:extLst xmlns:a="http://schemas.openxmlformats.org/drawingml/2006/main">
              <a:ext uri="{FF2B5EF4-FFF2-40B4-BE49-F238E27FC236}">
                <a16:creationId xmlns:a16="http://schemas.microsoft.com/office/drawing/2014/main" id="{E8016FAF-4484-4AB7-A06E-597B340C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8430" y="616260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depth=24</a:t>
            </a:r>
          </a:p>
        </p:txBody>
      </p:sp>
      <p:sp>
        <p:nvSpPr>
          <p:cNvPr id="450" name="AI025-p4-53">
            <a:extLst xmlns:a="http://schemas.openxmlformats.org/drawingml/2006/main">
              <a:ext uri="{FF2B5EF4-FFF2-40B4-BE49-F238E27FC236}">
                <a16:creationId xmlns:a16="http://schemas.microsoft.com/office/drawing/2014/main" id="{E835FC17-43BC-4700-BED1-666EC33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3201" y="993130"/>
            <a:ext cx="80389" cy="80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51" name="P4 label depth=30">
            <a:extLst xmlns:a="http://schemas.openxmlformats.org/drawingml/2006/main">
              <a:ext uri="{FF2B5EF4-FFF2-40B4-BE49-F238E27FC236}">
                <a16:creationId xmlns:a16="http://schemas.microsoft.com/office/drawing/2014/main" id="{AC63E2F7-C45F-454E-9B21-10D5BCC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8430" y="898156"/>
            <a:ext cx="1038660" cy="27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4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45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FD403BAD-DA2D-46E5-8967-790AC21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30" y="6271574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BAD2C902-45FB-47B9-8D1F-818A154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30" y="5636644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3B705EE0-594F-4AEB-8B84-9D1B6EFB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30" y="5001714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E82C65A4-CF84-4EF7-9D59-D866E28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30" y="4366783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65E1550-FC44-4228-9B8E-9B62CD4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30" y="3731853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26E938B-CA35-4E27-AC3C-BC990DF0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62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DD78F3B-9CDB-4CFB-9713-97B0A3F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718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5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18D1814-06EA-46D7-8E10-C5662E19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374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460" name="P5 path 54">
            <a:extLst xmlns:a="http://schemas.openxmlformats.org/drawingml/2006/main">
              <a:ext uri="{FF2B5EF4-FFF2-40B4-BE49-F238E27FC236}">
                <a16:creationId xmlns:a16="http://schemas.microsoft.com/office/drawing/2014/main" id="{5B49D8B3-C302-48AA-A2CD-0DF82BC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64" y="3414388"/>
            <a:ext cx="3633509" cy="2276945"/>
          </a:xfrm>
          <a:custGeom xmlns:a="http://schemas.openxmlformats.org/drawingml/2006/main">
            <a:pathLst>
              <a:path w="3633509" h="2276945">
                <a:moveTo>
                  <a:pt x="0" y="0"/>
                </a:moveTo>
                <a:lnTo>
                  <a:pt x="3633509" y="2276945"/>
                </a:lnTo>
              </a:path>
            </a:pathLst>
          </a:custGeom>
          <a:noFill xmlns:a="http://schemas.openxmlformats.org/drawingml/2006/main"/>
          <a:ln xmlns:a="http://schemas.openxmlformats.org/drawingml/2006/main" w="9604">
            <a:solidFill>
              <a:srgbClr val="707070"/>
            </a:solidFill>
          </a:ln>
        </p:spPr>
      </p:sp>
      <p:sp>
        <p:nvSpPr>
          <p:cNvPr id="46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6C8EE86-37E5-4DD2-8DC8-A5E084B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265" y="3764533"/>
            <a:ext cx="84035" cy="92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A4307A3-BF9C-4847-9DB0-70AAA233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302" y="3916597"/>
            <a:ext cx="92038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1769BEDF-72A3-4006-A5C1-BCE8B8BD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8358" y="4024641"/>
            <a:ext cx="84035" cy="8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4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1E4EABF6-A526-41BD-A850-D0FA40D9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453" y="4088668"/>
            <a:ext cx="92038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3DB14A1C-9447-4027-A3E6-8E5BB380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17" y="4136688"/>
            <a:ext cx="148061" cy="136056"/>
          </a:xfrm>
          <a:custGeom xmlns:a="http://schemas.openxmlformats.org/drawingml/2006/main">
            <a:pathLst>
              <a:path w="148061" h="136056">
                <a:moveTo>
                  <a:pt x="4002" y="68028"/>
                </a:moveTo>
                <a:lnTo>
                  <a:pt x="4002" y="76032"/>
                </a:lnTo>
                <a:lnTo>
                  <a:pt x="0" y="76032"/>
                </a:lnTo>
                <a:lnTo>
                  <a:pt x="0" y="112047"/>
                </a:lnTo>
                <a:lnTo>
                  <a:pt x="4002" y="112047"/>
                </a:lnTo>
                <a:lnTo>
                  <a:pt x="4002" y="120050"/>
                </a:lnTo>
                <a:lnTo>
                  <a:pt x="8003" y="120050"/>
                </a:lnTo>
                <a:lnTo>
                  <a:pt x="16007" y="132055"/>
                </a:lnTo>
                <a:lnTo>
                  <a:pt x="24010" y="132055"/>
                </a:lnTo>
                <a:lnTo>
                  <a:pt x="24010" y="136056"/>
                </a:lnTo>
                <a:lnTo>
                  <a:pt x="60025" y="136056"/>
                </a:lnTo>
                <a:lnTo>
                  <a:pt x="60025" y="132055"/>
                </a:lnTo>
                <a:lnTo>
                  <a:pt x="68028" y="132055"/>
                </a:lnTo>
                <a:lnTo>
                  <a:pt x="68028" y="128053"/>
                </a:lnTo>
                <a:lnTo>
                  <a:pt x="80033" y="120050"/>
                </a:lnTo>
                <a:lnTo>
                  <a:pt x="80033" y="112047"/>
                </a:lnTo>
                <a:lnTo>
                  <a:pt x="84035" y="112047"/>
                </a:lnTo>
                <a:lnTo>
                  <a:pt x="84035" y="84035"/>
                </a:lnTo>
                <a:lnTo>
                  <a:pt x="96040" y="84035"/>
                </a:lnTo>
                <a:lnTo>
                  <a:pt x="96040" y="80033"/>
                </a:lnTo>
                <a:lnTo>
                  <a:pt x="116048" y="80033"/>
                </a:lnTo>
                <a:lnTo>
                  <a:pt x="116048" y="84035"/>
                </a:lnTo>
                <a:lnTo>
                  <a:pt x="124052" y="84035"/>
                </a:lnTo>
                <a:lnTo>
                  <a:pt x="124052" y="80033"/>
                </a:lnTo>
                <a:lnTo>
                  <a:pt x="132055" y="80033"/>
                </a:lnTo>
                <a:lnTo>
                  <a:pt x="132055" y="76032"/>
                </a:lnTo>
                <a:lnTo>
                  <a:pt x="144060" y="68028"/>
                </a:lnTo>
                <a:lnTo>
                  <a:pt x="144060" y="60025"/>
                </a:lnTo>
                <a:lnTo>
                  <a:pt x="148061" y="60025"/>
                </a:lnTo>
                <a:lnTo>
                  <a:pt x="148061" y="24010"/>
                </a:lnTo>
                <a:lnTo>
                  <a:pt x="144060" y="24010"/>
                </a:lnTo>
                <a:lnTo>
                  <a:pt x="144060" y="16007"/>
                </a:lnTo>
                <a:lnTo>
                  <a:pt x="128053" y="16007"/>
                </a:lnTo>
                <a:lnTo>
                  <a:pt x="128053" y="4002"/>
                </a:lnTo>
                <a:lnTo>
                  <a:pt x="124052" y="4002"/>
                </a:lnTo>
                <a:lnTo>
                  <a:pt x="124052" y="0"/>
                </a:lnTo>
                <a:lnTo>
                  <a:pt x="88037" y="0"/>
                </a:lnTo>
                <a:lnTo>
                  <a:pt x="88037" y="4002"/>
                </a:lnTo>
                <a:lnTo>
                  <a:pt x="80033" y="4002"/>
                </a:lnTo>
                <a:lnTo>
                  <a:pt x="80033" y="8003"/>
                </a:lnTo>
                <a:lnTo>
                  <a:pt x="68028" y="16007"/>
                </a:lnTo>
                <a:lnTo>
                  <a:pt x="68028" y="24010"/>
                </a:lnTo>
                <a:lnTo>
                  <a:pt x="64027" y="24010"/>
                </a:lnTo>
                <a:lnTo>
                  <a:pt x="64027" y="52022"/>
                </a:lnTo>
                <a:lnTo>
                  <a:pt x="24010" y="52022"/>
                </a:lnTo>
                <a:lnTo>
                  <a:pt x="24010" y="56023"/>
                </a:lnTo>
                <a:lnTo>
                  <a:pt x="16007" y="56023"/>
                </a:lnTo>
                <a:lnTo>
                  <a:pt x="16007" y="60025"/>
                </a:lnTo>
                <a:lnTo>
                  <a:pt x="4002" y="68028"/>
                </a:lnTo>
                <a:close/>
              </a:path>
            </a:pathLst>
          </a:cu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2694863-0285-43CE-9BDD-F6B271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803" y="4204716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DD0C57C-B39F-4804-94A9-356B3B3D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558" y="4232728"/>
            <a:ext cx="92038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46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D763338A-61C2-4AAE-9EDD-0DAEFF2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240" y="3844567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6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76D8B39-A930-40C3-87DA-E76AADA3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561" y="4112678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EBD06502-AF5D-43E6-92D3-3962062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4664" y="4252736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2D4A92E8-36D2-40D2-A482-9D6589C0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546" y="43407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C5AA8D3-655E-4C04-B645-E80D246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6802" y="440880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6A6DB31-939D-4CA3-B0AD-6A9C4DC2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589" y="445682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4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DDE9BAF6-CED5-4E56-BA59-6B0CD2F7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729" y="4488834"/>
            <a:ext cx="116048" cy="132055"/>
          </a:xfrm>
          <a:custGeom xmlns:a="http://schemas.openxmlformats.org/drawingml/2006/main">
            <a:pathLst>
              <a:path w="116048" h="132055">
                <a:moveTo>
                  <a:pt x="8003" y="64027"/>
                </a:moveTo>
                <a:lnTo>
                  <a:pt x="4002" y="64027"/>
                </a:lnTo>
                <a:lnTo>
                  <a:pt x="4002" y="72030"/>
                </a:lnTo>
                <a:lnTo>
                  <a:pt x="0" y="72030"/>
                </a:lnTo>
                <a:lnTo>
                  <a:pt x="0" y="108045"/>
                </a:lnTo>
                <a:lnTo>
                  <a:pt x="4002" y="108045"/>
                </a:lnTo>
                <a:lnTo>
                  <a:pt x="4002" y="116048"/>
                </a:lnTo>
                <a:lnTo>
                  <a:pt x="8003" y="116048"/>
                </a:lnTo>
                <a:lnTo>
                  <a:pt x="12005" y="124052"/>
                </a:lnTo>
                <a:lnTo>
                  <a:pt x="20008" y="124052"/>
                </a:lnTo>
                <a:lnTo>
                  <a:pt x="24010" y="132055"/>
                </a:lnTo>
                <a:lnTo>
                  <a:pt x="60025" y="132055"/>
                </a:lnTo>
                <a:lnTo>
                  <a:pt x="60025" y="128053"/>
                </a:lnTo>
                <a:lnTo>
                  <a:pt x="68028" y="128053"/>
                </a:lnTo>
                <a:lnTo>
                  <a:pt x="68028" y="124052"/>
                </a:lnTo>
                <a:lnTo>
                  <a:pt x="80033" y="116048"/>
                </a:lnTo>
                <a:lnTo>
                  <a:pt x="84035" y="96040"/>
                </a:lnTo>
                <a:lnTo>
                  <a:pt x="76032" y="96040"/>
                </a:lnTo>
                <a:lnTo>
                  <a:pt x="76032" y="92038"/>
                </a:lnTo>
                <a:lnTo>
                  <a:pt x="60025" y="88037"/>
                </a:lnTo>
                <a:lnTo>
                  <a:pt x="56023" y="80033"/>
                </a:lnTo>
                <a:lnTo>
                  <a:pt x="48020" y="80033"/>
                </a:lnTo>
                <a:lnTo>
                  <a:pt x="44018" y="72030"/>
                </a:lnTo>
                <a:lnTo>
                  <a:pt x="28012" y="68028"/>
                </a:lnTo>
                <a:lnTo>
                  <a:pt x="28012" y="64027"/>
                </a:lnTo>
                <a:lnTo>
                  <a:pt x="24010" y="64027"/>
                </a:lnTo>
                <a:lnTo>
                  <a:pt x="24010" y="52022"/>
                </a:lnTo>
                <a:lnTo>
                  <a:pt x="36015" y="52022"/>
                </a:lnTo>
                <a:lnTo>
                  <a:pt x="36015" y="56023"/>
                </a:lnTo>
                <a:lnTo>
                  <a:pt x="52022" y="60025"/>
                </a:lnTo>
                <a:lnTo>
                  <a:pt x="56023" y="68028"/>
                </a:lnTo>
                <a:lnTo>
                  <a:pt x="64027" y="68028"/>
                </a:lnTo>
                <a:lnTo>
                  <a:pt x="68028" y="76032"/>
                </a:lnTo>
                <a:lnTo>
                  <a:pt x="80033" y="76032"/>
                </a:lnTo>
                <a:lnTo>
                  <a:pt x="80033" y="80033"/>
                </a:lnTo>
                <a:lnTo>
                  <a:pt x="88037" y="84035"/>
                </a:lnTo>
                <a:lnTo>
                  <a:pt x="88037" y="92038"/>
                </a:lnTo>
                <a:lnTo>
                  <a:pt x="92038" y="92038"/>
                </a:lnTo>
                <a:lnTo>
                  <a:pt x="92038" y="84035"/>
                </a:lnTo>
                <a:lnTo>
                  <a:pt x="108045" y="72030"/>
                </a:lnTo>
                <a:lnTo>
                  <a:pt x="112047" y="52022"/>
                </a:lnTo>
                <a:lnTo>
                  <a:pt x="116048" y="52022"/>
                </a:lnTo>
                <a:lnTo>
                  <a:pt x="112047" y="28012"/>
                </a:lnTo>
                <a:lnTo>
                  <a:pt x="108045" y="28012"/>
                </a:lnTo>
                <a:lnTo>
                  <a:pt x="104043" y="16007"/>
                </a:lnTo>
                <a:lnTo>
                  <a:pt x="92038" y="12005"/>
                </a:lnTo>
                <a:lnTo>
                  <a:pt x="88037" y="4002"/>
                </a:lnTo>
                <a:lnTo>
                  <a:pt x="72030" y="4002"/>
                </a:lnTo>
                <a:lnTo>
                  <a:pt x="72030" y="0"/>
                </a:lnTo>
                <a:lnTo>
                  <a:pt x="68028" y="0"/>
                </a:lnTo>
                <a:lnTo>
                  <a:pt x="68028" y="4002"/>
                </a:lnTo>
                <a:lnTo>
                  <a:pt x="52022" y="4002"/>
                </a:lnTo>
                <a:lnTo>
                  <a:pt x="52022" y="8003"/>
                </a:lnTo>
                <a:lnTo>
                  <a:pt x="44018" y="8003"/>
                </a:lnTo>
                <a:lnTo>
                  <a:pt x="44018" y="12005"/>
                </a:lnTo>
                <a:lnTo>
                  <a:pt x="36015" y="16007"/>
                </a:lnTo>
                <a:lnTo>
                  <a:pt x="36015" y="24010"/>
                </a:lnTo>
                <a:lnTo>
                  <a:pt x="28012" y="28012"/>
                </a:lnTo>
                <a:lnTo>
                  <a:pt x="28012" y="44018"/>
                </a:lnTo>
                <a:lnTo>
                  <a:pt x="20008" y="44018"/>
                </a:lnTo>
                <a:lnTo>
                  <a:pt x="16007" y="52022"/>
                </a:lnTo>
                <a:lnTo>
                  <a:pt x="8003" y="52022"/>
                </a:lnTo>
                <a:lnTo>
                  <a:pt x="8003" y="64027"/>
                </a:lnTo>
                <a:close/>
              </a:path>
            </a:pathLst>
          </a:cu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AAD795BD-FC07-4235-BE1B-38CF2C48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883" y="4516846"/>
            <a:ext cx="68028" cy="84035"/>
          </a:xfrm>
          <a:custGeom xmlns:a="http://schemas.openxmlformats.org/drawingml/2006/main">
            <a:pathLst>
              <a:path w="68028" h="84035">
                <a:moveTo>
                  <a:pt x="4002" y="16007"/>
                </a:moveTo>
                <a:lnTo>
                  <a:pt x="4002" y="24010"/>
                </a:lnTo>
                <a:lnTo>
                  <a:pt x="0" y="24010"/>
                </a:lnTo>
                <a:lnTo>
                  <a:pt x="0" y="60025"/>
                </a:lnTo>
                <a:lnTo>
                  <a:pt x="4002" y="60025"/>
                </a:lnTo>
                <a:lnTo>
                  <a:pt x="4002" y="68028"/>
                </a:lnTo>
                <a:lnTo>
                  <a:pt x="8003" y="68028"/>
                </a:lnTo>
                <a:lnTo>
                  <a:pt x="16007" y="80033"/>
                </a:lnTo>
                <a:lnTo>
                  <a:pt x="24010" y="80033"/>
                </a:lnTo>
                <a:lnTo>
                  <a:pt x="24010" y="84035"/>
                </a:lnTo>
                <a:lnTo>
                  <a:pt x="60025" y="84035"/>
                </a:lnTo>
                <a:lnTo>
                  <a:pt x="60025" y="80033"/>
                </a:lnTo>
                <a:lnTo>
                  <a:pt x="68028" y="80033"/>
                </a:lnTo>
                <a:lnTo>
                  <a:pt x="68028" y="72030"/>
                </a:lnTo>
                <a:lnTo>
                  <a:pt x="48020" y="68028"/>
                </a:lnTo>
                <a:lnTo>
                  <a:pt x="44018" y="56023"/>
                </a:lnTo>
                <a:lnTo>
                  <a:pt x="40017" y="56023"/>
                </a:lnTo>
                <a:lnTo>
                  <a:pt x="36015" y="44018"/>
                </a:lnTo>
                <a:lnTo>
                  <a:pt x="32013" y="44018"/>
                </a:lnTo>
                <a:lnTo>
                  <a:pt x="32013" y="12005"/>
                </a:lnTo>
                <a:lnTo>
                  <a:pt x="36015" y="12005"/>
                </a:lnTo>
                <a:lnTo>
                  <a:pt x="40017" y="0"/>
                </a:lnTo>
                <a:lnTo>
                  <a:pt x="24010" y="0"/>
                </a:lnTo>
                <a:lnTo>
                  <a:pt x="24010" y="4002"/>
                </a:lnTo>
                <a:lnTo>
                  <a:pt x="16007" y="4002"/>
                </a:lnTo>
                <a:lnTo>
                  <a:pt x="16007" y="8003"/>
                </a:lnTo>
                <a:lnTo>
                  <a:pt x="4002" y="16007"/>
                </a:lnTo>
                <a:close/>
              </a:path>
            </a:pathLst>
          </a:cu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47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81CDFC9E-F351-4577-B6FC-5785C4A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391" y="41006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77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0FE39E45-D0D5-4678-92EA-BBA61CA2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641" y="4380789"/>
            <a:ext cx="56023" cy="36015"/>
          </a:xfrm>
          <a:custGeom xmlns:a="http://schemas.openxmlformats.org/drawingml/2006/main">
            <a:pathLst>
              <a:path w="56023" h="36015">
                <a:moveTo>
                  <a:pt x="4002" y="4002"/>
                </a:moveTo>
                <a:lnTo>
                  <a:pt x="8003" y="16007"/>
                </a:lnTo>
                <a:lnTo>
                  <a:pt x="24010" y="20008"/>
                </a:lnTo>
                <a:lnTo>
                  <a:pt x="28012" y="28012"/>
                </a:lnTo>
                <a:lnTo>
                  <a:pt x="40017" y="28012"/>
                </a:lnTo>
                <a:lnTo>
                  <a:pt x="40017" y="32013"/>
                </a:lnTo>
                <a:lnTo>
                  <a:pt x="56023" y="36015"/>
                </a:lnTo>
                <a:lnTo>
                  <a:pt x="56023" y="32013"/>
                </a:lnTo>
                <a:lnTo>
                  <a:pt x="52022" y="32013"/>
                </a:lnTo>
                <a:lnTo>
                  <a:pt x="52022" y="20008"/>
                </a:lnTo>
                <a:lnTo>
                  <a:pt x="56023" y="20008"/>
                </a:lnTo>
                <a:lnTo>
                  <a:pt x="56023" y="16007"/>
                </a:lnTo>
                <a:lnTo>
                  <a:pt x="52022" y="16007"/>
                </a:lnTo>
                <a:lnTo>
                  <a:pt x="44018" y="4002"/>
                </a:lnTo>
                <a:lnTo>
                  <a:pt x="36015" y="4002"/>
                </a:lnTo>
                <a:lnTo>
                  <a:pt x="36015" y="0"/>
                </a:lnTo>
                <a:lnTo>
                  <a:pt x="24010" y="0"/>
                </a:lnTo>
                <a:lnTo>
                  <a:pt x="24010" y="4002"/>
                </a:lnTo>
                <a:lnTo>
                  <a:pt x="0" y="0"/>
                </a:lnTo>
                <a:lnTo>
                  <a:pt x="0" y="4002"/>
                </a:lnTo>
                <a:lnTo>
                  <a:pt x="4002" y="4002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78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A3F76BFA-2AAA-48DA-89CE-1694503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31" y="4404799"/>
            <a:ext cx="80033" cy="60025"/>
          </a:xfrm>
          <a:custGeom xmlns:a="http://schemas.openxmlformats.org/drawingml/2006/main">
            <a:pathLst>
              <a:path w="80033" h="60025">
                <a:moveTo>
                  <a:pt x="0" y="0"/>
                </a:moveTo>
                <a:lnTo>
                  <a:pt x="0" y="12005"/>
                </a:lnTo>
                <a:lnTo>
                  <a:pt x="4002" y="12005"/>
                </a:lnTo>
                <a:lnTo>
                  <a:pt x="0" y="36015"/>
                </a:lnTo>
                <a:lnTo>
                  <a:pt x="4002" y="36015"/>
                </a:lnTo>
                <a:lnTo>
                  <a:pt x="4002" y="44018"/>
                </a:lnTo>
                <a:lnTo>
                  <a:pt x="8003" y="44018"/>
                </a:lnTo>
                <a:lnTo>
                  <a:pt x="16007" y="56023"/>
                </a:lnTo>
                <a:lnTo>
                  <a:pt x="24010" y="56023"/>
                </a:lnTo>
                <a:lnTo>
                  <a:pt x="24010" y="60025"/>
                </a:lnTo>
                <a:lnTo>
                  <a:pt x="60025" y="60025"/>
                </a:lnTo>
                <a:lnTo>
                  <a:pt x="60025" y="56023"/>
                </a:lnTo>
                <a:lnTo>
                  <a:pt x="68028" y="56023"/>
                </a:lnTo>
                <a:lnTo>
                  <a:pt x="68028" y="52022"/>
                </a:lnTo>
                <a:lnTo>
                  <a:pt x="80033" y="44018"/>
                </a:lnTo>
                <a:lnTo>
                  <a:pt x="80033" y="36015"/>
                </a:lnTo>
                <a:lnTo>
                  <a:pt x="72030" y="36015"/>
                </a:lnTo>
                <a:lnTo>
                  <a:pt x="68028" y="28012"/>
                </a:lnTo>
                <a:lnTo>
                  <a:pt x="52022" y="24010"/>
                </a:lnTo>
                <a:lnTo>
                  <a:pt x="52022" y="20008"/>
                </a:lnTo>
                <a:lnTo>
                  <a:pt x="40017" y="16007"/>
                </a:lnTo>
                <a:lnTo>
                  <a:pt x="36015" y="8003"/>
                </a:lnTo>
                <a:lnTo>
                  <a:pt x="16007" y="4002"/>
                </a:lnTo>
                <a:lnTo>
                  <a:pt x="160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7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8EC3866-FF85-47FB-A8C4-A52FEDA5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4896" y="4504841"/>
            <a:ext cx="84035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C72FA795-950B-424F-9967-2C724D5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209" y="4608884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1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08D68B16-87A8-44F5-87AF-0B8D840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971" y="4676912"/>
            <a:ext cx="160066" cy="140058"/>
          </a:xfrm>
          <a:custGeom xmlns:a="http://schemas.openxmlformats.org/drawingml/2006/main">
            <a:pathLst>
              <a:path w="160066" h="140058">
                <a:moveTo>
                  <a:pt x="12005" y="8003"/>
                </a:moveTo>
                <a:lnTo>
                  <a:pt x="12005" y="12005"/>
                </a:lnTo>
                <a:lnTo>
                  <a:pt x="0" y="20008"/>
                </a:lnTo>
                <a:lnTo>
                  <a:pt x="0" y="28012"/>
                </a:lnTo>
                <a:lnTo>
                  <a:pt x="4002" y="28012"/>
                </a:lnTo>
                <a:lnTo>
                  <a:pt x="4002" y="52022"/>
                </a:lnTo>
                <a:lnTo>
                  <a:pt x="0" y="52022"/>
                </a:lnTo>
                <a:lnTo>
                  <a:pt x="0" y="60025"/>
                </a:lnTo>
                <a:lnTo>
                  <a:pt x="4002" y="60025"/>
                </a:lnTo>
                <a:lnTo>
                  <a:pt x="4002" y="68028"/>
                </a:lnTo>
                <a:lnTo>
                  <a:pt x="8003" y="68028"/>
                </a:lnTo>
                <a:lnTo>
                  <a:pt x="16007" y="80033"/>
                </a:lnTo>
                <a:lnTo>
                  <a:pt x="24010" y="80033"/>
                </a:lnTo>
                <a:lnTo>
                  <a:pt x="24010" y="84035"/>
                </a:lnTo>
                <a:lnTo>
                  <a:pt x="76032" y="80033"/>
                </a:lnTo>
                <a:lnTo>
                  <a:pt x="76032" y="88037"/>
                </a:lnTo>
                <a:lnTo>
                  <a:pt x="80033" y="88037"/>
                </a:lnTo>
                <a:lnTo>
                  <a:pt x="76032" y="116048"/>
                </a:lnTo>
                <a:lnTo>
                  <a:pt x="80033" y="116048"/>
                </a:lnTo>
                <a:lnTo>
                  <a:pt x="80033" y="124052"/>
                </a:lnTo>
                <a:lnTo>
                  <a:pt x="88037" y="124052"/>
                </a:lnTo>
                <a:lnTo>
                  <a:pt x="88037" y="132055"/>
                </a:lnTo>
                <a:lnTo>
                  <a:pt x="100042" y="136056"/>
                </a:lnTo>
                <a:lnTo>
                  <a:pt x="100042" y="140058"/>
                </a:lnTo>
                <a:lnTo>
                  <a:pt x="116048" y="140058"/>
                </a:lnTo>
                <a:lnTo>
                  <a:pt x="116048" y="136056"/>
                </a:lnTo>
                <a:lnTo>
                  <a:pt x="136056" y="140058"/>
                </a:lnTo>
                <a:lnTo>
                  <a:pt x="136056" y="136056"/>
                </a:lnTo>
                <a:lnTo>
                  <a:pt x="144060" y="136056"/>
                </a:lnTo>
                <a:lnTo>
                  <a:pt x="144060" y="132055"/>
                </a:lnTo>
                <a:lnTo>
                  <a:pt x="156065" y="124052"/>
                </a:lnTo>
                <a:lnTo>
                  <a:pt x="156065" y="116048"/>
                </a:lnTo>
                <a:lnTo>
                  <a:pt x="160066" y="116048"/>
                </a:lnTo>
                <a:lnTo>
                  <a:pt x="160066" y="108045"/>
                </a:lnTo>
                <a:lnTo>
                  <a:pt x="156065" y="108045"/>
                </a:lnTo>
                <a:lnTo>
                  <a:pt x="156065" y="72030"/>
                </a:lnTo>
                <a:lnTo>
                  <a:pt x="152063" y="72030"/>
                </a:lnTo>
                <a:lnTo>
                  <a:pt x="144060" y="60025"/>
                </a:lnTo>
                <a:lnTo>
                  <a:pt x="136056" y="60025"/>
                </a:lnTo>
                <a:lnTo>
                  <a:pt x="136056" y="56023"/>
                </a:lnTo>
                <a:lnTo>
                  <a:pt x="84035" y="60025"/>
                </a:lnTo>
                <a:lnTo>
                  <a:pt x="84035" y="56023"/>
                </a:lnTo>
                <a:lnTo>
                  <a:pt x="80033" y="56023"/>
                </a:lnTo>
                <a:lnTo>
                  <a:pt x="80033" y="32013"/>
                </a:lnTo>
                <a:lnTo>
                  <a:pt x="84035" y="32013"/>
                </a:lnTo>
                <a:lnTo>
                  <a:pt x="84035" y="24010"/>
                </a:lnTo>
                <a:lnTo>
                  <a:pt x="76032" y="24010"/>
                </a:lnTo>
                <a:lnTo>
                  <a:pt x="76032" y="12005"/>
                </a:lnTo>
                <a:lnTo>
                  <a:pt x="72030" y="12005"/>
                </a:lnTo>
                <a:lnTo>
                  <a:pt x="68028" y="4002"/>
                </a:lnTo>
                <a:lnTo>
                  <a:pt x="28012" y="4002"/>
                </a:lnTo>
                <a:lnTo>
                  <a:pt x="28012" y="0"/>
                </a:lnTo>
                <a:lnTo>
                  <a:pt x="24010" y="0"/>
                </a:lnTo>
                <a:lnTo>
                  <a:pt x="24010" y="8003"/>
                </a:lnTo>
                <a:lnTo>
                  <a:pt x="12005" y="8003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E0D1F88-A70A-4553-9996-FF3467D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3157" y="4760947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CB7E392-27D5-4499-A6B3-26725407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9098" y="4792960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4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9083B2B6-5337-4633-9E06-2EF03A57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943" y="4820972"/>
            <a:ext cx="72030" cy="52022"/>
          </a:xfrm>
          <a:custGeom xmlns:a="http://schemas.openxmlformats.org/drawingml/2006/main">
            <a:pathLst>
              <a:path w="72030" h="52022">
                <a:moveTo>
                  <a:pt x="12005" y="4002"/>
                </a:moveTo>
                <a:lnTo>
                  <a:pt x="0" y="8003"/>
                </a:lnTo>
                <a:lnTo>
                  <a:pt x="0" y="12005"/>
                </a:lnTo>
                <a:lnTo>
                  <a:pt x="12005" y="16007"/>
                </a:lnTo>
                <a:lnTo>
                  <a:pt x="12005" y="24010"/>
                </a:lnTo>
                <a:lnTo>
                  <a:pt x="28012" y="28012"/>
                </a:lnTo>
                <a:lnTo>
                  <a:pt x="32013" y="36015"/>
                </a:lnTo>
                <a:lnTo>
                  <a:pt x="44018" y="36015"/>
                </a:lnTo>
                <a:lnTo>
                  <a:pt x="44018" y="40017"/>
                </a:lnTo>
                <a:lnTo>
                  <a:pt x="48020" y="40017"/>
                </a:lnTo>
                <a:lnTo>
                  <a:pt x="52022" y="48020"/>
                </a:lnTo>
                <a:lnTo>
                  <a:pt x="60025" y="48020"/>
                </a:lnTo>
                <a:lnTo>
                  <a:pt x="60025" y="52022"/>
                </a:lnTo>
                <a:lnTo>
                  <a:pt x="72030" y="52022"/>
                </a:lnTo>
                <a:lnTo>
                  <a:pt x="72030" y="24010"/>
                </a:lnTo>
                <a:lnTo>
                  <a:pt x="68028" y="24010"/>
                </a:lnTo>
                <a:lnTo>
                  <a:pt x="68028" y="16007"/>
                </a:lnTo>
                <a:lnTo>
                  <a:pt x="60025" y="16007"/>
                </a:lnTo>
                <a:lnTo>
                  <a:pt x="60025" y="8003"/>
                </a:lnTo>
                <a:lnTo>
                  <a:pt x="48020" y="8003"/>
                </a:lnTo>
                <a:lnTo>
                  <a:pt x="48020" y="0"/>
                </a:lnTo>
                <a:lnTo>
                  <a:pt x="12005" y="0"/>
                </a:lnTo>
                <a:lnTo>
                  <a:pt x="12005" y="4002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AF422432-7A1A-4BDA-ACE9-C7AA891B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38" y="4856987"/>
            <a:ext cx="68028" cy="52022"/>
          </a:xfrm>
          <a:custGeom xmlns:a="http://schemas.openxmlformats.org/drawingml/2006/main">
            <a:pathLst>
              <a:path w="68028" h="52022">
                <a:moveTo>
                  <a:pt x="4002" y="4002"/>
                </a:moveTo>
                <a:lnTo>
                  <a:pt x="0" y="4002"/>
                </a:lnTo>
                <a:lnTo>
                  <a:pt x="0" y="24010"/>
                </a:lnTo>
                <a:lnTo>
                  <a:pt x="4002" y="24010"/>
                </a:lnTo>
                <a:lnTo>
                  <a:pt x="8003" y="36015"/>
                </a:lnTo>
                <a:lnTo>
                  <a:pt x="16007" y="36015"/>
                </a:lnTo>
                <a:lnTo>
                  <a:pt x="16007" y="44018"/>
                </a:lnTo>
                <a:lnTo>
                  <a:pt x="40017" y="48020"/>
                </a:lnTo>
                <a:lnTo>
                  <a:pt x="40017" y="52022"/>
                </a:lnTo>
                <a:lnTo>
                  <a:pt x="68028" y="44018"/>
                </a:lnTo>
                <a:lnTo>
                  <a:pt x="68028" y="40017"/>
                </a:lnTo>
                <a:lnTo>
                  <a:pt x="64027" y="40017"/>
                </a:lnTo>
                <a:lnTo>
                  <a:pt x="64027" y="28012"/>
                </a:lnTo>
                <a:lnTo>
                  <a:pt x="52022" y="24010"/>
                </a:lnTo>
                <a:lnTo>
                  <a:pt x="48020" y="16007"/>
                </a:lnTo>
                <a:lnTo>
                  <a:pt x="32013" y="12005"/>
                </a:lnTo>
                <a:lnTo>
                  <a:pt x="32013" y="8003"/>
                </a:lnTo>
                <a:lnTo>
                  <a:pt x="20008" y="4002"/>
                </a:lnTo>
                <a:lnTo>
                  <a:pt x="20008" y="0"/>
                </a:lnTo>
                <a:lnTo>
                  <a:pt x="4002" y="0"/>
                </a:lnTo>
                <a:lnTo>
                  <a:pt x="4002" y="4002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48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0D99A4B9-0666-4CAA-813A-F47BB949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5063" y="4945024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8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60DDF1B-403C-494D-A44D-2B57E95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8956" y="50650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8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CF0A2E36-269C-4762-9426-9C3BC697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018" y="5205132"/>
            <a:ext cx="112047" cy="100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8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3FC3507-0853-426D-91F1-239C8D7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091" y="5281163"/>
            <a:ext cx="112047" cy="108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9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26916EB9-301E-4DEC-854E-0F49B3D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9230" y="5345190"/>
            <a:ext cx="84035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9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3A76B1A1-EA4D-4B83-A2FA-23B3FD0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270" y="5345190"/>
            <a:ext cx="80033" cy="8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92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1CEAABFD-EE0D-42C9-A62A-2B2D6DF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3484" y="4677713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49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2FFE2F8-F457-4E14-A52C-126A19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6810" y="4816970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4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91E23DBC-BA8B-4F39-BFA9-29B9DBCA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036" y="5137103"/>
            <a:ext cx="88037" cy="8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5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CAB839A-8D9F-42A6-B68A-4E5A6CF1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882" y="53051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6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D9190962-1EFC-4A6C-ABDB-7F32D6CA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353" y="5413218"/>
            <a:ext cx="68028" cy="60025"/>
          </a:xfrm>
          <a:custGeom xmlns:a="http://schemas.openxmlformats.org/drawingml/2006/main">
            <a:pathLst>
              <a:path w="68028" h="60025">
                <a:moveTo>
                  <a:pt x="12005" y="4002"/>
                </a:moveTo>
                <a:lnTo>
                  <a:pt x="4002" y="4002"/>
                </a:lnTo>
                <a:lnTo>
                  <a:pt x="0" y="28012"/>
                </a:lnTo>
                <a:lnTo>
                  <a:pt x="16007" y="32013"/>
                </a:lnTo>
                <a:lnTo>
                  <a:pt x="20008" y="40017"/>
                </a:lnTo>
                <a:lnTo>
                  <a:pt x="40017" y="44018"/>
                </a:lnTo>
                <a:lnTo>
                  <a:pt x="40017" y="52022"/>
                </a:lnTo>
                <a:lnTo>
                  <a:pt x="52022" y="52022"/>
                </a:lnTo>
                <a:lnTo>
                  <a:pt x="56023" y="60025"/>
                </a:lnTo>
                <a:lnTo>
                  <a:pt x="68028" y="60025"/>
                </a:lnTo>
                <a:lnTo>
                  <a:pt x="68028" y="24010"/>
                </a:lnTo>
                <a:lnTo>
                  <a:pt x="56023" y="24010"/>
                </a:lnTo>
                <a:lnTo>
                  <a:pt x="56023" y="12005"/>
                </a:lnTo>
                <a:lnTo>
                  <a:pt x="44018" y="12005"/>
                </a:lnTo>
                <a:lnTo>
                  <a:pt x="44018" y="0"/>
                </a:lnTo>
                <a:lnTo>
                  <a:pt x="12005" y="0"/>
                </a:lnTo>
                <a:lnTo>
                  <a:pt x="12005" y="4002"/>
                </a:lnTo>
                <a:close/>
              </a:path>
            </a:pathLst>
          </a:cu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7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D3F6148E-BE1D-4E09-8E33-6B15A8C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347" y="5453235"/>
            <a:ext cx="60025" cy="44018"/>
          </a:xfrm>
          <a:custGeom xmlns:a="http://schemas.openxmlformats.org/drawingml/2006/main">
            <a:pathLst>
              <a:path w="60025" h="44018">
                <a:moveTo>
                  <a:pt x="4002" y="0"/>
                </a:moveTo>
                <a:lnTo>
                  <a:pt x="0" y="16007"/>
                </a:lnTo>
                <a:lnTo>
                  <a:pt x="4002" y="16007"/>
                </a:lnTo>
                <a:lnTo>
                  <a:pt x="4002" y="24010"/>
                </a:lnTo>
                <a:lnTo>
                  <a:pt x="8003" y="24010"/>
                </a:lnTo>
                <a:lnTo>
                  <a:pt x="8003" y="32013"/>
                </a:lnTo>
                <a:lnTo>
                  <a:pt x="12005" y="32013"/>
                </a:lnTo>
                <a:lnTo>
                  <a:pt x="16007" y="40017"/>
                </a:lnTo>
                <a:lnTo>
                  <a:pt x="24010" y="40017"/>
                </a:lnTo>
                <a:lnTo>
                  <a:pt x="24010" y="44018"/>
                </a:lnTo>
                <a:lnTo>
                  <a:pt x="60025" y="44018"/>
                </a:lnTo>
                <a:lnTo>
                  <a:pt x="60025" y="36015"/>
                </a:lnTo>
                <a:lnTo>
                  <a:pt x="56023" y="36015"/>
                </a:lnTo>
                <a:lnTo>
                  <a:pt x="48020" y="24010"/>
                </a:lnTo>
                <a:lnTo>
                  <a:pt x="40017" y="24010"/>
                </a:lnTo>
                <a:lnTo>
                  <a:pt x="40017" y="20008"/>
                </a:lnTo>
                <a:lnTo>
                  <a:pt x="32013" y="20008"/>
                </a:lnTo>
                <a:lnTo>
                  <a:pt x="28012" y="12005"/>
                </a:lnTo>
                <a:lnTo>
                  <a:pt x="20008" y="12005"/>
                </a:lnTo>
                <a:lnTo>
                  <a:pt x="20008" y="4002"/>
                </a:lnTo>
                <a:lnTo>
                  <a:pt x="8003" y="4002"/>
                </a:lnTo>
                <a:lnTo>
                  <a:pt x="8003" y="0"/>
                </a:lnTo>
                <a:lnTo>
                  <a:pt x="4002" y="0"/>
                </a:lnTo>
                <a:close/>
              </a:path>
            </a:pathLst>
          </a:cu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8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9CEBF211-B338-46AA-B866-CE841A0A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22" y="5609299"/>
            <a:ext cx="160066" cy="184076"/>
          </a:xfrm>
          <a:custGeom xmlns:a="http://schemas.openxmlformats.org/drawingml/2006/main">
            <a:pathLst>
              <a:path w="160066" h="184076">
                <a:moveTo>
                  <a:pt x="160066" y="60025"/>
                </a:moveTo>
                <a:lnTo>
                  <a:pt x="160066" y="32013"/>
                </a:lnTo>
                <a:lnTo>
                  <a:pt x="152063" y="28012"/>
                </a:lnTo>
                <a:lnTo>
                  <a:pt x="152063" y="16007"/>
                </a:lnTo>
                <a:lnTo>
                  <a:pt x="144060" y="16007"/>
                </a:lnTo>
                <a:lnTo>
                  <a:pt x="144060" y="8003"/>
                </a:lnTo>
                <a:lnTo>
                  <a:pt x="140058" y="8003"/>
                </a:lnTo>
                <a:lnTo>
                  <a:pt x="136056" y="0"/>
                </a:lnTo>
                <a:lnTo>
                  <a:pt x="120050" y="0"/>
                </a:lnTo>
                <a:lnTo>
                  <a:pt x="120050" y="4002"/>
                </a:lnTo>
                <a:lnTo>
                  <a:pt x="124052" y="4002"/>
                </a:lnTo>
                <a:lnTo>
                  <a:pt x="124052" y="16007"/>
                </a:lnTo>
                <a:lnTo>
                  <a:pt x="116048" y="16007"/>
                </a:lnTo>
                <a:lnTo>
                  <a:pt x="116048" y="20008"/>
                </a:lnTo>
                <a:lnTo>
                  <a:pt x="92038" y="16007"/>
                </a:lnTo>
                <a:lnTo>
                  <a:pt x="92038" y="28012"/>
                </a:lnTo>
                <a:lnTo>
                  <a:pt x="76032" y="28012"/>
                </a:lnTo>
                <a:lnTo>
                  <a:pt x="72030" y="36015"/>
                </a:lnTo>
                <a:lnTo>
                  <a:pt x="28012" y="36015"/>
                </a:lnTo>
                <a:lnTo>
                  <a:pt x="28012" y="40017"/>
                </a:lnTo>
                <a:lnTo>
                  <a:pt x="16007" y="40017"/>
                </a:lnTo>
                <a:lnTo>
                  <a:pt x="16007" y="44018"/>
                </a:lnTo>
                <a:lnTo>
                  <a:pt x="4002" y="52022"/>
                </a:lnTo>
                <a:lnTo>
                  <a:pt x="4002" y="60025"/>
                </a:lnTo>
                <a:lnTo>
                  <a:pt x="0" y="60025"/>
                </a:lnTo>
                <a:lnTo>
                  <a:pt x="4002" y="104043"/>
                </a:lnTo>
                <a:lnTo>
                  <a:pt x="8003" y="104043"/>
                </a:lnTo>
                <a:lnTo>
                  <a:pt x="12005" y="112047"/>
                </a:lnTo>
                <a:lnTo>
                  <a:pt x="20008" y="112047"/>
                </a:lnTo>
                <a:lnTo>
                  <a:pt x="24010" y="120050"/>
                </a:lnTo>
                <a:lnTo>
                  <a:pt x="48020" y="124052"/>
                </a:lnTo>
                <a:lnTo>
                  <a:pt x="52022" y="160066"/>
                </a:lnTo>
                <a:lnTo>
                  <a:pt x="56023" y="160066"/>
                </a:lnTo>
                <a:lnTo>
                  <a:pt x="60025" y="172071"/>
                </a:lnTo>
                <a:lnTo>
                  <a:pt x="72030" y="172071"/>
                </a:lnTo>
                <a:lnTo>
                  <a:pt x="72030" y="180075"/>
                </a:lnTo>
                <a:lnTo>
                  <a:pt x="80033" y="180075"/>
                </a:lnTo>
                <a:lnTo>
                  <a:pt x="80033" y="184076"/>
                </a:lnTo>
                <a:lnTo>
                  <a:pt x="108045" y="184076"/>
                </a:lnTo>
                <a:lnTo>
                  <a:pt x="108045" y="180075"/>
                </a:lnTo>
                <a:lnTo>
                  <a:pt x="124052" y="176073"/>
                </a:lnTo>
                <a:lnTo>
                  <a:pt x="128053" y="164068"/>
                </a:lnTo>
                <a:lnTo>
                  <a:pt x="136056" y="160066"/>
                </a:lnTo>
                <a:lnTo>
                  <a:pt x="136056" y="124052"/>
                </a:lnTo>
                <a:lnTo>
                  <a:pt x="124052" y="116048"/>
                </a:lnTo>
                <a:lnTo>
                  <a:pt x="124052" y="108045"/>
                </a:lnTo>
                <a:lnTo>
                  <a:pt x="120050" y="108045"/>
                </a:lnTo>
                <a:lnTo>
                  <a:pt x="116048" y="100042"/>
                </a:lnTo>
                <a:lnTo>
                  <a:pt x="92038" y="100042"/>
                </a:lnTo>
                <a:lnTo>
                  <a:pt x="92038" y="96040"/>
                </a:lnTo>
                <a:lnTo>
                  <a:pt x="84035" y="96040"/>
                </a:lnTo>
                <a:lnTo>
                  <a:pt x="84035" y="80033"/>
                </a:lnTo>
                <a:lnTo>
                  <a:pt x="144060" y="80033"/>
                </a:lnTo>
                <a:lnTo>
                  <a:pt x="144060" y="76032"/>
                </a:lnTo>
                <a:lnTo>
                  <a:pt x="152063" y="72030"/>
                </a:lnTo>
                <a:lnTo>
                  <a:pt x="152063" y="64027"/>
                </a:lnTo>
                <a:lnTo>
                  <a:pt x="160066" y="60025"/>
                </a:lnTo>
                <a:close/>
              </a:path>
            </a:pathLst>
          </a:cu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49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090EE2E-2DD1-4F61-A317-152F58B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3315" y="5665323"/>
            <a:ext cx="84035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0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13E89D3C-30FA-44BC-8015-60B6D3E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383" y="5693334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01" name="AI025-p5-55">
            <a:extLst xmlns:a="http://schemas.openxmlformats.org/drawingml/2006/main">
              <a:ext uri="{FF2B5EF4-FFF2-40B4-BE49-F238E27FC236}">
                <a16:creationId xmlns:a16="http://schemas.microsoft.com/office/drawing/2014/main" id="{92010A2B-9299-47B7-B30F-05F28CC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30" y="3414388"/>
            <a:ext cx="3793575" cy="285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02" name="P5 path 56">
            <a:extLst xmlns:a="http://schemas.openxmlformats.org/drawingml/2006/main">
              <a:ext uri="{FF2B5EF4-FFF2-40B4-BE49-F238E27FC236}">
                <a16:creationId xmlns:a16="http://schemas.microsoft.com/office/drawing/2014/main" id="{72B2C9C0-50B6-41A9-A571-0FA2078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15" y="627157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03" name="P5 label 0.38">
            <a:extLst xmlns:a="http://schemas.openxmlformats.org/drawingml/2006/main">
              <a:ext uri="{FF2B5EF4-FFF2-40B4-BE49-F238E27FC236}">
                <a16:creationId xmlns:a16="http://schemas.microsoft.com/office/drawing/2014/main" id="{5867DB84-8C3B-48D8-A8DD-778B8B7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6" y="611150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0.38</a:t>
            </a:r>
          </a:p>
        </p:txBody>
      </p:sp>
      <p:sp>
        <p:nvSpPr>
          <p:cNvPr id="504" name="P5 path 57">
            <a:extLst xmlns:a="http://schemas.openxmlformats.org/drawingml/2006/main">
              <a:ext uri="{FF2B5EF4-FFF2-40B4-BE49-F238E27FC236}">
                <a16:creationId xmlns:a16="http://schemas.microsoft.com/office/drawing/2014/main" id="{12F184A4-BA33-421D-834E-096868FC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15" y="563664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05" name="P5 label 0.39">
            <a:extLst xmlns:a="http://schemas.openxmlformats.org/drawingml/2006/main">
              <a:ext uri="{FF2B5EF4-FFF2-40B4-BE49-F238E27FC236}">
                <a16:creationId xmlns:a16="http://schemas.microsoft.com/office/drawing/2014/main" id="{BA161A46-2322-4ADB-BD8E-FECA936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6" y="547657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0.39</a:t>
            </a:r>
          </a:p>
        </p:txBody>
      </p:sp>
      <p:sp>
        <p:nvSpPr>
          <p:cNvPr id="506" name="P5 path 58">
            <a:extLst xmlns:a="http://schemas.openxmlformats.org/drawingml/2006/main">
              <a:ext uri="{FF2B5EF4-FFF2-40B4-BE49-F238E27FC236}">
                <a16:creationId xmlns:a16="http://schemas.microsoft.com/office/drawing/2014/main" id="{70FC1AC5-7E2F-4600-9E38-A2A5E43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15" y="500171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07" name="P5 label 0.40">
            <a:extLst xmlns:a="http://schemas.openxmlformats.org/drawingml/2006/main">
              <a:ext uri="{FF2B5EF4-FFF2-40B4-BE49-F238E27FC236}">
                <a16:creationId xmlns:a16="http://schemas.microsoft.com/office/drawing/2014/main" id="{07B6987B-5986-49B6-A5DD-C550059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6" y="484164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508" name="P5 path 59">
            <a:extLst xmlns:a="http://schemas.openxmlformats.org/drawingml/2006/main">
              <a:ext uri="{FF2B5EF4-FFF2-40B4-BE49-F238E27FC236}">
                <a16:creationId xmlns:a16="http://schemas.microsoft.com/office/drawing/2014/main" id="{08C831EB-7BF1-45FD-9504-B1CBB48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15" y="436678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09" name="P5 label 0.41">
            <a:extLst xmlns:a="http://schemas.openxmlformats.org/drawingml/2006/main">
              <a:ext uri="{FF2B5EF4-FFF2-40B4-BE49-F238E27FC236}">
                <a16:creationId xmlns:a16="http://schemas.microsoft.com/office/drawing/2014/main" id="{C1ADAD4A-1D93-44ED-8D7C-1EB72D7A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6" y="420671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</a:t>
            </a:r>
          </a:p>
        </p:txBody>
      </p:sp>
      <p:sp>
        <p:nvSpPr>
          <p:cNvPr id="510" name="P5 path 60">
            <a:extLst xmlns:a="http://schemas.openxmlformats.org/drawingml/2006/main">
              <a:ext uri="{FF2B5EF4-FFF2-40B4-BE49-F238E27FC236}">
                <a16:creationId xmlns:a16="http://schemas.microsoft.com/office/drawing/2014/main" id="{5079ABC1-69B5-463C-B862-A3686F94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15" y="373185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11" name="P5 label 0.42">
            <a:extLst xmlns:a="http://schemas.openxmlformats.org/drawingml/2006/main">
              <a:ext uri="{FF2B5EF4-FFF2-40B4-BE49-F238E27FC236}">
                <a16:creationId xmlns:a16="http://schemas.microsoft.com/office/drawing/2014/main" id="{FC24B097-8AA7-4B41-A668-BE9A522D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656" y="357178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0.42</a:t>
            </a:r>
          </a:p>
        </p:txBody>
      </p:sp>
      <p:sp>
        <p:nvSpPr>
          <p:cNvPr id="512" name="P5 path 61">
            <a:extLst xmlns:a="http://schemas.openxmlformats.org/drawingml/2006/main">
              <a:ext uri="{FF2B5EF4-FFF2-40B4-BE49-F238E27FC236}">
                <a16:creationId xmlns:a16="http://schemas.microsoft.com/office/drawing/2014/main" id="{65F351C4-F8E6-4C45-8478-00DD3F45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62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13" name="P5 label 0.45">
            <a:extLst xmlns:a="http://schemas.openxmlformats.org/drawingml/2006/main">
              <a:ext uri="{FF2B5EF4-FFF2-40B4-BE49-F238E27FC236}">
                <a16:creationId xmlns:a16="http://schemas.microsoft.com/office/drawing/2014/main" id="{6416B28F-D055-4A6E-B056-CCC7E03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21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0.45</a:t>
            </a:r>
          </a:p>
        </p:txBody>
      </p:sp>
      <p:sp>
        <p:nvSpPr>
          <p:cNvPr id="514" name="P5 path 62">
            <a:extLst xmlns:a="http://schemas.openxmlformats.org/drawingml/2006/main">
              <a:ext uri="{FF2B5EF4-FFF2-40B4-BE49-F238E27FC236}">
                <a16:creationId xmlns:a16="http://schemas.microsoft.com/office/drawing/2014/main" id="{0B3F676A-6B64-42AF-BD28-B3F9AC9D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718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15" name="P5 label 0.55">
            <a:extLst xmlns:a="http://schemas.openxmlformats.org/drawingml/2006/main">
              <a:ext uri="{FF2B5EF4-FFF2-40B4-BE49-F238E27FC236}">
                <a16:creationId xmlns:a16="http://schemas.microsoft.com/office/drawing/2014/main" id="{DE0136E9-95CD-45F2-A7DD-E62EB12B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77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0.55</a:t>
            </a:r>
          </a:p>
        </p:txBody>
      </p:sp>
      <p:sp>
        <p:nvSpPr>
          <p:cNvPr id="516" name="P5 path 63">
            <a:extLst xmlns:a="http://schemas.openxmlformats.org/drawingml/2006/main">
              <a:ext uri="{FF2B5EF4-FFF2-40B4-BE49-F238E27FC236}">
                <a16:creationId xmlns:a16="http://schemas.microsoft.com/office/drawing/2014/main" id="{820AD3AE-6B5A-4FF3-B81F-66D333A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374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17" name="P5 label 0.65">
            <a:extLst xmlns:a="http://schemas.openxmlformats.org/drawingml/2006/main">
              <a:ext uri="{FF2B5EF4-FFF2-40B4-BE49-F238E27FC236}">
                <a16:creationId xmlns:a16="http://schemas.microsoft.com/office/drawing/2014/main" id="{AD712C61-E0BB-42BF-B69F-EEFD769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513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518" name="P5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C8F5295A-FAE5-4902-8DD1-7AC61B1F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1022884" y="4690918"/>
            <a:ext cx="2400997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519" name="P5 label GenEval (overall)">
            <a:extLst xmlns:a="http://schemas.openxmlformats.org/drawingml/2006/main">
              <a:ext uri="{FF2B5EF4-FFF2-40B4-BE49-F238E27FC236}">
                <a16:creationId xmlns:a16="http://schemas.microsoft.com/office/drawing/2014/main" id="{AA7E6A3C-3180-4357-9A87-F17D8883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714" y="6547689"/>
            <a:ext cx="4834007" cy="35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GenEval (overall)</a:t>
            </a:r>
          </a:p>
        </p:txBody>
      </p:sp>
      <p:sp>
        <p:nvSpPr>
          <p:cNvPr id="520" name="P5 label r = -0.920">
            <a:extLst xmlns:a="http://schemas.openxmlformats.org/drawingml/2006/main">
              <a:ext uri="{FF2B5EF4-FFF2-40B4-BE49-F238E27FC236}">
                <a16:creationId xmlns:a16="http://schemas.microsoft.com/office/drawing/2014/main" id="{BE11D599-A7AA-4134-8916-63296FA4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2912" y="3850569"/>
            <a:ext cx="1280532" cy="328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-0.920</a:t>
            </a:r>
          </a:p>
        </p:txBody>
      </p:sp>
      <p:sp>
        <p:nvSpPr>
          <p:cNvPr id="521" name="AI025-p5-64">
            <a:extLst xmlns:a="http://schemas.openxmlformats.org/drawingml/2006/main">
              <a:ext uri="{FF2B5EF4-FFF2-40B4-BE49-F238E27FC236}">
                <a16:creationId xmlns:a16="http://schemas.microsoft.com/office/drawing/2014/main" id="{51405307-FA36-4AB8-9C95-E3272CD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44" y="4570868"/>
            <a:ext cx="1864774" cy="1652686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8003">
            <a:solidFill>
              <a:srgbClr val="D1D1D1"/>
            </a:solidFill>
          </a:ln>
        </p:spPr>
      </p:sp>
      <p:sp>
        <p:nvSpPr>
          <p:cNvPr id="522" name="AI025-p5-65">
            <a:extLst xmlns:a="http://schemas.openxmlformats.org/drawingml/2006/main">
              <a:ext uri="{FF2B5EF4-FFF2-40B4-BE49-F238E27FC236}">
                <a16:creationId xmlns:a16="http://schemas.microsoft.com/office/drawing/2014/main" id="{0192D09F-B142-46E9-ABC0-AD94060F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851" y="4721731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23" name="P5 label depth=15">
            <a:extLst xmlns:a="http://schemas.openxmlformats.org/drawingml/2006/main">
              <a:ext uri="{FF2B5EF4-FFF2-40B4-BE49-F238E27FC236}">
                <a16:creationId xmlns:a16="http://schemas.microsoft.com/office/drawing/2014/main" id="{25BF3ED5-7677-4AFC-ACA5-6A50C38F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231" y="4614886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depth=15</a:t>
            </a:r>
          </a:p>
        </p:txBody>
      </p:sp>
      <p:sp>
        <p:nvSpPr>
          <p:cNvPr id="524" name="AI025-p5-66">
            <a:extLst xmlns:a="http://schemas.openxmlformats.org/drawingml/2006/main">
              <a:ext uri="{FF2B5EF4-FFF2-40B4-BE49-F238E27FC236}">
                <a16:creationId xmlns:a16="http://schemas.microsoft.com/office/drawing/2014/main" id="{04C8701E-203C-4412-B8EE-3F7BEDFC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851" y="5038863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525" name="P5 label depth=18">
            <a:extLst xmlns:a="http://schemas.openxmlformats.org/drawingml/2006/main">
              <a:ext uri="{FF2B5EF4-FFF2-40B4-BE49-F238E27FC236}">
                <a16:creationId xmlns:a16="http://schemas.microsoft.com/office/drawing/2014/main" id="{7551720D-23E9-423E-B89E-0B6F75E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231" y="4932018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526" name="AI025-p5-67">
            <a:extLst xmlns:a="http://schemas.openxmlformats.org/drawingml/2006/main">
              <a:ext uri="{FF2B5EF4-FFF2-40B4-BE49-F238E27FC236}">
                <a16:creationId xmlns:a16="http://schemas.microsoft.com/office/drawing/2014/main" id="{7236C533-B192-441A-A7A2-CFFD9DD4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851" y="5355994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527" name="P5 label depth=21">
            <a:extLst xmlns:a="http://schemas.openxmlformats.org/drawingml/2006/main">
              <a:ext uri="{FF2B5EF4-FFF2-40B4-BE49-F238E27FC236}">
                <a16:creationId xmlns:a16="http://schemas.microsoft.com/office/drawing/2014/main" id="{5E674429-FBB0-446D-8A18-C4F52018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231" y="5249150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depth=21</a:t>
            </a:r>
          </a:p>
        </p:txBody>
      </p:sp>
      <p:sp>
        <p:nvSpPr>
          <p:cNvPr id="528" name="AI025-p5-68">
            <a:extLst xmlns:a="http://schemas.openxmlformats.org/drawingml/2006/main">
              <a:ext uri="{FF2B5EF4-FFF2-40B4-BE49-F238E27FC236}">
                <a16:creationId xmlns:a16="http://schemas.microsoft.com/office/drawing/2014/main" id="{102EB3C8-3B04-4D4F-9AAC-1A464A34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851" y="5673126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529" name="P5 label depth=30">
            <a:extLst xmlns:a="http://schemas.openxmlformats.org/drawingml/2006/main">
              <a:ext uri="{FF2B5EF4-FFF2-40B4-BE49-F238E27FC236}">
                <a16:creationId xmlns:a16="http://schemas.microsoft.com/office/drawing/2014/main" id="{1935C082-C824-4E7A-8235-3903877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231" y="5566282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530" name="AI025-p5-69">
            <a:extLst xmlns:a="http://schemas.openxmlformats.org/drawingml/2006/main">
              <a:ext uri="{FF2B5EF4-FFF2-40B4-BE49-F238E27FC236}">
                <a16:creationId xmlns:a16="http://schemas.microsoft.com/office/drawing/2014/main" id="{D447C119-C906-4E99-998F-D3726E9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851" y="5990258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31" name="P5 label depth=38">
            <a:extLst xmlns:a="http://schemas.openxmlformats.org/drawingml/2006/main">
              <a:ext uri="{FF2B5EF4-FFF2-40B4-BE49-F238E27FC236}">
                <a16:creationId xmlns:a16="http://schemas.microsoft.com/office/drawing/2014/main" id="{FF035521-B2EF-4A67-9073-729F738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2231" y="5883413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depth=38</a:t>
            </a:r>
          </a:p>
        </p:txBody>
      </p:sp>
      <p:sp>
        <p:nvSpPr>
          <p:cNvPr id="53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FCB28E5E-FB5A-4A2A-B1EF-588BDF45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6271574"/>
            <a:ext cx="3517461" cy="4"/>
          </a:xfrm>
          <a:custGeom xmlns:a="http://schemas.openxmlformats.org/drawingml/2006/main">
            <a:pathLst>
              <a:path w="3517461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0A7BDE1-5F44-4341-99F4-CCA36B56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5636644"/>
            <a:ext cx="3517461" cy="4"/>
          </a:xfrm>
          <a:custGeom xmlns:a="http://schemas.openxmlformats.org/drawingml/2006/main">
            <a:pathLst>
              <a:path w="3517461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B2737468-CE08-420C-B799-8334411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5001714"/>
            <a:ext cx="3517461" cy="4"/>
          </a:xfrm>
          <a:custGeom xmlns:a="http://schemas.openxmlformats.org/drawingml/2006/main">
            <a:pathLst>
              <a:path w="3517461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DA1D57C-4E6F-429D-B664-B0662AD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4366783"/>
            <a:ext cx="3517461" cy="4"/>
          </a:xfrm>
          <a:custGeom xmlns:a="http://schemas.openxmlformats.org/drawingml/2006/main">
            <a:pathLst>
              <a:path w="3517461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0C58774E-5476-47CA-A771-528B66C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3731853"/>
            <a:ext cx="3517461" cy="4"/>
          </a:xfrm>
          <a:custGeom xmlns:a="http://schemas.openxmlformats.org/drawingml/2006/main">
            <a:pathLst>
              <a:path w="3517461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F41EC28E-6570-476A-892D-A3AA524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52614CB-77AD-4D94-B82C-45DDA8F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034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3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508E915-1AF1-470D-B2AA-AB14CD91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684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40" name="P6 path 70">
            <a:extLst xmlns:a="http://schemas.openxmlformats.org/drawingml/2006/main">
              <a:ext uri="{FF2B5EF4-FFF2-40B4-BE49-F238E27FC236}">
                <a16:creationId xmlns:a16="http://schemas.microsoft.com/office/drawing/2014/main" id="{122D33EA-0681-4CD3-AC2F-DE55DB9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17" y="3414388"/>
            <a:ext cx="2821171" cy="2328967"/>
          </a:xfrm>
          <a:custGeom xmlns:a="http://schemas.openxmlformats.org/drawingml/2006/main">
            <a:pathLst>
              <a:path w="2821171" h="2328967">
                <a:moveTo>
                  <a:pt x="0" y="0"/>
                </a:moveTo>
                <a:lnTo>
                  <a:pt x="2821171" y="2328967"/>
                </a:lnTo>
              </a:path>
            </a:pathLst>
          </a:custGeom>
          <a:noFill xmlns:a="http://schemas.openxmlformats.org/drawingml/2006/main"/>
          <a:ln xmlns:a="http://schemas.openxmlformats.org/drawingml/2006/main" w="9604">
            <a:solidFill>
              <a:srgbClr val="707070"/>
            </a:solidFill>
          </a:ln>
        </p:spPr>
      </p:sp>
      <p:sp>
        <p:nvSpPr>
          <p:cNvPr id="54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9257AC9-7DA9-4881-BE48-9D0A373B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3282" y="3472412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4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8CEDC4A3-7963-4C2B-983B-ABF82A0E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651" y="4088668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4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958B94A0-EF4F-4C90-9662-79500B4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9837" y="4340773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544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ED9CBF14-0BA2-49B0-9E4A-5761F2C2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9921" y="440880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545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1A1EE9A-A06B-439F-976C-16941D83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6052" y="4676912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54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C0855527-C80A-46D0-8C2C-D3EBD2E5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0128" y="5221138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54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F8EFC11-2BD5-44DA-A7EF-01F136A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0402" y="5609299"/>
            <a:ext cx="80033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4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3A8176C-0B55-44B0-BB68-3A6F7CB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0469" y="5785372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49" name="AI025-p6-71">
            <a:extLst xmlns:a="http://schemas.openxmlformats.org/drawingml/2006/main">
              <a:ext uri="{FF2B5EF4-FFF2-40B4-BE49-F238E27FC236}">
                <a16:creationId xmlns:a16="http://schemas.microsoft.com/office/drawing/2014/main" id="{69686BC2-CD1D-400B-9691-C855F94D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1223" y="3414388"/>
            <a:ext cx="3517461" cy="285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0" name="P6 path 72">
            <a:extLst xmlns:a="http://schemas.openxmlformats.org/drawingml/2006/main">
              <a:ext uri="{FF2B5EF4-FFF2-40B4-BE49-F238E27FC236}">
                <a16:creationId xmlns:a16="http://schemas.microsoft.com/office/drawing/2014/main" id="{37A98B3F-5D41-416D-9076-DF7A89D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09" y="627157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1" name="P6 label 0.38">
            <a:extLst xmlns:a="http://schemas.openxmlformats.org/drawingml/2006/main">
              <a:ext uri="{FF2B5EF4-FFF2-40B4-BE49-F238E27FC236}">
                <a16:creationId xmlns:a16="http://schemas.microsoft.com/office/drawing/2014/main" id="{D37665C8-EFD0-47A6-8E8F-9D5BCED2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949" y="611150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0.38</a:t>
            </a:r>
          </a:p>
        </p:txBody>
      </p:sp>
      <p:sp>
        <p:nvSpPr>
          <p:cNvPr id="552" name="P6 path 73">
            <a:extLst xmlns:a="http://schemas.openxmlformats.org/drawingml/2006/main">
              <a:ext uri="{FF2B5EF4-FFF2-40B4-BE49-F238E27FC236}">
                <a16:creationId xmlns:a16="http://schemas.microsoft.com/office/drawing/2014/main" id="{E8734FAE-129C-4693-85E1-C3B1831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09" y="563664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3" name="P6 label 0.39">
            <a:extLst xmlns:a="http://schemas.openxmlformats.org/drawingml/2006/main">
              <a:ext uri="{FF2B5EF4-FFF2-40B4-BE49-F238E27FC236}">
                <a16:creationId xmlns:a16="http://schemas.microsoft.com/office/drawing/2014/main" id="{C8A59065-1D61-421B-9F54-630788E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949" y="547657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0.39</a:t>
            </a:r>
          </a:p>
        </p:txBody>
      </p:sp>
      <p:sp>
        <p:nvSpPr>
          <p:cNvPr id="554" name="P6 path 74">
            <a:extLst xmlns:a="http://schemas.openxmlformats.org/drawingml/2006/main">
              <a:ext uri="{FF2B5EF4-FFF2-40B4-BE49-F238E27FC236}">
                <a16:creationId xmlns:a16="http://schemas.microsoft.com/office/drawing/2014/main" id="{7827A594-49B7-46D9-B01B-04F3223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09" y="500171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5" name="P6 label 0.40">
            <a:extLst xmlns:a="http://schemas.openxmlformats.org/drawingml/2006/main">
              <a:ext uri="{FF2B5EF4-FFF2-40B4-BE49-F238E27FC236}">
                <a16:creationId xmlns:a16="http://schemas.microsoft.com/office/drawing/2014/main" id="{DC83F4FF-407D-4292-AC7D-7A68630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949" y="484164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556" name="P6 path 75">
            <a:extLst xmlns:a="http://schemas.openxmlformats.org/drawingml/2006/main">
              <a:ext uri="{FF2B5EF4-FFF2-40B4-BE49-F238E27FC236}">
                <a16:creationId xmlns:a16="http://schemas.microsoft.com/office/drawing/2014/main" id="{7870CB2C-5EFC-473E-985D-6000325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09" y="436678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7" name="P6 label 0.41">
            <a:extLst xmlns:a="http://schemas.openxmlformats.org/drawingml/2006/main">
              <a:ext uri="{FF2B5EF4-FFF2-40B4-BE49-F238E27FC236}">
                <a16:creationId xmlns:a16="http://schemas.microsoft.com/office/drawing/2014/main" id="{8A625B77-58B9-49C2-A33B-466F5726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949" y="420671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</a:t>
            </a:r>
          </a:p>
        </p:txBody>
      </p:sp>
      <p:sp>
        <p:nvSpPr>
          <p:cNvPr id="558" name="P6 path 76">
            <a:extLst xmlns:a="http://schemas.openxmlformats.org/drawingml/2006/main">
              <a:ext uri="{FF2B5EF4-FFF2-40B4-BE49-F238E27FC236}">
                <a16:creationId xmlns:a16="http://schemas.microsoft.com/office/drawing/2014/main" id="{7D858CC8-D4B8-4A69-9B3B-23818876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09" y="373185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59" name="P6 label 0.42">
            <a:extLst xmlns:a="http://schemas.openxmlformats.org/drawingml/2006/main">
              <a:ext uri="{FF2B5EF4-FFF2-40B4-BE49-F238E27FC236}">
                <a16:creationId xmlns:a16="http://schemas.microsoft.com/office/drawing/2014/main" id="{74CDD632-2F8A-4949-85B8-AD215D6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949" y="357178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0.42</a:t>
            </a:r>
          </a:p>
        </p:txBody>
      </p:sp>
      <p:sp>
        <p:nvSpPr>
          <p:cNvPr id="560" name="P6 path 77">
            <a:extLst xmlns:a="http://schemas.openxmlformats.org/drawingml/2006/main">
              <a:ext uri="{FF2B5EF4-FFF2-40B4-BE49-F238E27FC236}">
                <a16:creationId xmlns:a16="http://schemas.microsoft.com/office/drawing/2014/main" id="{B1FDFAA3-7493-47FD-8DE3-6B4B19D5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23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61" name="P6 label 750">
            <a:extLst xmlns:a="http://schemas.openxmlformats.org/drawingml/2006/main">
              <a:ext uri="{FF2B5EF4-FFF2-40B4-BE49-F238E27FC236}">
                <a16:creationId xmlns:a16="http://schemas.microsoft.com/office/drawing/2014/main" id="{A92F8FD1-D17C-404C-AF95-6B4C3F2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098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750</a:t>
            </a:r>
          </a:p>
        </p:txBody>
      </p:sp>
      <p:sp>
        <p:nvSpPr>
          <p:cNvPr id="562" name="P6 path 78">
            <a:extLst xmlns:a="http://schemas.openxmlformats.org/drawingml/2006/main">
              <a:ext uri="{FF2B5EF4-FFF2-40B4-BE49-F238E27FC236}">
                <a16:creationId xmlns:a16="http://schemas.microsoft.com/office/drawing/2014/main" id="{20FC1902-3712-4C99-BB0C-754A39E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034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63" name="P6 label 1000">
            <a:extLst xmlns:a="http://schemas.openxmlformats.org/drawingml/2006/main">
              <a:ext uri="{FF2B5EF4-FFF2-40B4-BE49-F238E27FC236}">
                <a16:creationId xmlns:a16="http://schemas.microsoft.com/office/drawing/2014/main" id="{2FAC016F-AD0F-461A-BB37-A4B6B320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79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564" name="P6 path 79">
            <a:extLst xmlns:a="http://schemas.openxmlformats.org/drawingml/2006/main">
              <a:ext uri="{FF2B5EF4-FFF2-40B4-BE49-F238E27FC236}">
                <a16:creationId xmlns:a16="http://schemas.microsoft.com/office/drawing/2014/main" id="{601E56AE-71AF-42DE-9133-ECBCAAA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684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565" name="P6 label 1200">
            <a:extLst xmlns:a="http://schemas.openxmlformats.org/drawingml/2006/main">
              <a:ext uri="{FF2B5EF4-FFF2-40B4-BE49-F238E27FC236}">
                <a16:creationId xmlns:a16="http://schemas.microsoft.com/office/drawing/2014/main" id="{A2DB5E27-65CB-4098-8105-0B112A7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844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1200</a:t>
            </a:r>
          </a:p>
        </p:txBody>
      </p:sp>
      <p:sp>
        <p:nvSpPr>
          <p:cNvPr id="566" name="P6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76E648AC-C1AF-4B59-9515-B2FB567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700409" y="4690918"/>
            <a:ext cx="2400997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567" name="P6 label Human Preference [ELO]">
            <a:extLst xmlns:a="http://schemas.openxmlformats.org/drawingml/2006/main">
              <a:ext uri="{FF2B5EF4-FFF2-40B4-BE49-F238E27FC236}">
                <a16:creationId xmlns:a16="http://schemas.microsoft.com/office/drawing/2014/main" id="{33126092-0CCB-4C6E-B880-73F7518E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1007" y="6547689"/>
            <a:ext cx="4557893" cy="35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Preference [ELO]</a:t>
            </a:r>
          </a:p>
        </p:txBody>
      </p:sp>
      <p:sp>
        <p:nvSpPr>
          <p:cNvPr id="568" name="P6 label r = -0.982">
            <a:extLst xmlns:a="http://schemas.openxmlformats.org/drawingml/2006/main">
              <a:ext uri="{FF2B5EF4-FFF2-40B4-BE49-F238E27FC236}">
                <a16:creationId xmlns:a16="http://schemas.microsoft.com/office/drawing/2014/main" id="{F2E9936F-B82A-471C-A51F-E16992B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4034" y="3850569"/>
            <a:ext cx="1280532" cy="328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-0.982</a:t>
            </a:r>
          </a:p>
        </p:txBody>
      </p:sp>
      <p:sp>
        <p:nvSpPr>
          <p:cNvPr id="569" name="AI025-p6-80">
            <a:extLst xmlns:a="http://schemas.openxmlformats.org/drawingml/2006/main">
              <a:ext uri="{FF2B5EF4-FFF2-40B4-BE49-F238E27FC236}">
                <a16:creationId xmlns:a16="http://schemas.microsoft.com/office/drawing/2014/main" id="{F98B0331-621B-4EEA-8D03-7FDE8F1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5250" y="4574870"/>
            <a:ext cx="1864774" cy="1652686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8003">
            <a:solidFill>
              <a:srgbClr val="D1D1D1"/>
            </a:solidFill>
          </a:ln>
        </p:spPr>
      </p:sp>
      <p:sp>
        <p:nvSpPr>
          <p:cNvPr id="570" name="AI025-p6-81">
            <a:extLst xmlns:a="http://schemas.openxmlformats.org/drawingml/2006/main">
              <a:ext uri="{FF2B5EF4-FFF2-40B4-BE49-F238E27FC236}">
                <a16:creationId xmlns:a16="http://schemas.microsoft.com/office/drawing/2014/main" id="{F5C6E435-5407-4921-9EC7-F2155FF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158" y="4725733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71" name="P6 label depth=15">
            <a:extLst xmlns:a="http://schemas.openxmlformats.org/drawingml/2006/main">
              <a:ext uri="{FF2B5EF4-FFF2-40B4-BE49-F238E27FC236}">
                <a16:creationId xmlns:a16="http://schemas.microsoft.com/office/drawing/2014/main" id="{7759DF1C-3FD1-484F-A6CE-AEF017DC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538" y="4618888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depth=15</a:t>
            </a:r>
          </a:p>
        </p:txBody>
      </p:sp>
      <p:sp>
        <p:nvSpPr>
          <p:cNvPr id="572" name="AI025-p6-82">
            <a:extLst xmlns:a="http://schemas.openxmlformats.org/drawingml/2006/main">
              <a:ext uri="{FF2B5EF4-FFF2-40B4-BE49-F238E27FC236}">
                <a16:creationId xmlns:a16="http://schemas.microsoft.com/office/drawing/2014/main" id="{7EC2C309-9612-46ED-929B-9C17975E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158" y="5042864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573" name="P6 label depth=18">
            <a:extLst xmlns:a="http://schemas.openxmlformats.org/drawingml/2006/main">
              <a:ext uri="{FF2B5EF4-FFF2-40B4-BE49-F238E27FC236}">
                <a16:creationId xmlns:a16="http://schemas.microsoft.com/office/drawing/2014/main" id="{3D7DC486-062F-4B13-9D2A-D0CC01D2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538" y="4936020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574" name="AI025-p6-83">
            <a:extLst xmlns:a="http://schemas.openxmlformats.org/drawingml/2006/main">
              <a:ext uri="{FF2B5EF4-FFF2-40B4-BE49-F238E27FC236}">
                <a16:creationId xmlns:a16="http://schemas.microsoft.com/office/drawing/2014/main" id="{3A6664F3-8EDB-43C2-BF36-CC515A9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158" y="5359996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575" name="P6 label depth=21">
            <a:extLst xmlns:a="http://schemas.openxmlformats.org/drawingml/2006/main">
              <a:ext uri="{FF2B5EF4-FFF2-40B4-BE49-F238E27FC236}">
                <a16:creationId xmlns:a16="http://schemas.microsoft.com/office/drawing/2014/main" id="{12789BE4-7FC5-4EAC-A754-8B3CF04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538" y="5253152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depth=21</a:t>
            </a:r>
          </a:p>
        </p:txBody>
      </p:sp>
      <p:sp>
        <p:nvSpPr>
          <p:cNvPr id="576" name="AI025-p6-84">
            <a:extLst xmlns:a="http://schemas.openxmlformats.org/drawingml/2006/main">
              <a:ext uri="{FF2B5EF4-FFF2-40B4-BE49-F238E27FC236}">
                <a16:creationId xmlns:a16="http://schemas.microsoft.com/office/drawing/2014/main" id="{FB792713-EB3B-4176-8F34-1D48F88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158" y="5677128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577" name="P6 label depth=30">
            <a:extLst xmlns:a="http://schemas.openxmlformats.org/drawingml/2006/main">
              <a:ext uri="{FF2B5EF4-FFF2-40B4-BE49-F238E27FC236}">
                <a16:creationId xmlns:a16="http://schemas.microsoft.com/office/drawing/2014/main" id="{A3CBB34A-0147-4647-9536-E412CFD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538" y="5570283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578" name="AI025-p6-85">
            <a:extLst xmlns:a="http://schemas.openxmlformats.org/drawingml/2006/main">
              <a:ext uri="{FF2B5EF4-FFF2-40B4-BE49-F238E27FC236}">
                <a16:creationId xmlns:a16="http://schemas.microsoft.com/office/drawing/2014/main" id="{83E436FD-62CE-478E-90E8-A0F381D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158" y="5994259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579" name="P6 label depth=38">
            <a:extLst xmlns:a="http://schemas.openxmlformats.org/drawingml/2006/main">
              <a:ext uri="{FF2B5EF4-FFF2-40B4-BE49-F238E27FC236}">
                <a16:creationId xmlns:a16="http://schemas.microsoft.com/office/drawing/2014/main" id="{AF0F4DED-A9D6-418F-ACDD-E3AA412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7538" y="5887415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depth=38</a:t>
            </a:r>
          </a:p>
        </p:txBody>
      </p:sp>
      <p:sp>
        <p:nvSpPr>
          <p:cNvPr id="58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5276039-910A-46BE-AF9E-BF1DA34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77" y="6271574"/>
            <a:ext cx="3549474" cy="4"/>
          </a:xfrm>
          <a:custGeom xmlns:a="http://schemas.openxmlformats.org/drawingml/2006/main">
            <a:pathLst>
              <a:path w="3549474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49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90D4517-695B-4135-90A2-6F5BE00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77" y="5636644"/>
            <a:ext cx="3549474" cy="4"/>
          </a:xfrm>
          <a:custGeom xmlns:a="http://schemas.openxmlformats.org/drawingml/2006/main">
            <a:pathLst>
              <a:path w="3549474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49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2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BCCCC0B-465F-4DA8-A668-2FC7D7CD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77" y="5001714"/>
            <a:ext cx="3549474" cy="4"/>
          </a:xfrm>
          <a:custGeom xmlns:a="http://schemas.openxmlformats.org/drawingml/2006/main">
            <a:pathLst>
              <a:path w="3549474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49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3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9578282C-6D0B-44CC-BC17-1B413A7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77" y="4366783"/>
            <a:ext cx="3549474" cy="4"/>
          </a:xfrm>
          <a:custGeom xmlns:a="http://schemas.openxmlformats.org/drawingml/2006/main">
            <a:pathLst>
              <a:path w="3549474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49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ADCC67E-1FAC-4317-A702-4FCC67E4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77" y="3731853"/>
            <a:ext cx="3549474" cy="4"/>
          </a:xfrm>
          <a:custGeom xmlns:a="http://schemas.openxmlformats.org/drawingml/2006/main">
            <a:pathLst>
              <a:path w="3549474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49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8A5EEAAA-8D00-470C-BC93-948A93E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43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731D1F2B-3BB7-4071-B573-D0BF9088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014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5328D955-02BE-4D2E-9651-97CD7806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482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17C8C5F5-2913-4E13-9F6C-F7AD14A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951" y="3414388"/>
            <a:ext cx="4" cy="2857186"/>
          </a:xfrm>
          <a:custGeom xmlns:a="http://schemas.openxmlformats.org/drawingml/2006/main">
            <a:pathLst>
              <a:path w="4" h="2857186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  <a:moveTo>
                  <a:pt x="0" y="2801163"/>
                </a:moveTo>
                <a:lnTo>
                  <a:pt x="0" y="2849183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589" name="P7 path 86">
            <a:extLst xmlns:a="http://schemas.openxmlformats.org/drawingml/2006/main">
              <a:ext uri="{FF2B5EF4-FFF2-40B4-BE49-F238E27FC236}">
                <a16:creationId xmlns:a16="http://schemas.microsoft.com/office/drawing/2014/main" id="{DF757BA3-58F4-486E-BCDE-64DAE6D0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661" y="3414388"/>
            <a:ext cx="2861188" cy="2092869"/>
          </a:xfrm>
          <a:custGeom xmlns:a="http://schemas.openxmlformats.org/drawingml/2006/main">
            <a:pathLst>
              <a:path w="2861188" h="2092869">
                <a:moveTo>
                  <a:pt x="0" y="0"/>
                </a:moveTo>
                <a:lnTo>
                  <a:pt x="2861188" y="2092869"/>
                </a:lnTo>
              </a:path>
            </a:pathLst>
          </a:custGeom>
          <a:noFill xmlns:a="http://schemas.openxmlformats.org/drawingml/2006/main"/>
          <a:ln xmlns:a="http://schemas.openxmlformats.org/drawingml/2006/main" w="9604">
            <a:solidFill>
              <a:srgbClr val="707070"/>
            </a:solidFill>
          </a:ln>
        </p:spPr>
      </p:sp>
      <p:sp>
        <p:nvSpPr>
          <p:cNvPr id="59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BA4D0CEB-7B7D-48D6-A236-0EDBBBF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4523" y="3472412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5639A88-2F4B-485D-B138-D2F7A90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8715" y="3768535"/>
            <a:ext cx="84035" cy="8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30C1AE40-42E7-4A2D-BE96-9FD2580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0953" y="3920598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E14A8BA-D7E0-49EC-AA60-F69DD93E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0986" y="4020640"/>
            <a:ext cx="92038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4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0078040E-C61D-4625-BFC1-C2EBA63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058" y="4088668"/>
            <a:ext cx="64027" cy="84035"/>
          </a:xfrm>
          <a:custGeom xmlns:a="http://schemas.openxmlformats.org/drawingml/2006/main">
            <a:pathLst>
              <a:path w="64027" h="84035">
                <a:moveTo>
                  <a:pt x="0" y="4002"/>
                </a:moveTo>
                <a:lnTo>
                  <a:pt x="0" y="8003"/>
                </a:lnTo>
                <a:lnTo>
                  <a:pt x="28012" y="32013"/>
                </a:lnTo>
                <a:lnTo>
                  <a:pt x="28012" y="40017"/>
                </a:lnTo>
                <a:lnTo>
                  <a:pt x="32013" y="40017"/>
                </a:lnTo>
                <a:lnTo>
                  <a:pt x="32013" y="84035"/>
                </a:lnTo>
                <a:lnTo>
                  <a:pt x="48020" y="80033"/>
                </a:lnTo>
                <a:lnTo>
                  <a:pt x="48020" y="60025"/>
                </a:lnTo>
                <a:lnTo>
                  <a:pt x="64027" y="60025"/>
                </a:lnTo>
                <a:lnTo>
                  <a:pt x="64027" y="24010"/>
                </a:lnTo>
                <a:lnTo>
                  <a:pt x="60025" y="24010"/>
                </a:lnTo>
                <a:lnTo>
                  <a:pt x="60025" y="16007"/>
                </a:lnTo>
                <a:lnTo>
                  <a:pt x="48020" y="16007"/>
                </a:lnTo>
                <a:lnTo>
                  <a:pt x="48020" y="4002"/>
                </a:lnTo>
                <a:lnTo>
                  <a:pt x="40017" y="4002"/>
                </a:lnTo>
                <a:lnTo>
                  <a:pt x="40017" y="0"/>
                </a:lnTo>
                <a:lnTo>
                  <a:pt x="4002" y="0"/>
                </a:lnTo>
                <a:lnTo>
                  <a:pt x="4002" y="4002"/>
                </a:lnTo>
                <a:lnTo>
                  <a:pt x="0" y="4002"/>
                </a:lnTo>
                <a:close/>
              </a:path>
            </a:pathLst>
          </a:cu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ABA8E5B3-AA72-4DB7-87DF-53AFF9B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269" y="4136688"/>
            <a:ext cx="92038" cy="136056"/>
          </a:xfrm>
          <a:custGeom xmlns:a="http://schemas.openxmlformats.org/drawingml/2006/main">
            <a:pathLst>
              <a:path w="92038" h="136056">
                <a:moveTo>
                  <a:pt x="20008" y="8003"/>
                </a:moveTo>
                <a:lnTo>
                  <a:pt x="8003" y="16007"/>
                </a:lnTo>
                <a:lnTo>
                  <a:pt x="4002" y="40017"/>
                </a:lnTo>
                <a:lnTo>
                  <a:pt x="0" y="40017"/>
                </a:lnTo>
                <a:lnTo>
                  <a:pt x="4002" y="60025"/>
                </a:lnTo>
                <a:lnTo>
                  <a:pt x="8003" y="60025"/>
                </a:lnTo>
                <a:lnTo>
                  <a:pt x="8003" y="112047"/>
                </a:lnTo>
                <a:lnTo>
                  <a:pt x="12005" y="112047"/>
                </a:lnTo>
                <a:lnTo>
                  <a:pt x="12005" y="120050"/>
                </a:lnTo>
                <a:lnTo>
                  <a:pt x="16007" y="120050"/>
                </a:lnTo>
                <a:lnTo>
                  <a:pt x="24010" y="132055"/>
                </a:lnTo>
                <a:lnTo>
                  <a:pt x="32013" y="132055"/>
                </a:lnTo>
                <a:lnTo>
                  <a:pt x="32013" y="136056"/>
                </a:lnTo>
                <a:lnTo>
                  <a:pt x="68028" y="136056"/>
                </a:lnTo>
                <a:lnTo>
                  <a:pt x="68028" y="132055"/>
                </a:lnTo>
                <a:lnTo>
                  <a:pt x="76032" y="132055"/>
                </a:lnTo>
                <a:lnTo>
                  <a:pt x="76032" y="128053"/>
                </a:lnTo>
                <a:lnTo>
                  <a:pt x="88037" y="120050"/>
                </a:lnTo>
                <a:lnTo>
                  <a:pt x="88037" y="112047"/>
                </a:lnTo>
                <a:lnTo>
                  <a:pt x="92038" y="112047"/>
                </a:lnTo>
                <a:lnTo>
                  <a:pt x="88037" y="24010"/>
                </a:lnTo>
                <a:lnTo>
                  <a:pt x="84035" y="24010"/>
                </a:lnTo>
                <a:lnTo>
                  <a:pt x="84035" y="16007"/>
                </a:lnTo>
                <a:lnTo>
                  <a:pt x="80033" y="16007"/>
                </a:lnTo>
                <a:lnTo>
                  <a:pt x="72030" y="4002"/>
                </a:lnTo>
                <a:lnTo>
                  <a:pt x="64027" y="4002"/>
                </a:lnTo>
                <a:lnTo>
                  <a:pt x="64027" y="0"/>
                </a:lnTo>
                <a:lnTo>
                  <a:pt x="28012" y="0"/>
                </a:lnTo>
                <a:lnTo>
                  <a:pt x="28012" y="4002"/>
                </a:lnTo>
                <a:lnTo>
                  <a:pt x="20008" y="4002"/>
                </a:lnTo>
                <a:lnTo>
                  <a:pt x="20008" y="8003"/>
                </a:lnTo>
                <a:close/>
              </a:path>
            </a:pathLst>
          </a:cu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8B69F59-0393-4403-AC1E-DD20592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9438" y="4204716"/>
            <a:ext cx="84035" cy="7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64077DB4-E2CC-4A85-AE15-3E5A701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215" y="4232728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59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4F9E0165-A886-43BC-9677-4016DF4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8848" y="3844567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59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DE8F144-3FC6-41E6-ADFB-81056C0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5204" y="4112678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BB6A7AD-6FDB-44E5-A28C-E306F848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1451" y="4252736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1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CCB867F-EB65-4D81-9B10-4DF4592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7234" y="43407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2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A46EEA45-248B-493C-A77C-E8C71CD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1352" y="4408801"/>
            <a:ext cx="148061" cy="192080"/>
          </a:xfrm>
          <a:custGeom xmlns:a="http://schemas.openxmlformats.org/drawingml/2006/main">
            <a:pathLst>
              <a:path w="148061" h="192080">
                <a:moveTo>
                  <a:pt x="16007" y="8003"/>
                </a:moveTo>
                <a:lnTo>
                  <a:pt x="12005" y="8003"/>
                </a:lnTo>
                <a:lnTo>
                  <a:pt x="12005" y="12005"/>
                </a:lnTo>
                <a:lnTo>
                  <a:pt x="4002" y="16007"/>
                </a:lnTo>
                <a:lnTo>
                  <a:pt x="4002" y="24010"/>
                </a:lnTo>
                <a:lnTo>
                  <a:pt x="0" y="24010"/>
                </a:lnTo>
                <a:lnTo>
                  <a:pt x="0" y="64027"/>
                </a:lnTo>
                <a:lnTo>
                  <a:pt x="4002" y="64027"/>
                </a:lnTo>
                <a:lnTo>
                  <a:pt x="12005" y="76032"/>
                </a:lnTo>
                <a:lnTo>
                  <a:pt x="20008" y="76032"/>
                </a:lnTo>
                <a:lnTo>
                  <a:pt x="24010" y="84035"/>
                </a:lnTo>
                <a:lnTo>
                  <a:pt x="48020" y="84035"/>
                </a:lnTo>
                <a:lnTo>
                  <a:pt x="48020" y="88037"/>
                </a:lnTo>
                <a:lnTo>
                  <a:pt x="52022" y="88037"/>
                </a:lnTo>
                <a:lnTo>
                  <a:pt x="52022" y="108045"/>
                </a:lnTo>
                <a:lnTo>
                  <a:pt x="56023" y="108045"/>
                </a:lnTo>
                <a:lnTo>
                  <a:pt x="56023" y="112047"/>
                </a:lnTo>
                <a:lnTo>
                  <a:pt x="64027" y="116048"/>
                </a:lnTo>
                <a:lnTo>
                  <a:pt x="64027" y="124052"/>
                </a:lnTo>
                <a:lnTo>
                  <a:pt x="68028" y="124052"/>
                </a:lnTo>
                <a:lnTo>
                  <a:pt x="68028" y="160066"/>
                </a:lnTo>
                <a:lnTo>
                  <a:pt x="64027" y="160066"/>
                </a:lnTo>
                <a:lnTo>
                  <a:pt x="64027" y="164068"/>
                </a:lnTo>
                <a:lnTo>
                  <a:pt x="68028" y="164068"/>
                </a:lnTo>
                <a:lnTo>
                  <a:pt x="72030" y="180075"/>
                </a:lnTo>
                <a:lnTo>
                  <a:pt x="76032" y="180075"/>
                </a:lnTo>
                <a:lnTo>
                  <a:pt x="80033" y="188078"/>
                </a:lnTo>
                <a:lnTo>
                  <a:pt x="88037" y="188078"/>
                </a:lnTo>
                <a:lnTo>
                  <a:pt x="88037" y="192080"/>
                </a:lnTo>
                <a:lnTo>
                  <a:pt x="124052" y="192080"/>
                </a:lnTo>
                <a:lnTo>
                  <a:pt x="124052" y="188078"/>
                </a:lnTo>
                <a:lnTo>
                  <a:pt x="132055" y="188078"/>
                </a:lnTo>
                <a:lnTo>
                  <a:pt x="132055" y="184076"/>
                </a:lnTo>
                <a:lnTo>
                  <a:pt x="144060" y="176073"/>
                </a:lnTo>
                <a:lnTo>
                  <a:pt x="144060" y="168070"/>
                </a:lnTo>
                <a:lnTo>
                  <a:pt x="148061" y="168070"/>
                </a:lnTo>
                <a:lnTo>
                  <a:pt x="148061" y="132055"/>
                </a:lnTo>
                <a:lnTo>
                  <a:pt x="144060" y="132055"/>
                </a:lnTo>
                <a:lnTo>
                  <a:pt x="140058" y="120050"/>
                </a:lnTo>
                <a:lnTo>
                  <a:pt x="136056" y="120050"/>
                </a:lnTo>
                <a:lnTo>
                  <a:pt x="136056" y="72030"/>
                </a:lnTo>
                <a:lnTo>
                  <a:pt x="132055" y="72030"/>
                </a:lnTo>
                <a:lnTo>
                  <a:pt x="132055" y="64027"/>
                </a:lnTo>
                <a:lnTo>
                  <a:pt x="128053" y="64027"/>
                </a:lnTo>
                <a:lnTo>
                  <a:pt x="124052" y="56023"/>
                </a:lnTo>
                <a:lnTo>
                  <a:pt x="112047" y="56023"/>
                </a:lnTo>
                <a:lnTo>
                  <a:pt x="112047" y="48020"/>
                </a:lnTo>
                <a:lnTo>
                  <a:pt x="88037" y="48020"/>
                </a:lnTo>
                <a:lnTo>
                  <a:pt x="88037" y="44018"/>
                </a:lnTo>
                <a:lnTo>
                  <a:pt x="84035" y="44018"/>
                </a:lnTo>
                <a:lnTo>
                  <a:pt x="84035" y="24010"/>
                </a:lnTo>
                <a:lnTo>
                  <a:pt x="80033" y="24010"/>
                </a:lnTo>
                <a:lnTo>
                  <a:pt x="80033" y="16007"/>
                </a:lnTo>
                <a:lnTo>
                  <a:pt x="72030" y="16007"/>
                </a:lnTo>
                <a:lnTo>
                  <a:pt x="72030" y="8003"/>
                </a:lnTo>
                <a:lnTo>
                  <a:pt x="60025" y="4002"/>
                </a:lnTo>
                <a:lnTo>
                  <a:pt x="60025" y="0"/>
                </a:lnTo>
                <a:lnTo>
                  <a:pt x="24010" y="0"/>
                </a:lnTo>
                <a:lnTo>
                  <a:pt x="24010" y="4002"/>
                </a:lnTo>
                <a:lnTo>
                  <a:pt x="16007" y="4002"/>
                </a:lnTo>
                <a:lnTo>
                  <a:pt x="16007" y="8003"/>
                </a:lnTo>
                <a:close/>
              </a:path>
            </a:pathLst>
          </a:cu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3F159034-E9F4-490D-AA5F-EF4D636A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7491" y="4492836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4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7C7423F7-5ECC-4839-A06D-103C6F9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307" y="4536854"/>
            <a:ext cx="72030" cy="48020"/>
          </a:xfrm>
          <a:custGeom xmlns:a="http://schemas.openxmlformats.org/drawingml/2006/main">
            <a:pathLst>
              <a:path w="72030" h="48020">
                <a:moveTo>
                  <a:pt x="12005" y="4002"/>
                </a:moveTo>
                <a:lnTo>
                  <a:pt x="0" y="4002"/>
                </a:lnTo>
                <a:lnTo>
                  <a:pt x="0" y="8003"/>
                </a:lnTo>
                <a:lnTo>
                  <a:pt x="16007" y="8003"/>
                </a:lnTo>
                <a:lnTo>
                  <a:pt x="16007" y="16007"/>
                </a:lnTo>
                <a:lnTo>
                  <a:pt x="20008" y="16007"/>
                </a:lnTo>
                <a:lnTo>
                  <a:pt x="24010" y="24010"/>
                </a:lnTo>
                <a:lnTo>
                  <a:pt x="32013" y="24010"/>
                </a:lnTo>
                <a:lnTo>
                  <a:pt x="36015" y="32013"/>
                </a:lnTo>
                <a:lnTo>
                  <a:pt x="44018" y="32013"/>
                </a:lnTo>
                <a:lnTo>
                  <a:pt x="52022" y="44018"/>
                </a:lnTo>
                <a:lnTo>
                  <a:pt x="60025" y="44018"/>
                </a:lnTo>
                <a:lnTo>
                  <a:pt x="60025" y="48020"/>
                </a:lnTo>
                <a:lnTo>
                  <a:pt x="72030" y="44018"/>
                </a:lnTo>
                <a:lnTo>
                  <a:pt x="72030" y="24010"/>
                </a:lnTo>
                <a:lnTo>
                  <a:pt x="68028" y="24010"/>
                </a:lnTo>
                <a:lnTo>
                  <a:pt x="68028" y="16007"/>
                </a:lnTo>
                <a:lnTo>
                  <a:pt x="64027" y="16007"/>
                </a:lnTo>
                <a:lnTo>
                  <a:pt x="56023" y="4002"/>
                </a:lnTo>
                <a:lnTo>
                  <a:pt x="48020" y="4002"/>
                </a:lnTo>
                <a:lnTo>
                  <a:pt x="48020" y="0"/>
                </a:lnTo>
                <a:lnTo>
                  <a:pt x="12005" y="0"/>
                </a:lnTo>
                <a:lnTo>
                  <a:pt x="12005" y="4002"/>
                </a:lnTo>
                <a:close/>
              </a:path>
            </a:pathLst>
          </a:cu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6DC32451-185F-4DD7-9BF0-8181E8F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302" y="4560864"/>
            <a:ext cx="76032" cy="60025"/>
          </a:xfrm>
          <a:custGeom xmlns:a="http://schemas.openxmlformats.org/drawingml/2006/main">
            <a:pathLst>
              <a:path w="76032" h="60025">
                <a:moveTo>
                  <a:pt x="12005" y="4002"/>
                </a:moveTo>
                <a:lnTo>
                  <a:pt x="0" y="12005"/>
                </a:lnTo>
                <a:lnTo>
                  <a:pt x="0" y="36015"/>
                </a:lnTo>
                <a:lnTo>
                  <a:pt x="4002" y="36015"/>
                </a:lnTo>
                <a:lnTo>
                  <a:pt x="4002" y="44018"/>
                </a:lnTo>
                <a:lnTo>
                  <a:pt x="8003" y="44018"/>
                </a:lnTo>
                <a:lnTo>
                  <a:pt x="12005" y="52022"/>
                </a:lnTo>
                <a:lnTo>
                  <a:pt x="20008" y="52022"/>
                </a:lnTo>
                <a:lnTo>
                  <a:pt x="24010" y="60025"/>
                </a:lnTo>
                <a:lnTo>
                  <a:pt x="60025" y="60025"/>
                </a:lnTo>
                <a:lnTo>
                  <a:pt x="60025" y="56023"/>
                </a:lnTo>
                <a:lnTo>
                  <a:pt x="68028" y="56023"/>
                </a:lnTo>
                <a:lnTo>
                  <a:pt x="68028" y="52022"/>
                </a:lnTo>
                <a:lnTo>
                  <a:pt x="76032" y="48020"/>
                </a:lnTo>
                <a:lnTo>
                  <a:pt x="76032" y="44018"/>
                </a:lnTo>
                <a:lnTo>
                  <a:pt x="64027" y="40017"/>
                </a:lnTo>
                <a:lnTo>
                  <a:pt x="56023" y="28012"/>
                </a:lnTo>
                <a:lnTo>
                  <a:pt x="48020" y="28012"/>
                </a:lnTo>
                <a:lnTo>
                  <a:pt x="40017" y="16007"/>
                </a:lnTo>
                <a:lnTo>
                  <a:pt x="32013" y="16007"/>
                </a:lnTo>
                <a:lnTo>
                  <a:pt x="24010" y="4002"/>
                </a:lnTo>
                <a:lnTo>
                  <a:pt x="16007" y="4002"/>
                </a:lnTo>
                <a:lnTo>
                  <a:pt x="16007" y="0"/>
                </a:lnTo>
                <a:lnTo>
                  <a:pt x="12005" y="0"/>
                </a:lnTo>
                <a:lnTo>
                  <a:pt x="12005" y="4002"/>
                </a:lnTo>
                <a:close/>
              </a:path>
            </a:pathLst>
          </a:cu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0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D9CA204E-5D1B-4599-9B49-B2390C4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3033" y="4104675"/>
            <a:ext cx="80033" cy="80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07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CD482A38-9290-485D-BEEE-EE076632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227" y="4376788"/>
            <a:ext cx="68028" cy="56023"/>
          </a:xfrm>
          <a:custGeom xmlns:a="http://schemas.openxmlformats.org/drawingml/2006/main">
            <a:pathLst>
              <a:path w="68028" h="56023">
                <a:moveTo>
                  <a:pt x="12005" y="4002"/>
                </a:moveTo>
                <a:lnTo>
                  <a:pt x="0" y="4002"/>
                </a:lnTo>
                <a:lnTo>
                  <a:pt x="0" y="24010"/>
                </a:lnTo>
                <a:lnTo>
                  <a:pt x="4002" y="24010"/>
                </a:lnTo>
                <a:lnTo>
                  <a:pt x="8003" y="32013"/>
                </a:lnTo>
                <a:lnTo>
                  <a:pt x="20008" y="32013"/>
                </a:lnTo>
                <a:lnTo>
                  <a:pt x="24010" y="44018"/>
                </a:lnTo>
                <a:lnTo>
                  <a:pt x="32013" y="44018"/>
                </a:lnTo>
                <a:lnTo>
                  <a:pt x="40017" y="56023"/>
                </a:lnTo>
                <a:lnTo>
                  <a:pt x="64027" y="52022"/>
                </a:lnTo>
                <a:lnTo>
                  <a:pt x="64027" y="40017"/>
                </a:lnTo>
                <a:lnTo>
                  <a:pt x="68028" y="40017"/>
                </a:lnTo>
                <a:lnTo>
                  <a:pt x="68028" y="36015"/>
                </a:lnTo>
                <a:lnTo>
                  <a:pt x="60025" y="36015"/>
                </a:lnTo>
                <a:lnTo>
                  <a:pt x="60025" y="28012"/>
                </a:lnTo>
                <a:lnTo>
                  <a:pt x="56023" y="28012"/>
                </a:lnTo>
                <a:lnTo>
                  <a:pt x="56023" y="20008"/>
                </a:lnTo>
                <a:lnTo>
                  <a:pt x="52022" y="20008"/>
                </a:lnTo>
                <a:lnTo>
                  <a:pt x="48020" y="12005"/>
                </a:lnTo>
                <a:lnTo>
                  <a:pt x="24010" y="8003"/>
                </a:lnTo>
                <a:lnTo>
                  <a:pt x="24010" y="4002"/>
                </a:lnTo>
                <a:lnTo>
                  <a:pt x="16007" y="4002"/>
                </a:lnTo>
                <a:lnTo>
                  <a:pt x="16007" y="0"/>
                </a:lnTo>
                <a:lnTo>
                  <a:pt x="12005" y="0"/>
                </a:lnTo>
                <a:lnTo>
                  <a:pt x="12005" y="4002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08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C4F332BD-7A31-4CAE-8B98-3AFE4AD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7217" y="4408801"/>
            <a:ext cx="64027" cy="56023"/>
          </a:xfrm>
          <a:custGeom xmlns:a="http://schemas.openxmlformats.org/drawingml/2006/main">
            <a:pathLst>
              <a:path w="64027" h="56023">
                <a:moveTo>
                  <a:pt x="8003" y="4002"/>
                </a:moveTo>
                <a:lnTo>
                  <a:pt x="4002" y="4002"/>
                </a:lnTo>
                <a:lnTo>
                  <a:pt x="4002" y="24010"/>
                </a:lnTo>
                <a:lnTo>
                  <a:pt x="0" y="24010"/>
                </a:lnTo>
                <a:lnTo>
                  <a:pt x="4002" y="40017"/>
                </a:lnTo>
                <a:lnTo>
                  <a:pt x="8003" y="40017"/>
                </a:lnTo>
                <a:lnTo>
                  <a:pt x="16007" y="52022"/>
                </a:lnTo>
                <a:lnTo>
                  <a:pt x="24010" y="52022"/>
                </a:lnTo>
                <a:lnTo>
                  <a:pt x="24010" y="56023"/>
                </a:lnTo>
                <a:lnTo>
                  <a:pt x="60025" y="56023"/>
                </a:lnTo>
                <a:lnTo>
                  <a:pt x="64027" y="36015"/>
                </a:lnTo>
                <a:lnTo>
                  <a:pt x="48020" y="32013"/>
                </a:lnTo>
                <a:lnTo>
                  <a:pt x="36015" y="16007"/>
                </a:lnTo>
                <a:lnTo>
                  <a:pt x="28012" y="16007"/>
                </a:lnTo>
                <a:lnTo>
                  <a:pt x="28012" y="12005"/>
                </a:lnTo>
                <a:lnTo>
                  <a:pt x="16007" y="8003"/>
                </a:lnTo>
                <a:lnTo>
                  <a:pt x="12005" y="0"/>
                </a:lnTo>
                <a:lnTo>
                  <a:pt x="8003" y="0"/>
                </a:lnTo>
                <a:lnTo>
                  <a:pt x="8003" y="4002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0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1B18E13-4579-441F-8103-F62F4ED7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5345" y="450484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60C9611-D211-4B28-84F4-2556A15D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5561" y="4608884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1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BBB447A7-D59E-4DBE-9194-8D36A72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9438" y="4676912"/>
            <a:ext cx="104043" cy="136056"/>
          </a:xfrm>
          <a:custGeom xmlns:a="http://schemas.openxmlformats.org/drawingml/2006/main">
            <a:pathLst>
              <a:path w="104043" h="136056">
                <a:moveTo>
                  <a:pt x="12005" y="64027"/>
                </a:moveTo>
                <a:lnTo>
                  <a:pt x="12005" y="68028"/>
                </a:lnTo>
                <a:lnTo>
                  <a:pt x="4002" y="72030"/>
                </a:lnTo>
                <a:lnTo>
                  <a:pt x="4002" y="80033"/>
                </a:lnTo>
                <a:lnTo>
                  <a:pt x="0" y="80033"/>
                </a:lnTo>
                <a:lnTo>
                  <a:pt x="4002" y="92038"/>
                </a:lnTo>
                <a:lnTo>
                  <a:pt x="12005" y="96040"/>
                </a:lnTo>
                <a:lnTo>
                  <a:pt x="12005" y="104043"/>
                </a:lnTo>
                <a:lnTo>
                  <a:pt x="24010" y="108045"/>
                </a:lnTo>
                <a:lnTo>
                  <a:pt x="28012" y="116048"/>
                </a:lnTo>
                <a:lnTo>
                  <a:pt x="36015" y="116048"/>
                </a:lnTo>
                <a:lnTo>
                  <a:pt x="44018" y="128053"/>
                </a:lnTo>
                <a:lnTo>
                  <a:pt x="68028" y="136056"/>
                </a:lnTo>
                <a:lnTo>
                  <a:pt x="68028" y="132055"/>
                </a:lnTo>
                <a:lnTo>
                  <a:pt x="80033" y="124052"/>
                </a:lnTo>
                <a:lnTo>
                  <a:pt x="80033" y="116048"/>
                </a:lnTo>
                <a:lnTo>
                  <a:pt x="84035" y="116048"/>
                </a:lnTo>
                <a:lnTo>
                  <a:pt x="84035" y="108045"/>
                </a:lnTo>
                <a:lnTo>
                  <a:pt x="80033" y="108045"/>
                </a:lnTo>
                <a:lnTo>
                  <a:pt x="84035" y="80033"/>
                </a:lnTo>
                <a:lnTo>
                  <a:pt x="92038" y="76032"/>
                </a:lnTo>
                <a:lnTo>
                  <a:pt x="92038" y="68028"/>
                </a:lnTo>
                <a:lnTo>
                  <a:pt x="104043" y="64027"/>
                </a:lnTo>
                <a:lnTo>
                  <a:pt x="104043" y="20008"/>
                </a:lnTo>
                <a:lnTo>
                  <a:pt x="100042" y="20008"/>
                </a:lnTo>
                <a:lnTo>
                  <a:pt x="88037" y="4002"/>
                </a:lnTo>
                <a:lnTo>
                  <a:pt x="80033" y="4002"/>
                </a:lnTo>
                <a:lnTo>
                  <a:pt x="80033" y="0"/>
                </a:lnTo>
                <a:lnTo>
                  <a:pt x="44018" y="0"/>
                </a:lnTo>
                <a:lnTo>
                  <a:pt x="44018" y="4002"/>
                </a:lnTo>
                <a:lnTo>
                  <a:pt x="36015" y="4002"/>
                </a:lnTo>
                <a:lnTo>
                  <a:pt x="36015" y="8003"/>
                </a:lnTo>
                <a:lnTo>
                  <a:pt x="28012" y="12005"/>
                </a:lnTo>
                <a:lnTo>
                  <a:pt x="28012" y="20008"/>
                </a:lnTo>
                <a:lnTo>
                  <a:pt x="20008" y="20008"/>
                </a:lnTo>
                <a:lnTo>
                  <a:pt x="20008" y="60025"/>
                </a:lnTo>
                <a:lnTo>
                  <a:pt x="12005" y="64027"/>
                </a:lnTo>
                <a:close/>
              </a:path>
            </a:pathLst>
          </a:cu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BD3EF360-A4CF-4AEF-94FA-43E49A12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5586" y="4760947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48E8480-703A-409A-B142-97E725F4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3631" y="4792960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4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DF3A624-0C96-4E11-82EE-26C562E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548" y="4820972"/>
            <a:ext cx="88037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15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8FB81B90-2D10-4569-AD1E-AAA35356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67" y="4680914"/>
            <a:ext cx="28012" cy="72030"/>
          </a:xfrm>
          <a:custGeom xmlns:a="http://schemas.openxmlformats.org/drawingml/2006/main">
            <a:pathLst>
              <a:path w="28012" h="72030">
                <a:moveTo>
                  <a:pt x="8003" y="0"/>
                </a:moveTo>
                <a:lnTo>
                  <a:pt x="8003" y="12005"/>
                </a:lnTo>
                <a:lnTo>
                  <a:pt x="0" y="12005"/>
                </a:lnTo>
                <a:lnTo>
                  <a:pt x="0" y="64027"/>
                </a:lnTo>
                <a:lnTo>
                  <a:pt x="12005" y="64027"/>
                </a:lnTo>
                <a:lnTo>
                  <a:pt x="12005" y="72030"/>
                </a:lnTo>
                <a:lnTo>
                  <a:pt x="16007" y="72030"/>
                </a:lnTo>
                <a:lnTo>
                  <a:pt x="16007" y="68028"/>
                </a:lnTo>
                <a:lnTo>
                  <a:pt x="24010" y="64027"/>
                </a:lnTo>
                <a:lnTo>
                  <a:pt x="24010" y="56023"/>
                </a:lnTo>
                <a:lnTo>
                  <a:pt x="28012" y="56023"/>
                </a:lnTo>
                <a:lnTo>
                  <a:pt x="28012" y="20008"/>
                </a:lnTo>
                <a:lnTo>
                  <a:pt x="24010" y="20008"/>
                </a:lnTo>
                <a:lnTo>
                  <a:pt x="24010" y="12005"/>
                </a:lnTo>
                <a:lnTo>
                  <a:pt x="20008" y="12005"/>
                </a:lnTo>
                <a:lnTo>
                  <a:pt x="12005" y="0"/>
                </a:lnTo>
                <a:lnTo>
                  <a:pt x="8003" y="0"/>
                </a:lnTo>
                <a:close/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1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E9032A16-5B76-4D4B-AD1F-6610F3B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1601" y="4945024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1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64E5C55-7724-46A3-998B-D9843063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9488" y="5061072"/>
            <a:ext cx="84035" cy="88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1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6F4C323-87A2-48B8-A774-8C381BF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7674" y="5157112"/>
            <a:ext cx="84035" cy="7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1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39F74F2-5FFD-423F-A31D-37179F78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7475" y="5221138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2AF53293-A348-40DB-BC7C-BA210A3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682" y="527716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1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B264A75E-E4CF-4AB9-BFD1-AA8EE9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747" y="5305173"/>
            <a:ext cx="52022" cy="44018"/>
          </a:xfrm>
          <a:custGeom xmlns:a="http://schemas.openxmlformats.org/drawingml/2006/main">
            <a:pathLst>
              <a:path w="52022" h="44018">
                <a:moveTo>
                  <a:pt x="0" y="0"/>
                </a:moveTo>
                <a:lnTo>
                  <a:pt x="20008" y="28012"/>
                </a:lnTo>
                <a:lnTo>
                  <a:pt x="28012" y="28012"/>
                </a:lnTo>
                <a:lnTo>
                  <a:pt x="28012" y="32013"/>
                </a:lnTo>
                <a:lnTo>
                  <a:pt x="36015" y="32013"/>
                </a:lnTo>
                <a:lnTo>
                  <a:pt x="44018" y="44018"/>
                </a:lnTo>
                <a:lnTo>
                  <a:pt x="52022" y="44018"/>
                </a:lnTo>
                <a:lnTo>
                  <a:pt x="52022" y="24010"/>
                </a:lnTo>
                <a:lnTo>
                  <a:pt x="48020" y="24010"/>
                </a:lnTo>
                <a:lnTo>
                  <a:pt x="48020" y="16007"/>
                </a:lnTo>
                <a:lnTo>
                  <a:pt x="44018" y="16007"/>
                </a:lnTo>
                <a:lnTo>
                  <a:pt x="36015" y="4002"/>
                </a:lnTo>
                <a:lnTo>
                  <a:pt x="28012" y="4002"/>
                </a:lnTo>
                <a:lnTo>
                  <a:pt x="280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2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4EDE0F86-2F5B-454D-9AB5-E529826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3722" y="5321180"/>
            <a:ext cx="104043" cy="1040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FE11CB6B-BF1E-41B3-954A-6469823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1568" y="5345190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4" name="Data marker (visual reconstruction)">
            <a:extLst xmlns:a="http://schemas.openxmlformats.org/drawingml/2006/main">
              <a:ext uri="{FF2B5EF4-FFF2-40B4-BE49-F238E27FC236}">
                <a16:creationId xmlns:a16="http://schemas.microsoft.com/office/drawing/2014/main" id="{51F54F14-FD61-484F-B7EA-C93BC227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2044" y="4677713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25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C8A5F211-9414-4247-9794-6AC3DE9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5353" y="4816970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2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053C3741-28F5-4627-94D0-7607BF3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3423" y="513710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2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1D5CBFFF-8BC3-44C2-9840-BC716770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1443" y="5305173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2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B66DA9B-AFB6-4117-A430-3674D72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7774" y="5413218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29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5C3B88C5-E439-4984-A00F-25CE713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69" y="5609299"/>
            <a:ext cx="128053" cy="168070"/>
          </a:xfrm>
          <a:custGeom xmlns:a="http://schemas.openxmlformats.org/drawingml/2006/main">
            <a:pathLst>
              <a:path w="128053" h="168070">
                <a:moveTo>
                  <a:pt x="40017" y="0"/>
                </a:moveTo>
                <a:lnTo>
                  <a:pt x="36015" y="8003"/>
                </a:lnTo>
                <a:lnTo>
                  <a:pt x="28012" y="8003"/>
                </a:lnTo>
                <a:lnTo>
                  <a:pt x="28012" y="12005"/>
                </a:lnTo>
                <a:lnTo>
                  <a:pt x="20008" y="16007"/>
                </a:lnTo>
                <a:lnTo>
                  <a:pt x="20008" y="28012"/>
                </a:lnTo>
                <a:lnTo>
                  <a:pt x="16007" y="28012"/>
                </a:lnTo>
                <a:lnTo>
                  <a:pt x="16007" y="64027"/>
                </a:lnTo>
                <a:lnTo>
                  <a:pt x="12005" y="64027"/>
                </a:lnTo>
                <a:lnTo>
                  <a:pt x="12005" y="76032"/>
                </a:lnTo>
                <a:lnTo>
                  <a:pt x="4002" y="80033"/>
                </a:lnTo>
                <a:lnTo>
                  <a:pt x="4002" y="92038"/>
                </a:lnTo>
                <a:lnTo>
                  <a:pt x="0" y="92038"/>
                </a:lnTo>
                <a:lnTo>
                  <a:pt x="4002" y="120050"/>
                </a:lnTo>
                <a:lnTo>
                  <a:pt x="8003" y="120050"/>
                </a:lnTo>
                <a:lnTo>
                  <a:pt x="24010" y="140058"/>
                </a:lnTo>
                <a:lnTo>
                  <a:pt x="48020" y="144060"/>
                </a:lnTo>
                <a:lnTo>
                  <a:pt x="48020" y="152063"/>
                </a:lnTo>
                <a:lnTo>
                  <a:pt x="52022" y="152063"/>
                </a:lnTo>
                <a:lnTo>
                  <a:pt x="64027" y="168070"/>
                </a:lnTo>
                <a:lnTo>
                  <a:pt x="96040" y="168070"/>
                </a:lnTo>
                <a:lnTo>
                  <a:pt x="96040" y="164068"/>
                </a:lnTo>
                <a:lnTo>
                  <a:pt x="108045" y="164068"/>
                </a:lnTo>
                <a:lnTo>
                  <a:pt x="108045" y="160066"/>
                </a:lnTo>
                <a:lnTo>
                  <a:pt x="120050" y="156065"/>
                </a:lnTo>
                <a:lnTo>
                  <a:pt x="124052" y="144060"/>
                </a:lnTo>
                <a:lnTo>
                  <a:pt x="128053" y="144060"/>
                </a:lnTo>
                <a:lnTo>
                  <a:pt x="128053" y="104043"/>
                </a:lnTo>
                <a:lnTo>
                  <a:pt x="124052" y="104043"/>
                </a:lnTo>
                <a:lnTo>
                  <a:pt x="116048" y="92038"/>
                </a:lnTo>
                <a:lnTo>
                  <a:pt x="108045" y="92038"/>
                </a:lnTo>
                <a:lnTo>
                  <a:pt x="104043" y="84035"/>
                </a:lnTo>
                <a:lnTo>
                  <a:pt x="92038" y="80033"/>
                </a:lnTo>
                <a:lnTo>
                  <a:pt x="92038" y="68028"/>
                </a:lnTo>
                <a:lnTo>
                  <a:pt x="96040" y="68028"/>
                </a:lnTo>
                <a:lnTo>
                  <a:pt x="104043" y="44018"/>
                </a:lnTo>
                <a:lnTo>
                  <a:pt x="100042" y="44018"/>
                </a:lnTo>
                <a:lnTo>
                  <a:pt x="96040" y="28012"/>
                </a:lnTo>
                <a:lnTo>
                  <a:pt x="88037" y="28012"/>
                </a:lnTo>
                <a:lnTo>
                  <a:pt x="88037" y="8003"/>
                </a:lnTo>
                <a:lnTo>
                  <a:pt x="80033" y="8003"/>
                </a:lnTo>
                <a:lnTo>
                  <a:pt x="80033" y="4002"/>
                </a:lnTo>
                <a:lnTo>
                  <a:pt x="72030" y="4002"/>
                </a:lnTo>
                <a:lnTo>
                  <a:pt x="72030" y="0"/>
                </a:lnTo>
                <a:lnTo>
                  <a:pt x="40017" y="0"/>
                </a:lnTo>
                <a:close/>
              </a:path>
            </a:pathLst>
          </a:cu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30" name="Visible overlapping scatter marker cluster">
            <a:extLst xmlns:a="http://schemas.openxmlformats.org/drawingml/2006/main">
              <a:ext uri="{FF2B5EF4-FFF2-40B4-BE49-F238E27FC236}">
                <a16:creationId xmlns:a16="http://schemas.microsoft.com/office/drawing/2014/main" id="{EB8A606B-744C-406D-985F-7E3E9A5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3830" y="5645314"/>
            <a:ext cx="88037" cy="152063"/>
          </a:xfrm>
          <a:custGeom xmlns:a="http://schemas.openxmlformats.org/drawingml/2006/main">
            <a:pathLst>
              <a:path w="88037" h="152063">
                <a:moveTo>
                  <a:pt x="16007" y="8003"/>
                </a:moveTo>
                <a:lnTo>
                  <a:pt x="12005" y="8003"/>
                </a:lnTo>
                <a:lnTo>
                  <a:pt x="12005" y="12005"/>
                </a:lnTo>
                <a:lnTo>
                  <a:pt x="4002" y="16007"/>
                </a:lnTo>
                <a:lnTo>
                  <a:pt x="4002" y="24010"/>
                </a:lnTo>
                <a:lnTo>
                  <a:pt x="0" y="24010"/>
                </a:lnTo>
                <a:lnTo>
                  <a:pt x="0" y="56023"/>
                </a:lnTo>
                <a:lnTo>
                  <a:pt x="4002" y="56023"/>
                </a:lnTo>
                <a:lnTo>
                  <a:pt x="4002" y="68028"/>
                </a:lnTo>
                <a:lnTo>
                  <a:pt x="8003" y="68028"/>
                </a:lnTo>
                <a:lnTo>
                  <a:pt x="4002" y="128053"/>
                </a:lnTo>
                <a:lnTo>
                  <a:pt x="8003" y="128053"/>
                </a:lnTo>
                <a:lnTo>
                  <a:pt x="16007" y="140058"/>
                </a:lnTo>
                <a:lnTo>
                  <a:pt x="24010" y="140058"/>
                </a:lnTo>
                <a:lnTo>
                  <a:pt x="24010" y="144060"/>
                </a:lnTo>
                <a:lnTo>
                  <a:pt x="32013" y="144060"/>
                </a:lnTo>
                <a:lnTo>
                  <a:pt x="32013" y="148061"/>
                </a:lnTo>
                <a:lnTo>
                  <a:pt x="40017" y="148061"/>
                </a:lnTo>
                <a:lnTo>
                  <a:pt x="40017" y="152063"/>
                </a:lnTo>
                <a:lnTo>
                  <a:pt x="44018" y="152063"/>
                </a:lnTo>
                <a:lnTo>
                  <a:pt x="44018" y="148061"/>
                </a:lnTo>
                <a:lnTo>
                  <a:pt x="64027" y="148061"/>
                </a:lnTo>
                <a:lnTo>
                  <a:pt x="64027" y="144060"/>
                </a:lnTo>
                <a:lnTo>
                  <a:pt x="68028" y="144060"/>
                </a:lnTo>
                <a:lnTo>
                  <a:pt x="72030" y="136056"/>
                </a:lnTo>
                <a:lnTo>
                  <a:pt x="80033" y="136056"/>
                </a:lnTo>
                <a:lnTo>
                  <a:pt x="84035" y="124052"/>
                </a:lnTo>
                <a:lnTo>
                  <a:pt x="88037" y="124052"/>
                </a:lnTo>
                <a:lnTo>
                  <a:pt x="88037" y="92038"/>
                </a:lnTo>
                <a:lnTo>
                  <a:pt x="84035" y="92038"/>
                </a:lnTo>
                <a:lnTo>
                  <a:pt x="84035" y="84035"/>
                </a:lnTo>
                <a:lnTo>
                  <a:pt x="80033" y="84035"/>
                </a:lnTo>
                <a:lnTo>
                  <a:pt x="84035" y="24010"/>
                </a:lnTo>
                <a:lnTo>
                  <a:pt x="72030" y="20008"/>
                </a:lnTo>
                <a:lnTo>
                  <a:pt x="72030" y="8003"/>
                </a:lnTo>
                <a:lnTo>
                  <a:pt x="60025" y="4002"/>
                </a:lnTo>
                <a:lnTo>
                  <a:pt x="60025" y="0"/>
                </a:lnTo>
                <a:lnTo>
                  <a:pt x="52022" y="0"/>
                </a:lnTo>
                <a:lnTo>
                  <a:pt x="52022" y="4002"/>
                </a:lnTo>
                <a:lnTo>
                  <a:pt x="24010" y="0"/>
                </a:lnTo>
                <a:lnTo>
                  <a:pt x="24010" y="4002"/>
                </a:lnTo>
                <a:lnTo>
                  <a:pt x="16007" y="4002"/>
                </a:lnTo>
                <a:lnTo>
                  <a:pt x="16007" y="8003"/>
                </a:lnTo>
                <a:close/>
              </a:path>
            </a:pathLst>
          </a:cu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31" name="AI025-p7-87">
            <a:extLst xmlns:a="http://schemas.openxmlformats.org/drawingml/2006/main">
              <a:ext uri="{FF2B5EF4-FFF2-40B4-BE49-F238E27FC236}">
                <a16:creationId xmlns:a16="http://schemas.microsoft.com/office/drawing/2014/main" id="{E3A5533F-E08D-472C-B2CA-FD107F4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4477" y="3414388"/>
            <a:ext cx="3549474" cy="285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32" name="P7 path 88">
            <a:extLst xmlns:a="http://schemas.openxmlformats.org/drawingml/2006/main">
              <a:ext uri="{FF2B5EF4-FFF2-40B4-BE49-F238E27FC236}">
                <a16:creationId xmlns:a16="http://schemas.microsoft.com/office/drawing/2014/main" id="{04F069F7-DA85-4778-8286-9487A3D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62" y="627157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33" name="P7 label 0.38">
            <a:extLst xmlns:a="http://schemas.openxmlformats.org/drawingml/2006/main">
              <a:ext uri="{FF2B5EF4-FFF2-40B4-BE49-F238E27FC236}">
                <a16:creationId xmlns:a16="http://schemas.microsoft.com/office/drawing/2014/main" id="{307F0CF5-A69C-4BF1-89C7-C0ECA03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203" y="611150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0.38</a:t>
            </a:r>
          </a:p>
        </p:txBody>
      </p:sp>
      <p:sp>
        <p:nvSpPr>
          <p:cNvPr id="634" name="P7 path 89">
            <a:extLst xmlns:a="http://schemas.openxmlformats.org/drawingml/2006/main">
              <a:ext uri="{FF2B5EF4-FFF2-40B4-BE49-F238E27FC236}">
                <a16:creationId xmlns:a16="http://schemas.microsoft.com/office/drawing/2014/main" id="{964C15CD-9D4A-4EBF-A1F8-CAD1A490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62" y="563664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35" name="P7 label 0.39">
            <a:extLst xmlns:a="http://schemas.openxmlformats.org/drawingml/2006/main">
              <a:ext uri="{FF2B5EF4-FFF2-40B4-BE49-F238E27FC236}">
                <a16:creationId xmlns:a16="http://schemas.microsoft.com/office/drawing/2014/main" id="{0F351509-9824-4C77-8D7F-F89A724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203" y="547657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0.39</a:t>
            </a:r>
          </a:p>
        </p:txBody>
      </p:sp>
      <p:sp>
        <p:nvSpPr>
          <p:cNvPr id="636" name="P7 path 90">
            <a:extLst xmlns:a="http://schemas.openxmlformats.org/drawingml/2006/main">
              <a:ext uri="{FF2B5EF4-FFF2-40B4-BE49-F238E27FC236}">
                <a16:creationId xmlns:a16="http://schemas.microsoft.com/office/drawing/2014/main" id="{7F06E325-5CFB-4242-84A7-FBCCCBC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62" y="500171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37" name="P7 label 0.40">
            <a:extLst xmlns:a="http://schemas.openxmlformats.org/drawingml/2006/main">
              <a:ext uri="{FF2B5EF4-FFF2-40B4-BE49-F238E27FC236}">
                <a16:creationId xmlns:a16="http://schemas.microsoft.com/office/drawing/2014/main" id="{871BDF06-7311-4D23-84F9-C0D6B3D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203" y="484164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638" name="P7 path 91">
            <a:extLst xmlns:a="http://schemas.openxmlformats.org/drawingml/2006/main">
              <a:ext uri="{FF2B5EF4-FFF2-40B4-BE49-F238E27FC236}">
                <a16:creationId xmlns:a16="http://schemas.microsoft.com/office/drawing/2014/main" id="{68BE9549-3783-4695-AE79-6F6C2DC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62" y="436678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39" name="P7 label 0.41">
            <a:extLst xmlns:a="http://schemas.openxmlformats.org/drawingml/2006/main">
              <a:ext uri="{FF2B5EF4-FFF2-40B4-BE49-F238E27FC236}">
                <a16:creationId xmlns:a16="http://schemas.microsoft.com/office/drawing/2014/main" id="{C42DD756-EB52-47B9-B5A4-1BF3466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203" y="420671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</a:t>
            </a:r>
          </a:p>
        </p:txBody>
      </p:sp>
      <p:sp>
        <p:nvSpPr>
          <p:cNvPr id="640" name="P7 path 92">
            <a:extLst xmlns:a="http://schemas.openxmlformats.org/drawingml/2006/main">
              <a:ext uri="{FF2B5EF4-FFF2-40B4-BE49-F238E27FC236}">
                <a16:creationId xmlns:a16="http://schemas.microsoft.com/office/drawing/2014/main" id="{1850BAF8-8131-43AC-A322-C880303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62" y="3731853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41" name="P7 label 0.42">
            <a:extLst xmlns:a="http://schemas.openxmlformats.org/drawingml/2006/main">
              <a:ext uri="{FF2B5EF4-FFF2-40B4-BE49-F238E27FC236}">
                <a16:creationId xmlns:a16="http://schemas.microsoft.com/office/drawing/2014/main" id="{D15ED2EA-02AA-4C8C-B072-DCB105B2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203" y="3571787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0.42</a:t>
            </a:r>
          </a:p>
        </p:txBody>
      </p:sp>
      <p:sp>
        <p:nvSpPr>
          <p:cNvPr id="642" name="P7 path 93">
            <a:extLst xmlns:a="http://schemas.openxmlformats.org/drawingml/2006/main">
              <a:ext uri="{FF2B5EF4-FFF2-40B4-BE49-F238E27FC236}">
                <a16:creationId xmlns:a16="http://schemas.microsoft.com/office/drawing/2014/main" id="{605B424C-B2DF-4843-9CFE-E1FD2F18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43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43" name="P7 label 0.40">
            <a:extLst xmlns:a="http://schemas.openxmlformats.org/drawingml/2006/main">
              <a:ext uri="{FF2B5EF4-FFF2-40B4-BE49-F238E27FC236}">
                <a16:creationId xmlns:a16="http://schemas.microsoft.com/office/drawing/2014/main" id="{DE4E54E8-5902-42B7-AA37-9319212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4302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644" name="P7 path 94">
            <a:extLst xmlns:a="http://schemas.openxmlformats.org/drawingml/2006/main">
              <a:ext uri="{FF2B5EF4-FFF2-40B4-BE49-F238E27FC236}">
                <a16:creationId xmlns:a16="http://schemas.microsoft.com/office/drawing/2014/main" id="{AD7D98E5-1FF9-4706-BEE0-9CC43385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014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45" name="P7 label 0.44">
            <a:extLst xmlns:a="http://schemas.openxmlformats.org/drawingml/2006/main">
              <a:ext uri="{FF2B5EF4-FFF2-40B4-BE49-F238E27FC236}">
                <a16:creationId xmlns:a16="http://schemas.microsoft.com/office/drawing/2014/main" id="{B8BC96BD-C50C-4698-9B8E-3CDA037F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77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0.44</a:t>
            </a:r>
          </a:p>
        </p:txBody>
      </p:sp>
      <p:sp>
        <p:nvSpPr>
          <p:cNvPr id="646" name="P7 path 95">
            <a:extLst xmlns:a="http://schemas.openxmlformats.org/drawingml/2006/main">
              <a:ext uri="{FF2B5EF4-FFF2-40B4-BE49-F238E27FC236}">
                <a16:creationId xmlns:a16="http://schemas.microsoft.com/office/drawing/2014/main" id="{C22FBBCC-7B52-4B90-8EA6-0AFA7D6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482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47" name="P7 label 0.48">
            <a:extLst xmlns:a="http://schemas.openxmlformats.org/drawingml/2006/main">
              <a:ext uri="{FF2B5EF4-FFF2-40B4-BE49-F238E27FC236}">
                <a16:creationId xmlns:a16="http://schemas.microsoft.com/office/drawing/2014/main" id="{8654DF02-ED00-421E-B64C-A63D46A5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5241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0.48</a:t>
            </a:r>
          </a:p>
        </p:txBody>
      </p:sp>
      <p:sp>
        <p:nvSpPr>
          <p:cNvPr id="648" name="P7 path 96">
            <a:extLst xmlns:a="http://schemas.openxmlformats.org/drawingml/2006/main">
              <a:ext uri="{FF2B5EF4-FFF2-40B4-BE49-F238E27FC236}">
                <a16:creationId xmlns:a16="http://schemas.microsoft.com/office/drawing/2014/main" id="{9699DE9E-C1CC-4208-BDBA-054EB07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951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49" name="P7 label 0.52">
            <a:extLst xmlns:a="http://schemas.openxmlformats.org/drawingml/2006/main">
              <a:ext uri="{FF2B5EF4-FFF2-40B4-BE49-F238E27FC236}">
                <a16:creationId xmlns:a16="http://schemas.microsoft.com/office/drawing/2014/main" id="{3801642D-036E-4A8D-9200-6C46AFE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3710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0.52</a:t>
            </a:r>
          </a:p>
        </p:txBody>
      </p:sp>
      <p:sp>
        <p:nvSpPr>
          <p:cNvPr id="650" name="P7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E3FFB358-FD18-44B1-BDAA-D08EF78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423663" y="4690918"/>
            <a:ext cx="2400997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651" name="P7 label T2I-CompBench Average Score">
            <a:extLst xmlns:a="http://schemas.openxmlformats.org/drawingml/2006/main">
              <a:ext uri="{FF2B5EF4-FFF2-40B4-BE49-F238E27FC236}">
                <a16:creationId xmlns:a16="http://schemas.microsoft.com/office/drawing/2014/main" id="{D7E933CB-1057-4E6B-BB9E-D7241E9A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261" y="6547689"/>
            <a:ext cx="4589906" cy="35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7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0">
                <a:solidFill>
                  <a:srgbClr val="000000"/>
                </a:solidFill>
                <a:latin typeface="Arial"/>
                <a:ea typeface="Arial"/>
                <a:cs typeface="Arial"/>
              </a:rPr>
              <a:t>T2I-CompBench Average Score</a:t>
            </a:r>
          </a:p>
        </p:txBody>
      </p:sp>
      <p:sp>
        <p:nvSpPr>
          <p:cNvPr id="652" name="P7 label r = -0.898">
            <a:extLst xmlns:a="http://schemas.openxmlformats.org/drawingml/2006/main">
              <a:ext uri="{FF2B5EF4-FFF2-40B4-BE49-F238E27FC236}">
                <a16:creationId xmlns:a16="http://schemas.microsoft.com/office/drawing/2014/main" id="{82C3A8B1-1C50-4165-B220-A2B6E64B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9367" y="3530436"/>
            <a:ext cx="1280532" cy="328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-0.898</a:t>
            </a:r>
          </a:p>
        </p:txBody>
      </p:sp>
      <p:sp>
        <p:nvSpPr>
          <p:cNvPr id="653" name="AI025-p7-97">
            <a:extLst xmlns:a="http://schemas.openxmlformats.org/drawingml/2006/main">
              <a:ext uri="{FF2B5EF4-FFF2-40B4-BE49-F238E27FC236}">
                <a16:creationId xmlns:a16="http://schemas.microsoft.com/office/drawing/2014/main" id="{84C6EEFA-E106-45BC-8D46-BCAB774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6490" y="4570868"/>
            <a:ext cx="1864774" cy="1652686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8003">
            <a:solidFill>
              <a:srgbClr val="D1D1D1"/>
            </a:solidFill>
          </a:ln>
        </p:spPr>
      </p:sp>
      <p:sp>
        <p:nvSpPr>
          <p:cNvPr id="654" name="AI025-p7-98">
            <a:extLst xmlns:a="http://schemas.openxmlformats.org/drawingml/2006/main">
              <a:ext uri="{FF2B5EF4-FFF2-40B4-BE49-F238E27FC236}">
                <a16:creationId xmlns:a16="http://schemas.microsoft.com/office/drawing/2014/main" id="{62F75042-CE90-478A-8669-B6D4CED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398" y="4721731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655" name="P7 label depth=15">
            <a:extLst xmlns:a="http://schemas.openxmlformats.org/drawingml/2006/main">
              <a:ext uri="{FF2B5EF4-FFF2-40B4-BE49-F238E27FC236}">
                <a16:creationId xmlns:a16="http://schemas.microsoft.com/office/drawing/2014/main" id="{E6BF85F5-B2DE-4DDD-99CC-D084C3B5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778" y="4614886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depth=15</a:t>
            </a:r>
          </a:p>
        </p:txBody>
      </p:sp>
      <p:sp>
        <p:nvSpPr>
          <p:cNvPr id="656" name="AI025-p7-99">
            <a:extLst xmlns:a="http://schemas.openxmlformats.org/drawingml/2006/main">
              <a:ext uri="{FF2B5EF4-FFF2-40B4-BE49-F238E27FC236}">
                <a16:creationId xmlns:a16="http://schemas.microsoft.com/office/drawing/2014/main" id="{8A8188AB-3184-46DA-97FA-E3F43007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398" y="5038863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28B"/>
          </a:solidFill>
          <a:ln xmlns:a="http://schemas.openxmlformats.org/drawingml/2006/main" w="0">
            <a:noFill/>
          </a:ln>
        </p:spPr>
      </p:sp>
      <p:sp>
        <p:nvSpPr>
          <p:cNvPr id="657" name="P7 label depth=18">
            <a:extLst xmlns:a="http://schemas.openxmlformats.org/drawingml/2006/main">
              <a:ext uri="{FF2B5EF4-FFF2-40B4-BE49-F238E27FC236}">
                <a16:creationId xmlns:a16="http://schemas.microsoft.com/office/drawing/2014/main" id="{70E83BC4-966F-4DC2-B4E2-3332F2E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778" y="4932018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658" name="AI025-p7-100">
            <a:extLst xmlns:a="http://schemas.openxmlformats.org/drawingml/2006/main">
              <a:ext uri="{FF2B5EF4-FFF2-40B4-BE49-F238E27FC236}">
                <a16:creationId xmlns:a16="http://schemas.microsoft.com/office/drawing/2014/main" id="{D62FBADE-37CB-4191-94EB-615E21AC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398" y="5355994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59" name="P7 label depth=21">
            <a:extLst xmlns:a="http://schemas.openxmlformats.org/drawingml/2006/main">
              <a:ext uri="{FF2B5EF4-FFF2-40B4-BE49-F238E27FC236}">
                <a16:creationId xmlns:a16="http://schemas.microsoft.com/office/drawing/2014/main" id="{4F70CEA3-59D2-4C62-B252-E5DA2BA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778" y="5249150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depth=21</a:t>
            </a:r>
          </a:p>
        </p:txBody>
      </p:sp>
      <p:sp>
        <p:nvSpPr>
          <p:cNvPr id="660" name="AI025-p7-101">
            <a:extLst xmlns:a="http://schemas.openxmlformats.org/drawingml/2006/main">
              <a:ext uri="{FF2B5EF4-FFF2-40B4-BE49-F238E27FC236}">
                <a16:creationId xmlns:a16="http://schemas.microsoft.com/office/drawing/2014/main" id="{9353A6EB-71E5-4F01-A7BD-A1979D7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398" y="5673126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962"/>
          </a:solidFill>
          <a:ln xmlns:a="http://schemas.openxmlformats.org/drawingml/2006/main" w="0">
            <a:noFill/>
          </a:ln>
        </p:spPr>
      </p:sp>
      <p:sp>
        <p:nvSpPr>
          <p:cNvPr id="661" name="P7 label depth=30">
            <a:extLst xmlns:a="http://schemas.openxmlformats.org/drawingml/2006/main">
              <a:ext uri="{FF2B5EF4-FFF2-40B4-BE49-F238E27FC236}">
                <a16:creationId xmlns:a16="http://schemas.microsoft.com/office/drawing/2014/main" id="{1D8B965C-8466-46F0-A585-28A7F453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778" y="5566282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  <p:sp>
        <p:nvSpPr>
          <p:cNvPr id="662" name="AI025-p7-102">
            <a:extLst xmlns:a="http://schemas.openxmlformats.org/drawingml/2006/main">
              <a:ext uri="{FF2B5EF4-FFF2-40B4-BE49-F238E27FC236}">
                <a16:creationId xmlns:a16="http://schemas.microsoft.com/office/drawing/2014/main" id="{60C725E1-F9E3-44D5-8B11-73A1A95A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398" y="5990258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63" name="P7 label depth=38">
            <a:extLst xmlns:a="http://schemas.openxmlformats.org/drawingml/2006/main">
              <a:ext uri="{FF2B5EF4-FFF2-40B4-BE49-F238E27FC236}">
                <a16:creationId xmlns:a16="http://schemas.microsoft.com/office/drawing/2014/main" id="{BDC83592-B460-41EB-A547-7F5D6CA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8778" y="5883413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depth=38</a:t>
            </a:r>
          </a:p>
        </p:txBody>
      </p:sp>
      <p:sp>
        <p:nvSpPr>
          <p:cNvPr id="664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9D7ABEF-4BA5-43BF-8C11-8C10F3EF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731" y="6271574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65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6D9B3005-9CDE-4408-A578-85E0CEAD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731" y="5345857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66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1F0E808-D709-486C-8581-E87B7D4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731" y="4420139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67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98DBA2B-0034-4D89-9E84-0E42902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731" y="3494421"/>
            <a:ext cx="3793575" cy="4"/>
          </a:xfrm>
          <a:custGeom xmlns:a="http://schemas.openxmlformats.org/drawingml/2006/main">
            <a:pathLst>
              <a:path w="3793575" h="4">
                <a:moveTo>
                  <a:pt x="0" y="0"/>
                </a:moveTo>
                <a:lnTo>
                  <a:pt x="48020" y="0"/>
                </a:lnTo>
                <a:moveTo>
                  <a:pt x="80033" y="0"/>
                </a:moveTo>
                <a:lnTo>
                  <a:pt x="128053" y="0"/>
                </a:lnTo>
                <a:moveTo>
                  <a:pt x="160066" y="0"/>
                </a:moveTo>
                <a:lnTo>
                  <a:pt x="208086" y="0"/>
                </a:lnTo>
                <a:moveTo>
                  <a:pt x="240100" y="0"/>
                </a:moveTo>
                <a:lnTo>
                  <a:pt x="288120" y="0"/>
                </a:lnTo>
                <a:moveTo>
                  <a:pt x="320133" y="0"/>
                </a:moveTo>
                <a:lnTo>
                  <a:pt x="368153" y="0"/>
                </a:lnTo>
                <a:moveTo>
                  <a:pt x="400166" y="0"/>
                </a:moveTo>
                <a:lnTo>
                  <a:pt x="448186" y="0"/>
                </a:lnTo>
                <a:moveTo>
                  <a:pt x="480199" y="0"/>
                </a:moveTo>
                <a:lnTo>
                  <a:pt x="528219" y="0"/>
                </a:lnTo>
                <a:moveTo>
                  <a:pt x="560233" y="0"/>
                </a:moveTo>
                <a:lnTo>
                  <a:pt x="608253" y="0"/>
                </a:lnTo>
                <a:moveTo>
                  <a:pt x="640266" y="0"/>
                </a:moveTo>
                <a:lnTo>
                  <a:pt x="688286" y="0"/>
                </a:lnTo>
                <a:moveTo>
                  <a:pt x="720299" y="0"/>
                </a:moveTo>
                <a:lnTo>
                  <a:pt x="768319" y="0"/>
                </a:lnTo>
                <a:moveTo>
                  <a:pt x="800332" y="0"/>
                </a:moveTo>
                <a:lnTo>
                  <a:pt x="848352" y="0"/>
                </a:lnTo>
                <a:moveTo>
                  <a:pt x="880366" y="0"/>
                </a:moveTo>
                <a:lnTo>
                  <a:pt x="928385" y="0"/>
                </a:lnTo>
                <a:moveTo>
                  <a:pt x="960399" y="0"/>
                </a:moveTo>
                <a:lnTo>
                  <a:pt x="1008419" y="0"/>
                </a:lnTo>
                <a:moveTo>
                  <a:pt x="1040432" y="0"/>
                </a:moveTo>
                <a:lnTo>
                  <a:pt x="1088452" y="0"/>
                </a:lnTo>
                <a:moveTo>
                  <a:pt x="1120465" y="0"/>
                </a:moveTo>
                <a:lnTo>
                  <a:pt x="1168485" y="0"/>
                </a:lnTo>
                <a:moveTo>
                  <a:pt x="1200498" y="0"/>
                </a:moveTo>
                <a:lnTo>
                  <a:pt x="1248518" y="0"/>
                </a:lnTo>
                <a:moveTo>
                  <a:pt x="1280532" y="0"/>
                </a:moveTo>
                <a:lnTo>
                  <a:pt x="1328552" y="0"/>
                </a:lnTo>
                <a:moveTo>
                  <a:pt x="1360565" y="0"/>
                </a:moveTo>
                <a:lnTo>
                  <a:pt x="1408585" y="0"/>
                </a:lnTo>
                <a:moveTo>
                  <a:pt x="1440598" y="0"/>
                </a:moveTo>
                <a:lnTo>
                  <a:pt x="1488618" y="0"/>
                </a:lnTo>
                <a:moveTo>
                  <a:pt x="1520631" y="0"/>
                </a:moveTo>
                <a:lnTo>
                  <a:pt x="1568651" y="0"/>
                </a:lnTo>
                <a:moveTo>
                  <a:pt x="1600665" y="0"/>
                </a:moveTo>
                <a:lnTo>
                  <a:pt x="1648685" y="0"/>
                </a:lnTo>
                <a:moveTo>
                  <a:pt x="1680698" y="0"/>
                </a:moveTo>
                <a:lnTo>
                  <a:pt x="1728718" y="0"/>
                </a:lnTo>
                <a:moveTo>
                  <a:pt x="1760731" y="0"/>
                </a:moveTo>
                <a:lnTo>
                  <a:pt x="1808751" y="0"/>
                </a:lnTo>
                <a:moveTo>
                  <a:pt x="1840764" y="0"/>
                </a:moveTo>
                <a:lnTo>
                  <a:pt x="1888784" y="0"/>
                </a:lnTo>
                <a:moveTo>
                  <a:pt x="1920798" y="0"/>
                </a:moveTo>
                <a:lnTo>
                  <a:pt x="1968817" y="0"/>
                </a:lnTo>
                <a:moveTo>
                  <a:pt x="2000831" y="0"/>
                </a:moveTo>
                <a:lnTo>
                  <a:pt x="2048851" y="0"/>
                </a:lnTo>
                <a:moveTo>
                  <a:pt x="2080864" y="0"/>
                </a:moveTo>
                <a:lnTo>
                  <a:pt x="2128884" y="0"/>
                </a:lnTo>
                <a:moveTo>
                  <a:pt x="2160897" y="0"/>
                </a:moveTo>
                <a:lnTo>
                  <a:pt x="2208917" y="0"/>
                </a:lnTo>
                <a:moveTo>
                  <a:pt x="2240930" y="0"/>
                </a:moveTo>
                <a:lnTo>
                  <a:pt x="2288950" y="0"/>
                </a:lnTo>
                <a:moveTo>
                  <a:pt x="2320964" y="0"/>
                </a:moveTo>
                <a:lnTo>
                  <a:pt x="2368984" y="0"/>
                </a:lnTo>
                <a:moveTo>
                  <a:pt x="2400997" y="0"/>
                </a:moveTo>
                <a:lnTo>
                  <a:pt x="2449017" y="0"/>
                </a:lnTo>
                <a:moveTo>
                  <a:pt x="2481030" y="0"/>
                </a:moveTo>
                <a:lnTo>
                  <a:pt x="2529050" y="0"/>
                </a:lnTo>
                <a:moveTo>
                  <a:pt x="2561063" y="0"/>
                </a:moveTo>
                <a:lnTo>
                  <a:pt x="2609083" y="0"/>
                </a:lnTo>
                <a:moveTo>
                  <a:pt x="2641097" y="0"/>
                </a:moveTo>
                <a:lnTo>
                  <a:pt x="2689117" y="0"/>
                </a:lnTo>
                <a:moveTo>
                  <a:pt x="2721130" y="0"/>
                </a:moveTo>
                <a:lnTo>
                  <a:pt x="2769150" y="0"/>
                </a:lnTo>
                <a:moveTo>
                  <a:pt x="2801163" y="0"/>
                </a:moveTo>
                <a:lnTo>
                  <a:pt x="2849183" y="0"/>
                </a:lnTo>
                <a:moveTo>
                  <a:pt x="2881196" y="0"/>
                </a:moveTo>
                <a:lnTo>
                  <a:pt x="2929216" y="0"/>
                </a:lnTo>
                <a:moveTo>
                  <a:pt x="2961230" y="0"/>
                </a:moveTo>
                <a:lnTo>
                  <a:pt x="3009249" y="0"/>
                </a:lnTo>
                <a:moveTo>
                  <a:pt x="3041263" y="0"/>
                </a:moveTo>
                <a:lnTo>
                  <a:pt x="3089283" y="0"/>
                </a:lnTo>
                <a:moveTo>
                  <a:pt x="3121296" y="0"/>
                </a:moveTo>
                <a:lnTo>
                  <a:pt x="3169316" y="0"/>
                </a:lnTo>
                <a:moveTo>
                  <a:pt x="3201329" y="0"/>
                </a:moveTo>
                <a:lnTo>
                  <a:pt x="3249349" y="0"/>
                </a:lnTo>
                <a:moveTo>
                  <a:pt x="3281362" y="0"/>
                </a:moveTo>
                <a:lnTo>
                  <a:pt x="3329382" y="0"/>
                </a:lnTo>
                <a:moveTo>
                  <a:pt x="3361396" y="0"/>
                </a:moveTo>
                <a:lnTo>
                  <a:pt x="3409416" y="0"/>
                </a:lnTo>
                <a:moveTo>
                  <a:pt x="3441429" y="0"/>
                </a:moveTo>
                <a:lnTo>
                  <a:pt x="3489449" y="0"/>
                </a:lnTo>
                <a:moveTo>
                  <a:pt x="3521462" y="0"/>
                </a:moveTo>
                <a:lnTo>
                  <a:pt x="3569482" y="0"/>
                </a:lnTo>
                <a:moveTo>
                  <a:pt x="3601495" y="0"/>
                </a:moveTo>
                <a:lnTo>
                  <a:pt x="3649515" y="0"/>
                </a:lnTo>
                <a:moveTo>
                  <a:pt x="3681529" y="0"/>
                </a:moveTo>
                <a:lnTo>
                  <a:pt x="3729549" y="0"/>
                </a:lnTo>
                <a:moveTo>
                  <a:pt x="3761562" y="0"/>
                </a:moveTo>
                <a:lnTo>
                  <a:pt x="379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68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46A27D8A-D53B-49A0-ACD1-C24186F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5893" y="3494421"/>
            <a:ext cx="4" cy="2777153"/>
          </a:xfrm>
          <a:custGeom xmlns:a="http://schemas.openxmlformats.org/drawingml/2006/main">
            <a:pathLst>
              <a:path w="4" h="2777153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69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CC6BF1CB-6EF6-4FEF-AA9A-B0E13A7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2298" y="3494421"/>
            <a:ext cx="4" cy="2777153"/>
          </a:xfrm>
          <a:custGeom xmlns:a="http://schemas.openxmlformats.org/drawingml/2006/main">
            <a:pathLst>
              <a:path w="4" h="2777153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70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AC887FCD-6CD7-4BFA-B576-D66981A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8703" y="3494421"/>
            <a:ext cx="4" cy="2777153"/>
          </a:xfrm>
          <a:custGeom xmlns:a="http://schemas.openxmlformats.org/drawingml/2006/main">
            <a:pathLst>
              <a:path w="4" h="2777153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71" name="Editable dashed gridline">
            <a:extLst xmlns:a="http://schemas.openxmlformats.org/drawingml/2006/main">
              <a:ext uri="{FF2B5EF4-FFF2-40B4-BE49-F238E27FC236}">
                <a16:creationId xmlns:a16="http://schemas.microsoft.com/office/drawing/2014/main" id="{169BF7F5-45B9-4619-BA40-CD861A4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9111" y="3494421"/>
            <a:ext cx="4" cy="2777153"/>
          </a:xfrm>
          <a:custGeom xmlns:a="http://schemas.openxmlformats.org/drawingml/2006/main">
            <a:pathLst>
              <a:path w="4" h="2777153">
                <a:moveTo>
                  <a:pt x="0" y="0"/>
                </a:moveTo>
                <a:lnTo>
                  <a:pt x="0" y="48020"/>
                </a:lnTo>
                <a:moveTo>
                  <a:pt x="0" y="80033"/>
                </a:moveTo>
                <a:lnTo>
                  <a:pt x="0" y="128053"/>
                </a:lnTo>
                <a:moveTo>
                  <a:pt x="0" y="160066"/>
                </a:moveTo>
                <a:lnTo>
                  <a:pt x="0" y="208086"/>
                </a:lnTo>
                <a:moveTo>
                  <a:pt x="0" y="240100"/>
                </a:moveTo>
                <a:lnTo>
                  <a:pt x="0" y="288120"/>
                </a:lnTo>
                <a:moveTo>
                  <a:pt x="0" y="320133"/>
                </a:moveTo>
                <a:lnTo>
                  <a:pt x="0" y="368153"/>
                </a:lnTo>
                <a:moveTo>
                  <a:pt x="0" y="400166"/>
                </a:moveTo>
                <a:lnTo>
                  <a:pt x="0" y="448186"/>
                </a:lnTo>
                <a:moveTo>
                  <a:pt x="0" y="480199"/>
                </a:moveTo>
                <a:lnTo>
                  <a:pt x="0" y="528219"/>
                </a:lnTo>
                <a:moveTo>
                  <a:pt x="0" y="560233"/>
                </a:moveTo>
                <a:lnTo>
                  <a:pt x="0" y="608253"/>
                </a:lnTo>
                <a:moveTo>
                  <a:pt x="0" y="640266"/>
                </a:moveTo>
                <a:lnTo>
                  <a:pt x="0" y="688286"/>
                </a:lnTo>
                <a:moveTo>
                  <a:pt x="0" y="720299"/>
                </a:moveTo>
                <a:lnTo>
                  <a:pt x="0" y="768319"/>
                </a:lnTo>
                <a:moveTo>
                  <a:pt x="0" y="800332"/>
                </a:moveTo>
                <a:lnTo>
                  <a:pt x="0" y="848352"/>
                </a:lnTo>
                <a:moveTo>
                  <a:pt x="0" y="880366"/>
                </a:moveTo>
                <a:lnTo>
                  <a:pt x="0" y="928385"/>
                </a:lnTo>
                <a:moveTo>
                  <a:pt x="0" y="960399"/>
                </a:moveTo>
                <a:lnTo>
                  <a:pt x="0" y="1008419"/>
                </a:lnTo>
                <a:moveTo>
                  <a:pt x="0" y="1040432"/>
                </a:moveTo>
                <a:lnTo>
                  <a:pt x="0" y="1088452"/>
                </a:lnTo>
                <a:moveTo>
                  <a:pt x="0" y="1120465"/>
                </a:moveTo>
                <a:lnTo>
                  <a:pt x="0" y="1168485"/>
                </a:lnTo>
                <a:moveTo>
                  <a:pt x="0" y="1200498"/>
                </a:moveTo>
                <a:lnTo>
                  <a:pt x="0" y="1248518"/>
                </a:lnTo>
                <a:moveTo>
                  <a:pt x="0" y="1280532"/>
                </a:moveTo>
                <a:lnTo>
                  <a:pt x="0" y="1328552"/>
                </a:lnTo>
                <a:moveTo>
                  <a:pt x="0" y="1360565"/>
                </a:moveTo>
                <a:lnTo>
                  <a:pt x="0" y="1408585"/>
                </a:lnTo>
                <a:moveTo>
                  <a:pt x="0" y="1440598"/>
                </a:moveTo>
                <a:lnTo>
                  <a:pt x="0" y="1488618"/>
                </a:lnTo>
                <a:moveTo>
                  <a:pt x="0" y="1520631"/>
                </a:moveTo>
                <a:lnTo>
                  <a:pt x="0" y="1568651"/>
                </a:lnTo>
                <a:moveTo>
                  <a:pt x="0" y="1600665"/>
                </a:moveTo>
                <a:lnTo>
                  <a:pt x="0" y="1648685"/>
                </a:lnTo>
                <a:moveTo>
                  <a:pt x="0" y="1680698"/>
                </a:moveTo>
                <a:lnTo>
                  <a:pt x="0" y="1728718"/>
                </a:lnTo>
                <a:moveTo>
                  <a:pt x="0" y="1760731"/>
                </a:moveTo>
                <a:lnTo>
                  <a:pt x="0" y="1808751"/>
                </a:lnTo>
                <a:moveTo>
                  <a:pt x="0" y="1840764"/>
                </a:moveTo>
                <a:lnTo>
                  <a:pt x="0" y="1888784"/>
                </a:lnTo>
                <a:moveTo>
                  <a:pt x="0" y="1920798"/>
                </a:moveTo>
                <a:lnTo>
                  <a:pt x="0" y="1968817"/>
                </a:lnTo>
                <a:moveTo>
                  <a:pt x="0" y="2000831"/>
                </a:moveTo>
                <a:lnTo>
                  <a:pt x="0" y="2048851"/>
                </a:lnTo>
                <a:moveTo>
                  <a:pt x="0" y="2080864"/>
                </a:moveTo>
                <a:lnTo>
                  <a:pt x="0" y="2128884"/>
                </a:lnTo>
                <a:moveTo>
                  <a:pt x="0" y="2160897"/>
                </a:moveTo>
                <a:lnTo>
                  <a:pt x="0" y="2208917"/>
                </a:lnTo>
                <a:moveTo>
                  <a:pt x="0" y="2240930"/>
                </a:moveTo>
                <a:lnTo>
                  <a:pt x="0" y="2288950"/>
                </a:lnTo>
                <a:moveTo>
                  <a:pt x="0" y="2320964"/>
                </a:moveTo>
                <a:lnTo>
                  <a:pt x="0" y="2368984"/>
                </a:lnTo>
                <a:moveTo>
                  <a:pt x="0" y="2400997"/>
                </a:moveTo>
                <a:lnTo>
                  <a:pt x="0" y="2449017"/>
                </a:lnTo>
                <a:moveTo>
                  <a:pt x="0" y="2481030"/>
                </a:moveTo>
                <a:lnTo>
                  <a:pt x="0" y="2529050"/>
                </a:lnTo>
                <a:moveTo>
                  <a:pt x="0" y="2561063"/>
                </a:moveTo>
                <a:lnTo>
                  <a:pt x="0" y="2609083"/>
                </a:lnTo>
                <a:moveTo>
                  <a:pt x="0" y="2641097"/>
                </a:moveTo>
                <a:lnTo>
                  <a:pt x="0" y="2689117"/>
                </a:lnTo>
                <a:moveTo>
                  <a:pt x="0" y="2721130"/>
                </a:moveTo>
                <a:lnTo>
                  <a:pt x="0" y="276915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CCCCCC"/>
            </a:solidFill>
          </a:ln>
        </p:spPr>
      </p:sp>
      <p:sp>
        <p:nvSpPr>
          <p:cNvPr id="672" name="P8 path 103">
            <a:extLst xmlns:a="http://schemas.openxmlformats.org/drawingml/2006/main">
              <a:ext uri="{FF2B5EF4-FFF2-40B4-BE49-F238E27FC236}">
                <a16:creationId xmlns:a16="http://schemas.microsoft.com/office/drawing/2014/main" id="{62483B92-4FDA-4064-B5DC-6E84E208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3805" y="3918597"/>
            <a:ext cx="3445431" cy="1864774"/>
          </a:xfrm>
          <a:custGeom xmlns:a="http://schemas.openxmlformats.org/drawingml/2006/main">
            <a:pathLst>
              <a:path w="3445431" h="1864774">
                <a:moveTo>
                  <a:pt x="0" y="0"/>
                </a:moveTo>
                <a:lnTo>
                  <a:pt x="3445431" y="1864774"/>
                </a:lnTo>
              </a:path>
            </a:pathLst>
          </a:custGeom>
          <a:noFill xmlns:a="http://schemas.openxmlformats.org/drawingml/2006/main"/>
          <a:ln xmlns:a="http://schemas.openxmlformats.org/drawingml/2006/main" w="9604">
            <a:solidFill>
              <a:srgbClr val="707070"/>
            </a:solidFill>
          </a:ln>
        </p:spPr>
      </p:sp>
      <p:sp>
        <p:nvSpPr>
          <p:cNvPr id="673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741DEFC6-15BA-40C7-85AC-D0BD9F9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7785" y="3844567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674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E7983BC4-A49F-419A-9605-F74196CE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0546" y="4604882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675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B3044B68-694B-45DE-960F-8AC3FC55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82593" y="5001047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676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258B30A0-EAFE-44E7-ACD8-4908F90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8558" y="5253152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77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CA21093A-B4AC-489C-9A88-10CAA1D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2917" y="5557278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678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8A8352B0-148F-4B64-A583-1DFD6B5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74922" y="4872994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79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543235BD-C5BB-4859-B1CB-B09D7844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3050" y="5561279"/>
            <a:ext cx="88037" cy="7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80" name="Scatter point">
            <a:extLst xmlns:a="http://schemas.openxmlformats.org/drawingml/2006/main">
              <a:ext uri="{FF2B5EF4-FFF2-40B4-BE49-F238E27FC236}">
                <a16:creationId xmlns:a16="http://schemas.microsoft.com/office/drawing/2014/main" id="{A157131B-A602-41DC-9E7C-366F59AB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3216" y="5829391"/>
            <a:ext cx="84035" cy="84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681" name="AI025-p8-104">
            <a:extLst xmlns:a="http://schemas.openxmlformats.org/drawingml/2006/main">
              <a:ext uri="{FF2B5EF4-FFF2-40B4-BE49-F238E27FC236}">
                <a16:creationId xmlns:a16="http://schemas.microsoft.com/office/drawing/2014/main" id="{4AC7F76F-2417-43BE-BC01-E3A8CDFD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07731" y="3494421"/>
            <a:ext cx="3793575" cy="2777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82" name="P8 path 105">
            <a:extLst xmlns:a="http://schemas.openxmlformats.org/drawingml/2006/main">
              <a:ext uri="{FF2B5EF4-FFF2-40B4-BE49-F238E27FC236}">
                <a16:creationId xmlns:a16="http://schemas.microsoft.com/office/drawing/2014/main" id="{7037A468-654A-44CE-870E-06E0CEF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717" y="6271574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83" name="P8 label 0.24">
            <a:extLst xmlns:a="http://schemas.openxmlformats.org/drawingml/2006/main">
              <a:ext uri="{FF2B5EF4-FFF2-40B4-BE49-F238E27FC236}">
                <a16:creationId xmlns:a16="http://schemas.microsoft.com/office/drawing/2014/main" id="{8D0E895A-56F3-41E2-97EB-8676214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7457" y="6111508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684" name="P8 path 106">
            <a:extLst xmlns:a="http://schemas.openxmlformats.org/drawingml/2006/main">
              <a:ext uri="{FF2B5EF4-FFF2-40B4-BE49-F238E27FC236}">
                <a16:creationId xmlns:a16="http://schemas.microsoft.com/office/drawing/2014/main" id="{D1B41B2E-E44F-4639-AFA3-58684B6F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717" y="5345857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85" name="P8 label 0.26">
            <a:extLst xmlns:a="http://schemas.openxmlformats.org/drawingml/2006/main">
              <a:ext uri="{FF2B5EF4-FFF2-40B4-BE49-F238E27FC236}">
                <a16:creationId xmlns:a16="http://schemas.microsoft.com/office/drawing/2014/main" id="{B7F3DA59-DB7B-44EE-9C0D-5FF5ECAC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7457" y="5185790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0.26</a:t>
            </a:r>
          </a:p>
        </p:txBody>
      </p:sp>
      <p:sp>
        <p:nvSpPr>
          <p:cNvPr id="686" name="P8 path 107">
            <a:extLst xmlns:a="http://schemas.openxmlformats.org/drawingml/2006/main">
              <a:ext uri="{FF2B5EF4-FFF2-40B4-BE49-F238E27FC236}">
                <a16:creationId xmlns:a16="http://schemas.microsoft.com/office/drawing/2014/main" id="{05FC79D2-683E-4D41-8ECE-01301081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717" y="4420139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87" name="P8 label 0.28">
            <a:extLst xmlns:a="http://schemas.openxmlformats.org/drawingml/2006/main">
              <a:ext uri="{FF2B5EF4-FFF2-40B4-BE49-F238E27FC236}">
                <a16:creationId xmlns:a16="http://schemas.microsoft.com/office/drawing/2014/main" id="{61F2FD9A-9CCB-4CED-B6C6-59E2EBAD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7457" y="4260072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0.28</a:t>
            </a:r>
          </a:p>
        </p:txBody>
      </p:sp>
      <p:sp>
        <p:nvSpPr>
          <p:cNvPr id="688" name="P8 path 108">
            <a:extLst xmlns:a="http://schemas.openxmlformats.org/drawingml/2006/main">
              <a:ext uri="{FF2B5EF4-FFF2-40B4-BE49-F238E27FC236}">
                <a16:creationId xmlns:a16="http://schemas.microsoft.com/office/drawing/2014/main" id="{B3595AC2-C843-4BD7-9982-AE34029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717" y="3494421"/>
            <a:ext cx="36015" cy="4"/>
          </a:xfrm>
          <a:custGeom xmlns:a="http://schemas.openxmlformats.org/drawingml/2006/main">
            <a:pathLst>
              <a:path w="36015" h="4">
                <a:moveTo>
                  <a:pt x="0" y="0"/>
                </a:moveTo>
                <a:lnTo>
                  <a:pt x="36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89" name="P8 label 0.30">
            <a:extLst xmlns:a="http://schemas.openxmlformats.org/drawingml/2006/main">
              <a:ext uri="{FF2B5EF4-FFF2-40B4-BE49-F238E27FC236}">
                <a16:creationId xmlns:a16="http://schemas.microsoft.com/office/drawing/2014/main" id="{F7592ED5-F6F0-40A7-86AA-39B017A1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7457" y="3334355"/>
            <a:ext cx="580241" cy="32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0.30</a:t>
            </a:r>
          </a:p>
        </p:txBody>
      </p:sp>
      <p:sp>
        <p:nvSpPr>
          <p:cNvPr id="690" name="P8 path 109">
            <a:extLst xmlns:a="http://schemas.openxmlformats.org/drawingml/2006/main">
              <a:ext uri="{FF2B5EF4-FFF2-40B4-BE49-F238E27FC236}">
                <a16:creationId xmlns:a16="http://schemas.microsoft.com/office/drawing/2014/main" id="{01FE4370-9F0C-4366-BFC4-3BF851F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5893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91" name="P8 label 600">
            <a:extLst xmlns:a="http://schemas.openxmlformats.org/drawingml/2006/main">
              <a:ext uri="{FF2B5EF4-FFF2-40B4-BE49-F238E27FC236}">
                <a16:creationId xmlns:a16="http://schemas.microsoft.com/office/drawing/2014/main" id="{F104DFA3-6191-49EB-80A7-90BA997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5652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692" name="P8 path 110">
            <a:extLst xmlns:a="http://schemas.openxmlformats.org/drawingml/2006/main">
              <a:ext uri="{FF2B5EF4-FFF2-40B4-BE49-F238E27FC236}">
                <a16:creationId xmlns:a16="http://schemas.microsoft.com/office/drawing/2014/main" id="{F48B217C-EF18-43E1-8431-4F3D9BE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2298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93" name="P8 label 800">
            <a:extLst xmlns:a="http://schemas.openxmlformats.org/drawingml/2006/main">
              <a:ext uri="{FF2B5EF4-FFF2-40B4-BE49-F238E27FC236}">
                <a16:creationId xmlns:a16="http://schemas.microsoft.com/office/drawing/2014/main" id="{44239975-8BD2-4881-B6C5-DC49C1A1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2057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694" name="P8 path 111">
            <a:extLst xmlns:a="http://schemas.openxmlformats.org/drawingml/2006/main">
              <a:ext uri="{FF2B5EF4-FFF2-40B4-BE49-F238E27FC236}">
                <a16:creationId xmlns:a16="http://schemas.microsoft.com/office/drawing/2014/main" id="{AF617850-FC6F-4519-8D16-FF6259F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8703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95" name="P8 label 1000">
            <a:extLst xmlns:a="http://schemas.openxmlformats.org/drawingml/2006/main">
              <a:ext uri="{FF2B5EF4-FFF2-40B4-BE49-F238E27FC236}">
                <a16:creationId xmlns:a16="http://schemas.microsoft.com/office/drawing/2014/main" id="{BBABCA56-547D-48AF-941A-321E331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68463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696" name="P8 path 112">
            <a:extLst xmlns:a="http://schemas.openxmlformats.org/drawingml/2006/main">
              <a:ext uri="{FF2B5EF4-FFF2-40B4-BE49-F238E27FC236}">
                <a16:creationId xmlns:a16="http://schemas.microsoft.com/office/drawing/2014/main" id="{6F689994-BE29-4EEF-8FB7-5DCC40F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9111" y="6271574"/>
            <a:ext cx="4" cy="40017"/>
          </a:xfrm>
          <a:custGeom xmlns:a="http://schemas.openxmlformats.org/drawingml/2006/main">
            <a:pathLst>
              <a:path w="4" h="40017">
                <a:moveTo>
                  <a:pt x="0" y="0"/>
                </a:moveTo>
                <a:lnTo>
                  <a:pt x="0" y="40017"/>
                </a:lnTo>
              </a:path>
            </a:pathLst>
          </a:custGeom>
          <a:noFill xmlns:a="http://schemas.openxmlformats.org/drawingml/2006/main"/>
          <a:ln xmlns:a="http://schemas.openxmlformats.org/drawingml/2006/main" w="6002">
            <a:solidFill>
              <a:srgbClr val="000000"/>
            </a:solidFill>
          </a:ln>
        </p:spPr>
      </p:sp>
      <p:sp>
        <p:nvSpPr>
          <p:cNvPr id="697" name="P8 label 1200">
            <a:extLst xmlns:a="http://schemas.openxmlformats.org/drawingml/2006/main">
              <a:ext uri="{FF2B5EF4-FFF2-40B4-BE49-F238E27FC236}">
                <a16:creationId xmlns:a16="http://schemas.microsoft.com/office/drawing/2014/main" id="{E459E95B-D202-4B6C-9164-BBF9F29B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8870" y="6323596"/>
            <a:ext cx="1160482" cy="34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1200</a:t>
            </a:r>
          </a:p>
        </p:txBody>
      </p:sp>
      <p:sp>
        <p:nvSpPr>
          <p:cNvPr id="698" name="P8 label Validation Loss">
            <a:extLst xmlns:a="http://schemas.openxmlformats.org/drawingml/2006/main">
              <a:ext uri="{FF2B5EF4-FFF2-40B4-BE49-F238E27FC236}">
                <a16:creationId xmlns:a16="http://schemas.microsoft.com/office/drawing/2014/main" id="{FE901642-4EC4-418F-B5C8-0D9B357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146917" y="4730935"/>
            <a:ext cx="2400997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699" name="P8 label Human Preference [ELO]">
            <a:extLst xmlns:a="http://schemas.openxmlformats.org/drawingml/2006/main">
              <a:ext uri="{FF2B5EF4-FFF2-40B4-BE49-F238E27FC236}">
                <a16:creationId xmlns:a16="http://schemas.microsoft.com/office/drawing/2014/main" id="{2B0E41F6-55EA-41CC-9D9A-F887AC51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7515" y="6547689"/>
            <a:ext cx="4834007" cy="356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Preference [ELO]</a:t>
            </a:r>
          </a:p>
        </p:txBody>
      </p:sp>
      <p:sp>
        <p:nvSpPr>
          <p:cNvPr id="700" name="P8 label r = -0.908">
            <a:extLst xmlns:a="http://schemas.openxmlformats.org/drawingml/2006/main">
              <a:ext uri="{FF2B5EF4-FFF2-40B4-BE49-F238E27FC236}">
                <a16:creationId xmlns:a16="http://schemas.microsoft.com/office/drawing/2014/main" id="{BABBD34F-58BA-4AC3-B9FC-9C3C25F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4702" y="3758531"/>
            <a:ext cx="1280532" cy="328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5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-0.908</a:t>
            </a:r>
          </a:p>
        </p:txBody>
      </p:sp>
      <p:sp>
        <p:nvSpPr>
          <p:cNvPr id="701" name="AI025-p8-113">
            <a:extLst xmlns:a="http://schemas.openxmlformats.org/drawingml/2006/main">
              <a:ext uri="{FF2B5EF4-FFF2-40B4-BE49-F238E27FC236}">
                <a16:creationId xmlns:a16="http://schemas.microsoft.com/office/drawing/2014/main" id="{606600CD-5425-48BC-A826-0155B372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9745" y="4991043"/>
            <a:ext cx="1864774" cy="1016422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8003">
            <a:solidFill>
              <a:srgbClr val="D1D1D1"/>
            </a:solidFill>
          </a:ln>
        </p:spPr>
      </p:sp>
      <p:sp>
        <p:nvSpPr>
          <p:cNvPr id="702" name="AI025-p8-114">
            <a:extLst xmlns:a="http://schemas.openxmlformats.org/drawingml/2006/main">
              <a:ext uri="{FF2B5EF4-FFF2-40B4-BE49-F238E27FC236}">
                <a16:creationId xmlns:a16="http://schemas.microsoft.com/office/drawing/2014/main" id="{9ACEE0C6-B0CF-4433-B375-8CA0DFBE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8652" y="5141905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703" name="P8 label depth=18">
            <a:extLst xmlns:a="http://schemas.openxmlformats.org/drawingml/2006/main">
              <a:ext uri="{FF2B5EF4-FFF2-40B4-BE49-F238E27FC236}">
                <a16:creationId xmlns:a16="http://schemas.microsoft.com/office/drawing/2014/main" id="{E106633C-1BE6-4CD2-A665-436E704E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2032" y="5035061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depth=18</a:t>
            </a:r>
          </a:p>
        </p:txBody>
      </p:sp>
      <p:sp>
        <p:nvSpPr>
          <p:cNvPr id="704" name="AI025-p8-115">
            <a:extLst xmlns:a="http://schemas.openxmlformats.org/drawingml/2006/main">
              <a:ext uri="{FF2B5EF4-FFF2-40B4-BE49-F238E27FC236}">
                <a16:creationId xmlns:a16="http://schemas.microsoft.com/office/drawing/2014/main" id="{B87436A6-9D2E-4793-B23D-16F9A39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8652" y="5459037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705" name="P8 label depth=24">
            <a:extLst xmlns:a="http://schemas.openxmlformats.org/drawingml/2006/main">
              <a:ext uri="{FF2B5EF4-FFF2-40B4-BE49-F238E27FC236}">
                <a16:creationId xmlns:a16="http://schemas.microsoft.com/office/drawing/2014/main" id="{559B5D4B-1462-44FC-BFB2-B3AFEAC5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2032" y="5352193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depth=24</a:t>
            </a:r>
          </a:p>
        </p:txBody>
      </p:sp>
      <p:sp>
        <p:nvSpPr>
          <p:cNvPr id="706" name="AI025-p8-116">
            <a:extLst xmlns:a="http://schemas.openxmlformats.org/drawingml/2006/main">
              <a:ext uri="{FF2B5EF4-FFF2-40B4-BE49-F238E27FC236}">
                <a16:creationId xmlns:a16="http://schemas.microsoft.com/office/drawing/2014/main" id="{FA452DE5-78DE-4FE4-9CE6-876C5588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8652" y="5776169"/>
            <a:ext cx="90438" cy="90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707" name="P8 label depth=30">
            <a:extLst xmlns:a="http://schemas.openxmlformats.org/drawingml/2006/main">
              <a:ext uri="{FF2B5EF4-FFF2-40B4-BE49-F238E27FC236}">
                <a16:creationId xmlns:a16="http://schemas.microsoft.com/office/drawing/2014/main" id="{AE5CFA61-B9A6-4F4A-8FD6-B6F3B4C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2032" y="5669324"/>
            <a:ext cx="1168485" cy="304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2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depth=30</a:t>
            </a:r>
          </a:p>
        </p:txBody>
      </p:sp>
    </p:spTree>
    <p:extLst>
      <p:ext uri="{BB962C8B-B14F-4D97-AF65-F5344CB8AC3E}">
        <p14:creationId xmlns:p14="http://schemas.microsoft.com/office/powerpoint/2010/main" val="931187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2026-09-05T15:04:27.4050000Z</dcterms:created>
  <dcterms:modified xsi:type="dcterms:W3CDTF">2026-09-05T15:04:27.4050000Z</dcterms:modified>
</coreProperties>
</file>