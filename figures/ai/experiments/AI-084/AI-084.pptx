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c80aa877cb46fd" /><Relationship Type="http://schemas.openxmlformats.org/officeDocument/2006/relationships/extended-properties" Target="/docProps/app.xml" Id="Rfb79d6cb70db4042" /><Relationship Type="http://schemas.openxmlformats.org/officeDocument/2006/relationships/officeDocument" Target="/ppt/presentation.xml" Id="Rd806650f891e41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ebf612d405478e"/>
  </p:sldMasterIdLst>
  <p:notesMasterIdLst>
    <p:notesMasterId xmlns:r="http://schemas.openxmlformats.org/officeDocument/2006/relationships" r:id="Rd887ee3a18f0461e"/>
  </p:notesMasterIdLst>
  <p:sldIdLst>
    <p:sldId xmlns:r="http://schemas.openxmlformats.org/officeDocument/2006/relationships" id="256" r:id="R0fd8e3395d8a4a11"/>
  </p:sldIdLst>
  <p:sldSz cx="12544425" cy="8772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1c6f9d60934ebe" /><Relationship Type="http://schemas.openxmlformats.org/officeDocument/2006/relationships/slideMaster" Target="/ppt/slideMasters/slideMaster1.xml" Id="R0debf612d405478e" /><Relationship Type="http://schemas.openxmlformats.org/officeDocument/2006/relationships/notesMaster" Target="/ppt/notesMasters/notesMaster1.xml" Id="Rd887ee3a18f0461e" /><Relationship Type="http://schemas.openxmlformats.org/officeDocument/2006/relationships/presProps" Target="/ppt/presProps.xml" Id="R69cb458c9d9a4e5f" /><Relationship Type="http://schemas.openxmlformats.org/officeDocument/2006/relationships/tableStyles" Target="/ppt/tableStyles.xml" Id="R5567728a66de4284" /><Relationship Type="http://schemas.openxmlformats.org/officeDocument/2006/relationships/slide" Target="/ppt/slides/slide1.xml" Id="R0fd8e3395d8a4a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2eb246bf38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1a01a7e6d846cd" /><Relationship Type="http://schemas.openxmlformats.org/officeDocument/2006/relationships/notesMaster" Target="/ppt/notesMasters/notesMaster1.xml" Id="R5e79bda8b9be44b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素材ID：AI-084</ns1:t>
            </ns1:r>
          </ns1:p>
          <ns1:p>
            <ns1:r>
              <ns1:t>论文：PlantTraitNet: An Uncertainty-Aware Multimodal Framework for Global-Scale Plant Trait Inference from Citizen Science Data</ns1:t>
            </ns1:r>
          </ns1:p>
          <ns1:p>
            <ns1:r>
              <ns1:t>会议：AAAI 2026</ns1:t>
            </ns1:r>
          </ns1:p>
          <ns1:p>
            <ns1:r>
              <ns1:t>奖项：Best Paper – AI for Social Impact Track</ns1:t>
            </ns1:r>
          </ns1:p>
          <ns1:p>
            <ns1:r>
              <ns1:t>图号：Figure 5，PDF第7页</ns1:t>
            </ns1:r>
          </ns1:p>
          <ns1:p>
            <ns1:r>
              <ns1:t>类型：实验图表</ns1:t>
            </ns1:r>
          </ns1:p>
          <ns1:p>
            <ns1:r>
              <ns1:t>借鉴点：中心分类树连接四圈性状误差柱，颜色对应分类目，既比较多个任务又保留类别层级。</ns1:t>
            </ns1:r>
          </ns1:p>
          <ns1:p>
            <ns1:r>
              <ns1:t>论文URL：https://ojs.aaai.org/index.php/AAAI/article/view/41272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1d751e01d4e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85cff989db49b3" /><Relationship Type="http://schemas.openxmlformats.org/officeDocument/2006/relationships/slideLayout" Target="/ppt/slideLayouts/slideLayout1.xml" Id="R902c1fc7532b44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2c1fc7532b44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774940d6c4b33" /><Relationship Type="http://schemas.openxmlformats.org/officeDocument/2006/relationships/notesSlide" Target="/ppt/notesSlides/notesSlide1.xml" Id="R4932106d141447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E43DE-0B19-4D4F-96F6-4599F9E6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57262"/>
            <a:ext cx="10801462" cy="8715263"/>
          </a:xfrm>
          <a:custGeom xmlns:a="http://schemas.openxmlformats.org/drawingml/2006/main">
            <a:pathLst>
              <a:path w="10801462" h="8715263">
                <a:moveTo>
                  <a:pt x="10801462" y="0"/>
                </a:moveTo>
                <a:lnTo>
                  <a:pt x="0" y="0"/>
                </a:lnTo>
                <a:lnTo>
                  <a:pt x="0" y="8715263"/>
                </a:lnTo>
                <a:lnTo>
                  <a:pt x="10801462" y="8715263"/>
                </a:lnTo>
                <a:lnTo>
                  <a:pt x="1080146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678E34-464F-4641-89DF-46E257A7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4" y="57262"/>
            <a:ext cx="8684233" cy="8715263"/>
          </a:xfrm>
          <a:custGeom xmlns:a="http://schemas.openxmlformats.org/drawingml/2006/main">
            <a:pathLst>
              <a:path w="8684233" h="8715263">
                <a:moveTo>
                  <a:pt x="8684233" y="0"/>
                </a:moveTo>
                <a:lnTo>
                  <a:pt x="0" y="0"/>
                </a:lnTo>
                <a:lnTo>
                  <a:pt x="0" y="8715263"/>
                </a:lnTo>
                <a:lnTo>
                  <a:pt x="8684233" y="8715263"/>
                </a:lnTo>
                <a:lnTo>
                  <a:pt x="868423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870" cap="rnd">
            <a:solidFill>
              <a:srgbClr val="FFFFFF"/>
            </a:solidFill>
            <a:round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FF33F-DB30-4C1E-9BD4-30363080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4" y="57262"/>
            <a:ext cx="8684233" cy="8715263"/>
          </a:xfrm>
          <a:custGeom xmlns:a="http://schemas.openxmlformats.org/drawingml/2006/main">
            <a:pathLst>
              <a:path w="8684233" h="8715263">
                <a:moveTo>
                  <a:pt x="8684233" y="0"/>
                </a:moveTo>
                <a:lnTo>
                  <a:pt x="0" y="0"/>
                </a:lnTo>
                <a:lnTo>
                  <a:pt x="0" y="8715263"/>
                </a:lnTo>
                <a:lnTo>
                  <a:pt x="8684233" y="8715263"/>
                </a:lnTo>
                <a:lnTo>
                  <a:pt x="868423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870" cap="rnd">
            <a:solidFill>
              <a:srgbClr val="FFFFFF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C94629-17AB-45FB-9BF4-7AD88145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873" y="5031544"/>
            <a:ext cx="70991" cy="35272"/>
          </a:xfrm>
          <a:custGeom xmlns:a="http://schemas.openxmlformats.org/drawingml/2006/main">
            <a:pathLst>
              <a:path w="70991" h="35272" fill="none">
                <a:moveTo>
                  <a:pt x="0" y="0"/>
                </a:moveTo>
                <a:lnTo>
                  <a:pt x="70991" y="3527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C4A68-7661-4463-92A1-B67BDCA0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122" y="4965911"/>
            <a:ext cx="73000" cy="31366"/>
          </a:xfrm>
          <a:custGeom xmlns:a="http://schemas.openxmlformats.org/drawingml/2006/main">
            <a:pathLst>
              <a:path w="73000" h="31366" fill="none">
                <a:moveTo>
                  <a:pt x="0" y="0"/>
                </a:moveTo>
                <a:lnTo>
                  <a:pt x="73000" y="31366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D9848-E71B-4207-86E0-56B6D625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134" y="4898715"/>
            <a:ext cx="74340" cy="27459"/>
          </a:xfrm>
          <a:custGeom xmlns:a="http://schemas.openxmlformats.org/drawingml/2006/main">
            <a:pathLst>
              <a:path w="74340" h="27459" fill="none">
                <a:moveTo>
                  <a:pt x="0" y="0"/>
                </a:moveTo>
                <a:lnTo>
                  <a:pt x="74340" y="27459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FC9591-53AC-464E-8917-F2AAE7F1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352" y="4830180"/>
            <a:ext cx="75791" cy="23440"/>
          </a:xfrm>
          <a:custGeom xmlns:a="http://schemas.openxmlformats.org/drawingml/2006/main">
            <a:pathLst>
              <a:path w="75791" h="23440" fill="none">
                <a:moveTo>
                  <a:pt x="0" y="0"/>
                </a:moveTo>
                <a:lnTo>
                  <a:pt x="75791" y="2344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A1803-073D-434D-8DF6-CC0BD589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885" y="4760528"/>
            <a:ext cx="76907" cy="19422"/>
          </a:xfrm>
          <a:custGeom xmlns:a="http://schemas.openxmlformats.org/drawingml/2006/main">
            <a:pathLst>
              <a:path w="76907" h="19422" fill="none">
                <a:moveTo>
                  <a:pt x="0" y="0"/>
                </a:moveTo>
                <a:lnTo>
                  <a:pt x="76907" y="1942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55481-F9CA-4334-997F-220090D7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47" y="4689984"/>
            <a:ext cx="77800" cy="15292"/>
          </a:xfrm>
          <a:custGeom xmlns:a="http://schemas.openxmlformats.org/drawingml/2006/main">
            <a:pathLst>
              <a:path w="77800" h="15292" fill="none">
                <a:moveTo>
                  <a:pt x="0" y="0"/>
                </a:moveTo>
                <a:lnTo>
                  <a:pt x="77800" y="1529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134D3F-B849-4158-9A0E-3C6F5BF6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91" y="4618658"/>
            <a:ext cx="78581" cy="11162"/>
          </a:xfrm>
          <a:custGeom xmlns:a="http://schemas.openxmlformats.org/drawingml/2006/main">
            <a:pathLst>
              <a:path w="78581" h="11162" fill="none">
                <a:moveTo>
                  <a:pt x="0" y="0"/>
                </a:moveTo>
                <a:lnTo>
                  <a:pt x="78581" y="1116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782F7-9499-41D3-BA1B-0EC4B7F1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980" y="5776838"/>
            <a:ext cx="10604" cy="38174"/>
          </a:xfrm>
          <a:custGeom xmlns:a="http://schemas.openxmlformats.org/drawingml/2006/main">
            <a:pathLst>
              <a:path w="10604" h="38174" fill="none">
                <a:moveTo>
                  <a:pt x="10604" y="0"/>
                </a:moveTo>
                <a:lnTo>
                  <a:pt x="0" y="3817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078D75-63AA-417B-8356-6044D6B1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208" y="5794921"/>
            <a:ext cx="8595" cy="38621"/>
          </a:xfrm>
          <a:custGeom xmlns:a="http://schemas.openxmlformats.org/drawingml/2006/main">
            <a:pathLst>
              <a:path w="8595" h="38621" fill="none">
                <a:moveTo>
                  <a:pt x="8595" y="0"/>
                </a:moveTo>
                <a:lnTo>
                  <a:pt x="0" y="3862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57E45-8AB3-4F85-82A2-C29BE562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329" y="5808985"/>
            <a:ext cx="6586" cy="39179"/>
          </a:xfrm>
          <a:custGeom xmlns:a="http://schemas.openxmlformats.org/drawingml/2006/main">
            <a:pathLst>
              <a:path w="6586" h="39179" fill="none">
                <a:moveTo>
                  <a:pt x="6586" y="0"/>
                </a:moveTo>
                <a:lnTo>
                  <a:pt x="0" y="39179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78870-610C-4E47-8408-44E4EE0E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231" y="5819254"/>
            <a:ext cx="4465" cy="39402"/>
          </a:xfrm>
          <a:custGeom xmlns:a="http://schemas.openxmlformats.org/drawingml/2006/main">
            <a:pathLst>
              <a:path w="4465" h="39402" fill="none">
                <a:moveTo>
                  <a:pt x="4465" y="0"/>
                </a:moveTo>
                <a:lnTo>
                  <a:pt x="0" y="3940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2A9E1-86F2-4B57-87C7-88606068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418" y="3548211"/>
            <a:ext cx="94097" cy="72554"/>
          </a:xfrm>
          <a:custGeom xmlns:a="http://schemas.openxmlformats.org/drawingml/2006/main">
            <a:pathLst>
              <a:path w="94097" h="72554" fill="none">
                <a:moveTo>
                  <a:pt x="0" y="72554"/>
                </a:moveTo>
                <a:lnTo>
                  <a:pt x="940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77486-A490-41BF-AA9B-7237342A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993" y="3488829"/>
            <a:ext cx="90301" cy="77465"/>
          </a:xfrm>
          <a:custGeom xmlns:a="http://schemas.openxmlformats.org/drawingml/2006/main">
            <a:pathLst>
              <a:path w="90301" h="77465" fill="none">
                <a:moveTo>
                  <a:pt x="0" y="77465"/>
                </a:moveTo>
                <a:lnTo>
                  <a:pt x="903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39DCE-44D9-479A-B3AF-9B99BB6C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889" y="3432014"/>
            <a:ext cx="86060" cy="82153"/>
          </a:xfrm>
          <a:custGeom xmlns:a="http://schemas.openxmlformats.org/drawingml/2006/main">
            <a:pathLst>
              <a:path w="86060" h="82153" fill="none">
                <a:moveTo>
                  <a:pt x="0" y="82153"/>
                </a:moveTo>
                <a:lnTo>
                  <a:pt x="860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1BB3F-E54E-4A2F-86C7-BE58CBD0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994" y="3377989"/>
            <a:ext cx="81595" cy="86618"/>
          </a:xfrm>
          <a:custGeom xmlns:a="http://schemas.openxmlformats.org/drawingml/2006/main">
            <a:pathLst>
              <a:path w="81595" h="86618" fill="none">
                <a:moveTo>
                  <a:pt x="0" y="86618"/>
                </a:moveTo>
                <a:lnTo>
                  <a:pt x="81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CAE6A-8FD2-43AE-AAAE-1144B646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644" y="3327090"/>
            <a:ext cx="76795" cy="90860"/>
          </a:xfrm>
          <a:custGeom xmlns:a="http://schemas.openxmlformats.org/drawingml/2006/main">
            <a:pathLst>
              <a:path w="76795" h="90860" fill="none">
                <a:moveTo>
                  <a:pt x="0" y="90860"/>
                </a:moveTo>
                <a:lnTo>
                  <a:pt x="76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3C9A7-6C5B-4786-8485-D4C099AD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838" y="3279205"/>
            <a:ext cx="71884" cy="94766"/>
          </a:xfrm>
          <a:custGeom xmlns:a="http://schemas.openxmlformats.org/drawingml/2006/main">
            <a:pathLst>
              <a:path w="71884" h="94766" fill="none">
                <a:moveTo>
                  <a:pt x="0" y="94766"/>
                </a:moveTo>
                <a:lnTo>
                  <a:pt x="718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C78042-CA0C-4855-97E4-C1955E40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688" y="3234556"/>
            <a:ext cx="66861" cy="98450"/>
          </a:xfrm>
          <a:custGeom xmlns:a="http://schemas.openxmlformats.org/drawingml/2006/main">
            <a:pathLst>
              <a:path w="66861" h="98450" fill="none">
                <a:moveTo>
                  <a:pt x="0" y="98450"/>
                </a:moveTo>
                <a:lnTo>
                  <a:pt x="66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6CEAA-252F-4EC1-8BDD-50F58715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529" y="3193256"/>
            <a:ext cx="61503" cy="101910"/>
          </a:xfrm>
          <a:custGeom xmlns:a="http://schemas.openxmlformats.org/drawingml/2006/main">
            <a:pathLst>
              <a:path w="61503" h="101910" fill="none">
                <a:moveTo>
                  <a:pt x="0" y="101910"/>
                </a:moveTo>
                <a:lnTo>
                  <a:pt x="615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DB722-D3D2-4FC3-A6EF-D5B702C6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472" y="3155528"/>
            <a:ext cx="55922" cy="104924"/>
          </a:xfrm>
          <a:custGeom xmlns:a="http://schemas.openxmlformats.org/drawingml/2006/main">
            <a:pathLst>
              <a:path w="55922" h="104924" fill="none">
                <a:moveTo>
                  <a:pt x="0" y="104924"/>
                </a:moveTo>
                <a:lnTo>
                  <a:pt x="559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FAD51-F2E1-478B-9BC8-F1CCF56C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29" y="3121372"/>
            <a:ext cx="50341" cy="107714"/>
          </a:xfrm>
          <a:custGeom xmlns:a="http://schemas.openxmlformats.org/drawingml/2006/main">
            <a:pathLst>
              <a:path w="50341" h="107714" fill="none">
                <a:moveTo>
                  <a:pt x="0" y="107714"/>
                </a:moveTo>
                <a:lnTo>
                  <a:pt x="503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16A24-24AA-4C9F-8574-5140FF1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907" y="3864099"/>
            <a:ext cx="1070670" cy="454409"/>
          </a:xfrm>
          <a:custGeom xmlns:a="http://schemas.openxmlformats.org/drawingml/2006/main">
            <a:pathLst>
              <a:path w="1070670" h="454409" fill="none">
                <a:moveTo>
                  <a:pt x="1070670" y="454409"/>
                </a:moveTo>
                <a:lnTo>
                  <a:pt x="917637" y="389558"/>
                </a:lnTo>
                <a:lnTo>
                  <a:pt x="764828" y="324594"/>
                </a:lnTo>
                <a:lnTo>
                  <a:pt x="611795" y="259631"/>
                </a:lnTo>
                <a:lnTo>
                  <a:pt x="458763" y="194779"/>
                </a:lnTo>
                <a:lnTo>
                  <a:pt x="305953" y="129927"/>
                </a:lnTo>
                <a:lnTo>
                  <a:pt x="152921" y="6496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E74E47-0FF5-46B6-839D-3C0BDA3A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440" y="5295974"/>
            <a:ext cx="20762" cy="16185"/>
          </a:xfrm>
          <a:custGeom xmlns:a="http://schemas.openxmlformats.org/drawingml/2006/main">
            <a:pathLst>
              <a:path w="20762" h="16185" fill="none">
                <a:moveTo>
                  <a:pt x="20762" y="0"/>
                </a:moveTo>
                <a:lnTo>
                  <a:pt x="0" y="1618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5F01B-37A0-4B39-AEB6-213171EC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995" y="5354017"/>
            <a:ext cx="19980" cy="17301"/>
          </a:xfrm>
          <a:custGeom xmlns:a="http://schemas.openxmlformats.org/drawingml/2006/main">
            <a:pathLst>
              <a:path w="19980" h="17301" fill="none">
                <a:moveTo>
                  <a:pt x="19980" y="0"/>
                </a:moveTo>
                <a:lnTo>
                  <a:pt x="0" y="1730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A1182-F1AA-4227-8F80-D9B0E944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76" y="5409381"/>
            <a:ext cx="18976" cy="18417"/>
          </a:xfrm>
          <a:custGeom xmlns:a="http://schemas.openxmlformats.org/drawingml/2006/main">
            <a:pathLst>
              <a:path w="18976" h="18417" fill="none">
                <a:moveTo>
                  <a:pt x="18976" y="0"/>
                </a:moveTo>
                <a:lnTo>
                  <a:pt x="0" y="18417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41D52-5AF6-4C94-9BCB-5ACABFB3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258" y="5462067"/>
            <a:ext cx="18083" cy="19310"/>
          </a:xfrm>
          <a:custGeom xmlns:a="http://schemas.openxmlformats.org/drawingml/2006/main">
            <a:pathLst>
              <a:path w="18083" h="19310" fill="none">
                <a:moveTo>
                  <a:pt x="18083" y="0"/>
                </a:moveTo>
                <a:lnTo>
                  <a:pt x="0" y="1931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26F03-4DDD-4646-9778-2EA70596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855" y="5511850"/>
            <a:ext cx="16855" cy="20203"/>
          </a:xfrm>
          <a:custGeom xmlns:a="http://schemas.openxmlformats.org/drawingml/2006/main">
            <a:pathLst>
              <a:path w="16855" h="20203" fill="none">
                <a:moveTo>
                  <a:pt x="16855" y="0"/>
                </a:moveTo>
                <a:lnTo>
                  <a:pt x="0" y="2020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5766A-B4C6-4E60-AA0B-DC300227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795" y="5558507"/>
            <a:ext cx="15739" cy="21208"/>
          </a:xfrm>
          <a:custGeom xmlns:a="http://schemas.openxmlformats.org/drawingml/2006/main">
            <a:pathLst>
              <a:path w="15739" h="21208" fill="none">
                <a:moveTo>
                  <a:pt x="15739" y="0"/>
                </a:moveTo>
                <a:lnTo>
                  <a:pt x="0" y="21208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FD2066-3E8B-479C-BE9B-AED67DC6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295" y="4308351"/>
            <a:ext cx="13171" cy="1005"/>
          </a:xfrm>
          <a:custGeom xmlns:a="http://schemas.openxmlformats.org/drawingml/2006/main">
            <a:pathLst>
              <a:path w="13171" h="1005" fill="none">
                <a:moveTo>
                  <a:pt x="13171" y="10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52559-73DE-4039-8C41-67810655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054" y="4384700"/>
            <a:ext cx="13171" cy="446"/>
          </a:xfrm>
          <a:custGeom xmlns:a="http://schemas.openxmlformats.org/drawingml/2006/main">
            <a:pathLst>
              <a:path w="13171" h="446" fill="none">
                <a:moveTo>
                  <a:pt x="13171" y="4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B9C50-665E-49A1-9F84-ED951483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547" y="5588422"/>
            <a:ext cx="29021" cy="44314"/>
          </a:xfrm>
          <a:custGeom xmlns:a="http://schemas.openxmlformats.org/drawingml/2006/main">
            <a:pathLst>
              <a:path w="29021" h="44314" fill="none">
                <a:moveTo>
                  <a:pt x="0" y="0"/>
                </a:moveTo>
                <a:lnTo>
                  <a:pt x="29021" y="4431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F8EFAB-6D90-4DF5-89E0-9ED4939D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158" y="5546452"/>
            <a:ext cx="31254" cy="42751"/>
          </a:xfrm>
          <a:custGeom xmlns:a="http://schemas.openxmlformats.org/drawingml/2006/main">
            <a:pathLst>
              <a:path w="31254" h="42751" fill="none">
                <a:moveTo>
                  <a:pt x="0" y="0"/>
                </a:moveTo>
                <a:lnTo>
                  <a:pt x="31254" y="4275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04493-CBCD-45A1-90A4-F19FCE49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535" y="5501357"/>
            <a:ext cx="33486" cy="40965"/>
          </a:xfrm>
          <a:custGeom xmlns:a="http://schemas.openxmlformats.org/drawingml/2006/main">
            <a:pathLst>
              <a:path w="33486" h="40965" fill="none">
                <a:moveTo>
                  <a:pt x="0" y="0"/>
                </a:moveTo>
                <a:lnTo>
                  <a:pt x="33486" y="4096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E89CB-4EC1-4B74-AC3F-AC7D890A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458" y="5453137"/>
            <a:ext cx="35496" cy="39067"/>
          </a:xfrm>
          <a:custGeom xmlns:a="http://schemas.openxmlformats.org/drawingml/2006/main">
            <a:pathLst>
              <a:path w="35496" h="39067" fill="none">
                <a:moveTo>
                  <a:pt x="0" y="0"/>
                </a:moveTo>
                <a:lnTo>
                  <a:pt x="35496" y="39067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71771-6880-4C89-BC17-51ED384C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589" y="5402014"/>
            <a:ext cx="37616" cy="37170"/>
          </a:xfrm>
          <a:custGeom xmlns:a="http://schemas.openxmlformats.org/drawingml/2006/main">
            <a:pathLst>
              <a:path w="37616" h="37170" fill="none">
                <a:moveTo>
                  <a:pt x="0" y="0"/>
                </a:moveTo>
                <a:lnTo>
                  <a:pt x="37616" y="3717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C5217-1AE0-4C67-B91D-5511E05D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469" y="5825728"/>
            <a:ext cx="2344" cy="39514"/>
          </a:xfrm>
          <a:custGeom xmlns:a="http://schemas.openxmlformats.org/drawingml/2006/main">
            <a:pathLst>
              <a:path w="2344" h="39514" fill="none">
                <a:moveTo>
                  <a:pt x="2344" y="0"/>
                </a:moveTo>
                <a:lnTo>
                  <a:pt x="0" y="3951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7F8F5-43AF-401D-ABD9-326ADC17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041" y="5827961"/>
            <a:ext cx="223" cy="39737"/>
          </a:xfrm>
          <a:custGeom xmlns:a="http://schemas.openxmlformats.org/drawingml/2006/main">
            <a:pathLst>
              <a:path w="223" h="39737" fill="none">
                <a:moveTo>
                  <a:pt x="223" y="0"/>
                </a:moveTo>
                <a:lnTo>
                  <a:pt x="0" y="39737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FEB33D-AC0B-45C8-874F-94AC4968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715" y="5826398"/>
            <a:ext cx="1898" cy="39737"/>
          </a:xfrm>
          <a:custGeom xmlns:a="http://schemas.openxmlformats.org/drawingml/2006/main">
            <a:pathLst>
              <a:path w="1898" h="39737" fill="none">
                <a:moveTo>
                  <a:pt x="0" y="0"/>
                </a:moveTo>
                <a:lnTo>
                  <a:pt x="1898" y="39737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77E5D-8A7B-4040-8090-A91221AE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943" y="5820928"/>
            <a:ext cx="4018" cy="39514"/>
          </a:xfrm>
          <a:custGeom xmlns:a="http://schemas.openxmlformats.org/drawingml/2006/main">
            <a:pathLst>
              <a:path w="4018" h="39514" fill="none">
                <a:moveTo>
                  <a:pt x="0" y="0"/>
                </a:moveTo>
                <a:lnTo>
                  <a:pt x="4018" y="3951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3AA27-EDAA-4B46-A52D-006F274A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30" y="4460937"/>
            <a:ext cx="13171" cy="335"/>
          </a:xfrm>
          <a:custGeom xmlns:a="http://schemas.openxmlformats.org/drawingml/2006/main">
            <a:pathLst>
              <a:path w="13171" h="335" fill="none">
                <a:moveTo>
                  <a:pt x="13171" y="0"/>
                </a:moveTo>
                <a:lnTo>
                  <a:pt x="0" y="33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2A956-0919-484E-B6FB-610DADD4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626" y="4536728"/>
            <a:ext cx="13283" cy="1116"/>
          </a:xfrm>
          <a:custGeom xmlns:a="http://schemas.openxmlformats.org/drawingml/2006/main">
            <a:pathLst>
              <a:path w="13283" h="1116" fill="none">
                <a:moveTo>
                  <a:pt x="13283" y="0"/>
                </a:moveTo>
                <a:lnTo>
                  <a:pt x="0" y="1116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8AC4F-EFEA-4B52-AFFA-F1B63B08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162" y="4546662"/>
            <a:ext cx="79028" cy="7032"/>
          </a:xfrm>
          <a:custGeom xmlns:a="http://schemas.openxmlformats.org/drawingml/2006/main">
            <a:pathLst>
              <a:path w="79028" h="7032" fill="none">
                <a:moveTo>
                  <a:pt x="0" y="0"/>
                </a:moveTo>
                <a:lnTo>
                  <a:pt x="79028" y="703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76A89-9975-437A-9DA7-1D675897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627" y="4474555"/>
            <a:ext cx="79251" cy="2791"/>
          </a:xfrm>
          <a:custGeom xmlns:a="http://schemas.openxmlformats.org/drawingml/2006/main">
            <a:pathLst>
              <a:path w="79251" h="2791" fill="none">
                <a:moveTo>
                  <a:pt x="0" y="0"/>
                </a:moveTo>
                <a:lnTo>
                  <a:pt x="79251" y="279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6883D-62C7-4894-8619-642B18D4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185" y="4400662"/>
            <a:ext cx="79251" cy="1563"/>
          </a:xfrm>
          <a:custGeom xmlns:a="http://schemas.openxmlformats.org/drawingml/2006/main">
            <a:pathLst>
              <a:path w="79251" h="1563" fill="none">
                <a:moveTo>
                  <a:pt x="0" y="1563"/>
                </a:moveTo>
                <a:lnTo>
                  <a:pt x="792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A3B71C-E713-46E4-9145-125182C1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948" y="4324313"/>
            <a:ext cx="79139" cy="5581"/>
          </a:xfrm>
          <a:custGeom xmlns:a="http://schemas.openxmlformats.org/drawingml/2006/main">
            <a:pathLst>
              <a:path w="79139" h="5581" fill="none">
                <a:moveTo>
                  <a:pt x="0" y="5581"/>
                </a:moveTo>
                <a:lnTo>
                  <a:pt x="791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ACB319-B868-4CC3-8471-3B3CD58C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804" y="4248076"/>
            <a:ext cx="78693" cy="9823"/>
          </a:xfrm>
          <a:custGeom xmlns:a="http://schemas.openxmlformats.org/drawingml/2006/main">
            <a:pathLst>
              <a:path w="78693" h="9823" fill="none">
                <a:moveTo>
                  <a:pt x="0" y="9823"/>
                </a:moveTo>
                <a:lnTo>
                  <a:pt x="786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44F13-F606-4231-ADF0-EA470339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977" y="4172396"/>
            <a:ext cx="78023" cy="13953"/>
          </a:xfrm>
          <a:custGeom xmlns:a="http://schemas.openxmlformats.org/drawingml/2006/main">
            <a:pathLst>
              <a:path w="78023" h="13953" fill="none">
                <a:moveTo>
                  <a:pt x="0" y="13953"/>
                </a:moveTo>
                <a:lnTo>
                  <a:pt x="78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9D352-0125-4897-843C-AB202428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355" y="4097275"/>
            <a:ext cx="77130" cy="18194"/>
          </a:xfrm>
          <a:custGeom xmlns:a="http://schemas.openxmlformats.org/drawingml/2006/main">
            <a:pathLst>
              <a:path w="77130" h="18194" fill="none">
                <a:moveTo>
                  <a:pt x="0" y="18194"/>
                </a:moveTo>
                <a:lnTo>
                  <a:pt x="771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067DF-723C-4DE2-B5E3-D54EFF46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303" y="5601928"/>
            <a:ext cx="14622" cy="21989"/>
          </a:xfrm>
          <a:custGeom xmlns:a="http://schemas.openxmlformats.org/drawingml/2006/main">
            <a:pathLst>
              <a:path w="14622" h="21989" fill="none">
                <a:moveTo>
                  <a:pt x="14622" y="0"/>
                </a:moveTo>
                <a:lnTo>
                  <a:pt x="0" y="21989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D090B-81A8-4023-B7B6-39D3DF9B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932" y="5642111"/>
            <a:ext cx="13506" cy="22771"/>
          </a:xfrm>
          <a:custGeom xmlns:a="http://schemas.openxmlformats.org/drawingml/2006/main">
            <a:pathLst>
              <a:path w="13506" h="22771" fill="none">
                <a:moveTo>
                  <a:pt x="13506" y="0"/>
                </a:moveTo>
                <a:lnTo>
                  <a:pt x="0" y="2277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4D942-125B-4AF9-AD9F-383F1271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681" y="5678835"/>
            <a:ext cx="12390" cy="23440"/>
          </a:xfrm>
          <a:custGeom xmlns:a="http://schemas.openxmlformats.org/drawingml/2006/main">
            <a:pathLst>
              <a:path w="12390" h="23440" fill="none">
                <a:moveTo>
                  <a:pt x="12390" y="0"/>
                </a:moveTo>
                <a:lnTo>
                  <a:pt x="0" y="2344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EE3A0-07C4-4A86-B95A-648C7653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25" y="5811441"/>
            <a:ext cx="6139" cy="39291"/>
          </a:xfrm>
          <a:custGeom xmlns:a="http://schemas.openxmlformats.org/drawingml/2006/main">
            <a:pathLst>
              <a:path w="6139" h="39291" fill="none">
                <a:moveTo>
                  <a:pt x="0" y="0"/>
                </a:moveTo>
                <a:lnTo>
                  <a:pt x="6139" y="3929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05D18-9A50-443A-A67D-C61AA973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060" y="5798158"/>
            <a:ext cx="8148" cy="38733"/>
          </a:xfrm>
          <a:custGeom xmlns:a="http://schemas.openxmlformats.org/drawingml/2006/main">
            <a:pathLst>
              <a:path w="8148" h="38733" fill="none">
                <a:moveTo>
                  <a:pt x="0" y="0"/>
                </a:moveTo>
                <a:lnTo>
                  <a:pt x="8148" y="3873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F839E-9780-4515-B541-CCF4163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502" y="5780856"/>
            <a:ext cx="10158" cy="38286"/>
          </a:xfrm>
          <a:custGeom xmlns:a="http://schemas.openxmlformats.org/drawingml/2006/main">
            <a:pathLst>
              <a:path w="10158" h="38286" fill="none">
                <a:moveTo>
                  <a:pt x="0" y="0"/>
                </a:moveTo>
                <a:lnTo>
                  <a:pt x="10158" y="38286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3290F-424B-4B6D-A6B5-B6B3BC34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939" y="5759760"/>
            <a:ext cx="12167" cy="37728"/>
          </a:xfrm>
          <a:custGeom xmlns:a="http://schemas.openxmlformats.org/drawingml/2006/main">
            <a:pathLst>
              <a:path w="12167" h="37728" fill="none">
                <a:moveTo>
                  <a:pt x="0" y="0"/>
                </a:moveTo>
                <a:lnTo>
                  <a:pt x="12167" y="37728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A9CBC9-26FF-4071-BCD6-4BDD8AD8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826" y="4023382"/>
            <a:ext cx="76126" cy="22213"/>
          </a:xfrm>
          <a:custGeom xmlns:a="http://schemas.openxmlformats.org/drawingml/2006/main">
            <a:pathLst>
              <a:path w="76126" h="22213" fill="none">
                <a:moveTo>
                  <a:pt x="0" y="22213"/>
                </a:moveTo>
                <a:lnTo>
                  <a:pt x="76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AEE31-B76B-4EE1-B9E0-D00E6CC0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836" y="3950494"/>
            <a:ext cx="74786" cy="26231"/>
          </a:xfrm>
          <a:custGeom xmlns:a="http://schemas.openxmlformats.org/drawingml/2006/main">
            <a:pathLst>
              <a:path w="74786" h="26231" fill="none">
                <a:moveTo>
                  <a:pt x="0" y="26231"/>
                </a:moveTo>
                <a:lnTo>
                  <a:pt x="747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6E286-E451-439F-882F-ACC2A98A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052" y="3878833"/>
            <a:ext cx="73223" cy="30249"/>
          </a:xfrm>
          <a:custGeom xmlns:a="http://schemas.openxmlformats.org/drawingml/2006/main">
            <a:pathLst>
              <a:path w="73223" h="30249" fill="none">
                <a:moveTo>
                  <a:pt x="0" y="30249"/>
                </a:moveTo>
                <a:lnTo>
                  <a:pt x="73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D1084-8651-4E3E-8C34-9C8AEEBE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695" y="3808847"/>
            <a:ext cx="71549" cy="34044"/>
          </a:xfrm>
          <a:custGeom xmlns:a="http://schemas.openxmlformats.org/drawingml/2006/main">
            <a:pathLst>
              <a:path w="71549" h="34044" fill="none">
                <a:moveTo>
                  <a:pt x="0" y="34044"/>
                </a:moveTo>
                <a:lnTo>
                  <a:pt x="715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CD188-283A-4B7B-800F-9C557DEF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990" y="3740534"/>
            <a:ext cx="69652" cy="37840"/>
          </a:xfrm>
          <a:custGeom xmlns:a="http://schemas.openxmlformats.org/drawingml/2006/main">
            <a:pathLst>
              <a:path w="69652" h="37840" fill="none">
                <a:moveTo>
                  <a:pt x="0" y="37840"/>
                </a:moveTo>
                <a:lnTo>
                  <a:pt x="696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86B7A-C040-423B-8E6B-DE6C6E3A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25" y="3674232"/>
            <a:ext cx="67531" cy="41411"/>
          </a:xfrm>
          <a:custGeom xmlns:a="http://schemas.openxmlformats.org/drawingml/2006/main">
            <a:pathLst>
              <a:path w="67531" h="41411" fill="none">
                <a:moveTo>
                  <a:pt x="0" y="41411"/>
                </a:moveTo>
                <a:lnTo>
                  <a:pt x="675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B729E8-1630-40C8-956C-7829C869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311" y="3610049"/>
            <a:ext cx="65298" cy="44983"/>
          </a:xfrm>
          <a:custGeom xmlns:a="http://schemas.openxmlformats.org/drawingml/2006/main">
            <a:pathLst>
              <a:path w="65298" h="44983" fill="none">
                <a:moveTo>
                  <a:pt x="0" y="44983"/>
                </a:moveTo>
                <a:lnTo>
                  <a:pt x="65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17EAD9-AA8E-4B09-B7FD-0648DE88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551" y="4612295"/>
            <a:ext cx="13171" cy="1674"/>
          </a:xfrm>
          <a:custGeom xmlns:a="http://schemas.openxmlformats.org/drawingml/2006/main">
            <a:pathLst>
              <a:path w="13171" h="1674" fill="none">
                <a:moveTo>
                  <a:pt x="13171" y="0"/>
                </a:moveTo>
                <a:lnTo>
                  <a:pt x="0" y="167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4E2BE-19B9-416C-BD40-3E9AEF2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494" y="4687193"/>
            <a:ext cx="12948" cy="2456"/>
          </a:xfrm>
          <a:custGeom xmlns:a="http://schemas.openxmlformats.org/drawingml/2006/main">
            <a:pathLst>
              <a:path w="12948" h="2456" fill="none">
                <a:moveTo>
                  <a:pt x="12948" y="0"/>
                </a:moveTo>
                <a:lnTo>
                  <a:pt x="0" y="2456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6FC2B-CE01-41B0-A583-9F09F587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149" y="5734980"/>
            <a:ext cx="14176" cy="37058"/>
          </a:xfrm>
          <a:custGeom xmlns:a="http://schemas.openxmlformats.org/drawingml/2006/main">
            <a:pathLst>
              <a:path w="14176" h="37058" fill="none">
                <a:moveTo>
                  <a:pt x="0" y="0"/>
                </a:moveTo>
                <a:lnTo>
                  <a:pt x="14176" y="37058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A0C75-36E9-48C8-A414-7F6A84F0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908" y="5706517"/>
            <a:ext cx="16185" cy="36165"/>
          </a:xfrm>
          <a:custGeom xmlns:a="http://schemas.openxmlformats.org/drawingml/2006/main">
            <a:pathLst>
              <a:path w="16185" h="36165" fill="none">
                <a:moveTo>
                  <a:pt x="0" y="0"/>
                </a:moveTo>
                <a:lnTo>
                  <a:pt x="16185" y="3616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79A1F-D1EC-433E-BD9F-41850354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104" y="5674370"/>
            <a:ext cx="17971" cy="35272"/>
          </a:xfrm>
          <a:custGeom xmlns:a="http://schemas.openxmlformats.org/drawingml/2006/main">
            <a:pathLst>
              <a:path w="17971" h="35272" fill="none">
                <a:moveTo>
                  <a:pt x="0" y="0"/>
                </a:moveTo>
                <a:lnTo>
                  <a:pt x="17971" y="3527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6D614-AA55-465E-B3DB-D9DBAFB8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514" y="5638651"/>
            <a:ext cx="19869" cy="34268"/>
          </a:xfrm>
          <a:custGeom xmlns:a="http://schemas.openxmlformats.org/drawingml/2006/main">
            <a:pathLst>
              <a:path w="19869" h="34268" fill="none">
                <a:moveTo>
                  <a:pt x="0" y="0"/>
                </a:moveTo>
                <a:lnTo>
                  <a:pt x="19869" y="34268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CA5D8-8050-4C24-8795-FB32B1AB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890" y="3935313"/>
            <a:ext cx="1093329" cy="397036"/>
          </a:xfrm>
          <a:custGeom xmlns:a="http://schemas.openxmlformats.org/drawingml/2006/main">
            <a:pathLst>
              <a:path w="1093329" h="397036" fill="none">
                <a:moveTo>
                  <a:pt x="1093329" y="397036"/>
                </a:moveTo>
                <a:lnTo>
                  <a:pt x="937059" y="340221"/>
                </a:lnTo>
                <a:lnTo>
                  <a:pt x="780901" y="283629"/>
                </a:lnTo>
                <a:lnTo>
                  <a:pt x="624632" y="226814"/>
                </a:lnTo>
                <a:lnTo>
                  <a:pt x="468474" y="170222"/>
                </a:lnTo>
                <a:lnTo>
                  <a:pt x="312427" y="113407"/>
                </a:lnTo>
                <a:lnTo>
                  <a:pt x="156158" y="5670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E3A8B-ED12-46F5-9767-774AACEC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456" y="4761421"/>
            <a:ext cx="12948" cy="3014"/>
          </a:xfrm>
          <a:custGeom xmlns:a="http://schemas.openxmlformats.org/drawingml/2006/main">
            <a:pathLst>
              <a:path w="12948" h="3014" fill="none">
                <a:moveTo>
                  <a:pt x="12948" y="0"/>
                </a:moveTo>
                <a:lnTo>
                  <a:pt x="0" y="301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96DEF-B64C-4CF1-90C1-30F14551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324" y="4834644"/>
            <a:ext cx="12725" cy="3795"/>
          </a:xfrm>
          <a:custGeom xmlns:a="http://schemas.openxmlformats.org/drawingml/2006/main">
            <a:pathLst>
              <a:path w="12725" h="3795" fill="none">
                <a:moveTo>
                  <a:pt x="12725" y="0"/>
                </a:moveTo>
                <a:lnTo>
                  <a:pt x="0" y="379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798C50-0232-4F4E-A514-17D32BF9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9" y="4007979"/>
            <a:ext cx="1112751" cy="338324"/>
          </a:xfrm>
          <a:custGeom xmlns:a="http://schemas.openxmlformats.org/drawingml/2006/main">
            <a:pathLst>
              <a:path w="1112751" h="338324" fill="none">
                <a:moveTo>
                  <a:pt x="1112751" y="338324"/>
                </a:moveTo>
                <a:lnTo>
                  <a:pt x="794854" y="241660"/>
                </a:lnTo>
                <a:lnTo>
                  <a:pt x="635905" y="193439"/>
                </a:lnTo>
                <a:lnTo>
                  <a:pt x="476845" y="144996"/>
                </a:lnTo>
                <a:lnTo>
                  <a:pt x="318008" y="96664"/>
                </a:lnTo>
                <a:lnTo>
                  <a:pt x="158948" y="4833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5446E-F1B2-46F1-9E34-75B905DE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100" y="4906752"/>
            <a:ext cx="12613" cy="4353"/>
          </a:xfrm>
          <a:custGeom xmlns:a="http://schemas.openxmlformats.org/drawingml/2006/main">
            <a:pathLst>
              <a:path w="12613" h="4353" fill="none">
                <a:moveTo>
                  <a:pt x="12613" y="0"/>
                </a:moveTo>
                <a:lnTo>
                  <a:pt x="0" y="435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FAC37-C4F8-40EC-829D-39E8727A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782" y="4977408"/>
            <a:ext cx="12167" cy="5246"/>
          </a:xfrm>
          <a:custGeom xmlns:a="http://schemas.openxmlformats.org/drawingml/2006/main">
            <a:pathLst>
              <a:path w="12167" h="5246" fill="none">
                <a:moveTo>
                  <a:pt x="12167" y="0"/>
                </a:moveTo>
                <a:lnTo>
                  <a:pt x="0" y="5246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3FB10-232A-42CC-AFE0-2A0A4A25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440" y="5711986"/>
            <a:ext cx="11050" cy="24110"/>
          </a:xfrm>
          <a:custGeom xmlns:a="http://schemas.openxmlformats.org/drawingml/2006/main">
            <a:pathLst>
              <a:path w="11050" h="24110" fill="none">
                <a:moveTo>
                  <a:pt x="11050" y="0"/>
                </a:moveTo>
                <a:lnTo>
                  <a:pt x="0" y="2411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10276-E3C2-4BCE-8F2A-C09D7C41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873" y="5741566"/>
            <a:ext cx="9711" cy="24557"/>
          </a:xfrm>
          <a:custGeom xmlns:a="http://schemas.openxmlformats.org/drawingml/2006/main">
            <a:pathLst>
              <a:path w="9711" h="24557" fill="none">
                <a:moveTo>
                  <a:pt x="9711" y="0"/>
                </a:moveTo>
                <a:lnTo>
                  <a:pt x="0" y="24557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8E2B4-297F-4569-B805-E3E0CFDC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757" y="5767462"/>
            <a:ext cx="8372" cy="25003"/>
          </a:xfrm>
          <a:custGeom xmlns:a="http://schemas.openxmlformats.org/drawingml/2006/main">
            <a:pathLst>
              <a:path w="8372" h="25003" fill="none">
                <a:moveTo>
                  <a:pt x="8372" y="0"/>
                </a:moveTo>
                <a:lnTo>
                  <a:pt x="0" y="2500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91B30-8F58-44D9-B97C-299480EE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042" y="5348213"/>
            <a:ext cx="39514" cy="35161"/>
          </a:xfrm>
          <a:custGeom xmlns:a="http://schemas.openxmlformats.org/drawingml/2006/main">
            <a:pathLst>
              <a:path w="39514" h="35161" fill="none">
                <a:moveTo>
                  <a:pt x="0" y="0"/>
                </a:moveTo>
                <a:lnTo>
                  <a:pt x="39514" y="3516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3AC2C-B977-4838-AE71-028ABF91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481" y="5291844"/>
            <a:ext cx="41300" cy="32817"/>
          </a:xfrm>
          <a:custGeom xmlns:a="http://schemas.openxmlformats.org/drawingml/2006/main">
            <a:pathLst>
              <a:path w="41300" h="32817" fill="none">
                <a:moveTo>
                  <a:pt x="0" y="0"/>
                </a:moveTo>
                <a:lnTo>
                  <a:pt x="41300" y="32817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6D588-B8F1-453A-89EF-1F1B4E98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9906" y="5232908"/>
            <a:ext cx="43086" cy="30696"/>
          </a:xfrm>
          <a:custGeom xmlns:a="http://schemas.openxmlformats.org/drawingml/2006/main">
            <a:pathLst>
              <a:path w="43086" h="30696" fill="none">
                <a:moveTo>
                  <a:pt x="0" y="0"/>
                </a:moveTo>
                <a:lnTo>
                  <a:pt x="43086" y="30696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425355-3C8F-408C-8A20-5C350DEB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094" y="5171740"/>
            <a:ext cx="44537" cy="28352"/>
          </a:xfrm>
          <a:custGeom xmlns:a="http://schemas.openxmlformats.org/drawingml/2006/main">
            <a:pathLst>
              <a:path w="44537" h="28352" fill="none">
                <a:moveTo>
                  <a:pt x="0" y="0"/>
                </a:moveTo>
                <a:lnTo>
                  <a:pt x="44537" y="2835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5FC62-00EC-4BE5-937A-A7BBA9C9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045" y="5108563"/>
            <a:ext cx="46100" cy="25896"/>
          </a:xfrm>
          <a:custGeom xmlns:a="http://schemas.openxmlformats.org/drawingml/2006/main">
            <a:pathLst>
              <a:path w="46100" h="25896" fill="none">
                <a:moveTo>
                  <a:pt x="0" y="0"/>
                </a:moveTo>
                <a:lnTo>
                  <a:pt x="46100" y="25896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34D071-C0AF-4824-AD10-771B1DEC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242" y="4081760"/>
            <a:ext cx="1129382" cy="278718"/>
          </a:xfrm>
          <a:custGeom xmlns:a="http://schemas.openxmlformats.org/drawingml/2006/main">
            <a:pathLst>
              <a:path w="1129382" h="278718" fill="none">
                <a:moveTo>
                  <a:pt x="1129382" y="278718"/>
                </a:moveTo>
                <a:lnTo>
                  <a:pt x="967978" y="238981"/>
                </a:lnTo>
                <a:lnTo>
                  <a:pt x="484101" y="119435"/>
                </a:lnTo>
                <a:lnTo>
                  <a:pt x="322808" y="79697"/>
                </a:lnTo>
                <a:lnTo>
                  <a:pt x="161516" y="3984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E1FA4-F9F2-4FE7-8455-D42E6369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945" y="4156658"/>
            <a:ext cx="1142442" cy="218331"/>
          </a:xfrm>
          <a:custGeom xmlns:a="http://schemas.openxmlformats.org/drawingml/2006/main">
            <a:pathLst>
              <a:path w="1142442" h="218331" fill="none">
                <a:moveTo>
                  <a:pt x="1142442" y="218331"/>
                </a:moveTo>
                <a:lnTo>
                  <a:pt x="816062" y="155823"/>
                </a:lnTo>
                <a:lnTo>
                  <a:pt x="489682" y="93538"/>
                </a:lnTo>
                <a:lnTo>
                  <a:pt x="326380" y="62396"/>
                </a:lnTo>
                <a:lnTo>
                  <a:pt x="163190" y="3114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57C88-B78C-4D3B-AAFA-12D818D7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667" y="4232114"/>
            <a:ext cx="1152265" cy="157386"/>
          </a:xfrm>
          <a:custGeom xmlns:a="http://schemas.openxmlformats.org/drawingml/2006/main">
            <a:pathLst>
              <a:path w="1152265" h="157386" fill="none">
                <a:moveTo>
                  <a:pt x="1152265" y="157386"/>
                </a:moveTo>
                <a:lnTo>
                  <a:pt x="987735" y="134838"/>
                </a:lnTo>
                <a:lnTo>
                  <a:pt x="823094" y="112402"/>
                </a:lnTo>
                <a:lnTo>
                  <a:pt x="658453" y="89855"/>
                </a:lnTo>
                <a:lnTo>
                  <a:pt x="493923" y="67531"/>
                </a:lnTo>
                <a:lnTo>
                  <a:pt x="329171" y="44983"/>
                </a:lnTo>
                <a:lnTo>
                  <a:pt x="164529" y="2254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21EDF-2000-49EA-9559-2DF58DB7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259" y="5046613"/>
            <a:ext cx="11832" cy="5804"/>
          </a:xfrm>
          <a:custGeom xmlns:a="http://schemas.openxmlformats.org/drawingml/2006/main">
            <a:pathLst>
              <a:path w="11832" h="5804" fill="none">
                <a:moveTo>
                  <a:pt x="11832" y="0"/>
                </a:moveTo>
                <a:lnTo>
                  <a:pt x="0" y="580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28B86-9203-4E4C-8751-EA58B018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196" y="5114032"/>
            <a:ext cx="11720" cy="6474"/>
          </a:xfrm>
          <a:custGeom xmlns:a="http://schemas.openxmlformats.org/drawingml/2006/main">
            <a:pathLst>
              <a:path w="11720" h="6474" fill="none">
                <a:moveTo>
                  <a:pt x="11720" y="0"/>
                </a:moveTo>
                <a:lnTo>
                  <a:pt x="0" y="647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441BE-A0F0-4334-AF53-3DB66383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817" y="5179665"/>
            <a:ext cx="11274" cy="6921"/>
          </a:xfrm>
          <a:custGeom xmlns:a="http://schemas.openxmlformats.org/drawingml/2006/main">
            <a:pathLst>
              <a:path w="11274" h="6921" fill="none">
                <a:moveTo>
                  <a:pt x="11274" y="0"/>
                </a:moveTo>
                <a:lnTo>
                  <a:pt x="0" y="692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324C9-5804-45FA-8574-8E1FC7C8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898" y="5243066"/>
            <a:ext cx="10827" cy="7479"/>
          </a:xfrm>
          <a:custGeom xmlns:a="http://schemas.openxmlformats.org/drawingml/2006/main">
            <a:pathLst>
              <a:path w="10827" h="7479" fill="none">
                <a:moveTo>
                  <a:pt x="10827" y="0"/>
                </a:moveTo>
                <a:lnTo>
                  <a:pt x="0" y="7479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16158-BAEA-43D9-AA96-FD6C51E0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51" y="3535598"/>
            <a:ext cx="41411" cy="32705"/>
          </a:xfrm>
          <a:custGeom xmlns:a="http://schemas.openxmlformats.org/drawingml/2006/main">
            <a:pathLst>
              <a:path w="41411" h="32705" fill="none">
                <a:moveTo>
                  <a:pt x="41411" y="327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93909B-30B4-47A4-9B65-CE47491D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475" y="3596990"/>
            <a:ext cx="43309" cy="30361"/>
          </a:xfrm>
          <a:custGeom xmlns:a="http://schemas.openxmlformats.org/drawingml/2006/main">
            <a:pathLst>
              <a:path w="43309" h="30361" fill="none">
                <a:moveTo>
                  <a:pt x="43309" y="303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0C597-3517-472B-BDA9-F478BCDA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171" y="3660725"/>
            <a:ext cx="44760" cy="28129"/>
          </a:xfrm>
          <a:custGeom xmlns:a="http://schemas.openxmlformats.org/drawingml/2006/main">
            <a:pathLst>
              <a:path w="44760" h="28129" fill="none">
                <a:moveTo>
                  <a:pt x="44760" y="281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D99DA-9E8D-439A-8AB6-5552D6FF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215" y="3726582"/>
            <a:ext cx="46100" cy="25673"/>
          </a:xfrm>
          <a:custGeom xmlns:a="http://schemas.openxmlformats.org/drawingml/2006/main">
            <a:pathLst>
              <a:path w="46100" h="25673" fill="none">
                <a:moveTo>
                  <a:pt x="46100" y="256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216F9-0337-4E11-91CE-BDEFE713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719" y="3794447"/>
            <a:ext cx="47439" cy="23217"/>
          </a:xfrm>
          <a:custGeom xmlns:a="http://schemas.openxmlformats.org/drawingml/2006/main">
            <a:pathLst>
              <a:path w="47439" h="23217" fill="none">
                <a:moveTo>
                  <a:pt x="47439" y="232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B22EA-19F0-475C-9C0F-B6418B1E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825" y="3148050"/>
            <a:ext cx="18306" cy="35272"/>
          </a:xfrm>
          <a:custGeom xmlns:a="http://schemas.openxmlformats.org/drawingml/2006/main">
            <a:pathLst>
              <a:path w="18306" h="35272" fill="none">
                <a:moveTo>
                  <a:pt x="18306" y="352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B7E8D-3257-4FCE-B4D0-4F072AD2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852" y="3185108"/>
            <a:ext cx="20092" cy="34156"/>
          </a:xfrm>
          <a:custGeom xmlns:a="http://schemas.openxmlformats.org/drawingml/2006/main">
            <a:pathLst>
              <a:path w="20092" h="34156" fill="none">
                <a:moveTo>
                  <a:pt x="20092" y="34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8A4B5-67DA-4EB2-AD95-A69A1F6C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889" y="3225626"/>
            <a:ext cx="21878" cy="33040"/>
          </a:xfrm>
          <a:custGeom xmlns:a="http://schemas.openxmlformats.org/drawingml/2006/main">
            <a:pathLst>
              <a:path w="21878" h="33040" fill="none">
                <a:moveTo>
                  <a:pt x="21878" y="330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D6516-2055-48A7-9B02-03BA2DD8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158" y="3269605"/>
            <a:ext cx="23664" cy="31924"/>
          </a:xfrm>
          <a:custGeom xmlns:a="http://schemas.openxmlformats.org/drawingml/2006/main">
            <a:pathLst>
              <a:path w="23664" h="31924" fill="none">
                <a:moveTo>
                  <a:pt x="23664" y="319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B4A78-1F09-4FE7-9B99-A2FD3584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82" y="3316821"/>
            <a:ext cx="25338" cy="30584"/>
          </a:xfrm>
          <a:custGeom xmlns:a="http://schemas.openxmlformats.org/drawingml/2006/main">
            <a:pathLst>
              <a:path w="25338" h="30584" fill="none">
                <a:moveTo>
                  <a:pt x="25338" y="305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1CF15-1488-46C7-9744-53FBD748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174" y="3367162"/>
            <a:ext cx="26901" cy="29133"/>
          </a:xfrm>
          <a:custGeom xmlns:a="http://schemas.openxmlformats.org/drawingml/2006/main">
            <a:pathLst>
              <a:path w="26901" h="29133" fill="none">
                <a:moveTo>
                  <a:pt x="26901" y="291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863C2-F1C8-4224-81BE-65446F6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257" y="3420517"/>
            <a:ext cx="28352" cy="27794"/>
          </a:xfrm>
          <a:custGeom xmlns:a="http://schemas.openxmlformats.org/drawingml/2006/main">
            <a:pathLst>
              <a:path w="28352" h="27794" fill="none">
                <a:moveTo>
                  <a:pt x="28352" y="277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3E418-48F1-43FE-B21A-A1BC4327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241" y="3476662"/>
            <a:ext cx="29914" cy="26231"/>
          </a:xfrm>
          <a:custGeom xmlns:a="http://schemas.openxmlformats.org/drawingml/2006/main">
            <a:pathLst>
              <a:path w="29914" h="26231" fill="none">
                <a:moveTo>
                  <a:pt x="29914" y="262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F0F996-9E6E-4B11-B183-7DD8AF48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695" y="3114563"/>
            <a:ext cx="70879" cy="156604"/>
          </a:xfrm>
          <a:custGeom xmlns:a="http://schemas.openxmlformats.org/drawingml/2006/main">
            <a:pathLst>
              <a:path w="70879" h="156604" fill="none">
                <a:moveTo>
                  <a:pt x="70879" y="1566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4153B-232F-43A0-8DBE-2D8094FA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94" y="2988432"/>
            <a:ext cx="76684" cy="1438573"/>
          </a:xfrm>
          <a:custGeom xmlns:a="http://schemas.openxmlformats.org/drawingml/2006/main">
            <a:pathLst>
              <a:path w="76684" h="1438573" fill="none">
                <a:moveTo>
                  <a:pt x="76684" y="1438573"/>
                </a:moveTo>
                <a:lnTo>
                  <a:pt x="68089" y="1278731"/>
                </a:lnTo>
                <a:lnTo>
                  <a:pt x="42639" y="799207"/>
                </a:lnTo>
                <a:lnTo>
                  <a:pt x="34044" y="639254"/>
                </a:lnTo>
                <a:lnTo>
                  <a:pt x="25673" y="479413"/>
                </a:lnTo>
                <a:lnTo>
                  <a:pt x="17078" y="319683"/>
                </a:lnTo>
                <a:lnTo>
                  <a:pt x="8595" y="15984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BAB45-FA92-401E-B1BC-DA516733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682" y="3036875"/>
            <a:ext cx="6921" cy="25561"/>
          </a:xfrm>
          <a:custGeom xmlns:a="http://schemas.openxmlformats.org/drawingml/2006/main">
            <a:pathLst>
              <a:path w="6921" h="25561" fill="none">
                <a:moveTo>
                  <a:pt x="6921" y="255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8ECA5-A720-461E-9C73-17159FF6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235" y="3058976"/>
            <a:ext cx="8372" cy="25115"/>
          </a:xfrm>
          <a:custGeom xmlns:a="http://schemas.openxmlformats.org/drawingml/2006/main">
            <a:pathLst>
              <a:path w="8372" h="25115" fill="none">
                <a:moveTo>
                  <a:pt x="8372" y="251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69E1A-1231-4CD0-BFEE-B262C7E6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351" y="3084872"/>
            <a:ext cx="9488" cy="24668"/>
          </a:xfrm>
          <a:custGeom xmlns:a="http://schemas.openxmlformats.org/drawingml/2006/main">
            <a:pathLst>
              <a:path w="9488" h="24668" fill="none">
                <a:moveTo>
                  <a:pt x="9488" y="246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E665E-A11C-4C5C-8163-5D234EA2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254" y="3004617"/>
            <a:ext cx="8483" cy="52239"/>
          </a:xfrm>
          <a:custGeom xmlns:a="http://schemas.openxmlformats.org/drawingml/2006/main">
            <a:pathLst>
              <a:path w="8483" h="52239" fill="none">
                <a:moveTo>
                  <a:pt x="8483" y="522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94863-70F8-45DF-8EE4-76B0962A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022" y="3018681"/>
            <a:ext cx="11162" cy="51792"/>
          </a:xfrm>
          <a:custGeom xmlns:a="http://schemas.openxmlformats.org/drawingml/2006/main">
            <a:pathLst>
              <a:path w="11162" h="51792" fill="none">
                <a:moveTo>
                  <a:pt x="11162" y="5179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2071A-1766-4F36-B477-A7B9B026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157" y="2994459"/>
            <a:ext cx="152921" cy="1432545"/>
          </a:xfrm>
          <a:custGeom xmlns:a="http://schemas.openxmlformats.org/drawingml/2006/main">
            <a:pathLst>
              <a:path w="152921" h="1432545" fill="none">
                <a:moveTo>
                  <a:pt x="152921" y="1432545"/>
                </a:moveTo>
                <a:lnTo>
                  <a:pt x="135954" y="1273373"/>
                </a:lnTo>
                <a:lnTo>
                  <a:pt x="118876" y="1114202"/>
                </a:lnTo>
                <a:lnTo>
                  <a:pt x="84944" y="795858"/>
                </a:lnTo>
                <a:lnTo>
                  <a:pt x="67977" y="636798"/>
                </a:lnTo>
                <a:lnTo>
                  <a:pt x="51011" y="477515"/>
                </a:lnTo>
                <a:lnTo>
                  <a:pt x="33933" y="318343"/>
                </a:lnTo>
                <a:lnTo>
                  <a:pt x="16966" y="15928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E20AD-A0FE-4156-99FE-8FF9CEDA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74" y="4427004"/>
            <a:ext cx="129704" cy="245343"/>
          </a:xfrm>
          <a:custGeom xmlns:a="http://schemas.openxmlformats.org/drawingml/2006/main">
            <a:pathLst>
              <a:path w="129704" h="245343" fill="none">
                <a:moveTo>
                  <a:pt x="129704" y="0"/>
                </a:moveTo>
                <a:lnTo>
                  <a:pt x="0" y="24534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4A7D6-C7F1-444F-A576-60141EE6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178" y="4509157"/>
            <a:ext cx="1035174" cy="321022"/>
          </a:xfrm>
          <a:custGeom xmlns:a="http://schemas.openxmlformats.org/drawingml/2006/main">
            <a:pathLst>
              <a:path w="1035174" h="321022" fill="none">
                <a:moveTo>
                  <a:pt x="0" y="0"/>
                </a:moveTo>
                <a:lnTo>
                  <a:pt x="147786" y="45988"/>
                </a:lnTo>
                <a:lnTo>
                  <a:pt x="295796" y="91753"/>
                </a:lnTo>
                <a:lnTo>
                  <a:pt x="443582" y="137629"/>
                </a:lnTo>
                <a:lnTo>
                  <a:pt x="591592" y="183393"/>
                </a:lnTo>
                <a:lnTo>
                  <a:pt x="739378" y="229381"/>
                </a:lnTo>
                <a:lnTo>
                  <a:pt x="887276" y="275258"/>
                </a:lnTo>
                <a:lnTo>
                  <a:pt x="1035174" y="32102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C0009-ED77-4FAE-9DC1-B59C8019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03" y="4699471"/>
            <a:ext cx="213866" cy="1102816"/>
          </a:xfrm>
          <a:custGeom xmlns:a="http://schemas.openxmlformats.org/drawingml/2006/main">
            <a:pathLst>
              <a:path w="213866" h="1102816" fill="none">
                <a:moveTo>
                  <a:pt x="213866" y="0"/>
                </a:moveTo>
                <a:lnTo>
                  <a:pt x="183282" y="157609"/>
                </a:lnTo>
                <a:lnTo>
                  <a:pt x="152698" y="315106"/>
                </a:lnTo>
                <a:lnTo>
                  <a:pt x="122225" y="472715"/>
                </a:lnTo>
                <a:lnTo>
                  <a:pt x="91641" y="630324"/>
                </a:lnTo>
                <a:lnTo>
                  <a:pt x="61057" y="787822"/>
                </a:lnTo>
                <a:lnTo>
                  <a:pt x="30473" y="945431"/>
                </a:lnTo>
                <a:lnTo>
                  <a:pt x="0" y="1102816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4143B-E66F-48DA-8A17-5CE94C99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648" y="3395625"/>
            <a:ext cx="652872" cy="814722"/>
          </a:xfrm>
          <a:custGeom xmlns:a="http://schemas.openxmlformats.org/drawingml/2006/main">
            <a:pathLst>
              <a:path w="652872" h="814722" fill="none">
                <a:moveTo>
                  <a:pt x="0" y="814722"/>
                </a:moveTo>
                <a:lnTo>
                  <a:pt x="93204" y="698302"/>
                </a:lnTo>
                <a:lnTo>
                  <a:pt x="186519" y="581992"/>
                </a:lnTo>
                <a:lnTo>
                  <a:pt x="279722" y="465572"/>
                </a:lnTo>
                <a:lnTo>
                  <a:pt x="373149" y="349151"/>
                </a:lnTo>
                <a:lnTo>
                  <a:pt x="466353" y="232730"/>
                </a:lnTo>
                <a:lnTo>
                  <a:pt x="559557" y="116421"/>
                </a:lnTo>
                <a:lnTo>
                  <a:pt x="6528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13A0E-11EE-46F2-9D46-7B6FFCB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975" y="4609058"/>
            <a:ext cx="858478" cy="744959"/>
          </a:xfrm>
          <a:custGeom xmlns:a="http://schemas.openxmlformats.org/drawingml/2006/main">
            <a:pathLst>
              <a:path w="858478" h="744959" fill="none">
                <a:moveTo>
                  <a:pt x="858478" y="0"/>
                </a:moveTo>
                <a:lnTo>
                  <a:pt x="735918" y="106263"/>
                </a:lnTo>
                <a:lnTo>
                  <a:pt x="613135" y="212750"/>
                </a:lnTo>
                <a:lnTo>
                  <a:pt x="490463" y="319125"/>
                </a:lnTo>
                <a:lnTo>
                  <a:pt x="367903" y="425611"/>
                </a:lnTo>
                <a:lnTo>
                  <a:pt x="245232" y="532098"/>
                </a:lnTo>
                <a:lnTo>
                  <a:pt x="122672" y="638584"/>
                </a:lnTo>
                <a:lnTo>
                  <a:pt x="0" y="744959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7FBA7-6EA2-466D-B559-F0C5E6BE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710" y="4639866"/>
            <a:ext cx="729221" cy="871984"/>
          </a:xfrm>
          <a:custGeom xmlns:a="http://schemas.openxmlformats.org/drawingml/2006/main">
            <a:pathLst>
              <a:path w="729221" h="871984" fill="none">
                <a:moveTo>
                  <a:pt x="729221" y="0"/>
                </a:moveTo>
                <a:lnTo>
                  <a:pt x="625078" y="124681"/>
                </a:lnTo>
                <a:lnTo>
                  <a:pt x="520824" y="249138"/>
                </a:lnTo>
                <a:lnTo>
                  <a:pt x="416682" y="373819"/>
                </a:lnTo>
                <a:lnTo>
                  <a:pt x="312539" y="498277"/>
                </a:lnTo>
                <a:lnTo>
                  <a:pt x="104254" y="747415"/>
                </a:lnTo>
                <a:lnTo>
                  <a:pt x="0" y="87198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46951-631B-434C-AF7D-69315A0C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88" y="4347307"/>
            <a:ext cx="1148135" cy="64182"/>
          </a:xfrm>
          <a:custGeom xmlns:a="http://schemas.openxmlformats.org/drawingml/2006/main">
            <a:pathLst>
              <a:path w="1148135" h="64182" fill="none">
                <a:moveTo>
                  <a:pt x="1148135" y="64182"/>
                </a:moveTo>
                <a:lnTo>
                  <a:pt x="984052" y="55029"/>
                </a:lnTo>
                <a:lnTo>
                  <a:pt x="820080" y="45765"/>
                </a:lnTo>
                <a:lnTo>
                  <a:pt x="492137" y="27459"/>
                </a:lnTo>
                <a:lnTo>
                  <a:pt x="328054" y="18194"/>
                </a:lnTo>
                <a:lnTo>
                  <a:pt x="164083" y="915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388AE-A171-4196-940E-8F541B21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769" y="4641875"/>
            <a:ext cx="702766" cy="859482"/>
          </a:xfrm>
          <a:custGeom xmlns:a="http://schemas.openxmlformats.org/drawingml/2006/main">
            <a:pathLst>
              <a:path w="702766" h="859482" fill="none">
                <a:moveTo>
                  <a:pt x="0" y="0"/>
                </a:moveTo>
                <a:lnTo>
                  <a:pt x="100347" y="122783"/>
                </a:lnTo>
                <a:lnTo>
                  <a:pt x="301265" y="368350"/>
                </a:lnTo>
                <a:lnTo>
                  <a:pt x="401501" y="491133"/>
                </a:lnTo>
                <a:lnTo>
                  <a:pt x="602419" y="736699"/>
                </a:lnTo>
                <a:lnTo>
                  <a:pt x="702766" y="85948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3F5498-687F-4F81-82F2-0FCCD07C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82" y="4704494"/>
            <a:ext cx="23664" cy="1123243"/>
          </a:xfrm>
          <a:custGeom xmlns:a="http://schemas.openxmlformats.org/drawingml/2006/main">
            <a:pathLst>
              <a:path w="23664" h="1123243" fill="none">
                <a:moveTo>
                  <a:pt x="0" y="0"/>
                </a:moveTo>
                <a:lnTo>
                  <a:pt x="3349" y="160511"/>
                </a:lnTo>
                <a:lnTo>
                  <a:pt x="6697" y="320911"/>
                </a:lnTo>
                <a:lnTo>
                  <a:pt x="10046" y="481422"/>
                </a:lnTo>
                <a:lnTo>
                  <a:pt x="13506" y="641821"/>
                </a:lnTo>
                <a:lnTo>
                  <a:pt x="16966" y="802332"/>
                </a:lnTo>
                <a:lnTo>
                  <a:pt x="20315" y="962732"/>
                </a:lnTo>
                <a:lnTo>
                  <a:pt x="23664" y="112324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1140B-2045-4DE6-B62D-A9DBD074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453" y="4440957"/>
            <a:ext cx="1148358" cy="58043"/>
          </a:xfrm>
          <a:custGeom xmlns:a="http://schemas.openxmlformats.org/drawingml/2006/main">
            <a:pathLst>
              <a:path w="1148358" h="58043" fill="none">
                <a:moveTo>
                  <a:pt x="1148358" y="0"/>
                </a:moveTo>
                <a:lnTo>
                  <a:pt x="984275" y="8260"/>
                </a:lnTo>
                <a:lnTo>
                  <a:pt x="820192" y="16632"/>
                </a:lnTo>
                <a:lnTo>
                  <a:pt x="656109" y="24892"/>
                </a:lnTo>
                <a:lnTo>
                  <a:pt x="492137" y="33040"/>
                </a:lnTo>
                <a:lnTo>
                  <a:pt x="328054" y="41411"/>
                </a:lnTo>
                <a:lnTo>
                  <a:pt x="163971" y="49671"/>
                </a:lnTo>
                <a:lnTo>
                  <a:pt x="0" y="5804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71E9F-A757-4746-AC66-33932496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786" y="4329894"/>
            <a:ext cx="1081162" cy="77242"/>
          </a:xfrm>
          <a:custGeom xmlns:a="http://schemas.openxmlformats.org/drawingml/2006/main">
            <a:pathLst>
              <a:path w="1081162" h="77242" fill="none">
                <a:moveTo>
                  <a:pt x="0" y="77242"/>
                </a:moveTo>
                <a:lnTo>
                  <a:pt x="154484" y="66303"/>
                </a:lnTo>
                <a:lnTo>
                  <a:pt x="308967" y="55252"/>
                </a:lnTo>
                <a:lnTo>
                  <a:pt x="463339" y="44202"/>
                </a:lnTo>
                <a:lnTo>
                  <a:pt x="772306" y="22101"/>
                </a:lnTo>
                <a:lnTo>
                  <a:pt x="926678" y="11050"/>
                </a:lnTo>
                <a:lnTo>
                  <a:pt x="10811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C9FB7-0417-40D5-B281-198F2AF6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438" y="4665538"/>
            <a:ext cx="581546" cy="976573"/>
          </a:xfrm>
          <a:custGeom xmlns:a="http://schemas.openxmlformats.org/drawingml/2006/main">
            <a:pathLst>
              <a:path w="581546" h="976573" fill="none">
                <a:moveTo>
                  <a:pt x="581546" y="0"/>
                </a:moveTo>
                <a:lnTo>
                  <a:pt x="498611" y="139526"/>
                </a:lnTo>
                <a:lnTo>
                  <a:pt x="415454" y="278941"/>
                </a:lnTo>
                <a:lnTo>
                  <a:pt x="332296" y="418467"/>
                </a:lnTo>
                <a:lnTo>
                  <a:pt x="83158" y="837047"/>
                </a:lnTo>
                <a:lnTo>
                  <a:pt x="0" y="97657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B11E1-98C2-4659-9F51-3C58BEC5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260" y="4697016"/>
            <a:ext cx="260077" cy="1092882"/>
          </a:xfrm>
          <a:custGeom xmlns:a="http://schemas.openxmlformats.org/drawingml/2006/main">
            <a:pathLst>
              <a:path w="260077" h="1092882" fill="none">
                <a:moveTo>
                  <a:pt x="0" y="0"/>
                </a:moveTo>
                <a:lnTo>
                  <a:pt x="111509" y="468474"/>
                </a:lnTo>
                <a:lnTo>
                  <a:pt x="148679" y="624520"/>
                </a:lnTo>
                <a:lnTo>
                  <a:pt x="223019" y="936836"/>
                </a:lnTo>
                <a:lnTo>
                  <a:pt x="260077" y="109288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027F6A-3A73-4789-9003-0E630F5A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778" y="3842891"/>
            <a:ext cx="978917" cy="465013"/>
          </a:xfrm>
          <a:custGeom xmlns:a="http://schemas.openxmlformats.org/drawingml/2006/main">
            <a:pathLst>
              <a:path w="978917" h="465013" fill="none">
                <a:moveTo>
                  <a:pt x="0" y="465013"/>
                </a:moveTo>
                <a:lnTo>
                  <a:pt x="279722" y="332184"/>
                </a:lnTo>
                <a:lnTo>
                  <a:pt x="419472" y="265770"/>
                </a:lnTo>
                <a:lnTo>
                  <a:pt x="559445" y="199355"/>
                </a:lnTo>
                <a:lnTo>
                  <a:pt x="699306" y="132829"/>
                </a:lnTo>
                <a:lnTo>
                  <a:pt x="839056" y="66415"/>
                </a:lnTo>
                <a:lnTo>
                  <a:pt x="9789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D0F42-F354-4884-83D2-20D2908D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080" y="4470313"/>
            <a:ext cx="1135856" cy="179487"/>
          </a:xfrm>
          <a:custGeom xmlns:a="http://schemas.openxmlformats.org/drawingml/2006/main">
            <a:pathLst>
              <a:path w="1135856" h="179487" fill="none">
                <a:moveTo>
                  <a:pt x="1135856" y="0"/>
                </a:moveTo>
                <a:lnTo>
                  <a:pt x="973559" y="25673"/>
                </a:lnTo>
                <a:lnTo>
                  <a:pt x="811374" y="51234"/>
                </a:lnTo>
                <a:lnTo>
                  <a:pt x="486780" y="102580"/>
                </a:lnTo>
                <a:lnTo>
                  <a:pt x="324594" y="128253"/>
                </a:lnTo>
                <a:lnTo>
                  <a:pt x="162297" y="153814"/>
                </a:lnTo>
                <a:lnTo>
                  <a:pt x="0" y="179487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82674-9204-4C02-8131-4E562533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847" y="4677482"/>
            <a:ext cx="484882" cy="1013408"/>
          </a:xfrm>
          <a:custGeom xmlns:a="http://schemas.openxmlformats.org/drawingml/2006/main">
            <a:pathLst>
              <a:path w="484882" h="1013408" fill="none">
                <a:moveTo>
                  <a:pt x="0" y="0"/>
                </a:moveTo>
                <a:lnTo>
                  <a:pt x="69317" y="144661"/>
                </a:lnTo>
                <a:lnTo>
                  <a:pt x="138410" y="289433"/>
                </a:lnTo>
                <a:lnTo>
                  <a:pt x="277044" y="578979"/>
                </a:lnTo>
                <a:lnTo>
                  <a:pt x="346360" y="723863"/>
                </a:lnTo>
                <a:lnTo>
                  <a:pt x="415565" y="868524"/>
                </a:lnTo>
                <a:lnTo>
                  <a:pt x="484882" y="1013408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9EC816-4D8F-4F14-A60F-AE43C0E8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780" y="4499223"/>
            <a:ext cx="1110295" cy="298921"/>
          </a:xfrm>
          <a:custGeom xmlns:a="http://schemas.openxmlformats.org/drawingml/2006/main">
            <a:pathLst>
              <a:path w="1110295" h="298921" fill="none">
                <a:moveTo>
                  <a:pt x="1110295" y="0"/>
                </a:moveTo>
                <a:lnTo>
                  <a:pt x="951681" y="42639"/>
                </a:lnTo>
                <a:lnTo>
                  <a:pt x="792956" y="85390"/>
                </a:lnTo>
                <a:lnTo>
                  <a:pt x="634343" y="128029"/>
                </a:lnTo>
                <a:lnTo>
                  <a:pt x="475841" y="170780"/>
                </a:lnTo>
                <a:lnTo>
                  <a:pt x="317116" y="213420"/>
                </a:lnTo>
                <a:lnTo>
                  <a:pt x="158502" y="256170"/>
                </a:lnTo>
                <a:lnTo>
                  <a:pt x="0" y="29892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8B075A-C5F4-4B31-B9FF-E95F4C0A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884" y="4527240"/>
            <a:ext cx="1072344" cy="415119"/>
          </a:xfrm>
          <a:custGeom xmlns:a="http://schemas.openxmlformats.org/drawingml/2006/main">
            <a:pathLst>
              <a:path w="1072344" h="415119" fill="none">
                <a:moveTo>
                  <a:pt x="1072344" y="0"/>
                </a:moveTo>
                <a:lnTo>
                  <a:pt x="919088" y="59271"/>
                </a:lnTo>
                <a:lnTo>
                  <a:pt x="765944" y="118542"/>
                </a:lnTo>
                <a:lnTo>
                  <a:pt x="612688" y="177924"/>
                </a:lnTo>
                <a:lnTo>
                  <a:pt x="459432" y="237195"/>
                </a:lnTo>
                <a:lnTo>
                  <a:pt x="306400" y="296466"/>
                </a:lnTo>
                <a:lnTo>
                  <a:pt x="153144" y="355736"/>
                </a:lnTo>
                <a:lnTo>
                  <a:pt x="0" y="415119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467D0-BA51-4394-8E61-E0DB81BD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84" y="4685072"/>
            <a:ext cx="419137" cy="1056494"/>
          </a:xfrm>
          <a:custGeom xmlns:a="http://schemas.openxmlformats.org/drawingml/2006/main">
            <a:pathLst>
              <a:path w="419137" h="1056494" fill="none">
                <a:moveTo>
                  <a:pt x="419137" y="0"/>
                </a:moveTo>
                <a:lnTo>
                  <a:pt x="359197" y="150912"/>
                </a:lnTo>
                <a:lnTo>
                  <a:pt x="299368" y="301823"/>
                </a:lnTo>
                <a:lnTo>
                  <a:pt x="239539" y="452847"/>
                </a:lnTo>
                <a:lnTo>
                  <a:pt x="179598" y="603647"/>
                </a:lnTo>
                <a:lnTo>
                  <a:pt x="119769" y="754559"/>
                </a:lnTo>
                <a:lnTo>
                  <a:pt x="59829" y="905582"/>
                </a:lnTo>
                <a:lnTo>
                  <a:pt x="0" y="105649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068F8-700D-479E-BC02-0FE396D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999" y="4588185"/>
            <a:ext cx="903908" cy="644723"/>
          </a:xfrm>
          <a:custGeom xmlns:a="http://schemas.openxmlformats.org/drawingml/2006/main">
            <a:pathLst>
              <a:path w="903908" h="644723" fill="none">
                <a:moveTo>
                  <a:pt x="0" y="0"/>
                </a:moveTo>
                <a:lnTo>
                  <a:pt x="129146" y="92199"/>
                </a:lnTo>
                <a:lnTo>
                  <a:pt x="258180" y="184175"/>
                </a:lnTo>
                <a:lnTo>
                  <a:pt x="387437" y="276262"/>
                </a:lnTo>
                <a:lnTo>
                  <a:pt x="516471" y="368461"/>
                </a:lnTo>
                <a:lnTo>
                  <a:pt x="903908" y="64472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BD7EB3-7B8E-4EDB-95BA-0FF6CBB8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057" y="4554141"/>
            <a:ext cx="1022226" cy="526517"/>
          </a:xfrm>
          <a:custGeom xmlns:a="http://schemas.openxmlformats.org/drawingml/2006/main">
            <a:pathLst>
              <a:path w="1022226" h="526517" fill="none">
                <a:moveTo>
                  <a:pt x="1022226" y="0"/>
                </a:moveTo>
                <a:lnTo>
                  <a:pt x="876114" y="75233"/>
                </a:lnTo>
                <a:lnTo>
                  <a:pt x="730114" y="150354"/>
                </a:lnTo>
                <a:lnTo>
                  <a:pt x="584113" y="225698"/>
                </a:lnTo>
                <a:lnTo>
                  <a:pt x="438113" y="300819"/>
                </a:lnTo>
                <a:lnTo>
                  <a:pt x="292112" y="376051"/>
                </a:lnTo>
                <a:lnTo>
                  <a:pt x="146000" y="451172"/>
                </a:lnTo>
                <a:lnTo>
                  <a:pt x="0" y="526517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3E45A-690A-4655-A968-424FA809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629" y="4579590"/>
            <a:ext cx="960500" cy="631999"/>
          </a:xfrm>
          <a:custGeom xmlns:a="http://schemas.openxmlformats.org/drawingml/2006/main">
            <a:pathLst>
              <a:path w="960500" h="631999" fill="none">
                <a:moveTo>
                  <a:pt x="960500" y="0"/>
                </a:moveTo>
                <a:lnTo>
                  <a:pt x="823317" y="90301"/>
                </a:lnTo>
                <a:lnTo>
                  <a:pt x="686023" y="180603"/>
                </a:lnTo>
                <a:lnTo>
                  <a:pt x="548841" y="270793"/>
                </a:lnTo>
                <a:lnTo>
                  <a:pt x="411547" y="361206"/>
                </a:lnTo>
                <a:lnTo>
                  <a:pt x="274253" y="451396"/>
                </a:lnTo>
                <a:lnTo>
                  <a:pt x="137182" y="541697"/>
                </a:lnTo>
                <a:lnTo>
                  <a:pt x="0" y="631999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33B52E-4A01-45EE-83D4-CB49015A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383" y="3449203"/>
            <a:ext cx="808695" cy="977801"/>
          </a:xfrm>
          <a:custGeom xmlns:a="http://schemas.openxmlformats.org/drawingml/2006/main">
            <a:pathLst>
              <a:path w="808695" h="977801" fill="none">
                <a:moveTo>
                  <a:pt x="808695" y="977801"/>
                </a:moveTo>
                <a:lnTo>
                  <a:pt x="606437" y="733351"/>
                </a:lnTo>
                <a:lnTo>
                  <a:pt x="505420" y="611237"/>
                </a:lnTo>
                <a:lnTo>
                  <a:pt x="404292" y="489012"/>
                </a:lnTo>
                <a:lnTo>
                  <a:pt x="303275" y="366675"/>
                </a:lnTo>
                <a:lnTo>
                  <a:pt x="202257" y="244450"/>
                </a:lnTo>
                <a:lnTo>
                  <a:pt x="101017" y="1222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CB975-505F-4C03-9B3C-A41C243E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931" y="3688854"/>
            <a:ext cx="100682" cy="63289"/>
          </a:xfrm>
          <a:custGeom xmlns:a="http://schemas.openxmlformats.org/drawingml/2006/main">
            <a:pathLst>
              <a:path w="100682" h="63289" fill="none">
                <a:moveTo>
                  <a:pt x="100682" y="632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0381B-375F-4A9B-A625-9E0926D8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020" y="3238574"/>
            <a:ext cx="69986" cy="112179"/>
          </a:xfrm>
          <a:custGeom xmlns:a="http://schemas.openxmlformats.org/drawingml/2006/main">
            <a:pathLst>
              <a:path w="69986" h="112179" fill="none">
                <a:moveTo>
                  <a:pt x="69986" y="1121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C94EA-79BB-4CA7-BEBB-F2A628B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951" y="3421968"/>
            <a:ext cx="92199" cy="94766"/>
          </a:xfrm>
          <a:custGeom xmlns:a="http://schemas.openxmlformats.org/drawingml/2006/main">
            <a:pathLst>
              <a:path w="92199" h="94766" fill="none">
                <a:moveTo>
                  <a:pt x="92199" y="947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B8840-A78F-43A7-B29E-CF0BDCC2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185" y="3075831"/>
            <a:ext cx="316892" cy="1351173"/>
          </a:xfrm>
          <a:custGeom xmlns:a="http://schemas.openxmlformats.org/drawingml/2006/main">
            <a:pathLst>
              <a:path w="316892" h="1351173" fill="none">
                <a:moveTo>
                  <a:pt x="316892" y="1351173"/>
                </a:moveTo>
                <a:lnTo>
                  <a:pt x="246348" y="1050913"/>
                </a:lnTo>
                <a:lnTo>
                  <a:pt x="211299" y="900894"/>
                </a:lnTo>
                <a:lnTo>
                  <a:pt x="176026" y="750763"/>
                </a:lnTo>
                <a:lnTo>
                  <a:pt x="140754" y="600521"/>
                </a:lnTo>
                <a:lnTo>
                  <a:pt x="105705" y="450391"/>
                </a:lnTo>
                <a:lnTo>
                  <a:pt x="35161" y="1501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AC1C5-989B-4D66-B75C-7CA217B9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607" y="3084091"/>
            <a:ext cx="8260" cy="25115"/>
          </a:xfrm>
          <a:custGeom xmlns:a="http://schemas.openxmlformats.org/drawingml/2006/main">
            <a:pathLst>
              <a:path w="8260" h="25115" fill="none">
                <a:moveTo>
                  <a:pt x="8260" y="251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865837-3355-4BBE-8D29-EA4A8142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873" y="4830180"/>
            <a:ext cx="80479" cy="201364"/>
          </a:xfrm>
          <a:custGeom xmlns:a="http://schemas.openxmlformats.org/drawingml/2006/main">
            <a:pathLst>
              <a:path w="80479" h="201364" fill="none">
                <a:moveTo>
                  <a:pt x="80479" y="0"/>
                </a:moveTo>
                <a:lnTo>
                  <a:pt x="0" y="20136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DA447-EEDC-45B5-986B-0D7EF56D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122" y="4830180"/>
            <a:ext cx="50229" cy="135731"/>
          </a:xfrm>
          <a:custGeom xmlns:a="http://schemas.openxmlformats.org/drawingml/2006/main">
            <a:pathLst>
              <a:path w="50229" h="135731" fill="none">
                <a:moveTo>
                  <a:pt x="50229" y="0"/>
                </a:moveTo>
                <a:lnTo>
                  <a:pt x="0" y="13573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BABC6-60F7-4694-9CC6-E2A29D86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134" y="4830180"/>
            <a:ext cx="23217" cy="68535"/>
          </a:xfrm>
          <a:custGeom xmlns:a="http://schemas.openxmlformats.org/drawingml/2006/main">
            <a:pathLst>
              <a:path w="23217" h="68535" fill="none">
                <a:moveTo>
                  <a:pt x="23217" y="0"/>
                </a:moveTo>
                <a:lnTo>
                  <a:pt x="0" y="6853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7683FA-0AA7-43C9-A07F-B65D0630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352" y="4760528"/>
            <a:ext cx="19534" cy="69652"/>
          </a:xfrm>
          <a:custGeom xmlns:a="http://schemas.openxmlformats.org/drawingml/2006/main">
            <a:pathLst>
              <a:path w="19534" h="69652" fill="none">
                <a:moveTo>
                  <a:pt x="0" y="69652"/>
                </a:moveTo>
                <a:lnTo>
                  <a:pt x="195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46320-9908-4767-ADCA-B270153F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352" y="4689983"/>
            <a:ext cx="35496" cy="140196"/>
          </a:xfrm>
          <a:custGeom xmlns:a="http://schemas.openxmlformats.org/drawingml/2006/main">
            <a:pathLst>
              <a:path w="35496" h="140196" fill="none">
                <a:moveTo>
                  <a:pt x="0" y="140196"/>
                </a:moveTo>
                <a:lnTo>
                  <a:pt x="35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FBCF6-6341-4FFE-B803-F56BBEEB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352" y="4618658"/>
            <a:ext cx="47439" cy="211522"/>
          </a:xfrm>
          <a:custGeom xmlns:a="http://schemas.openxmlformats.org/drawingml/2006/main">
            <a:pathLst>
              <a:path w="47439" h="211522" fill="none">
                <a:moveTo>
                  <a:pt x="0" y="211522"/>
                </a:moveTo>
                <a:lnTo>
                  <a:pt x="47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EE7B8-21F8-42CD-8B11-AA46CA0D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584" y="5776838"/>
            <a:ext cx="108719" cy="25450"/>
          </a:xfrm>
          <a:custGeom xmlns:a="http://schemas.openxmlformats.org/drawingml/2006/main">
            <a:pathLst>
              <a:path w="108719" h="25450" fill="none">
                <a:moveTo>
                  <a:pt x="108719" y="25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4B281-7A93-4D8D-B1D7-7C8B2106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803" y="5794921"/>
            <a:ext cx="36500" cy="7367"/>
          </a:xfrm>
          <a:custGeom xmlns:a="http://schemas.openxmlformats.org/drawingml/2006/main">
            <a:pathLst>
              <a:path w="36500" h="7367" fill="none">
                <a:moveTo>
                  <a:pt x="36500" y="7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C1456-38DB-4D9C-B2A0-FDC057D0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03" y="5802288"/>
            <a:ext cx="36612" cy="6697"/>
          </a:xfrm>
          <a:custGeom xmlns:a="http://schemas.openxmlformats.org/drawingml/2006/main">
            <a:pathLst>
              <a:path w="36612" h="6697" fill="none">
                <a:moveTo>
                  <a:pt x="0" y="0"/>
                </a:moveTo>
                <a:lnTo>
                  <a:pt x="36612" y="6697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22BC8-A46D-4DF9-BF84-38F5BA05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03" y="5802288"/>
            <a:ext cx="110393" cy="16966"/>
          </a:xfrm>
          <a:custGeom xmlns:a="http://schemas.openxmlformats.org/drawingml/2006/main">
            <a:pathLst>
              <a:path w="110393" h="16966" fill="none">
                <a:moveTo>
                  <a:pt x="0" y="0"/>
                </a:moveTo>
                <a:lnTo>
                  <a:pt x="110393" y="16966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FF36A-9DFF-4215-8DFF-D994A8A4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520" y="3395625"/>
            <a:ext cx="220898" cy="225140"/>
          </a:xfrm>
          <a:custGeom xmlns:a="http://schemas.openxmlformats.org/drawingml/2006/main">
            <a:pathLst>
              <a:path w="220898" h="225140" fill="none">
                <a:moveTo>
                  <a:pt x="0" y="0"/>
                </a:moveTo>
                <a:lnTo>
                  <a:pt x="117202" y="105928"/>
                </a:lnTo>
                <a:lnTo>
                  <a:pt x="220898" y="22514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F6190-5CEA-430B-87ED-F1365572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520" y="3395625"/>
            <a:ext cx="176473" cy="170669"/>
          </a:xfrm>
          <a:custGeom xmlns:a="http://schemas.openxmlformats.org/drawingml/2006/main">
            <a:pathLst>
              <a:path w="176473" h="170669" fill="none">
                <a:moveTo>
                  <a:pt x="0" y="0"/>
                </a:moveTo>
                <a:lnTo>
                  <a:pt x="176473" y="170669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A289E-F345-4143-82D4-0FC4CFA6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520" y="3395625"/>
            <a:ext cx="129369" cy="118542"/>
          </a:xfrm>
          <a:custGeom xmlns:a="http://schemas.openxmlformats.org/drawingml/2006/main">
            <a:pathLst>
              <a:path w="129369" h="118542" fill="none">
                <a:moveTo>
                  <a:pt x="0" y="0"/>
                </a:moveTo>
                <a:lnTo>
                  <a:pt x="129369" y="11854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C01A5-EEBB-4920-9F67-A4E3717B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520" y="3395625"/>
            <a:ext cx="79474" cy="68982"/>
          </a:xfrm>
          <a:custGeom xmlns:a="http://schemas.openxmlformats.org/drawingml/2006/main">
            <a:pathLst>
              <a:path w="79474" h="68982" fill="none">
                <a:moveTo>
                  <a:pt x="0" y="0"/>
                </a:moveTo>
                <a:lnTo>
                  <a:pt x="79474" y="6898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3F33A-3982-4C05-A64D-8276F753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520" y="3395625"/>
            <a:ext cx="27124" cy="22324"/>
          </a:xfrm>
          <a:custGeom xmlns:a="http://schemas.openxmlformats.org/drawingml/2006/main">
            <a:pathLst>
              <a:path w="27124" h="22324" fill="none">
                <a:moveTo>
                  <a:pt x="0" y="0"/>
                </a:moveTo>
                <a:lnTo>
                  <a:pt x="27124" y="2232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CC3EA-15F0-4022-8E0C-E06DE142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838" y="3373971"/>
            <a:ext cx="27682" cy="21654"/>
          </a:xfrm>
          <a:custGeom xmlns:a="http://schemas.openxmlformats.org/drawingml/2006/main">
            <a:pathLst>
              <a:path w="27682" h="21654" fill="none">
                <a:moveTo>
                  <a:pt x="27682" y="216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D3FEE-6322-49D2-9530-25BEBF7B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688" y="3333006"/>
            <a:ext cx="84832" cy="62619"/>
          </a:xfrm>
          <a:custGeom xmlns:a="http://schemas.openxmlformats.org/drawingml/2006/main">
            <a:pathLst>
              <a:path w="84832" h="62619" fill="none">
                <a:moveTo>
                  <a:pt x="84832" y="626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C3499-E1B7-4D09-A76E-AC795230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529" y="3295166"/>
            <a:ext cx="143991" cy="100459"/>
          </a:xfrm>
          <a:custGeom xmlns:a="http://schemas.openxmlformats.org/drawingml/2006/main">
            <a:pathLst>
              <a:path w="143991" h="100459" fill="none">
                <a:moveTo>
                  <a:pt x="143991" y="1004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072D3-A35F-40AA-8451-98F50173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472" y="3260452"/>
            <a:ext cx="205048" cy="135173"/>
          </a:xfrm>
          <a:custGeom xmlns:a="http://schemas.openxmlformats.org/drawingml/2006/main">
            <a:pathLst>
              <a:path w="205048" h="135173" fill="none">
                <a:moveTo>
                  <a:pt x="205048" y="1351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9D68A-BAFD-4F9D-AB5B-852C7C96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29" y="3229087"/>
            <a:ext cx="267891" cy="166539"/>
          </a:xfrm>
          <a:custGeom xmlns:a="http://schemas.openxmlformats.org/drawingml/2006/main">
            <a:pathLst>
              <a:path w="267891" h="166539" fill="none">
                <a:moveTo>
                  <a:pt x="267891" y="166539"/>
                </a:moveTo>
                <a:lnTo>
                  <a:pt x="138968" y="7523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AA85B-8FD9-431E-A1FF-EDB49365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549" y="4318508"/>
            <a:ext cx="131825" cy="353839"/>
          </a:xfrm>
          <a:custGeom xmlns:a="http://schemas.openxmlformats.org/drawingml/2006/main">
            <a:pathLst>
              <a:path w="131825" h="353839" fill="none">
                <a:moveTo>
                  <a:pt x="131825" y="353839"/>
                </a:moveTo>
                <a:lnTo>
                  <a:pt x="0" y="201476"/>
                </a:lnTo>
                <a:lnTo>
                  <a:pt x="60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8DF17-A0E6-4712-9D9D-3F55594E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201" y="5295974"/>
            <a:ext cx="47774" cy="58043"/>
          </a:xfrm>
          <a:custGeom xmlns:a="http://schemas.openxmlformats.org/drawingml/2006/main">
            <a:pathLst>
              <a:path w="47774" h="58043" fill="none">
                <a:moveTo>
                  <a:pt x="47774" y="580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07411-7572-4007-9B2A-EAC7C665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975" y="5354017"/>
            <a:ext cx="50676" cy="55364"/>
          </a:xfrm>
          <a:custGeom xmlns:a="http://schemas.openxmlformats.org/drawingml/2006/main">
            <a:pathLst>
              <a:path w="50676" h="55364" fill="none">
                <a:moveTo>
                  <a:pt x="0" y="0"/>
                </a:moveTo>
                <a:lnTo>
                  <a:pt x="50676" y="5536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44F2F-5FB2-4981-A4F0-67676022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341" y="5462067"/>
            <a:ext cx="56369" cy="49783"/>
          </a:xfrm>
          <a:custGeom xmlns:a="http://schemas.openxmlformats.org/drawingml/2006/main">
            <a:pathLst>
              <a:path w="56369" h="49783" fill="none">
                <a:moveTo>
                  <a:pt x="56369" y="497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82F98-8C70-4A69-B285-29B46805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710" y="5511850"/>
            <a:ext cx="58824" cy="46658"/>
          </a:xfrm>
          <a:custGeom xmlns:a="http://schemas.openxmlformats.org/drawingml/2006/main">
            <a:pathLst>
              <a:path w="58824" h="46658" fill="none">
                <a:moveTo>
                  <a:pt x="0" y="0"/>
                </a:moveTo>
                <a:lnTo>
                  <a:pt x="58824" y="46658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3C697-C23A-4198-A5DD-D77C1C2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88" y="4309356"/>
            <a:ext cx="2679" cy="37951"/>
          </a:xfrm>
          <a:custGeom xmlns:a="http://schemas.openxmlformats.org/drawingml/2006/main">
            <a:pathLst>
              <a:path w="2679" h="37951" fill="none">
                <a:moveTo>
                  <a:pt x="0" y="37951"/>
                </a:moveTo>
                <a:lnTo>
                  <a:pt x="26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0F756-6414-4307-8EFF-1B679D60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347307"/>
            <a:ext cx="1563" cy="37840"/>
          </a:xfrm>
          <a:custGeom xmlns:a="http://schemas.openxmlformats.org/drawingml/2006/main">
            <a:pathLst>
              <a:path w="1563" h="37840" fill="none">
                <a:moveTo>
                  <a:pt x="1563" y="0"/>
                </a:moveTo>
                <a:lnTo>
                  <a:pt x="0" y="3784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18949-23D4-4C5C-9DF7-FD745A10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547" y="5501357"/>
            <a:ext cx="118988" cy="87064"/>
          </a:xfrm>
          <a:custGeom xmlns:a="http://schemas.openxmlformats.org/drawingml/2006/main">
            <a:pathLst>
              <a:path w="118988" h="87064" fill="none">
                <a:moveTo>
                  <a:pt x="118988" y="0"/>
                </a:moveTo>
                <a:lnTo>
                  <a:pt x="0" y="8706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81458-8569-4390-BB9B-1100BC68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158" y="5501357"/>
            <a:ext cx="58378" cy="45095"/>
          </a:xfrm>
          <a:custGeom xmlns:a="http://schemas.openxmlformats.org/drawingml/2006/main">
            <a:pathLst>
              <a:path w="58378" h="45095" fill="none">
                <a:moveTo>
                  <a:pt x="58378" y="0"/>
                </a:moveTo>
                <a:lnTo>
                  <a:pt x="0" y="4509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FC134-0E2E-4C23-BC0A-67D7ABA6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535" y="5453137"/>
            <a:ext cx="55922" cy="48220"/>
          </a:xfrm>
          <a:custGeom xmlns:a="http://schemas.openxmlformats.org/drawingml/2006/main">
            <a:pathLst>
              <a:path w="55922" h="48220" fill="none">
                <a:moveTo>
                  <a:pt x="0" y="48220"/>
                </a:moveTo>
                <a:lnTo>
                  <a:pt x="559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183A0-2171-4B60-9A6A-D7123014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535" y="5402014"/>
            <a:ext cx="109054" cy="99343"/>
          </a:xfrm>
          <a:custGeom xmlns:a="http://schemas.openxmlformats.org/drawingml/2006/main">
            <a:pathLst>
              <a:path w="109054" h="99343" fill="none">
                <a:moveTo>
                  <a:pt x="0" y="99343"/>
                </a:moveTo>
                <a:lnTo>
                  <a:pt x="1090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5E7A3-1724-4CE1-991A-73278D7F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813" y="5825728"/>
            <a:ext cx="111733" cy="2009"/>
          </a:xfrm>
          <a:custGeom xmlns:a="http://schemas.openxmlformats.org/drawingml/2006/main">
            <a:pathLst>
              <a:path w="111733" h="2009" fill="none">
                <a:moveTo>
                  <a:pt x="111733" y="20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CB5C0-8F82-44C4-8208-557BDE73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264" y="5827737"/>
            <a:ext cx="37281" cy="223"/>
          </a:xfrm>
          <a:custGeom xmlns:a="http://schemas.openxmlformats.org/drawingml/2006/main">
            <a:pathLst>
              <a:path w="37281" h="223" fill="none">
                <a:moveTo>
                  <a:pt x="37281" y="0"/>
                </a:moveTo>
                <a:lnTo>
                  <a:pt x="0" y="22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A28F6E-7AFB-485B-B99D-5756C370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545" y="5826398"/>
            <a:ext cx="37170" cy="1339"/>
          </a:xfrm>
          <a:custGeom xmlns:a="http://schemas.openxmlformats.org/drawingml/2006/main">
            <a:pathLst>
              <a:path w="37170" h="1339" fill="none">
                <a:moveTo>
                  <a:pt x="0" y="1339"/>
                </a:moveTo>
                <a:lnTo>
                  <a:pt x="371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AFA88-9198-4176-AF86-BAE218EC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545" y="5820928"/>
            <a:ext cx="111398" cy="6809"/>
          </a:xfrm>
          <a:custGeom xmlns:a="http://schemas.openxmlformats.org/drawingml/2006/main">
            <a:pathLst>
              <a:path w="111398" h="6809" fill="none">
                <a:moveTo>
                  <a:pt x="0" y="6809"/>
                </a:moveTo>
                <a:lnTo>
                  <a:pt x="1113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3FD68-58F3-4572-9A4A-1A929BE0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02" y="4460937"/>
            <a:ext cx="1451" cy="38063"/>
          </a:xfrm>
          <a:custGeom xmlns:a="http://schemas.openxmlformats.org/drawingml/2006/main">
            <a:pathLst>
              <a:path w="1451" h="38063" fill="none">
                <a:moveTo>
                  <a:pt x="1451" y="380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BF425-BA95-46FE-A2AF-B53C7BFA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453" y="4499000"/>
            <a:ext cx="2456" cy="37728"/>
          </a:xfrm>
          <a:custGeom xmlns:a="http://schemas.openxmlformats.org/drawingml/2006/main">
            <a:pathLst>
              <a:path w="2456" h="37728" fill="none">
                <a:moveTo>
                  <a:pt x="0" y="0"/>
                </a:moveTo>
                <a:lnTo>
                  <a:pt x="2456" y="37728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60FEB-E8E8-4A71-8854-7855DE88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162" y="4329894"/>
            <a:ext cx="1786" cy="216768"/>
          </a:xfrm>
          <a:custGeom xmlns:a="http://schemas.openxmlformats.org/drawingml/2006/main">
            <a:pathLst>
              <a:path w="1786" h="216768" fill="none">
                <a:moveTo>
                  <a:pt x="1786" y="0"/>
                </a:moveTo>
                <a:lnTo>
                  <a:pt x="0" y="216768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10777-9A7A-4198-AA8B-0B072CEA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948" y="4329894"/>
            <a:ext cx="2679" cy="144661"/>
          </a:xfrm>
          <a:custGeom xmlns:a="http://schemas.openxmlformats.org/drawingml/2006/main">
            <a:pathLst>
              <a:path w="2679" h="144661" fill="none">
                <a:moveTo>
                  <a:pt x="0" y="0"/>
                </a:moveTo>
                <a:lnTo>
                  <a:pt x="2679" y="14466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95E4F-0040-465E-A4DF-44E564C5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948" y="4329894"/>
            <a:ext cx="3237" cy="72330"/>
          </a:xfrm>
          <a:custGeom xmlns:a="http://schemas.openxmlformats.org/drawingml/2006/main">
            <a:pathLst>
              <a:path w="3237" h="72330" fill="none">
                <a:moveTo>
                  <a:pt x="0" y="0"/>
                </a:moveTo>
                <a:lnTo>
                  <a:pt x="3237" y="7233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E361B-D9AD-4E87-BFCB-1A84BA25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804" y="4257898"/>
            <a:ext cx="7144" cy="71996"/>
          </a:xfrm>
          <a:custGeom xmlns:a="http://schemas.openxmlformats.org/drawingml/2006/main">
            <a:pathLst>
              <a:path w="7144" h="71996" fill="none">
                <a:moveTo>
                  <a:pt x="7144" y="719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C7752-288F-4F9E-89D5-C70AF1CE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977" y="4186349"/>
            <a:ext cx="17971" cy="143545"/>
          </a:xfrm>
          <a:custGeom xmlns:a="http://schemas.openxmlformats.org/drawingml/2006/main">
            <a:pathLst>
              <a:path w="17971" h="143545" fill="none">
                <a:moveTo>
                  <a:pt x="17971" y="1435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A4E5DC-DA62-4C78-9DDF-7178D37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355" y="4115470"/>
            <a:ext cx="32593" cy="214424"/>
          </a:xfrm>
          <a:custGeom xmlns:a="http://schemas.openxmlformats.org/drawingml/2006/main">
            <a:pathLst>
              <a:path w="32593" h="214424" fill="none">
                <a:moveTo>
                  <a:pt x="32593" y="2144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554AF-8A7F-4617-9F1E-31B8C0E5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926" y="5601928"/>
            <a:ext cx="63512" cy="40184"/>
          </a:xfrm>
          <a:custGeom xmlns:a="http://schemas.openxmlformats.org/drawingml/2006/main">
            <a:pathLst>
              <a:path w="63512" h="40184" fill="none">
                <a:moveTo>
                  <a:pt x="63512" y="401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01BF3-FA68-412D-8B9A-7383F042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438" y="5642111"/>
            <a:ext cx="65633" cy="36723"/>
          </a:xfrm>
          <a:custGeom xmlns:a="http://schemas.openxmlformats.org/drawingml/2006/main">
            <a:pathLst>
              <a:path w="65633" h="36723" fill="none">
                <a:moveTo>
                  <a:pt x="0" y="0"/>
                </a:moveTo>
                <a:lnTo>
                  <a:pt x="65633" y="3672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AC3C7-5814-4F5B-A5C7-16B2C17B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25" y="5789898"/>
            <a:ext cx="109612" cy="21543"/>
          </a:xfrm>
          <a:custGeom xmlns:a="http://schemas.openxmlformats.org/drawingml/2006/main">
            <a:pathLst>
              <a:path w="109612" h="21543" fill="none">
                <a:moveTo>
                  <a:pt x="109612" y="0"/>
                </a:moveTo>
                <a:lnTo>
                  <a:pt x="0" y="2154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33316-9C1C-4DEE-8F66-6B8A0937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060" y="5789898"/>
            <a:ext cx="36277" cy="8260"/>
          </a:xfrm>
          <a:custGeom xmlns:a="http://schemas.openxmlformats.org/drawingml/2006/main">
            <a:pathLst>
              <a:path w="36277" h="8260" fill="none">
                <a:moveTo>
                  <a:pt x="36277" y="0"/>
                </a:moveTo>
                <a:lnTo>
                  <a:pt x="0" y="826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23080-5A3F-42EC-9E84-EB545CC3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337" y="5780856"/>
            <a:ext cx="36165" cy="9041"/>
          </a:xfrm>
          <a:custGeom xmlns:a="http://schemas.openxmlformats.org/drawingml/2006/main">
            <a:pathLst>
              <a:path w="36165" h="9041" fill="none">
                <a:moveTo>
                  <a:pt x="0" y="9041"/>
                </a:moveTo>
                <a:lnTo>
                  <a:pt x="36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C1BFF-31FA-459B-868C-80AB02A0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337" y="5759760"/>
            <a:ext cx="107603" cy="30138"/>
          </a:xfrm>
          <a:custGeom xmlns:a="http://schemas.openxmlformats.org/drawingml/2006/main">
            <a:pathLst>
              <a:path w="107603" h="30138" fill="none">
                <a:moveTo>
                  <a:pt x="0" y="30138"/>
                </a:moveTo>
                <a:lnTo>
                  <a:pt x="1076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21E98-C0B9-4F52-AB73-C0F88DCA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695" y="3842891"/>
            <a:ext cx="77130" cy="202704"/>
          </a:xfrm>
          <a:custGeom xmlns:a="http://schemas.openxmlformats.org/drawingml/2006/main">
            <a:pathLst>
              <a:path w="77130" h="202704" fill="none">
                <a:moveTo>
                  <a:pt x="0" y="0"/>
                </a:moveTo>
                <a:lnTo>
                  <a:pt x="77130" y="20270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0EAF9-7435-4C12-A223-B10832C0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695" y="3842891"/>
            <a:ext cx="55141" cy="133834"/>
          </a:xfrm>
          <a:custGeom xmlns:a="http://schemas.openxmlformats.org/drawingml/2006/main">
            <a:pathLst>
              <a:path w="55141" h="133834" fill="none">
                <a:moveTo>
                  <a:pt x="0" y="0"/>
                </a:moveTo>
                <a:lnTo>
                  <a:pt x="55141" y="13383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B7DD4E-6D87-4528-8F53-874E58C3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695" y="3842891"/>
            <a:ext cx="29356" cy="66191"/>
          </a:xfrm>
          <a:custGeom xmlns:a="http://schemas.openxmlformats.org/drawingml/2006/main">
            <a:pathLst>
              <a:path w="29356" h="66191" fill="none">
                <a:moveTo>
                  <a:pt x="0" y="0"/>
                </a:moveTo>
                <a:lnTo>
                  <a:pt x="29356" y="6619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6DDC0-6C7C-4773-B912-2CC6603F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990" y="3778374"/>
            <a:ext cx="32705" cy="64517"/>
          </a:xfrm>
          <a:custGeom xmlns:a="http://schemas.openxmlformats.org/drawingml/2006/main">
            <a:pathLst>
              <a:path w="32705" h="64517" fill="none">
                <a:moveTo>
                  <a:pt x="32705" y="645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A7B3D-2D0A-4BDB-9EAD-C99F58EB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25" y="3715643"/>
            <a:ext cx="68870" cy="127248"/>
          </a:xfrm>
          <a:custGeom xmlns:a="http://schemas.openxmlformats.org/drawingml/2006/main">
            <a:pathLst>
              <a:path w="68870" h="127248" fill="none">
                <a:moveTo>
                  <a:pt x="68870" y="1272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5F532-87FD-476B-B986-BB5900C6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311" y="3655033"/>
            <a:ext cx="108384" cy="187858"/>
          </a:xfrm>
          <a:custGeom xmlns:a="http://schemas.openxmlformats.org/drawingml/2006/main">
            <a:pathLst>
              <a:path w="108384" h="187858" fill="none">
                <a:moveTo>
                  <a:pt x="108384" y="1878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7D1DF-0256-4284-9646-E9EA0C91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722" y="4612295"/>
            <a:ext cx="5358" cy="37505"/>
          </a:xfrm>
          <a:custGeom xmlns:a="http://schemas.openxmlformats.org/drawingml/2006/main">
            <a:pathLst>
              <a:path w="5358" h="37505" fill="none">
                <a:moveTo>
                  <a:pt x="5358" y="375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B5AB6-2328-4604-816D-FF29E714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080" y="4649800"/>
            <a:ext cx="6362" cy="37393"/>
          </a:xfrm>
          <a:custGeom xmlns:a="http://schemas.openxmlformats.org/drawingml/2006/main">
            <a:pathLst>
              <a:path w="6362" h="37393" fill="none">
                <a:moveTo>
                  <a:pt x="0" y="0"/>
                </a:moveTo>
                <a:lnTo>
                  <a:pt x="6362" y="3739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D0AEB-8E80-4620-8EA7-6BA0C4B4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149" y="5690890"/>
            <a:ext cx="102580" cy="44090"/>
          </a:xfrm>
          <a:custGeom xmlns:a="http://schemas.openxmlformats.org/drawingml/2006/main">
            <a:pathLst>
              <a:path w="102580" h="44090" fill="none">
                <a:moveTo>
                  <a:pt x="102580" y="0"/>
                </a:moveTo>
                <a:lnTo>
                  <a:pt x="0" y="4409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A2118-823C-457F-A386-8401A8B8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908" y="5690890"/>
            <a:ext cx="33821" cy="15627"/>
          </a:xfrm>
          <a:custGeom xmlns:a="http://schemas.openxmlformats.org/drawingml/2006/main">
            <a:pathLst>
              <a:path w="33821" h="15627" fill="none">
                <a:moveTo>
                  <a:pt x="33821" y="0"/>
                </a:moveTo>
                <a:lnTo>
                  <a:pt x="0" y="15627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2CFBD-9557-4C0D-9859-00F937E7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729" y="5674370"/>
            <a:ext cx="33375" cy="16520"/>
          </a:xfrm>
          <a:custGeom xmlns:a="http://schemas.openxmlformats.org/drawingml/2006/main">
            <a:pathLst>
              <a:path w="33375" h="16520" fill="none">
                <a:moveTo>
                  <a:pt x="0" y="16520"/>
                </a:moveTo>
                <a:lnTo>
                  <a:pt x="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69D3B-5A5D-459B-90BD-22DBADEC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729" y="5638651"/>
            <a:ext cx="98785" cy="52239"/>
          </a:xfrm>
          <a:custGeom xmlns:a="http://schemas.openxmlformats.org/drawingml/2006/main">
            <a:pathLst>
              <a:path w="98785" h="52239" fill="none">
                <a:moveTo>
                  <a:pt x="0" y="52239"/>
                </a:moveTo>
                <a:lnTo>
                  <a:pt x="98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FFEE9-29BE-48A3-88EC-3C818A74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219" y="4332350"/>
            <a:ext cx="131155" cy="339998"/>
          </a:xfrm>
          <a:custGeom xmlns:a="http://schemas.openxmlformats.org/drawingml/2006/main">
            <a:pathLst>
              <a:path w="131155" h="339998" fill="none">
                <a:moveTo>
                  <a:pt x="131155" y="339998"/>
                </a:moveTo>
                <a:lnTo>
                  <a:pt x="1898" y="19466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4D8A6-AF07-4D7F-9BA4-44AF6997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404" y="4761421"/>
            <a:ext cx="9376" cy="36723"/>
          </a:xfrm>
          <a:custGeom xmlns:a="http://schemas.openxmlformats.org/drawingml/2006/main">
            <a:pathLst>
              <a:path w="9376" h="36723" fill="none">
                <a:moveTo>
                  <a:pt x="9376" y="3672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1916D-463A-42CA-B3C1-B85430D5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780" y="4798144"/>
            <a:ext cx="10269" cy="36500"/>
          </a:xfrm>
          <a:custGeom xmlns:a="http://schemas.openxmlformats.org/drawingml/2006/main">
            <a:pathLst>
              <a:path w="10269" h="36500" fill="none">
                <a:moveTo>
                  <a:pt x="0" y="0"/>
                </a:moveTo>
                <a:lnTo>
                  <a:pt x="10269" y="3650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E20F0-CF75-40C0-AAF2-006CB4D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419" y="4346302"/>
            <a:ext cx="135954" cy="326045"/>
          </a:xfrm>
          <a:custGeom xmlns:a="http://schemas.openxmlformats.org/drawingml/2006/main">
            <a:pathLst>
              <a:path w="135954" h="326045" fill="none">
                <a:moveTo>
                  <a:pt x="135954" y="326045"/>
                </a:moveTo>
                <a:lnTo>
                  <a:pt x="9488" y="18752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A25B1-25DC-414D-8AA6-2C556875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713" y="4906752"/>
            <a:ext cx="13171" cy="35607"/>
          </a:xfrm>
          <a:custGeom xmlns:a="http://schemas.openxmlformats.org/drawingml/2006/main">
            <a:pathLst>
              <a:path w="13171" h="35607" fill="none">
                <a:moveTo>
                  <a:pt x="13171" y="356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ED10B3-EBCA-48FD-A0B8-FF8CDA8B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884" y="4942359"/>
            <a:ext cx="14064" cy="35049"/>
          </a:xfrm>
          <a:custGeom xmlns:a="http://schemas.openxmlformats.org/drawingml/2006/main">
            <a:pathLst>
              <a:path w="14064" h="35049" fill="none">
                <a:moveTo>
                  <a:pt x="0" y="0"/>
                </a:moveTo>
                <a:lnTo>
                  <a:pt x="14064" y="35049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A28EA-CD84-493D-859D-77308596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490" y="5711986"/>
            <a:ext cx="69093" cy="29580"/>
          </a:xfrm>
          <a:custGeom xmlns:a="http://schemas.openxmlformats.org/drawingml/2006/main">
            <a:pathLst>
              <a:path w="69093" h="29580" fill="none">
                <a:moveTo>
                  <a:pt x="69093" y="295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A76A8-849A-4496-8B52-044C628D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584" y="5741566"/>
            <a:ext cx="70545" cy="25896"/>
          </a:xfrm>
          <a:custGeom xmlns:a="http://schemas.openxmlformats.org/drawingml/2006/main">
            <a:pathLst>
              <a:path w="70545" h="25896" fill="none">
                <a:moveTo>
                  <a:pt x="0" y="0"/>
                </a:moveTo>
                <a:lnTo>
                  <a:pt x="70545" y="25896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CA06E-CC02-4717-A4C3-EAF1217D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042" y="5232908"/>
            <a:ext cx="91864" cy="115305"/>
          </a:xfrm>
          <a:custGeom xmlns:a="http://schemas.openxmlformats.org/drawingml/2006/main">
            <a:pathLst>
              <a:path w="91864" h="115305" fill="none">
                <a:moveTo>
                  <a:pt x="91864" y="0"/>
                </a:moveTo>
                <a:lnTo>
                  <a:pt x="0" y="11530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E83E99-A0B0-4C1C-9B39-36FB30DF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481" y="5232908"/>
            <a:ext cx="44425" cy="58936"/>
          </a:xfrm>
          <a:custGeom xmlns:a="http://schemas.openxmlformats.org/drawingml/2006/main">
            <a:pathLst>
              <a:path w="44425" h="58936" fill="none">
                <a:moveTo>
                  <a:pt x="44425" y="0"/>
                </a:moveTo>
                <a:lnTo>
                  <a:pt x="0" y="58936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5C5EF-3107-4B4A-A97F-47EE4562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9906" y="5171740"/>
            <a:ext cx="41188" cy="61168"/>
          </a:xfrm>
          <a:custGeom xmlns:a="http://schemas.openxmlformats.org/drawingml/2006/main">
            <a:pathLst>
              <a:path w="41188" h="61168" fill="none">
                <a:moveTo>
                  <a:pt x="0" y="61168"/>
                </a:moveTo>
                <a:lnTo>
                  <a:pt x="41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8E58F-30F6-490A-95B8-EDE5D754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9906" y="5108563"/>
            <a:ext cx="79139" cy="124346"/>
          </a:xfrm>
          <a:custGeom xmlns:a="http://schemas.openxmlformats.org/drawingml/2006/main">
            <a:pathLst>
              <a:path w="79139" h="124346" fill="none">
                <a:moveTo>
                  <a:pt x="0" y="124346"/>
                </a:moveTo>
                <a:lnTo>
                  <a:pt x="791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8D575E-44A0-4AC3-B2F4-45A734E6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624" y="4360478"/>
            <a:ext cx="139750" cy="311869"/>
          </a:xfrm>
          <a:custGeom xmlns:a="http://schemas.openxmlformats.org/drawingml/2006/main">
            <a:pathLst>
              <a:path w="139750" h="311869" fill="none">
                <a:moveTo>
                  <a:pt x="139750" y="311869"/>
                </a:moveTo>
                <a:lnTo>
                  <a:pt x="16073" y="18004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96CF9-5C1A-451E-A01E-D1E37FA4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387" y="4374989"/>
            <a:ext cx="142987" cy="297359"/>
          </a:xfrm>
          <a:custGeom xmlns:a="http://schemas.openxmlformats.org/drawingml/2006/main">
            <a:pathLst>
              <a:path w="142987" h="297359" fill="none">
                <a:moveTo>
                  <a:pt x="142987" y="297359"/>
                </a:moveTo>
                <a:lnTo>
                  <a:pt x="22436" y="17234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F400E-56D9-405F-8283-12177836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931" y="4389500"/>
            <a:ext cx="145442" cy="282848"/>
          </a:xfrm>
          <a:custGeom xmlns:a="http://schemas.openxmlformats.org/drawingml/2006/main">
            <a:pathLst>
              <a:path w="145442" h="282848" fill="none">
                <a:moveTo>
                  <a:pt x="145442" y="282848"/>
                </a:moveTo>
                <a:lnTo>
                  <a:pt x="28129" y="16441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86DF8-98C6-4448-8165-94E70A2D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091" y="5046613"/>
            <a:ext cx="16966" cy="34044"/>
          </a:xfrm>
          <a:custGeom xmlns:a="http://schemas.openxmlformats.org/drawingml/2006/main">
            <a:pathLst>
              <a:path w="16966" h="34044" fill="none">
                <a:moveTo>
                  <a:pt x="16966" y="340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319F1-CC60-4351-B926-BDFAFECA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057" y="5080657"/>
            <a:ext cx="17859" cy="33375"/>
          </a:xfrm>
          <a:custGeom xmlns:a="http://schemas.openxmlformats.org/drawingml/2006/main">
            <a:pathLst>
              <a:path w="17859" h="33375" fill="none">
                <a:moveTo>
                  <a:pt x="0" y="0"/>
                </a:moveTo>
                <a:lnTo>
                  <a:pt x="17859" y="3337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0E97F-58E9-49C8-BC1B-97DAFC20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091" y="5179665"/>
            <a:ext cx="20538" cy="31924"/>
          </a:xfrm>
          <a:custGeom xmlns:a="http://schemas.openxmlformats.org/drawingml/2006/main">
            <a:pathLst>
              <a:path w="20538" h="31924" fill="none">
                <a:moveTo>
                  <a:pt x="20538" y="319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66EC3-9FAF-4AC9-8267-B00BA0B9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629" y="5211589"/>
            <a:ext cx="21096" cy="31477"/>
          </a:xfrm>
          <a:custGeom xmlns:a="http://schemas.openxmlformats.org/drawingml/2006/main">
            <a:pathLst>
              <a:path w="21096" h="31477" fill="none">
                <a:moveTo>
                  <a:pt x="0" y="0"/>
                </a:moveTo>
                <a:lnTo>
                  <a:pt x="21096" y="31477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8633D-D2DA-48B3-B8CC-3D0BBBA4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931" y="3568303"/>
            <a:ext cx="84832" cy="120551"/>
          </a:xfrm>
          <a:custGeom xmlns:a="http://schemas.openxmlformats.org/drawingml/2006/main">
            <a:pathLst>
              <a:path w="84832" h="120551" fill="none">
                <a:moveTo>
                  <a:pt x="0" y="120551"/>
                </a:moveTo>
                <a:lnTo>
                  <a:pt x="84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4212F-662F-4BEA-A0B4-1D4A2D8E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931" y="3627351"/>
            <a:ext cx="40853" cy="61503"/>
          </a:xfrm>
          <a:custGeom xmlns:a="http://schemas.openxmlformats.org/drawingml/2006/main">
            <a:pathLst>
              <a:path w="40853" h="61503" fill="none">
                <a:moveTo>
                  <a:pt x="0" y="61503"/>
                </a:moveTo>
                <a:lnTo>
                  <a:pt x="408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C6AE8-6577-4AE9-A8D6-08D5DE74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314" y="3688854"/>
            <a:ext cx="37616" cy="63401"/>
          </a:xfrm>
          <a:custGeom xmlns:a="http://schemas.openxmlformats.org/drawingml/2006/main">
            <a:pathLst>
              <a:path w="37616" h="63401" fill="none">
                <a:moveTo>
                  <a:pt x="37616" y="0"/>
                </a:moveTo>
                <a:lnTo>
                  <a:pt x="0" y="6340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B33BF-5C3C-4779-81F7-D48C4BF2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3158" y="3688854"/>
            <a:ext cx="71772" cy="128811"/>
          </a:xfrm>
          <a:custGeom xmlns:a="http://schemas.openxmlformats.org/drawingml/2006/main">
            <a:pathLst>
              <a:path w="71772" h="128811" fill="none">
                <a:moveTo>
                  <a:pt x="71772" y="0"/>
                </a:moveTo>
                <a:lnTo>
                  <a:pt x="0" y="12881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8FB80-A10B-40AC-BE0E-91F0D3B2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020" y="3183322"/>
            <a:ext cx="97110" cy="55252"/>
          </a:xfrm>
          <a:custGeom xmlns:a="http://schemas.openxmlformats.org/drawingml/2006/main">
            <a:pathLst>
              <a:path w="97110" h="55252" fill="none">
                <a:moveTo>
                  <a:pt x="0" y="55252"/>
                </a:moveTo>
                <a:lnTo>
                  <a:pt x="97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185E4-7DEE-4C69-93AB-29B64415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020" y="3219264"/>
            <a:ext cx="31924" cy="19310"/>
          </a:xfrm>
          <a:custGeom xmlns:a="http://schemas.openxmlformats.org/drawingml/2006/main">
            <a:pathLst>
              <a:path w="31924" h="19310" fill="none">
                <a:moveTo>
                  <a:pt x="0" y="19310"/>
                </a:moveTo>
                <a:lnTo>
                  <a:pt x="319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B462F-D9FB-4EF6-BDF0-BC0F4DA9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766" y="3238574"/>
            <a:ext cx="31254" cy="20092"/>
          </a:xfrm>
          <a:custGeom xmlns:a="http://schemas.openxmlformats.org/drawingml/2006/main">
            <a:pathLst>
              <a:path w="31254" h="20092" fill="none">
                <a:moveTo>
                  <a:pt x="31254" y="0"/>
                </a:moveTo>
                <a:lnTo>
                  <a:pt x="0" y="20092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CBE97F-EACD-4418-A827-78B00967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821" y="3238574"/>
            <a:ext cx="92199" cy="62954"/>
          </a:xfrm>
          <a:custGeom xmlns:a="http://schemas.openxmlformats.org/drawingml/2006/main">
            <a:pathLst>
              <a:path w="92199" h="62954" fill="none">
                <a:moveTo>
                  <a:pt x="92199" y="0"/>
                </a:moveTo>
                <a:lnTo>
                  <a:pt x="0" y="6295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9EE98-94A8-4BA7-91C9-AD46435F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951" y="3347405"/>
            <a:ext cx="83269" cy="74563"/>
          </a:xfrm>
          <a:custGeom xmlns:a="http://schemas.openxmlformats.org/drawingml/2006/main">
            <a:pathLst>
              <a:path w="83269" h="74563" fill="none">
                <a:moveTo>
                  <a:pt x="0" y="74563"/>
                </a:moveTo>
                <a:lnTo>
                  <a:pt x="83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9D270-B90A-4C1A-B241-6475261C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951" y="3396295"/>
            <a:ext cx="27124" cy="25673"/>
          </a:xfrm>
          <a:custGeom xmlns:a="http://schemas.openxmlformats.org/drawingml/2006/main">
            <a:pathLst>
              <a:path w="27124" h="25673" fill="none">
                <a:moveTo>
                  <a:pt x="0" y="25673"/>
                </a:moveTo>
                <a:lnTo>
                  <a:pt x="27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A0C6D-89C7-4488-84B2-976DD6CD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608" y="3421968"/>
            <a:ext cx="26343" cy="26343"/>
          </a:xfrm>
          <a:custGeom xmlns:a="http://schemas.openxmlformats.org/drawingml/2006/main">
            <a:pathLst>
              <a:path w="26343" h="26343" fill="none">
                <a:moveTo>
                  <a:pt x="26343" y="0"/>
                </a:moveTo>
                <a:lnTo>
                  <a:pt x="0" y="26343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E4CEF-9BB8-4C18-9838-9C728B68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156" y="3421968"/>
            <a:ext cx="76795" cy="80925"/>
          </a:xfrm>
          <a:custGeom xmlns:a="http://schemas.openxmlformats.org/drawingml/2006/main">
            <a:pathLst>
              <a:path w="76795" h="80925" fill="none">
                <a:moveTo>
                  <a:pt x="76795" y="0"/>
                </a:moveTo>
                <a:lnTo>
                  <a:pt x="0" y="8092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05782-E1E2-4878-ADED-4DFEACE7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383" y="3271168"/>
            <a:ext cx="285192" cy="178036"/>
          </a:xfrm>
          <a:custGeom xmlns:a="http://schemas.openxmlformats.org/drawingml/2006/main">
            <a:pathLst>
              <a:path w="285192" h="178036" fill="none">
                <a:moveTo>
                  <a:pt x="0" y="178036"/>
                </a:moveTo>
                <a:lnTo>
                  <a:pt x="136624" y="79586"/>
                </a:lnTo>
                <a:lnTo>
                  <a:pt x="2851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BA38E-D61C-481A-9887-E5A6DEE6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077" y="4427004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D9496-AF35-4AFF-94F7-73AD3D5F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607" y="3062436"/>
            <a:ext cx="71996" cy="21654"/>
          </a:xfrm>
          <a:custGeom xmlns:a="http://schemas.openxmlformats.org/drawingml/2006/main">
            <a:pathLst>
              <a:path w="71996" h="21654" fill="none">
                <a:moveTo>
                  <a:pt x="0" y="21654"/>
                </a:moveTo>
                <a:lnTo>
                  <a:pt x="719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6B5B6-D304-411E-B23C-8A92DD23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839" y="3084091"/>
            <a:ext cx="70768" cy="25450"/>
          </a:xfrm>
          <a:custGeom xmlns:a="http://schemas.openxmlformats.org/drawingml/2006/main">
            <a:pathLst>
              <a:path w="70768" h="25450" fill="none">
                <a:moveTo>
                  <a:pt x="70768" y="0"/>
                </a:moveTo>
                <a:lnTo>
                  <a:pt x="0" y="2545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E2DC1E-1672-4490-B94D-3E2B27DF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185" y="3056855"/>
            <a:ext cx="96552" cy="18976"/>
          </a:xfrm>
          <a:custGeom xmlns:a="http://schemas.openxmlformats.org/drawingml/2006/main">
            <a:pathLst>
              <a:path w="96552" h="18976" fill="none">
                <a:moveTo>
                  <a:pt x="0" y="18976"/>
                </a:moveTo>
                <a:lnTo>
                  <a:pt x="965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A0CDC-6B22-44E2-9818-A1D5782D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185" y="3070473"/>
            <a:ext cx="23999" cy="5358"/>
          </a:xfrm>
          <a:custGeom xmlns:a="http://schemas.openxmlformats.org/drawingml/2006/main">
            <a:pathLst>
              <a:path w="23999" h="5358" fill="none">
                <a:moveTo>
                  <a:pt x="0" y="5358"/>
                </a:moveTo>
                <a:lnTo>
                  <a:pt x="239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52AA4C-EA78-4FD5-849D-D6DDB02F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077" y="4427004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EF525D-D420-4B26-BA36-AABD39D7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74" y="4509157"/>
            <a:ext cx="394804" cy="193997"/>
          </a:xfrm>
          <a:custGeom xmlns:a="http://schemas.openxmlformats.org/drawingml/2006/main">
            <a:pathLst>
              <a:path w="394804" h="193997" fill="none">
                <a:moveTo>
                  <a:pt x="0" y="163190"/>
                </a:moveTo>
                <a:lnTo>
                  <a:pt x="157274" y="193997"/>
                </a:lnTo>
                <a:lnTo>
                  <a:pt x="305172" y="132829"/>
                </a:lnTo>
                <a:lnTo>
                  <a:pt x="3948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56A5D-EBC1-4B12-B9EA-C0E91068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74" y="4672347"/>
            <a:ext cx="76795" cy="27124"/>
          </a:xfrm>
          <a:custGeom xmlns:a="http://schemas.openxmlformats.org/drawingml/2006/main">
            <a:pathLst>
              <a:path w="76795" h="27124" fill="none">
                <a:moveTo>
                  <a:pt x="0" y="0"/>
                </a:moveTo>
                <a:lnTo>
                  <a:pt x="76795" y="27124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C03B5-2304-4960-8D01-3AD4EAC0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74" y="4210348"/>
            <a:ext cx="396032" cy="492696"/>
          </a:xfrm>
          <a:custGeom xmlns:a="http://schemas.openxmlformats.org/drawingml/2006/main">
            <a:pathLst>
              <a:path w="396032" h="492696" fill="none">
                <a:moveTo>
                  <a:pt x="0" y="462000"/>
                </a:moveTo>
                <a:lnTo>
                  <a:pt x="158725" y="492696"/>
                </a:lnTo>
                <a:lnTo>
                  <a:pt x="307293" y="429853"/>
                </a:lnTo>
                <a:lnTo>
                  <a:pt x="396032" y="294903"/>
                </a:lnTo>
                <a:lnTo>
                  <a:pt x="394469" y="133276"/>
                </a:lnTo>
                <a:lnTo>
                  <a:pt x="303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8256DE-67C9-4CAD-9298-1456D9C4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453" y="4609058"/>
            <a:ext cx="79921" cy="63289"/>
          </a:xfrm>
          <a:custGeom xmlns:a="http://schemas.openxmlformats.org/drawingml/2006/main">
            <a:pathLst>
              <a:path w="79921" h="63289" fill="none">
                <a:moveTo>
                  <a:pt x="79921" y="632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84EA5-CD56-4673-911A-E5F956EB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930" y="4639866"/>
            <a:ext cx="48444" cy="32482"/>
          </a:xfrm>
          <a:custGeom xmlns:a="http://schemas.openxmlformats.org/drawingml/2006/main">
            <a:pathLst>
              <a:path w="48444" h="32482" fill="none">
                <a:moveTo>
                  <a:pt x="48444" y="324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CD03E-40DA-4AAB-9A7C-BC3AADED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922" y="4411489"/>
            <a:ext cx="147451" cy="260858"/>
          </a:xfrm>
          <a:custGeom xmlns:a="http://schemas.openxmlformats.org/drawingml/2006/main">
            <a:pathLst>
              <a:path w="147451" h="260858" fill="none">
                <a:moveTo>
                  <a:pt x="147451" y="260858"/>
                </a:moveTo>
                <a:lnTo>
                  <a:pt x="35496" y="1521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1B9D6-381D-45EE-9444-AEF7C109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74" y="4641875"/>
            <a:ext cx="305395" cy="61280"/>
          </a:xfrm>
          <a:custGeom xmlns:a="http://schemas.openxmlformats.org/drawingml/2006/main">
            <a:pathLst>
              <a:path w="305395" h="61280" fill="none">
                <a:moveTo>
                  <a:pt x="0" y="30473"/>
                </a:moveTo>
                <a:lnTo>
                  <a:pt x="157386" y="61280"/>
                </a:lnTo>
                <a:lnTo>
                  <a:pt x="3053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84CC6-8B8C-4F30-8314-CBA69861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74" y="4672347"/>
            <a:ext cx="135508" cy="32147"/>
          </a:xfrm>
          <a:custGeom xmlns:a="http://schemas.openxmlformats.org/drawingml/2006/main">
            <a:pathLst>
              <a:path w="135508" h="32147" fill="none">
                <a:moveTo>
                  <a:pt x="0" y="0"/>
                </a:moveTo>
                <a:lnTo>
                  <a:pt x="135508" y="32147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8B2C5-58B7-45BE-BB2D-D7A24847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811" y="4440957"/>
            <a:ext cx="147563" cy="231391"/>
          </a:xfrm>
          <a:custGeom xmlns:a="http://schemas.openxmlformats.org/drawingml/2006/main">
            <a:pathLst>
              <a:path w="147563" h="231391" fill="none">
                <a:moveTo>
                  <a:pt x="147563" y="2313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EB87F-8CAF-422B-92F9-BD238789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74" y="4407136"/>
            <a:ext cx="406412" cy="297135"/>
          </a:xfrm>
          <a:custGeom xmlns:a="http://schemas.openxmlformats.org/drawingml/2006/main">
            <a:pathLst>
              <a:path w="406412" h="297135" fill="none">
                <a:moveTo>
                  <a:pt x="0" y="265212"/>
                </a:moveTo>
                <a:lnTo>
                  <a:pt x="142429" y="297135"/>
                </a:lnTo>
                <a:lnTo>
                  <a:pt x="281397" y="252375"/>
                </a:lnTo>
                <a:lnTo>
                  <a:pt x="378284" y="143321"/>
                </a:lnTo>
                <a:lnTo>
                  <a:pt x="4064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8B8B1-D8A5-49A2-BDFA-739BBDAD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984" y="4665538"/>
            <a:ext cx="12390" cy="6809"/>
          </a:xfrm>
          <a:custGeom xmlns:a="http://schemas.openxmlformats.org/drawingml/2006/main">
            <a:pathLst>
              <a:path w="12390" h="6809" fill="none">
                <a:moveTo>
                  <a:pt x="12390" y="68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88439-498E-4EFD-8499-02A2534E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74" y="4672347"/>
            <a:ext cx="193886" cy="24668"/>
          </a:xfrm>
          <a:custGeom xmlns:a="http://schemas.openxmlformats.org/drawingml/2006/main">
            <a:pathLst>
              <a:path w="193886" h="24668" fill="none">
                <a:moveTo>
                  <a:pt x="0" y="0"/>
                </a:moveTo>
                <a:lnTo>
                  <a:pt x="193886" y="24668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DC57F-8935-4455-8DB6-0F3D63DC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74" y="4307904"/>
            <a:ext cx="402617" cy="393911"/>
          </a:xfrm>
          <a:custGeom xmlns:a="http://schemas.openxmlformats.org/drawingml/2006/main">
            <a:pathLst>
              <a:path w="402617" h="393911" fill="none">
                <a:moveTo>
                  <a:pt x="0" y="364443"/>
                </a:moveTo>
                <a:lnTo>
                  <a:pt x="168213" y="393911"/>
                </a:lnTo>
                <a:lnTo>
                  <a:pt x="321804" y="319460"/>
                </a:lnTo>
                <a:lnTo>
                  <a:pt x="402617" y="169218"/>
                </a:lnTo>
                <a:lnTo>
                  <a:pt x="3804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7184E-730C-4752-BF5B-4581D3AD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936" y="4470313"/>
            <a:ext cx="144438" cy="202034"/>
          </a:xfrm>
          <a:custGeom xmlns:a="http://schemas.openxmlformats.org/drawingml/2006/main">
            <a:pathLst>
              <a:path w="144438" h="202034" fill="none">
                <a:moveTo>
                  <a:pt x="144438" y="2020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19F42-710E-4220-A346-B68318B3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74" y="4672347"/>
            <a:ext cx="249473" cy="5135"/>
          </a:xfrm>
          <a:custGeom xmlns:a="http://schemas.openxmlformats.org/drawingml/2006/main">
            <a:pathLst>
              <a:path w="249473" h="5135" fill="none">
                <a:moveTo>
                  <a:pt x="0" y="0"/>
                </a:moveTo>
                <a:lnTo>
                  <a:pt x="249473" y="513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35665-8760-4F45-89CF-B15B167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075" y="4499223"/>
            <a:ext cx="138299" cy="173124"/>
          </a:xfrm>
          <a:custGeom xmlns:a="http://schemas.openxmlformats.org/drawingml/2006/main">
            <a:pathLst>
              <a:path w="138299" h="173124" fill="none">
                <a:moveTo>
                  <a:pt x="138299" y="1731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DF30B-43C6-442E-8DFC-146C911D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228" y="4527240"/>
            <a:ext cx="129146" cy="145107"/>
          </a:xfrm>
          <a:custGeom xmlns:a="http://schemas.openxmlformats.org/drawingml/2006/main">
            <a:pathLst>
              <a:path w="129146" h="145107" fill="none">
                <a:moveTo>
                  <a:pt x="129146" y="1451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FF999-5B8B-48AC-B2A3-D4466CDD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74" y="4672347"/>
            <a:ext cx="27347" cy="12725"/>
          </a:xfrm>
          <a:custGeom xmlns:a="http://schemas.openxmlformats.org/drawingml/2006/main">
            <a:pathLst>
              <a:path w="27347" h="12725" fill="none">
                <a:moveTo>
                  <a:pt x="0" y="0"/>
                </a:moveTo>
                <a:lnTo>
                  <a:pt x="27347" y="1272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D805C-4214-4326-98C9-C91D22AF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74" y="4588185"/>
            <a:ext cx="355625" cy="108831"/>
          </a:xfrm>
          <a:custGeom xmlns:a="http://schemas.openxmlformats.org/drawingml/2006/main">
            <a:pathLst>
              <a:path w="355625" h="108831" fill="none">
                <a:moveTo>
                  <a:pt x="0" y="84162"/>
                </a:moveTo>
                <a:lnTo>
                  <a:pt x="193663" y="108831"/>
                </a:lnTo>
                <a:lnTo>
                  <a:pt x="355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25C68-310A-494A-B40A-D0EC3D38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283" y="4554141"/>
            <a:ext cx="117091" cy="118207"/>
          </a:xfrm>
          <a:custGeom xmlns:a="http://schemas.openxmlformats.org/drawingml/2006/main">
            <a:pathLst>
              <a:path w="117091" h="118207" fill="none">
                <a:moveTo>
                  <a:pt x="117091" y="118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68C66-4530-49F7-8127-79603602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129" y="4579590"/>
            <a:ext cx="102245" cy="92757"/>
          </a:xfrm>
          <a:custGeom xmlns:a="http://schemas.openxmlformats.org/drawingml/2006/main">
            <a:pathLst>
              <a:path w="102245" h="92757" fill="none">
                <a:moveTo>
                  <a:pt x="102245" y="927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DE98F-F709-461B-AAAA-86608E16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077" y="4427004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7373F-9746-4438-A2B0-77A4CC7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13" y="3449203"/>
            <a:ext cx="265770" cy="302940"/>
          </a:xfrm>
          <a:custGeom xmlns:a="http://schemas.openxmlformats.org/drawingml/2006/main">
            <a:pathLst>
              <a:path w="265770" h="302940" fill="none">
                <a:moveTo>
                  <a:pt x="265770" y="0"/>
                </a:moveTo>
                <a:lnTo>
                  <a:pt x="120886" y="140866"/>
                </a:lnTo>
                <a:lnTo>
                  <a:pt x="0" y="30294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5C902-5398-4989-B7BA-DC3CDAB1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383" y="3350754"/>
            <a:ext cx="136624" cy="98450"/>
          </a:xfrm>
          <a:custGeom xmlns:a="http://schemas.openxmlformats.org/drawingml/2006/main">
            <a:pathLst>
              <a:path w="136624" h="98450" fill="none">
                <a:moveTo>
                  <a:pt x="0" y="98450"/>
                </a:moveTo>
                <a:lnTo>
                  <a:pt x="1366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D6370-056D-4EE8-8B94-AEA59A77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49203"/>
            <a:ext cx="75233" cy="67531"/>
          </a:xfrm>
          <a:custGeom xmlns:a="http://schemas.openxmlformats.org/drawingml/2006/main">
            <a:pathLst>
              <a:path w="75233" h="67531" fill="none">
                <a:moveTo>
                  <a:pt x="75233" y="0"/>
                </a:moveTo>
                <a:lnTo>
                  <a:pt x="0" y="67531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79980-3809-4367-BB92-A39E82CF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077" y="4427004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B7F40D-7B17-403F-881B-51FD2FD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867" y="3075831"/>
            <a:ext cx="118318" cy="33375"/>
          </a:xfrm>
          <a:custGeom xmlns:a="http://schemas.openxmlformats.org/drawingml/2006/main">
            <a:pathLst>
              <a:path w="118318" h="33375" fill="none">
                <a:moveTo>
                  <a:pt x="118318" y="0"/>
                </a:moveTo>
                <a:lnTo>
                  <a:pt x="0" y="33375"/>
                </a:lnTo>
              </a:path>
            </a:pathLst>
          </a:custGeom>
          <a:noFill xmlns:a="http://schemas.openxmlformats.org/drawingml/2006/main"/>
          <a:ln xmlns:a="http://schemas.openxmlformats.org/drawingml/2006/main" w="12870" cap="rnd">
            <a:solidFill>
              <a:srgbClr val="000000"/>
            </a:solidFill>
            <a:round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6DC8F-7329-43EF-A543-DF781A21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814" y="2957513"/>
            <a:ext cx="2936863" cy="2938872"/>
          </a:xfrm>
          <a:custGeom xmlns:a="http://schemas.openxmlformats.org/drawingml/2006/main">
            <a:pathLst>
              <a:path w="2936863" h="2938872" fill="none">
                <a:moveTo>
                  <a:pt x="1460450" y="0"/>
                </a:moveTo>
                <a:lnTo>
                  <a:pt x="1311436" y="8372"/>
                </a:lnTo>
                <a:lnTo>
                  <a:pt x="1163985" y="31924"/>
                </a:lnTo>
                <a:lnTo>
                  <a:pt x="1019770" y="70098"/>
                </a:lnTo>
                <a:lnTo>
                  <a:pt x="879909" y="122895"/>
                </a:lnTo>
                <a:lnTo>
                  <a:pt x="746410" y="189533"/>
                </a:lnTo>
                <a:lnTo>
                  <a:pt x="620278" y="269342"/>
                </a:lnTo>
                <a:lnTo>
                  <a:pt x="502853" y="361541"/>
                </a:lnTo>
                <a:lnTo>
                  <a:pt x="395474" y="465237"/>
                </a:lnTo>
                <a:lnTo>
                  <a:pt x="299145" y="579313"/>
                </a:lnTo>
                <a:lnTo>
                  <a:pt x="214759" y="702432"/>
                </a:lnTo>
                <a:lnTo>
                  <a:pt x="143433" y="833586"/>
                </a:lnTo>
                <a:lnTo>
                  <a:pt x="85837" y="971327"/>
                </a:lnTo>
                <a:lnTo>
                  <a:pt x="42416" y="1114202"/>
                </a:lnTo>
                <a:lnTo>
                  <a:pt x="13618" y="1260649"/>
                </a:lnTo>
                <a:lnTo>
                  <a:pt x="0" y="1409216"/>
                </a:lnTo>
                <a:lnTo>
                  <a:pt x="1339" y="1558565"/>
                </a:lnTo>
                <a:lnTo>
                  <a:pt x="18083" y="1706910"/>
                </a:lnTo>
                <a:lnTo>
                  <a:pt x="49671" y="1852799"/>
                </a:lnTo>
                <a:lnTo>
                  <a:pt x="95771" y="1994781"/>
                </a:lnTo>
                <a:lnTo>
                  <a:pt x="156158" y="2131293"/>
                </a:lnTo>
                <a:lnTo>
                  <a:pt x="230163" y="2260997"/>
                </a:lnTo>
                <a:lnTo>
                  <a:pt x="316781" y="2382552"/>
                </a:lnTo>
                <a:lnTo>
                  <a:pt x="415454" y="2494731"/>
                </a:lnTo>
                <a:lnTo>
                  <a:pt x="524842" y="2596195"/>
                </a:lnTo>
                <a:lnTo>
                  <a:pt x="644054" y="2686050"/>
                </a:lnTo>
                <a:lnTo>
                  <a:pt x="771637" y="2763403"/>
                </a:lnTo>
                <a:lnTo>
                  <a:pt x="906475" y="2827362"/>
                </a:lnTo>
                <a:lnTo>
                  <a:pt x="1047229" y="2877369"/>
                </a:lnTo>
                <a:lnTo>
                  <a:pt x="1192225" y="2912752"/>
                </a:lnTo>
                <a:lnTo>
                  <a:pt x="1340123" y="2933402"/>
                </a:lnTo>
                <a:lnTo>
                  <a:pt x="1489249" y="2938872"/>
                </a:lnTo>
                <a:lnTo>
                  <a:pt x="1638263" y="2929161"/>
                </a:lnTo>
                <a:lnTo>
                  <a:pt x="1785379" y="2904381"/>
                </a:lnTo>
                <a:lnTo>
                  <a:pt x="1929371" y="2864755"/>
                </a:lnTo>
                <a:lnTo>
                  <a:pt x="2068562" y="2810731"/>
                </a:lnTo>
                <a:lnTo>
                  <a:pt x="2201614" y="2742977"/>
                </a:lnTo>
                <a:lnTo>
                  <a:pt x="2326965" y="2661940"/>
                </a:lnTo>
                <a:lnTo>
                  <a:pt x="2443497" y="2568625"/>
                </a:lnTo>
                <a:lnTo>
                  <a:pt x="2549984" y="2464036"/>
                </a:lnTo>
                <a:lnTo>
                  <a:pt x="2645308" y="2349178"/>
                </a:lnTo>
                <a:lnTo>
                  <a:pt x="2728466" y="2225278"/>
                </a:lnTo>
                <a:lnTo>
                  <a:pt x="2798676" y="2093454"/>
                </a:lnTo>
                <a:lnTo>
                  <a:pt x="2855156" y="1955155"/>
                </a:lnTo>
                <a:lnTo>
                  <a:pt x="2897237" y="1811945"/>
                </a:lnTo>
                <a:lnTo>
                  <a:pt x="2924696" y="1665163"/>
                </a:lnTo>
                <a:lnTo>
                  <a:pt x="2936863" y="1516484"/>
                </a:lnTo>
                <a:lnTo>
                  <a:pt x="2934184" y="1367247"/>
                </a:lnTo>
                <a:lnTo>
                  <a:pt x="2916213" y="1219126"/>
                </a:lnTo>
                <a:lnTo>
                  <a:pt x="2883284" y="1073460"/>
                </a:lnTo>
                <a:lnTo>
                  <a:pt x="2835846" y="931813"/>
                </a:lnTo>
                <a:lnTo>
                  <a:pt x="2774119" y="795970"/>
                </a:lnTo>
                <a:lnTo>
                  <a:pt x="2699110" y="666824"/>
                </a:lnTo>
                <a:lnTo>
                  <a:pt x="2611264" y="546050"/>
                </a:lnTo>
                <a:lnTo>
                  <a:pt x="2511809" y="434987"/>
                </a:lnTo>
                <a:lnTo>
                  <a:pt x="2401416" y="334417"/>
                </a:lnTo>
                <a:lnTo>
                  <a:pt x="2281535" y="245455"/>
                </a:lnTo>
                <a:lnTo>
                  <a:pt x="2153059" y="169329"/>
                </a:lnTo>
                <a:lnTo>
                  <a:pt x="2017551" y="106598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47C55-0B01-41AC-AADB-2F0146E6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992" y="2777468"/>
            <a:ext cx="3297064" cy="3298961"/>
          </a:xfrm>
          <a:custGeom xmlns:a="http://schemas.openxmlformats.org/drawingml/2006/main">
            <a:pathLst>
              <a:path w="3297064" h="3298961" fill="none">
                <a:moveTo>
                  <a:pt x="1639267" y="0"/>
                </a:moveTo>
                <a:lnTo>
                  <a:pt x="1492151" y="7367"/>
                </a:lnTo>
                <a:lnTo>
                  <a:pt x="1346262" y="27794"/>
                </a:lnTo>
                <a:lnTo>
                  <a:pt x="1202941" y="61168"/>
                </a:lnTo>
                <a:lnTo>
                  <a:pt x="1062968" y="107268"/>
                </a:lnTo>
                <a:lnTo>
                  <a:pt x="927683" y="165646"/>
                </a:lnTo>
                <a:lnTo>
                  <a:pt x="798314" y="235744"/>
                </a:lnTo>
                <a:lnTo>
                  <a:pt x="675531" y="317116"/>
                </a:lnTo>
                <a:lnTo>
                  <a:pt x="560561" y="409203"/>
                </a:lnTo>
                <a:lnTo>
                  <a:pt x="454298" y="511225"/>
                </a:lnTo>
                <a:lnTo>
                  <a:pt x="357522" y="622176"/>
                </a:lnTo>
                <a:lnTo>
                  <a:pt x="270904" y="741387"/>
                </a:lnTo>
                <a:lnTo>
                  <a:pt x="195560" y="867854"/>
                </a:lnTo>
                <a:lnTo>
                  <a:pt x="131490" y="1000460"/>
                </a:lnTo>
                <a:lnTo>
                  <a:pt x="79697" y="1138312"/>
                </a:lnTo>
                <a:lnTo>
                  <a:pt x="40407" y="1280294"/>
                </a:lnTo>
                <a:lnTo>
                  <a:pt x="13729" y="1425067"/>
                </a:lnTo>
                <a:lnTo>
                  <a:pt x="335" y="1571848"/>
                </a:lnTo>
                <a:lnTo>
                  <a:pt x="0" y="1719076"/>
                </a:lnTo>
                <a:lnTo>
                  <a:pt x="12725" y="1865858"/>
                </a:lnTo>
                <a:lnTo>
                  <a:pt x="38509" y="2010742"/>
                </a:lnTo>
                <a:lnTo>
                  <a:pt x="77130" y="2152948"/>
                </a:lnTo>
                <a:lnTo>
                  <a:pt x="128253" y="2291023"/>
                </a:lnTo>
                <a:lnTo>
                  <a:pt x="191542" y="2424075"/>
                </a:lnTo>
                <a:lnTo>
                  <a:pt x="266551" y="2550877"/>
                </a:lnTo>
                <a:lnTo>
                  <a:pt x="352388" y="2670535"/>
                </a:lnTo>
                <a:lnTo>
                  <a:pt x="448605" y="2782044"/>
                </a:lnTo>
                <a:lnTo>
                  <a:pt x="554422" y="2884512"/>
                </a:lnTo>
                <a:lnTo>
                  <a:pt x="668945" y="2977158"/>
                </a:lnTo>
                <a:lnTo>
                  <a:pt x="791170" y="3059199"/>
                </a:lnTo>
                <a:lnTo>
                  <a:pt x="920316" y="3129855"/>
                </a:lnTo>
                <a:lnTo>
                  <a:pt x="1055266" y="3188903"/>
                </a:lnTo>
                <a:lnTo>
                  <a:pt x="1195015" y="3235561"/>
                </a:lnTo>
                <a:lnTo>
                  <a:pt x="1338225" y="3269717"/>
                </a:lnTo>
                <a:lnTo>
                  <a:pt x="1484002" y="3290925"/>
                </a:lnTo>
                <a:lnTo>
                  <a:pt x="1631119" y="3298961"/>
                </a:lnTo>
                <a:lnTo>
                  <a:pt x="1778236" y="3293938"/>
                </a:lnTo>
                <a:lnTo>
                  <a:pt x="1924348" y="3275744"/>
                </a:lnTo>
                <a:lnTo>
                  <a:pt x="2068339" y="3244602"/>
                </a:lnTo>
                <a:lnTo>
                  <a:pt x="2208981" y="3200846"/>
                </a:lnTo>
                <a:lnTo>
                  <a:pt x="2345159" y="3144589"/>
                </a:lnTo>
                <a:lnTo>
                  <a:pt x="2475644" y="3076501"/>
                </a:lnTo>
                <a:lnTo>
                  <a:pt x="2599655" y="2996915"/>
                </a:lnTo>
                <a:lnTo>
                  <a:pt x="2716076" y="2906725"/>
                </a:lnTo>
                <a:lnTo>
                  <a:pt x="2823902" y="2806489"/>
                </a:lnTo>
                <a:lnTo>
                  <a:pt x="2922352" y="2696989"/>
                </a:lnTo>
                <a:lnTo>
                  <a:pt x="3010756" y="2579117"/>
                </a:lnTo>
                <a:lnTo>
                  <a:pt x="3088221" y="2453878"/>
                </a:lnTo>
                <a:lnTo>
                  <a:pt x="3154300" y="2322165"/>
                </a:lnTo>
                <a:lnTo>
                  <a:pt x="3208325" y="2185206"/>
                </a:lnTo>
                <a:lnTo>
                  <a:pt x="3249737" y="2043782"/>
                </a:lnTo>
                <a:lnTo>
                  <a:pt x="3278535" y="1899456"/>
                </a:lnTo>
                <a:lnTo>
                  <a:pt x="3294385" y="1753009"/>
                </a:lnTo>
                <a:lnTo>
                  <a:pt x="3297064" y="1605781"/>
                </a:lnTo>
                <a:lnTo>
                  <a:pt x="3286571" y="1458888"/>
                </a:lnTo>
                <a:lnTo>
                  <a:pt x="3263019" y="1313445"/>
                </a:lnTo>
                <a:lnTo>
                  <a:pt x="3226519" y="1170794"/>
                </a:lnTo>
                <a:lnTo>
                  <a:pt x="3177629" y="1031937"/>
                </a:lnTo>
                <a:lnTo>
                  <a:pt x="3116349" y="897880"/>
                </a:lnTo>
                <a:lnTo>
                  <a:pt x="3043461" y="769962"/>
                </a:lnTo>
                <a:lnTo>
                  <a:pt x="2959522" y="649077"/>
                </a:lnTo>
                <a:lnTo>
                  <a:pt x="2864979" y="536004"/>
                </a:lnTo>
                <a:lnTo>
                  <a:pt x="2760836" y="431862"/>
                </a:lnTo>
                <a:lnTo>
                  <a:pt x="2647876" y="337542"/>
                </a:lnTo>
                <a:lnTo>
                  <a:pt x="2526767" y="253492"/>
                </a:lnTo>
                <a:lnTo>
                  <a:pt x="2398737" y="180715"/>
                </a:lnTo>
                <a:lnTo>
                  <a:pt x="2264792" y="119658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DF588-80DC-4568-8320-C1C9EF2C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77" y="2597423"/>
            <a:ext cx="3657935" cy="3659163"/>
          </a:xfrm>
          <a:custGeom xmlns:a="http://schemas.openxmlformats.org/drawingml/2006/main">
            <a:pathLst>
              <a:path w="3657935" h="3659163" fill="none">
                <a:moveTo>
                  <a:pt x="1819089" y="0"/>
                </a:moveTo>
                <a:lnTo>
                  <a:pt x="1671414" y="6697"/>
                </a:lnTo>
                <a:lnTo>
                  <a:pt x="1524967" y="25338"/>
                </a:lnTo>
                <a:lnTo>
                  <a:pt x="1380306" y="55811"/>
                </a:lnTo>
                <a:lnTo>
                  <a:pt x="1238771" y="97668"/>
                </a:lnTo>
                <a:lnTo>
                  <a:pt x="1101030" y="150912"/>
                </a:lnTo>
                <a:lnTo>
                  <a:pt x="968090" y="214982"/>
                </a:lnTo>
                <a:lnTo>
                  <a:pt x="840507" y="289768"/>
                </a:lnTo>
                <a:lnTo>
                  <a:pt x="719510" y="374489"/>
                </a:lnTo>
                <a:lnTo>
                  <a:pt x="605879" y="468697"/>
                </a:lnTo>
                <a:lnTo>
                  <a:pt x="500062" y="571835"/>
                </a:lnTo>
                <a:lnTo>
                  <a:pt x="402952" y="683009"/>
                </a:lnTo>
                <a:lnTo>
                  <a:pt x="315106" y="801774"/>
                </a:lnTo>
                <a:lnTo>
                  <a:pt x="237083" y="927236"/>
                </a:lnTo>
                <a:lnTo>
                  <a:pt x="169441" y="1058614"/>
                </a:lnTo>
                <a:lnTo>
                  <a:pt x="112737" y="1195015"/>
                </a:lnTo>
                <a:lnTo>
                  <a:pt x="67084" y="1335435"/>
                </a:lnTo>
                <a:lnTo>
                  <a:pt x="32928" y="1479091"/>
                </a:lnTo>
                <a:lnTo>
                  <a:pt x="10604" y="1625092"/>
                </a:lnTo>
                <a:lnTo>
                  <a:pt x="0" y="1772431"/>
                </a:lnTo>
                <a:lnTo>
                  <a:pt x="1339" y="1920218"/>
                </a:lnTo>
                <a:lnTo>
                  <a:pt x="14622" y="2067223"/>
                </a:lnTo>
                <a:lnTo>
                  <a:pt x="39737" y="2212777"/>
                </a:lnTo>
                <a:lnTo>
                  <a:pt x="76460" y="2355875"/>
                </a:lnTo>
                <a:lnTo>
                  <a:pt x="124569" y="2495513"/>
                </a:lnTo>
                <a:lnTo>
                  <a:pt x="183952" y="2630798"/>
                </a:lnTo>
                <a:lnTo>
                  <a:pt x="253826" y="2760836"/>
                </a:lnTo>
                <a:lnTo>
                  <a:pt x="334194" y="2884847"/>
                </a:lnTo>
                <a:lnTo>
                  <a:pt x="424160" y="3002049"/>
                </a:lnTo>
                <a:lnTo>
                  <a:pt x="523280" y="3111438"/>
                </a:lnTo>
                <a:lnTo>
                  <a:pt x="630882" y="3212567"/>
                </a:lnTo>
                <a:lnTo>
                  <a:pt x="746410" y="3304766"/>
                </a:lnTo>
                <a:lnTo>
                  <a:pt x="868859" y="3387142"/>
                </a:lnTo>
                <a:lnTo>
                  <a:pt x="997669" y="3459584"/>
                </a:lnTo>
                <a:lnTo>
                  <a:pt x="1131726" y="3521311"/>
                </a:lnTo>
                <a:lnTo>
                  <a:pt x="1270583" y="3571987"/>
                </a:lnTo>
                <a:lnTo>
                  <a:pt x="1412788" y="3611389"/>
                </a:lnTo>
                <a:lnTo>
                  <a:pt x="1557896" y="3639183"/>
                </a:lnTo>
                <a:lnTo>
                  <a:pt x="1704789" y="3655033"/>
                </a:lnTo>
                <a:lnTo>
                  <a:pt x="1852464" y="3659163"/>
                </a:lnTo>
                <a:lnTo>
                  <a:pt x="1999915" y="3651126"/>
                </a:lnTo>
                <a:lnTo>
                  <a:pt x="2146362" y="3631481"/>
                </a:lnTo>
                <a:lnTo>
                  <a:pt x="2290688" y="3600004"/>
                </a:lnTo>
                <a:lnTo>
                  <a:pt x="2431889" y="3557029"/>
                </a:lnTo>
                <a:lnTo>
                  <a:pt x="2569294" y="3502782"/>
                </a:lnTo>
                <a:lnTo>
                  <a:pt x="2701789" y="3437595"/>
                </a:lnTo>
                <a:lnTo>
                  <a:pt x="2828702" y="3361916"/>
                </a:lnTo>
                <a:lnTo>
                  <a:pt x="2949029" y="3276191"/>
                </a:lnTo>
                <a:lnTo>
                  <a:pt x="3062101" y="3181090"/>
                </a:lnTo>
                <a:lnTo>
                  <a:pt x="3167025" y="3077282"/>
                </a:lnTo>
                <a:lnTo>
                  <a:pt x="3263243" y="2965214"/>
                </a:lnTo>
                <a:lnTo>
                  <a:pt x="3350307" y="2845891"/>
                </a:lnTo>
                <a:lnTo>
                  <a:pt x="3427214" y="2719760"/>
                </a:lnTo>
                <a:lnTo>
                  <a:pt x="3493852" y="2587935"/>
                </a:lnTo>
                <a:lnTo>
                  <a:pt x="3549551" y="2451199"/>
                </a:lnTo>
                <a:lnTo>
                  <a:pt x="3594088" y="2310333"/>
                </a:lnTo>
                <a:lnTo>
                  <a:pt x="3627127" y="2166342"/>
                </a:lnTo>
                <a:lnTo>
                  <a:pt x="3648447" y="2020230"/>
                </a:lnTo>
                <a:lnTo>
                  <a:pt x="3657935" y="1872779"/>
                </a:lnTo>
                <a:lnTo>
                  <a:pt x="3655368" y="1725104"/>
                </a:lnTo>
                <a:lnTo>
                  <a:pt x="3641080" y="1578099"/>
                </a:lnTo>
                <a:lnTo>
                  <a:pt x="3614849" y="1432768"/>
                </a:lnTo>
                <a:lnTo>
                  <a:pt x="3577010" y="1290005"/>
                </a:lnTo>
                <a:lnTo>
                  <a:pt x="3527785" y="1150702"/>
                </a:lnTo>
                <a:lnTo>
                  <a:pt x="3467509" y="1015864"/>
                </a:lnTo>
                <a:lnTo>
                  <a:pt x="3396518" y="886383"/>
                </a:lnTo>
                <a:lnTo>
                  <a:pt x="3315370" y="762930"/>
                </a:lnTo>
                <a:lnTo>
                  <a:pt x="3224399" y="646509"/>
                </a:lnTo>
                <a:lnTo>
                  <a:pt x="3124498" y="537902"/>
                </a:lnTo>
                <a:lnTo>
                  <a:pt x="3016114" y="437555"/>
                </a:lnTo>
                <a:lnTo>
                  <a:pt x="2899916" y="346249"/>
                </a:lnTo>
                <a:lnTo>
                  <a:pt x="2776798" y="264654"/>
                </a:lnTo>
                <a:lnTo>
                  <a:pt x="2647429" y="193328"/>
                </a:lnTo>
                <a:lnTo>
                  <a:pt x="2512814" y="132606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4B64F-5702-4E6B-A83B-4834FE96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563" y="2417266"/>
            <a:ext cx="4019029" cy="4018471"/>
          </a:xfrm>
          <a:custGeom xmlns:a="http://schemas.openxmlformats.org/drawingml/2006/main">
            <a:pathLst>
              <a:path w="4019029" h="4018471" fill="none">
                <a:moveTo>
                  <a:pt x="1998799" y="0"/>
                </a:moveTo>
                <a:lnTo>
                  <a:pt x="1850901" y="6251"/>
                </a:lnTo>
                <a:lnTo>
                  <a:pt x="1703896" y="23440"/>
                </a:lnTo>
                <a:lnTo>
                  <a:pt x="1558454" y="51346"/>
                </a:lnTo>
                <a:lnTo>
                  <a:pt x="1415467" y="89743"/>
                </a:lnTo>
                <a:lnTo>
                  <a:pt x="1275829" y="138745"/>
                </a:lnTo>
                <a:lnTo>
                  <a:pt x="1139986" y="197793"/>
                </a:lnTo>
                <a:lnTo>
                  <a:pt x="1008943" y="266774"/>
                </a:lnTo>
                <a:lnTo>
                  <a:pt x="883369" y="345132"/>
                </a:lnTo>
                <a:lnTo>
                  <a:pt x="763823" y="432643"/>
                </a:lnTo>
                <a:lnTo>
                  <a:pt x="651086" y="528526"/>
                </a:lnTo>
                <a:lnTo>
                  <a:pt x="545827" y="632668"/>
                </a:lnTo>
                <a:lnTo>
                  <a:pt x="448382" y="743955"/>
                </a:lnTo>
                <a:lnTo>
                  <a:pt x="359420" y="862385"/>
                </a:lnTo>
                <a:lnTo>
                  <a:pt x="279499" y="986954"/>
                </a:lnTo>
                <a:lnTo>
                  <a:pt x="208843" y="1117104"/>
                </a:lnTo>
                <a:lnTo>
                  <a:pt x="148010" y="1252054"/>
                </a:lnTo>
                <a:lnTo>
                  <a:pt x="97334" y="1391245"/>
                </a:lnTo>
                <a:lnTo>
                  <a:pt x="56927" y="1533674"/>
                </a:lnTo>
                <a:lnTo>
                  <a:pt x="27236" y="1678781"/>
                </a:lnTo>
                <a:lnTo>
                  <a:pt x="8260" y="1825451"/>
                </a:lnTo>
                <a:lnTo>
                  <a:pt x="0" y="1973349"/>
                </a:lnTo>
                <a:lnTo>
                  <a:pt x="2791" y="2121359"/>
                </a:lnTo>
                <a:lnTo>
                  <a:pt x="16520" y="2268699"/>
                </a:lnTo>
                <a:lnTo>
                  <a:pt x="40965" y="2414699"/>
                </a:lnTo>
                <a:lnTo>
                  <a:pt x="76126" y="2558579"/>
                </a:lnTo>
                <a:lnTo>
                  <a:pt x="121779" y="2699445"/>
                </a:lnTo>
                <a:lnTo>
                  <a:pt x="177701" y="2836627"/>
                </a:lnTo>
                <a:lnTo>
                  <a:pt x="243446" y="2969121"/>
                </a:lnTo>
                <a:lnTo>
                  <a:pt x="318901" y="3096481"/>
                </a:lnTo>
                <a:lnTo>
                  <a:pt x="403622" y="3218036"/>
                </a:lnTo>
                <a:lnTo>
                  <a:pt x="496825" y="3333006"/>
                </a:lnTo>
                <a:lnTo>
                  <a:pt x="598289" y="3440720"/>
                </a:lnTo>
                <a:lnTo>
                  <a:pt x="707566" y="3540733"/>
                </a:lnTo>
                <a:lnTo>
                  <a:pt x="823764" y="3632485"/>
                </a:lnTo>
                <a:lnTo>
                  <a:pt x="946435" y="3715420"/>
                </a:lnTo>
                <a:lnTo>
                  <a:pt x="1074911" y="3788978"/>
                </a:lnTo>
                <a:lnTo>
                  <a:pt x="1208410" y="3852937"/>
                </a:lnTo>
                <a:lnTo>
                  <a:pt x="1346262" y="3906850"/>
                </a:lnTo>
                <a:lnTo>
                  <a:pt x="1487686" y="3950494"/>
                </a:lnTo>
                <a:lnTo>
                  <a:pt x="1632012" y="3983757"/>
                </a:lnTo>
                <a:lnTo>
                  <a:pt x="1778347" y="4006081"/>
                </a:lnTo>
                <a:lnTo>
                  <a:pt x="1926022" y="4017801"/>
                </a:lnTo>
                <a:lnTo>
                  <a:pt x="2074032" y="4018471"/>
                </a:lnTo>
                <a:lnTo>
                  <a:pt x="2221706" y="4008313"/>
                </a:lnTo>
                <a:lnTo>
                  <a:pt x="2368265" y="3987217"/>
                </a:lnTo>
                <a:lnTo>
                  <a:pt x="2512926" y="3955405"/>
                </a:lnTo>
                <a:lnTo>
                  <a:pt x="2654684" y="3913101"/>
                </a:lnTo>
                <a:lnTo>
                  <a:pt x="2793206" y="3860416"/>
                </a:lnTo>
                <a:lnTo>
                  <a:pt x="2927263" y="3797684"/>
                </a:lnTo>
                <a:lnTo>
                  <a:pt x="3056297" y="3725242"/>
                </a:lnTo>
                <a:lnTo>
                  <a:pt x="3179750" y="3643536"/>
                </a:lnTo>
                <a:lnTo>
                  <a:pt x="3296952" y="3553011"/>
                </a:lnTo>
                <a:lnTo>
                  <a:pt x="3407011" y="3454003"/>
                </a:lnTo>
                <a:lnTo>
                  <a:pt x="3509590" y="3347182"/>
                </a:lnTo>
                <a:lnTo>
                  <a:pt x="3604022" y="3233105"/>
                </a:lnTo>
                <a:lnTo>
                  <a:pt x="3689635" y="3112554"/>
                </a:lnTo>
                <a:lnTo>
                  <a:pt x="3766207" y="2985753"/>
                </a:lnTo>
                <a:lnTo>
                  <a:pt x="3833403" y="2853817"/>
                </a:lnTo>
                <a:lnTo>
                  <a:pt x="3890665" y="2717304"/>
                </a:lnTo>
                <a:lnTo>
                  <a:pt x="3937546" y="2576885"/>
                </a:lnTo>
                <a:lnTo>
                  <a:pt x="3974046" y="2433340"/>
                </a:lnTo>
                <a:lnTo>
                  <a:pt x="3999942" y="2287563"/>
                </a:lnTo>
                <a:lnTo>
                  <a:pt x="4015011" y="2140223"/>
                </a:lnTo>
                <a:lnTo>
                  <a:pt x="4019029" y="1992325"/>
                </a:lnTo>
                <a:lnTo>
                  <a:pt x="4012332" y="1844315"/>
                </a:lnTo>
                <a:lnTo>
                  <a:pt x="3994807" y="1697422"/>
                </a:lnTo>
                <a:lnTo>
                  <a:pt x="3966344" y="1552091"/>
                </a:lnTo>
                <a:lnTo>
                  <a:pt x="3927388" y="1409328"/>
                </a:lnTo>
                <a:lnTo>
                  <a:pt x="3877940" y="1269802"/>
                </a:lnTo>
                <a:lnTo>
                  <a:pt x="3818446" y="1134182"/>
                </a:lnTo>
                <a:lnTo>
                  <a:pt x="3749018" y="1003362"/>
                </a:lnTo>
                <a:lnTo>
                  <a:pt x="3670213" y="878012"/>
                </a:lnTo>
                <a:lnTo>
                  <a:pt x="3582479" y="758800"/>
                </a:lnTo>
                <a:lnTo>
                  <a:pt x="3486150" y="646509"/>
                </a:lnTo>
                <a:lnTo>
                  <a:pt x="3381673" y="541474"/>
                </a:lnTo>
                <a:lnTo>
                  <a:pt x="3269940" y="444364"/>
                </a:lnTo>
                <a:lnTo>
                  <a:pt x="3151175" y="355848"/>
                </a:lnTo>
                <a:lnTo>
                  <a:pt x="3026383" y="276374"/>
                </a:lnTo>
                <a:lnTo>
                  <a:pt x="2896009" y="206053"/>
                </a:lnTo>
                <a:lnTo>
                  <a:pt x="2760948" y="145666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6B0DA-7E67-4844-A85B-C006CBA5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362" y="2417266"/>
            <a:ext cx="2902" cy="540246"/>
          </a:xfrm>
          <a:custGeom xmlns:a="http://schemas.openxmlformats.org/drawingml/2006/main">
            <a:pathLst>
              <a:path w="2902" h="540246" fill="none">
                <a:moveTo>
                  <a:pt x="2902" y="540246"/>
                </a:moveTo>
                <a:lnTo>
                  <a:pt x="1898" y="360201"/>
                </a:lnTo>
                <a:lnTo>
                  <a:pt x="1005" y="1801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112E5-B96A-4AED-B34E-8B56DFAE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365" y="2562932"/>
            <a:ext cx="202146" cy="501179"/>
          </a:xfrm>
          <a:custGeom xmlns:a="http://schemas.openxmlformats.org/drawingml/2006/main">
            <a:pathLst>
              <a:path w="202146" h="501179" fill="none">
                <a:moveTo>
                  <a:pt x="0" y="501179"/>
                </a:moveTo>
                <a:lnTo>
                  <a:pt x="67419" y="334194"/>
                </a:lnTo>
                <a:lnTo>
                  <a:pt x="134727" y="167097"/>
                </a:lnTo>
                <a:lnTo>
                  <a:pt x="2021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D661C-4DE4-4C5D-B286-7E3E5594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102" y="2917329"/>
            <a:ext cx="142875" cy="193104"/>
          </a:xfrm>
          <a:custGeom xmlns:a="http://schemas.openxmlformats.org/drawingml/2006/main">
            <a:pathLst>
              <a:path w="142875" h="193104">
                <a:moveTo>
                  <a:pt x="0" y="163525"/>
                </a:moveTo>
                <a:lnTo>
                  <a:pt x="71438" y="0"/>
                </a:lnTo>
                <a:lnTo>
                  <a:pt x="142875" y="33375"/>
                </a:lnTo>
                <a:lnTo>
                  <a:pt x="63624" y="193104"/>
                </a:lnTo>
                <a:lnTo>
                  <a:pt x="0" y="163525"/>
                </a:lnTo>
                <a:close/>
                <a:moveTo>
                  <a:pt x="0" y="163525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3C683-C25A-4E6B-81E5-338BAC9A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218" y="5103316"/>
            <a:ext cx="352053" cy="241548"/>
          </a:xfrm>
          <a:custGeom xmlns:a="http://schemas.openxmlformats.org/drawingml/2006/main">
            <a:pathLst>
              <a:path w="352053" h="241548">
                <a:moveTo>
                  <a:pt x="352053" y="61615"/>
                </a:moveTo>
                <a:lnTo>
                  <a:pt x="197123" y="151581"/>
                </a:lnTo>
                <a:lnTo>
                  <a:pt x="42081" y="241548"/>
                </a:lnTo>
                <a:lnTo>
                  <a:pt x="0" y="164976"/>
                </a:lnTo>
                <a:lnTo>
                  <a:pt x="159172" y="82488"/>
                </a:lnTo>
                <a:lnTo>
                  <a:pt x="318232" y="0"/>
                </a:lnTo>
              </a:path>
            </a:pathLst>
          </a:custGeom>
          <a:solidFill xmlns:a="http://schemas.openxmlformats.org/drawingml/2006/main">
            <a:srgbClr val="A7C7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16B11-E352-4A17-871A-284D02D8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438" y="5813673"/>
            <a:ext cx="74675" cy="44090"/>
          </a:xfrm>
          <a:custGeom xmlns:a="http://schemas.openxmlformats.org/drawingml/2006/main">
            <a:pathLst>
              <a:path w="74675" h="44090">
                <a:moveTo>
                  <a:pt x="66973" y="0"/>
                </a:moveTo>
                <a:lnTo>
                  <a:pt x="74675" y="22101"/>
                </a:lnTo>
                <a:lnTo>
                  <a:pt x="6697" y="44090"/>
                </a:lnTo>
                <a:lnTo>
                  <a:pt x="0" y="21766"/>
                </a:lnTo>
                <a:lnTo>
                  <a:pt x="66973" y="0"/>
                </a:lnTo>
                <a:close/>
                <a:moveTo>
                  <a:pt x="66973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9CD4E-5BDD-44D1-8018-63640C09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771" y="3678362"/>
            <a:ext cx="40630" cy="65075"/>
          </a:xfrm>
          <a:custGeom xmlns:a="http://schemas.openxmlformats.org/drawingml/2006/main">
            <a:pathLst>
              <a:path w="40630" h="65075">
                <a:moveTo>
                  <a:pt x="6474" y="65075"/>
                </a:moveTo>
                <a:lnTo>
                  <a:pt x="0" y="61726"/>
                </a:lnTo>
                <a:lnTo>
                  <a:pt x="34268" y="0"/>
                </a:lnTo>
                <a:lnTo>
                  <a:pt x="40630" y="3684"/>
                </a:lnTo>
                <a:lnTo>
                  <a:pt x="6474" y="65075"/>
                </a:lnTo>
                <a:close/>
                <a:moveTo>
                  <a:pt x="6474" y="65075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B6E20F-5070-4672-AD27-0B6DB031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116" y="5314950"/>
            <a:ext cx="148456" cy="139192"/>
          </a:xfrm>
          <a:custGeom xmlns:a="http://schemas.openxmlformats.org/drawingml/2006/main">
            <a:pathLst>
              <a:path w="148456" h="139192">
                <a:moveTo>
                  <a:pt x="43755" y="0"/>
                </a:moveTo>
                <a:lnTo>
                  <a:pt x="148456" y="79251"/>
                </a:lnTo>
                <a:lnTo>
                  <a:pt x="100682" y="139192"/>
                </a:lnTo>
                <a:lnTo>
                  <a:pt x="0" y="54918"/>
                </a:lnTo>
                <a:lnTo>
                  <a:pt x="43755" y="0"/>
                </a:lnTo>
                <a:close/>
                <a:moveTo>
                  <a:pt x="43755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BF0ED-25B3-4AA3-A862-43332E81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050" y="4961111"/>
            <a:ext cx="196118" cy="138745"/>
          </a:xfrm>
          <a:custGeom xmlns:a="http://schemas.openxmlformats.org/drawingml/2006/main">
            <a:pathLst>
              <a:path w="196118" h="138745">
                <a:moveTo>
                  <a:pt x="196118" y="64852"/>
                </a:moveTo>
                <a:lnTo>
                  <a:pt x="30473" y="138745"/>
                </a:lnTo>
                <a:lnTo>
                  <a:pt x="0" y="65856"/>
                </a:lnTo>
                <a:lnTo>
                  <a:pt x="168994" y="0"/>
                </a:lnTo>
                <a:lnTo>
                  <a:pt x="196118" y="64852"/>
                </a:lnTo>
                <a:close/>
                <a:moveTo>
                  <a:pt x="196118" y="64852"/>
                </a:moveTo>
              </a:path>
            </a:pathLst>
          </a:custGeom>
          <a:solidFill xmlns:a="http://schemas.openxmlformats.org/drawingml/2006/main">
            <a:srgbClr val="F48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CCF167-2DFB-47A3-BBC9-7603F842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818" y="5627936"/>
            <a:ext cx="70768" cy="57262"/>
          </a:xfrm>
          <a:custGeom xmlns:a="http://schemas.openxmlformats.org/drawingml/2006/main">
            <a:pathLst>
              <a:path w="70768" h="57262">
                <a:moveTo>
                  <a:pt x="70768" y="39179"/>
                </a:moveTo>
                <a:lnTo>
                  <a:pt x="59271" y="57262"/>
                </a:lnTo>
                <a:lnTo>
                  <a:pt x="0" y="17525"/>
                </a:lnTo>
                <a:lnTo>
                  <a:pt x="12502" y="0"/>
                </a:lnTo>
                <a:lnTo>
                  <a:pt x="70768" y="39179"/>
                </a:lnTo>
                <a:close/>
                <a:moveTo>
                  <a:pt x="70768" y="39179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09D11-E7BA-4BDB-B3AE-B7C757FD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82" y="5363394"/>
            <a:ext cx="87176" cy="89074"/>
          </a:xfrm>
          <a:custGeom xmlns:a="http://schemas.openxmlformats.org/drawingml/2006/main">
            <a:pathLst>
              <a:path w="87176" h="89074">
                <a:moveTo>
                  <a:pt x="87176" y="53020"/>
                </a:moveTo>
                <a:lnTo>
                  <a:pt x="47662" y="89074"/>
                </a:lnTo>
                <a:lnTo>
                  <a:pt x="0" y="34044"/>
                </a:lnTo>
                <a:lnTo>
                  <a:pt x="41077" y="0"/>
                </a:lnTo>
                <a:lnTo>
                  <a:pt x="87176" y="53020"/>
                </a:lnTo>
                <a:close/>
                <a:moveTo>
                  <a:pt x="87176" y="53020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A48D1-EFAE-4A56-99CA-1F606EAF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71" y="4002509"/>
            <a:ext cx="159283" cy="106598"/>
          </a:xfrm>
          <a:custGeom xmlns:a="http://schemas.openxmlformats.org/drawingml/2006/main">
            <a:pathLst>
              <a:path w="159283" h="106598">
                <a:moveTo>
                  <a:pt x="142429" y="106598"/>
                </a:moveTo>
                <a:lnTo>
                  <a:pt x="0" y="75121"/>
                </a:lnTo>
                <a:lnTo>
                  <a:pt x="18529" y="0"/>
                </a:lnTo>
                <a:lnTo>
                  <a:pt x="159283" y="38398"/>
                </a:lnTo>
                <a:lnTo>
                  <a:pt x="142429" y="106598"/>
                </a:lnTo>
                <a:close/>
                <a:moveTo>
                  <a:pt x="142429" y="106598"/>
                </a:moveTo>
              </a:path>
            </a:pathLst>
          </a:custGeom>
          <a:solidFill xmlns:a="http://schemas.openxmlformats.org/drawingml/2006/main">
            <a:srgbClr val="31F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D2368-3908-46A1-9CE1-7404DF66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681" y="5671245"/>
            <a:ext cx="94878" cy="92534"/>
          </a:xfrm>
          <a:custGeom xmlns:a="http://schemas.openxmlformats.org/drawingml/2006/main">
            <a:pathLst>
              <a:path w="94878" h="92534">
                <a:moveTo>
                  <a:pt x="94878" y="35942"/>
                </a:moveTo>
                <a:lnTo>
                  <a:pt x="63066" y="92534"/>
                </a:lnTo>
                <a:lnTo>
                  <a:pt x="0" y="54918"/>
                </a:lnTo>
                <a:lnTo>
                  <a:pt x="34491" y="0"/>
                </a:lnTo>
                <a:lnTo>
                  <a:pt x="94878" y="35942"/>
                </a:lnTo>
                <a:close/>
                <a:moveTo>
                  <a:pt x="94878" y="35942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4DEF3-61D9-4F62-8351-6113A0C1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719" y="2972023"/>
            <a:ext cx="112402" cy="131266"/>
          </a:xfrm>
          <a:custGeom xmlns:a="http://schemas.openxmlformats.org/drawingml/2006/main">
            <a:pathLst>
              <a:path w="112402" h="131266">
                <a:moveTo>
                  <a:pt x="48220" y="131266"/>
                </a:moveTo>
                <a:lnTo>
                  <a:pt x="0" y="31142"/>
                </a:lnTo>
                <a:lnTo>
                  <a:pt x="68870" y="0"/>
                </a:lnTo>
                <a:lnTo>
                  <a:pt x="112402" y="102245"/>
                </a:lnTo>
                <a:lnTo>
                  <a:pt x="48220" y="131266"/>
                </a:lnTo>
                <a:close/>
                <a:moveTo>
                  <a:pt x="48220" y="131266"/>
                </a:moveTo>
              </a:path>
            </a:pathLst>
          </a:custGeom>
          <a:solidFill xmlns:a="http://schemas.openxmlformats.org/drawingml/2006/main">
            <a:srgbClr val="1C15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2BD3C-D9CF-4F9D-BF09-A03BA847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439" y="4186907"/>
            <a:ext cx="50788" cy="76237"/>
          </a:xfrm>
          <a:custGeom xmlns:a="http://schemas.openxmlformats.org/drawingml/2006/main">
            <a:pathLst>
              <a:path w="50788" h="76237">
                <a:moveTo>
                  <a:pt x="41300" y="76237"/>
                </a:moveTo>
                <a:lnTo>
                  <a:pt x="0" y="71549"/>
                </a:lnTo>
                <a:lnTo>
                  <a:pt x="9711" y="0"/>
                </a:lnTo>
                <a:lnTo>
                  <a:pt x="50788" y="6586"/>
                </a:lnTo>
                <a:lnTo>
                  <a:pt x="41300" y="76237"/>
                </a:lnTo>
                <a:close/>
                <a:moveTo>
                  <a:pt x="41300" y="76237"/>
                </a:moveTo>
              </a:path>
            </a:pathLst>
          </a:custGeom>
          <a:solidFill xmlns:a="http://schemas.openxmlformats.org/drawingml/2006/main">
            <a:srgbClr val="FD42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72DB7-C130-4253-B556-729424F5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389" y="3595874"/>
            <a:ext cx="68312" cy="79474"/>
          </a:xfrm>
          <a:custGeom xmlns:a="http://schemas.openxmlformats.org/drawingml/2006/main">
            <a:pathLst>
              <a:path w="68312" h="79474">
                <a:moveTo>
                  <a:pt x="30919" y="79474"/>
                </a:moveTo>
                <a:lnTo>
                  <a:pt x="0" y="60945"/>
                </a:lnTo>
                <a:lnTo>
                  <a:pt x="38286" y="0"/>
                </a:lnTo>
                <a:lnTo>
                  <a:pt x="68312" y="19980"/>
                </a:lnTo>
                <a:lnTo>
                  <a:pt x="30919" y="79474"/>
                </a:lnTo>
                <a:close/>
                <a:moveTo>
                  <a:pt x="30919" y="79474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5BCB3-0B58-49D8-85D2-A63AB647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626" y="3736070"/>
            <a:ext cx="58936" cy="77465"/>
          </a:xfrm>
          <a:custGeom xmlns:a="http://schemas.openxmlformats.org/drawingml/2006/main">
            <a:pathLst>
              <a:path w="58936" h="77465">
                <a:moveTo>
                  <a:pt x="28129" y="77465"/>
                </a:moveTo>
                <a:lnTo>
                  <a:pt x="0" y="64629"/>
                </a:lnTo>
                <a:lnTo>
                  <a:pt x="31477" y="0"/>
                </a:lnTo>
                <a:lnTo>
                  <a:pt x="58936" y="14399"/>
                </a:lnTo>
                <a:lnTo>
                  <a:pt x="28129" y="77465"/>
                </a:lnTo>
                <a:close/>
                <a:moveTo>
                  <a:pt x="28129" y="77465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B75D2-528E-436E-A25B-9DF9B022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090" y="3011314"/>
            <a:ext cx="79586" cy="59941"/>
          </a:xfrm>
          <a:custGeom xmlns:a="http://schemas.openxmlformats.org/drawingml/2006/main">
            <a:pathLst>
              <a:path w="79586" h="59941">
                <a:moveTo>
                  <a:pt x="14176" y="59941"/>
                </a:moveTo>
                <a:lnTo>
                  <a:pt x="0" y="26231"/>
                </a:lnTo>
                <a:lnTo>
                  <a:pt x="67084" y="0"/>
                </a:lnTo>
                <a:lnTo>
                  <a:pt x="79586" y="34379"/>
                </a:lnTo>
                <a:lnTo>
                  <a:pt x="14176" y="59941"/>
                </a:lnTo>
                <a:close/>
                <a:moveTo>
                  <a:pt x="14176" y="59941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E16080-259C-4EC3-80AC-0BF6EDE0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546" y="5832872"/>
            <a:ext cx="72665" cy="35496"/>
          </a:xfrm>
          <a:custGeom xmlns:a="http://schemas.openxmlformats.org/drawingml/2006/main">
            <a:pathLst>
              <a:path w="72665" h="35496">
                <a:moveTo>
                  <a:pt x="72665" y="18864"/>
                </a:moveTo>
                <a:lnTo>
                  <a:pt x="68424" y="35496"/>
                </a:lnTo>
                <a:lnTo>
                  <a:pt x="0" y="16520"/>
                </a:lnTo>
                <a:lnTo>
                  <a:pt x="4911" y="0"/>
                </a:lnTo>
                <a:lnTo>
                  <a:pt x="72665" y="18864"/>
                </a:lnTo>
                <a:close/>
                <a:moveTo>
                  <a:pt x="72665" y="18864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D74D9-D842-4B03-B679-17A82165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596" y="5581278"/>
            <a:ext cx="103250" cy="104031"/>
          </a:xfrm>
          <a:custGeom xmlns:a="http://schemas.openxmlformats.org/drawingml/2006/main">
            <a:pathLst>
              <a:path w="103250" h="104031">
                <a:moveTo>
                  <a:pt x="103250" y="42193"/>
                </a:moveTo>
                <a:lnTo>
                  <a:pt x="59159" y="104031"/>
                </a:lnTo>
                <a:lnTo>
                  <a:pt x="0" y="59606"/>
                </a:lnTo>
                <a:lnTo>
                  <a:pt x="46992" y="0"/>
                </a:lnTo>
                <a:lnTo>
                  <a:pt x="103250" y="42193"/>
                </a:lnTo>
                <a:close/>
                <a:moveTo>
                  <a:pt x="103250" y="42193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F8585-F5F6-46C1-8B81-6B96CE37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443" y="5754179"/>
            <a:ext cx="134838" cy="180603"/>
          </a:xfrm>
          <a:custGeom xmlns:a="http://schemas.openxmlformats.org/drawingml/2006/main">
            <a:pathLst>
              <a:path w="134838" h="180603">
                <a:moveTo>
                  <a:pt x="64294" y="0"/>
                </a:moveTo>
                <a:lnTo>
                  <a:pt x="134838" y="148679"/>
                </a:lnTo>
                <a:lnTo>
                  <a:pt x="63512" y="180603"/>
                </a:lnTo>
                <a:lnTo>
                  <a:pt x="0" y="28798"/>
                </a:lnTo>
                <a:lnTo>
                  <a:pt x="64294" y="0"/>
                </a:lnTo>
                <a:close/>
                <a:moveTo>
                  <a:pt x="64294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9A4A3C-DFF5-4B63-B115-C27A8EA2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895" y="3102955"/>
            <a:ext cx="157609" cy="174910"/>
          </a:xfrm>
          <a:custGeom xmlns:a="http://schemas.openxmlformats.org/drawingml/2006/main">
            <a:pathLst>
              <a:path w="157609" h="174910">
                <a:moveTo>
                  <a:pt x="0" y="132383"/>
                </a:moveTo>
                <a:lnTo>
                  <a:pt x="95436" y="0"/>
                </a:lnTo>
                <a:lnTo>
                  <a:pt x="157609" y="47216"/>
                </a:lnTo>
                <a:lnTo>
                  <a:pt x="56034" y="174910"/>
                </a:lnTo>
                <a:lnTo>
                  <a:pt x="0" y="132383"/>
                </a:lnTo>
                <a:close/>
                <a:moveTo>
                  <a:pt x="0" y="132383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E3AC3-7B93-4347-8648-7342F19C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267" y="5891473"/>
            <a:ext cx="77688" cy="95101"/>
          </a:xfrm>
          <a:custGeom xmlns:a="http://schemas.openxmlformats.org/drawingml/2006/main">
            <a:pathLst>
              <a:path w="77688" h="95101">
                <a:moveTo>
                  <a:pt x="77688" y="4130"/>
                </a:moveTo>
                <a:lnTo>
                  <a:pt x="74563" y="95101"/>
                </a:lnTo>
                <a:lnTo>
                  <a:pt x="0" y="90860"/>
                </a:lnTo>
                <a:lnTo>
                  <a:pt x="7590" y="0"/>
                </a:lnTo>
                <a:lnTo>
                  <a:pt x="77688" y="4130"/>
                </a:lnTo>
                <a:close/>
                <a:moveTo>
                  <a:pt x="77688" y="4130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DDDD1-C9CD-45D4-921C-B60C64DC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57" y="4114242"/>
            <a:ext cx="24668" cy="71661"/>
          </a:xfrm>
          <a:custGeom xmlns:a="http://schemas.openxmlformats.org/drawingml/2006/main">
            <a:pathLst>
              <a:path w="24668" h="71661">
                <a:moveTo>
                  <a:pt x="11609" y="71661"/>
                </a:moveTo>
                <a:lnTo>
                  <a:pt x="0" y="69652"/>
                </a:lnTo>
                <a:lnTo>
                  <a:pt x="13395" y="0"/>
                </a:lnTo>
                <a:lnTo>
                  <a:pt x="24668" y="2567"/>
                </a:lnTo>
                <a:lnTo>
                  <a:pt x="11609" y="71661"/>
                </a:lnTo>
                <a:close/>
                <a:moveTo>
                  <a:pt x="11609" y="71661"/>
                </a:moveTo>
              </a:path>
            </a:pathLst>
          </a:custGeom>
          <a:solidFill xmlns:a="http://schemas.openxmlformats.org/drawingml/2006/main">
            <a:srgbClr val="0DD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F5316-5744-401D-AAD5-FB0F37E0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182" y="4582827"/>
            <a:ext cx="32817" cy="73335"/>
          </a:xfrm>
          <a:custGeom xmlns:a="http://schemas.openxmlformats.org/drawingml/2006/main">
            <a:pathLst>
              <a:path w="32817" h="73335">
                <a:moveTo>
                  <a:pt x="32817" y="69652"/>
                </a:moveTo>
                <a:lnTo>
                  <a:pt x="9265" y="73335"/>
                </a:lnTo>
                <a:lnTo>
                  <a:pt x="0" y="2456"/>
                </a:lnTo>
                <a:lnTo>
                  <a:pt x="23664" y="0"/>
                </a:lnTo>
                <a:lnTo>
                  <a:pt x="32817" y="69652"/>
                </a:lnTo>
                <a:close/>
                <a:moveTo>
                  <a:pt x="32817" y="69652"/>
                </a:moveTo>
              </a:path>
            </a:pathLst>
          </a:custGeom>
          <a:solidFill xmlns:a="http://schemas.openxmlformats.org/drawingml/2006/main">
            <a:srgbClr val="EFE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4B89C-BC86-4BAD-B2FE-653717A7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512" y="5117827"/>
            <a:ext cx="96552" cy="96999"/>
          </a:xfrm>
          <a:custGeom xmlns:a="http://schemas.openxmlformats.org/drawingml/2006/main">
            <a:pathLst>
              <a:path w="96552" h="96999">
                <a:moveTo>
                  <a:pt x="34603" y="0"/>
                </a:moveTo>
                <a:lnTo>
                  <a:pt x="96552" y="32928"/>
                </a:lnTo>
                <a:lnTo>
                  <a:pt x="60275" y="96999"/>
                </a:lnTo>
                <a:lnTo>
                  <a:pt x="0" y="61168"/>
                </a:lnTo>
                <a:lnTo>
                  <a:pt x="34603" y="0"/>
                </a:lnTo>
                <a:close/>
                <a:moveTo>
                  <a:pt x="34603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845FC-9838-4C18-9413-AED618E4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011" y="5853745"/>
            <a:ext cx="71438" cy="26566"/>
          </a:xfrm>
          <a:custGeom xmlns:a="http://schemas.openxmlformats.org/drawingml/2006/main">
            <a:pathLst>
              <a:path w="71438" h="26566">
                <a:moveTo>
                  <a:pt x="71438" y="15069"/>
                </a:moveTo>
                <a:lnTo>
                  <a:pt x="69093" y="26566"/>
                </a:lnTo>
                <a:lnTo>
                  <a:pt x="0" y="11274"/>
                </a:lnTo>
                <a:lnTo>
                  <a:pt x="2791" y="0"/>
                </a:lnTo>
                <a:lnTo>
                  <a:pt x="71438" y="15069"/>
                </a:lnTo>
                <a:close/>
                <a:moveTo>
                  <a:pt x="71438" y="15069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529FC-D5F7-41DF-9273-BD29151D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477" y="4599012"/>
            <a:ext cx="103808" cy="85055"/>
          </a:xfrm>
          <a:custGeom xmlns:a="http://schemas.openxmlformats.org/drawingml/2006/main">
            <a:pathLst>
              <a:path w="103808" h="85055">
                <a:moveTo>
                  <a:pt x="10046" y="0"/>
                </a:moveTo>
                <a:lnTo>
                  <a:pt x="103808" y="11050"/>
                </a:lnTo>
                <a:lnTo>
                  <a:pt x="93204" y="85055"/>
                </a:lnTo>
                <a:lnTo>
                  <a:pt x="0" y="69540"/>
                </a:lnTo>
                <a:lnTo>
                  <a:pt x="10046" y="0"/>
                </a:lnTo>
                <a:close/>
                <a:moveTo>
                  <a:pt x="10046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760C8-BBAB-42A4-935F-738D3A1D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144" y="4736976"/>
            <a:ext cx="49002" cy="76907"/>
          </a:xfrm>
          <a:custGeom xmlns:a="http://schemas.openxmlformats.org/drawingml/2006/main">
            <a:pathLst>
              <a:path w="49002" h="76907">
                <a:moveTo>
                  <a:pt x="49002" y="68312"/>
                </a:moveTo>
                <a:lnTo>
                  <a:pt x="16855" y="76907"/>
                </a:lnTo>
                <a:lnTo>
                  <a:pt x="0" y="7032"/>
                </a:lnTo>
                <a:lnTo>
                  <a:pt x="32482" y="0"/>
                </a:lnTo>
                <a:lnTo>
                  <a:pt x="49002" y="68312"/>
                </a:lnTo>
                <a:close/>
                <a:moveTo>
                  <a:pt x="49002" y="68312"/>
                </a:moveTo>
              </a:path>
            </a:pathLst>
          </a:custGeom>
          <a:solidFill xmlns:a="http://schemas.openxmlformats.org/drawingml/2006/main">
            <a:srgbClr val="C65D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43228-A75F-4D53-A074-7E5953C1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745" y="5857429"/>
            <a:ext cx="70098" cy="20203"/>
          </a:xfrm>
          <a:custGeom xmlns:a="http://schemas.openxmlformats.org/drawingml/2006/main">
            <a:pathLst>
              <a:path w="70098" h="20203">
                <a:moveTo>
                  <a:pt x="68759" y="0"/>
                </a:moveTo>
                <a:lnTo>
                  <a:pt x="70098" y="5693"/>
                </a:lnTo>
                <a:lnTo>
                  <a:pt x="893" y="20203"/>
                </a:lnTo>
                <a:lnTo>
                  <a:pt x="0" y="14399"/>
                </a:lnTo>
                <a:lnTo>
                  <a:pt x="68759" y="0"/>
                </a:lnTo>
                <a:close/>
                <a:moveTo>
                  <a:pt x="68759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CC957-04A4-4123-AAD1-91F40B68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433" y="3945694"/>
            <a:ext cx="83381" cy="87623"/>
          </a:xfrm>
          <a:custGeom xmlns:a="http://schemas.openxmlformats.org/drawingml/2006/main">
            <a:pathLst>
              <a:path w="83381" h="87623">
                <a:moveTo>
                  <a:pt x="62843" y="87623"/>
                </a:moveTo>
                <a:lnTo>
                  <a:pt x="0" y="70210"/>
                </a:lnTo>
                <a:lnTo>
                  <a:pt x="21431" y="0"/>
                </a:lnTo>
                <a:lnTo>
                  <a:pt x="83381" y="20427"/>
                </a:lnTo>
                <a:lnTo>
                  <a:pt x="62843" y="87623"/>
                </a:lnTo>
                <a:close/>
                <a:moveTo>
                  <a:pt x="62843" y="87623"/>
                </a:moveTo>
              </a:path>
            </a:pathLst>
          </a:custGeom>
          <a:solidFill xmlns:a="http://schemas.openxmlformats.org/drawingml/2006/main">
            <a:srgbClr val="F988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97103-BCA5-40A2-A391-C515178A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926" y="5885111"/>
            <a:ext cx="75009" cy="48332"/>
          </a:xfrm>
          <a:custGeom xmlns:a="http://schemas.openxmlformats.org/drawingml/2006/main">
            <a:pathLst>
              <a:path w="75009" h="48332">
                <a:moveTo>
                  <a:pt x="69875" y="0"/>
                </a:moveTo>
                <a:lnTo>
                  <a:pt x="75009" y="40965"/>
                </a:lnTo>
                <a:lnTo>
                  <a:pt x="3125" y="48332"/>
                </a:lnTo>
                <a:lnTo>
                  <a:pt x="0" y="7032"/>
                </a:lnTo>
                <a:lnTo>
                  <a:pt x="69875" y="0"/>
                </a:lnTo>
                <a:close/>
                <a:moveTo>
                  <a:pt x="69875" y="0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003E9-B16C-4B02-8D0A-8ACCA9D5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223" y="3801368"/>
            <a:ext cx="106040" cy="99120"/>
          </a:xfrm>
          <a:custGeom xmlns:a="http://schemas.openxmlformats.org/drawingml/2006/main">
            <a:pathLst>
              <a:path w="106040" h="99120">
                <a:moveTo>
                  <a:pt x="0" y="34268"/>
                </a:moveTo>
                <a:lnTo>
                  <a:pt x="77800" y="0"/>
                </a:lnTo>
                <a:lnTo>
                  <a:pt x="106040" y="68759"/>
                </a:lnTo>
                <a:lnTo>
                  <a:pt x="26789" y="99120"/>
                </a:lnTo>
                <a:lnTo>
                  <a:pt x="0" y="34268"/>
                </a:lnTo>
                <a:close/>
                <a:moveTo>
                  <a:pt x="0" y="34268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967CA-54DC-442C-8C37-F3B1F0C7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93" y="3427214"/>
            <a:ext cx="51234" cy="57150"/>
          </a:xfrm>
          <a:custGeom xmlns:a="http://schemas.openxmlformats.org/drawingml/2006/main">
            <a:pathLst>
              <a:path w="51234" h="57150">
                <a:moveTo>
                  <a:pt x="5023" y="57150"/>
                </a:moveTo>
                <a:lnTo>
                  <a:pt x="0" y="53020"/>
                </a:lnTo>
                <a:lnTo>
                  <a:pt x="46546" y="0"/>
                </a:lnTo>
                <a:lnTo>
                  <a:pt x="51234" y="4353"/>
                </a:lnTo>
                <a:lnTo>
                  <a:pt x="5023" y="57150"/>
                </a:lnTo>
                <a:close/>
                <a:moveTo>
                  <a:pt x="5023" y="57150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36C34-5282-4557-A3C6-706A6AF0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29" y="5434161"/>
            <a:ext cx="75233" cy="75567"/>
          </a:xfrm>
          <a:custGeom xmlns:a="http://schemas.openxmlformats.org/drawingml/2006/main">
            <a:pathLst>
              <a:path w="75233" h="75567">
                <a:moveTo>
                  <a:pt x="49448" y="0"/>
                </a:moveTo>
                <a:lnTo>
                  <a:pt x="75233" y="24333"/>
                </a:lnTo>
                <a:lnTo>
                  <a:pt x="24557" y="75567"/>
                </a:lnTo>
                <a:lnTo>
                  <a:pt x="0" y="50006"/>
                </a:lnTo>
                <a:lnTo>
                  <a:pt x="49448" y="0"/>
                </a:lnTo>
                <a:close/>
                <a:moveTo>
                  <a:pt x="49448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ECC14-1E75-41AB-A139-1B69F50C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291" y="4346637"/>
            <a:ext cx="42304" cy="72442"/>
          </a:xfrm>
          <a:custGeom xmlns:a="http://schemas.openxmlformats.org/drawingml/2006/main">
            <a:pathLst>
              <a:path w="42304" h="72442">
                <a:moveTo>
                  <a:pt x="40295" y="72442"/>
                </a:moveTo>
                <a:lnTo>
                  <a:pt x="0" y="72219"/>
                </a:lnTo>
                <a:lnTo>
                  <a:pt x="2121" y="0"/>
                </a:lnTo>
                <a:lnTo>
                  <a:pt x="42304" y="2232"/>
                </a:lnTo>
                <a:lnTo>
                  <a:pt x="40295" y="72442"/>
                </a:lnTo>
                <a:close/>
                <a:moveTo>
                  <a:pt x="40295" y="72442"/>
                </a:moveTo>
              </a:path>
            </a:pathLst>
          </a:custGeom>
          <a:solidFill xmlns:a="http://schemas.openxmlformats.org/drawingml/2006/main">
            <a:srgbClr val="FD0D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C5BC3-A2B4-4F36-8F84-B262370F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840" y="5747147"/>
            <a:ext cx="102691" cy="110393"/>
          </a:xfrm>
          <a:custGeom xmlns:a="http://schemas.openxmlformats.org/drawingml/2006/main">
            <a:pathLst>
              <a:path w="102691" h="110393">
                <a:moveTo>
                  <a:pt x="102691" y="29468"/>
                </a:moveTo>
                <a:lnTo>
                  <a:pt x="67754" y="110393"/>
                </a:lnTo>
                <a:lnTo>
                  <a:pt x="0" y="79251"/>
                </a:lnTo>
                <a:lnTo>
                  <a:pt x="38733" y="0"/>
                </a:lnTo>
                <a:lnTo>
                  <a:pt x="102691" y="29468"/>
                </a:lnTo>
                <a:close/>
                <a:moveTo>
                  <a:pt x="102691" y="29468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8D439-DBD2-4983-9312-AC0161A8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801" y="2909850"/>
            <a:ext cx="80702" cy="72330"/>
          </a:xfrm>
          <a:custGeom xmlns:a="http://schemas.openxmlformats.org/drawingml/2006/main">
            <a:pathLst>
              <a:path w="80702" h="72330">
                <a:moveTo>
                  <a:pt x="11274" y="72330"/>
                </a:moveTo>
                <a:lnTo>
                  <a:pt x="0" y="11609"/>
                </a:lnTo>
                <a:lnTo>
                  <a:pt x="72330" y="0"/>
                </a:lnTo>
                <a:lnTo>
                  <a:pt x="80702" y="61168"/>
                </a:lnTo>
                <a:lnTo>
                  <a:pt x="11274" y="72330"/>
                </a:lnTo>
                <a:close/>
                <a:moveTo>
                  <a:pt x="11274" y="72330"/>
                </a:moveTo>
              </a:path>
            </a:pathLst>
          </a:custGeom>
          <a:solidFill xmlns:a="http://schemas.openxmlformats.org/drawingml/2006/main">
            <a:srgbClr val="C90D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AE020-C1AD-4E63-A522-EED2F982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64" y="2332323"/>
            <a:ext cx="151916" cy="637691"/>
          </a:xfrm>
          <a:custGeom xmlns:a="http://schemas.openxmlformats.org/drawingml/2006/main">
            <a:pathLst>
              <a:path w="151916" h="637691">
                <a:moveTo>
                  <a:pt x="82042" y="637691"/>
                </a:moveTo>
                <a:lnTo>
                  <a:pt x="61615" y="480975"/>
                </a:lnTo>
                <a:lnTo>
                  <a:pt x="40965" y="324148"/>
                </a:lnTo>
                <a:lnTo>
                  <a:pt x="20427" y="167432"/>
                </a:lnTo>
                <a:lnTo>
                  <a:pt x="0" y="10604"/>
                </a:lnTo>
                <a:lnTo>
                  <a:pt x="99901" y="0"/>
                </a:lnTo>
                <a:lnTo>
                  <a:pt x="112961" y="157497"/>
                </a:lnTo>
                <a:lnTo>
                  <a:pt x="138857" y="472715"/>
                </a:lnTo>
                <a:lnTo>
                  <a:pt x="151916" y="63021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36117-A1AB-4D93-B915-245E8652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953" y="3132646"/>
            <a:ext cx="66749" cy="45876"/>
          </a:xfrm>
          <a:custGeom xmlns:a="http://schemas.openxmlformats.org/drawingml/2006/main">
            <a:pathLst>
              <a:path w="66749" h="45876">
                <a:moveTo>
                  <a:pt x="6251" y="45876"/>
                </a:moveTo>
                <a:lnTo>
                  <a:pt x="0" y="35830"/>
                </a:lnTo>
                <a:lnTo>
                  <a:pt x="61057" y="0"/>
                </a:lnTo>
                <a:lnTo>
                  <a:pt x="66749" y="10269"/>
                </a:lnTo>
                <a:lnTo>
                  <a:pt x="6251" y="45876"/>
                </a:lnTo>
                <a:close/>
                <a:moveTo>
                  <a:pt x="6251" y="45876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581B5-FE84-4519-97E6-59E55F4F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182" y="3532138"/>
            <a:ext cx="86730" cy="90748"/>
          </a:xfrm>
          <a:custGeom xmlns:a="http://schemas.openxmlformats.org/drawingml/2006/main">
            <a:pathLst>
              <a:path w="86730" h="90748">
                <a:moveTo>
                  <a:pt x="0" y="32928"/>
                </a:moveTo>
                <a:lnTo>
                  <a:pt x="45318" y="0"/>
                </a:lnTo>
                <a:lnTo>
                  <a:pt x="86730" y="60164"/>
                </a:lnTo>
                <a:lnTo>
                  <a:pt x="39737" y="90748"/>
                </a:lnTo>
                <a:lnTo>
                  <a:pt x="0" y="32928"/>
                </a:lnTo>
                <a:close/>
                <a:moveTo>
                  <a:pt x="0" y="32928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52AD8-E67E-40D5-ABF3-319F7202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015" y="2975818"/>
            <a:ext cx="75121" cy="42863"/>
          </a:xfrm>
          <a:custGeom xmlns:a="http://schemas.openxmlformats.org/drawingml/2006/main">
            <a:pathLst>
              <a:path w="75121" h="42862">
                <a:moveTo>
                  <a:pt x="7255" y="42862"/>
                </a:moveTo>
                <a:lnTo>
                  <a:pt x="0" y="18752"/>
                </a:lnTo>
                <a:lnTo>
                  <a:pt x="69093" y="0"/>
                </a:lnTo>
                <a:lnTo>
                  <a:pt x="75121" y="24557"/>
                </a:lnTo>
                <a:lnTo>
                  <a:pt x="7255" y="42862"/>
                </a:lnTo>
                <a:close/>
                <a:moveTo>
                  <a:pt x="7255" y="42862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F2B5A-710A-49E3-B7E8-932D7544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849" y="3698007"/>
            <a:ext cx="165869" cy="130373"/>
          </a:xfrm>
          <a:custGeom xmlns:a="http://schemas.openxmlformats.org/drawingml/2006/main">
            <a:pathLst>
              <a:path w="165869" h="130373">
                <a:moveTo>
                  <a:pt x="0" y="66973"/>
                </a:moveTo>
                <a:lnTo>
                  <a:pt x="132717" y="0"/>
                </a:lnTo>
                <a:lnTo>
                  <a:pt x="165869" y="69875"/>
                </a:lnTo>
                <a:lnTo>
                  <a:pt x="30249" y="130373"/>
                </a:lnTo>
                <a:lnTo>
                  <a:pt x="0" y="66973"/>
                </a:lnTo>
                <a:close/>
                <a:moveTo>
                  <a:pt x="0" y="66973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2FE97-6321-4F3A-B526-B88325CF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774" y="4828505"/>
            <a:ext cx="143321" cy="107826"/>
          </a:xfrm>
          <a:custGeom xmlns:a="http://schemas.openxmlformats.org/drawingml/2006/main">
            <a:pathLst>
              <a:path w="143321" h="107826">
                <a:moveTo>
                  <a:pt x="20873" y="0"/>
                </a:moveTo>
                <a:lnTo>
                  <a:pt x="143321" y="34826"/>
                </a:lnTo>
                <a:lnTo>
                  <a:pt x="120662" y="107826"/>
                </a:lnTo>
                <a:lnTo>
                  <a:pt x="0" y="67084"/>
                </a:lnTo>
                <a:lnTo>
                  <a:pt x="20873" y="0"/>
                </a:lnTo>
                <a:close/>
                <a:moveTo>
                  <a:pt x="20873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9C346-3F84-4EC9-8BC0-0E24A6E1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685" y="5237931"/>
            <a:ext cx="165088" cy="146224"/>
          </a:xfrm>
          <a:custGeom xmlns:a="http://schemas.openxmlformats.org/drawingml/2006/main">
            <a:pathLst>
              <a:path w="165088" h="146224">
                <a:moveTo>
                  <a:pt x="165088" y="57708"/>
                </a:moveTo>
                <a:lnTo>
                  <a:pt x="44202" y="146224"/>
                </a:lnTo>
                <a:lnTo>
                  <a:pt x="0" y="82711"/>
                </a:lnTo>
                <a:lnTo>
                  <a:pt x="124904" y="0"/>
                </a:lnTo>
                <a:lnTo>
                  <a:pt x="165088" y="57708"/>
                </a:lnTo>
                <a:close/>
                <a:moveTo>
                  <a:pt x="165088" y="57708"/>
                </a:moveTo>
              </a:path>
            </a:pathLst>
          </a:custGeom>
          <a:solidFill xmlns:a="http://schemas.openxmlformats.org/drawingml/2006/main">
            <a:srgbClr val="006C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C4415-7DBD-4A43-BAF4-27B93B5B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047" y="2972581"/>
            <a:ext cx="71326" cy="25784"/>
          </a:xfrm>
          <a:custGeom xmlns:a="http://schemas.openxmlformats.org/drawingml/2006/main">
            <a:pathLst>
              <a:path w="71326" h="25784">
                <a:moveTo>
                  <a:pt x="2679" y="25784"/>
                </a:moveTo>
                <a:lnTo>
                  <a:pt x="0" y="14846"/>
                </a:lnTo>
                <a:lnTo>
                  <a:pt x="69317" y="0"/>
                </a:lnTo>
                <a:lnTo>
                  <a:pt x="71326" y="11050"/>
                </a:lnTo>
                <a:lnTo>
                  <a:pt x="2679" y="25784"/>
                </a:lnTo>
                <a:close/>
                <a:moveTo>
                  <a:pt x="2679" y="25784"/>
                </a:moveTo>
              </a:path>
            </a:pathLst>
          </a:custGeom>
          <a:solidFill xmlns:a="http://schemas.openxmlformats.org/drawingml/2006/main">
            <a:srgbClr val="0DFC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24930-8D2B-4C0B-8F32-D83425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790" y="3682938"/>
            <a:ext cx="57262" cy="75009"/>
          </a:xfrm>
          <a:custGeom xmlns:a="http://schemas.openxmlformats.org/drawingml/2006/main">
            <a:pathLst>
              <a:path w="57262" h="75009">
                <a:moveTo>
                  <a:pt x="0" y="13283"/>
                </a:moveTo>
                <a:lnTo>
                  <a:pt x="23217" y="0"/>
                </a:lnTo>
                <a:lnTo>
                  <a:pt x="57262" y="62954"/>
                </a:lnTo>
                <a:lnTo>
                  <a:pt x="33598" y="75009"/>
                </a:lnTo>
                <a:lnTo>
                  <a:pt x="0" y="13283"/>
                </a:lnTo>
                <a:close/>
                <a:moveTo>
                  <a:pt x="0" y="13283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080F0-9E3C-45F2-88B7-A362F6CA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305" y="4521212"/>
            <a:ext cx="50564" cy="74898"/>
          </a:xfrm>
          <a:custGeom xmlns:a="http://schemas.openxmlformats.org/drawingml/2006/main">
            <a:pathLst>
              <a:path w="50564" h="74898">
                <a:moveTo>
                  <a:pt x="6139" y="0"/>
                </a:moveTo>
                <a:lnTo>
                  <a:pt x="50564" y="2902"/>
                </a:lnTo>
                <a:lnTo>
                  <a:pt x="44090" y="74898"/>
                </a:lnTo>
                <a:lnTo>
                  <a:pt x="0" y="69986"/>
                </a:lnTo>
                <a:lnTo>
                  <a:pt x="6139" y="0"/>
                </a:lnTo>
                <a:close/>
                <a:moveTo>
                  <a:pt x="6139" y="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827BC-9ED1-4AB4-B4DF-704C3B1B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174" y="4426893"/>
            <a:ext cx="43086" cy="72219"/>
          </a:xfrm>
          <a:custGeom xmlns:a="http://schemas.openxmlformats.org/drawingml/2006/main">
            <a:pathLst>
              <a:path w="43086" h="72219">
                <a:moveTo>
                  <a:pt x="43086" y="70210"/>
                </a:moveTo>
                <a:lnTo>
                  <a:pt x="1674" y="72219"/>
                </a:lnTo>
                <a:lnTo>
                  <a:pt x="0" y="0"/>
                </a:lnTo>
                <a:lnTo>
                  <a:pt x="41411" y="0"/>
                </a:lnTo>
                <a:lnTo>
                  <a:pt x="43086" y="70210"/>
                </a:lnTo>
                <a:close/>
                <a:moveTo>
                  <a:pt x="43086" y="70210"/>
                </a:moveTo>
              </a:path>
            </a:pathLst>
          </a:custGeom>
          <a:solidFill xmlns:a="http://schemas.openxmlformats.org/drawingml/2006/main">
            <a:srgbClr val="78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7D264C-2556-4FDB-B6EF-A09975AB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66" y="5785879"/>
            <a:ext cx="124792" cy="171673"/>
          </a:xfrm>
          <a:custGeom xmlns:a="http://schemas.openxmlformats.org/drawingml/2006/main">
            <a:pathLst>
              <a:path w="124792" h="171673">
                <a:moveTo>
                  <a:pt x="65633" y="0"/>
                </a:moveTo>
                <a:lnTo>
                  <a:pt x="124792" y="143768"/>
                </a:lnTo>
                <a:lnTo>
                  <a:pt x="52239" y="171673"/>
                </a:lnTo>
                <a:lnTo>
                  <a:pt x="0" y="25226"/>
                </a:lnTo>
                <a:lnTo>
                  <a:pt x="65633" y="0"/>
                </a:lnTo>
                <a:close/>
                <a:moveTo>
                  <a:pt x="65633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3E55C-D11E-4A5F-88BE-2561B75A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344" y="5422218"/>
            <a:ext cx="52350" cy="54025"/>
          </a:xfrm>
          <a:custGeom xmlns:a="http://schemas.openxmlformats.org/drawingml/2006/main">
            <a:pathLst>
              <a:path w="52350" h="54025">
                <a:moveTo>
                  <a:pt x="52350" y="50564"/>
                </a:moveTo>
                <a:lnTo>
                  <a:pt x="49002" y="54025"/>
                </a:lnTo>
                <a:lnTo>
                  <a:pt x="0" y="3237"/>
                </a:lnTo>
                <a:lnTo>
                  <a:pt x="3460" y="0"/>
                </a:lnTo>
                <a:lnTo>
                  <a:pt x="52350" y="50564"/>
                </a:lnTo>
                <a:close/>
                <a:moveTo>
                  <a:pt x="52350" y="50564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68B0D-C6DF-49D3-B903-011DAD6F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766" y="3813758"/>
            <a:ext cx="42751" cy="71661"/>
          </a:xfrm>
          <a:custGeom xmlns:a="http://schemas.openxmlformats.org/drawingml/2006/main">
            <a:pathLst>
              <a:path w="42751" h="71661">
                <a:moveTo>
                  <a:pt x="15292" y="71661"/>
                </a:moveTo>
                <a:lnTo>
                  <a:pt x="0" y="65522"/>
                </a:lnTo>
                <a:lnTo>
                  <a:pt x="27682" y="0"/>
                </a:lnTo>
                <a:lnTo>
                  <a:pt x="42751" y="6920"/>
                </a:lnTo>
                <a:lnTo>
                  <a:pt x="15292" y="71661"/>
                </a:lnTo>
                <a:close/>
                <a:moveTo>
                  <a:pt x="15292" y="71661"/>
                </a:moveTo>
              </a:path>
            </a:pathLst>
          </a:custGeom>
          <a:solidFill xmlns:a="http://schemas.openxmlformats.org/drawingml/2006/main">
            <a:srgbClr val="FCC2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722FD1-9BF4-46E9-94B0-8F18B887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50" y="5882878"/>
            <a:ext cx="73893" cy="37170"/>
          </a:xfrm>
          <a:custGeom xmlns:a="http://schemas.openxmlformats.org/drawingml/2006/main">
            <a:pathLst>
              <a:path w="73893" h="37170">
                <a:moveTo>
                  <a:pt x="73893" y="8037"/>
                </a:moveTo>
                <a:lnTo>
                  <a:pt x="71214" y="37170"/>
                </a:lnTo>
                <a:lnTo>
                  <a:pt x="0" y="29245"/>
                </a:lnTo>
                <a:lnTo>
                  <a:pt x="4018" y="0"/>
                </a:lnTo>
                <a:lnTo>
                  <a:pt x="73893" y="8037"/>
                </a:lnTo>
                <a:close/>
                <a:moveTo>
                  <a:pt x="73893" y="8037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50FB0-495F-4CB6-A1AB-FB5153BC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549" y="5032995"/>
            <a:ext cx="96329" cy="96329"/>
          </a:xfrm>
          <a:custGeom xmlns:a="http://schemas.openxmlformats.org/drawingml/2006/main">
            <a:pathLst>
              <a:path w="96329" h="96329">
                <a:moveTo>
                  <a:pt x="96329" y="63401"/>
                </a:moveTo>
                <a:lnTo>
                  <a:pt x="31924" y="96329"/>
                </a:lnTo>
                <a:lnTo>
                  <a:pt x="0" y="29803"/>
                </a:lnTo>
                <a:lnTo>
                  <a:pt x="65745" y="0"/>
                </a:lnTo>
                <a:lnTo>
                  <a:pt x="96329" y="63401"/>
                </a:lnTo>
                <a:close/>
                <a:moveTo>
                  <a:pt x="96329" y="63401"/>
                </a:moveTo>
              </a:path>
            </a:pathLst>
          </a:custGeom>
          <a:solidFill xmlns:a="http://schemas.openxmlformats.org/drawingml/2006/main">
            <a:srgbClr val="A7C7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64806-4DC8-4964-81BE-4EC8E6CA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044" y="5779629"/>
            <a:ext cx="81930" cy="66080"/>
          </a:xfrm>
          <a:custGeom xmlns:a="http://schemas.openxmlformats.org/drawingml/2006/main">
            <a:pathLst>
              <a:path w="81930" h="66080">
                <a:moveTo>
                  <a:pt x="81930" y="26008"/>
                </a:moveTo>
                <a:lnTo>
                  <a:pt x="67196" y="66080"/>
                </a:lnTo>
                <a:lnTo>
                  <a:pt x="0" y="39402"/>
                </a:lnTo>
                <a:lnTo>
                  <a:pt x="16632" y="0"/>
                </a:lnTo>
                <a:lnTo>
                  <a:pt x="81930" y="26008"/>
                </a:lnTo>
                <a:close/>
                <a:moveTo>
                  <a:pt x="81930" y="26008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28E39-DAD0-4BB7-9FBE-EE6D2C5F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890" y="4443189"/>
            <a:ext cx="19869" cy="71326"/>
          </a:xfrm>
          <a:custGeom xmlns:a="http://schemas.openxmlformats.org/drawingml/2006/main">
            <a:pathLst>
              <a:path w="19869" h="71326">
                <a:moveTo>
                  <a:pt x="2567" y="0"/>
                </a:moveTo>
                <a:lnTo>
                  <a:pt x="19869" y="223"/>
                </a:lnTo>
                <a:lnTo>
                  <a:pt x="17301" y="71326"/>
                </a:lnTo>
                <a:lnTo>
                  <a:pt x="0" y="70210"/>
                </a:lnTo>
                <a:lnTo>
                  <a:pt x="2567" y="0"/>
                </a:lnTo>
                <a:close/>
                <a:moveTo>
                  <a:pt x="2567" y="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9D834-476B-4BF1-91C1-4E1B3A65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210" y="3481574"/>
            <a:ext cx="54471" cy="63959"/>
          </a:xfrm>
          <a:custGeom xmlns:a="http://schemas.openxmlformats.org/drawingml/2006/main">
            <a:pathLst>
              <a:path w="54471" h="63959">
                <a:moveTo>
                  <a:pt x="11050" y="63959"/>
                </a:moveTo>
                <a:lnTo>
                  <a:pt x="0" y="55699"/>
                </a:lnTo>
                <a:lnTo>
                  <a:pt x="43867" y="0"/>
                </a:lnTo>
                <a:lnTo>
                  <a:pt x="54471" y="8818"/>
                </a:lnTo>
                <a:lnTo>
                  <a:pt x="11050" y="63959"/>
                </a:lnTo>
                <a:close/>
                <a:moveTo>
                  <a:pt x="11050" y="63959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8FA19-8323-44CC-A83D-3B43DA43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769" y="5718907"/>
            <a:ext cx="162520" cy="221010"/>
          </a:xfrm>
          <a:custGeom xmlns:a="http://schemas.openxmlformats.org/drawingml/2006/main">
            <a:pathLst>
              <a:path w="162520" h="221010">
                <a:moveTo>
                  <a:pt x="62619" y="0"/>
                </a:moveTo>
                <a:lnTo>
                  <a:pt x="162520" y="184510"/>
                </a:lnTo>
                <a:lnTo>
                  <a:pt x="91083" y="221010"/>
                </a:lnTo>
                <a:lnTo>
                  <a:pt x="0" y="31924"/>
                </a:lnTo>
                <a:lnTo>
                  <a:pt x="62619" y="0"/>
                </a:lnTo>
                <a:close/>
                <a:moveTo>
                  <a:pt x="62619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070F1-83A5-4592-8D0C-D05535C7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110" y="3177071"/>
            <a:ext cx="62508" cy="44314"/>
          </a:xfrm>
          <a:custGeom xmlns:a="http://schemas.openxmlformats.org/drawingml/2006/main">
            <a:pathLst>
              <a:path w="62508" h="44314">
                <a:moveTo>
                  <a:pt x="3795" y="44314"/>
                </a:moveTo>
                <a:lnTo>
                  <a:pt x="0" y="38956"/>
                </a:lnTo>
                <a:lnTo>
                  <a:pt x="58936" y="0"/>
                </a:lnTo>
                <a:lnTo>
                  <a:pt x="62508" y="5469"/>
                </a:lnTo>
                <a:lnTo>
                  <a:pt x="3795" y="44314"/>
                </a:lnTo>
                <a:close/>
                <a:moveTo>
                  <a:pt x="3795" y="44314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C0351-2BCE-4D0E-8FFA-95239037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631" y="3492959"/>
            <a:ext cx="55811" cy="65745"/>
          </a:xfrm>
          <a:custGeom xmlns:a="http://schemas.openxmlformats.org/drawingml/2006/main">
            <a:pathLst>
              <a:path w="55811" h="65745">
                <a:moveTo>
                  <a:pt x="0" y="10046"/>
                </a:moveTo>
                <a:lnTo>
                  <a:pt x="12502" y="0"/>
                </a:lnTo>
                <a:lnTo>
                  <a:pt x="55811" y="56369"/>
                </a:lnTo>
                <a:lnTo>
                  <a:pt x="42974" y="65745"/>
                </a:lnTo>
                <a:lnTo>
                  <a:pt x="0" y="10046"/>
                </a:lnTo>
                <a:close/>
                <a:moveTo>
                  <a:pt x="0" y="10046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770817-4FEB-46CA-A9FF-BBD313F9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136" y="3797461"/>
            <a:ext cx="272021" cy="161292"/>
          </a:xfrm>
          <a:custGeom xmlns:a="http://schemas.openxmlformats.org/drawingml/2006/main">
            <a:pathLst>
              <a:path w="272021" h="161292">
                <a:moveTo>
                  <a:pt x="248022" y="161292"/>
                </a:moveTo>
                <a:lnTo>
                  <a:pt x="0" y="77800"/>
                </a:lnTo>
                <a:lnTo>
                  <a:pt x="28240" y="0"/>
                </a:lnTo>
                <a:lnTo>
                  <a:pt x="272021" y="95101"/>
                </a:lnTo>
                <a:lnTo>
                  <a:pt x="248022" y="161292"/>
                </a:lnTo>
                <a:close/>
                <a:moveTo>
                  <a:pt x="248022" y="161292"/>
                </a:moveTo>
              </a:path>
            </a:pathLst>
          </a:custGeom>
          <a:solidFill xmlns:a="http://schemas.openxmlformats.org/drawingml/2006/main">
            <a:srgbClr val="EAC1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FDC12-F747-47D9-A343-E1DC645D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851" y="3321174"/>
            <a:ext cx="52908" cy="48890"/>
          </a:xfrm>
          <a:custGeom xmlns:a="http://schemas.openxmlformats.org/drawingml/2006/main">
            <a:pathLst>
              <a:path w="52908" h="48890">
                <a:moveTo>
                  <a:pt x="1228" y="48890"/>
                </a:moveTo>
                <a:lnTo>
                  <a:pt x="0" y="47551"/>
                </a:lnTo>
                <a:lnTo>
                  <a:pt x="51792" y="0"/>
                </a:lnTo>
                <a:lnTo>
                  <a:pt x="52908" y="1228"/>
                </a:lnTo>
                <a:lnTo>
                  <a:pt x="1228" y="48890"/>
                </a:lnTo>
                <a:close/>
                <a:moveTo>
                  <a:pt x="1228" y="48890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C409C-35D0-43E5-BC9E-2F30A863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033" y="5489637"/>
            <a:ext cx="106598" cy="106933"/>
          </a:xfrm>
          <a:custGeom xmlns:a="http://schemas.openxmlformats.org/drawingml/2006/main">
            <a:pathLst>
              <a:path w="106598" h="106933">
                <a:moveTo>
                  <a:pt x="52015" y="0"/>
                </a:moveTo>
                <a:lnTo>
                  <a:pt x="106598" y="56927"/>
                </a:lnTo>
                <a:lnTo>
                  <a:pt x="51792" y="106933"/>
                </a:lnTo>
                <a:lnTo>
                  <a:pt x="0" y="47216"/>
                </a:lnTo>
                <a:lnTo>
                  <a:pt x="52015" y="0"/>
                </a:lnTo>
                <a:close/>
                <a:moveTo>
                  <a:pt x="52015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817A35-7A96-44D5-A517-A2A088B6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767" y="4887553"/>
            <a:ext cx="252487" cy="152698"/>
          </a:xfrm>
          <a:custGeom xmlns:a="http://schemas.openxmlformats.org/drawingml/2006/main">
            <a:pathLst>
              <a:path w="252487" h="152698">
                <a:moveTo>
                  <a:pt x="252487" y="66191"/>
                </a:moveTo>
                <a:lnTo>
                  <a:pt x="27570" y="152698"/>
                </a:lnTo>
                <a:lnTo>
                  <a:pt x="0" y="75567"/>
                </a:lnTo>
                <a:lnTo>
                  <a:pt x="228823" y="0"/>
                </a:lnTo>
                <a:lnTo>
                  <a:pt x="252487" y="66191"/>
                </a:lnTo>
                <a:close/>
                <a:moveTo>
                  <a:pt x="252487" y="66191"/>
                </a:moveTo>
              </a:path>
            </a:pathLst>
          </a:custGeom>
          <a:solidFill xmlns:a="http://schemas.openxmlformats.org/drawingml/2006/main">
            <a:srgbClr val="F48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D2617-197F-4643-B645-6BF43C42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2872" y="4269953"/>
            <a:ext cx="186072" cy="87288"/>
          </a:xfrm>
          <a:custGeom xmlns:a="http://schemas.openxmlformats.org/drawingml/2006/main">
            <a:pathLst>
              <a:path w="186072" h="87288">
                <a:moveTo>
                  <a:pt x="0" y="17190"/>
                </a:moveTo>
                <a:lnTo>
                  <a:pt x="180380" y="0"/>
                </a:lnTo>
                <a:lnTo>
                  <a:pt x="186072" y="78804"/>
                </a:lnTo>
                <a:lnTo>
                  <a:pt x="5023" y="87288"/>
                </a:lnTo>
                <a:lnTo>
                  <a:pt x="0" y="17190"/>
                </a:lnTo>
                <a:close/>
                <a:moveTo>
                  <a:pt x="0" y="1719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2E32B-3783-4B60-97AB-64B206C2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866" y="5895826"/>
            <a:ext cx="74898" cy="97780"/>
          </a:xfrm>
          <a:custGeom xmlns:a="http://schemas.openxmlformats.org/drawingml/2006/main">
            <a:pathLst>
              <a:path w="74898" h="97780">
                <a:moveTo>
                  <a:pt x="73112" y="446"/>
                </a:moveTo>
                <a:lnTo>
                  <a:pt x="74898" y="97780"/>
                </a:lnTo>
                <a:lnTo>
                  <a:pt x="0" y="97334"/>
                </a:lnTo>
                <a:lnTo>
                  <a:pt x="2902" y="0"/>
                </a:lnTo>
                <a:lnTo>
                  <a:pt x="73112" y="446"/>
                </a:lnTo>
                <a:close/>
                <a:moveTo>
                  <a:pt x="73112" y="446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A11AA-4BAC-40C7-8C31-F63FD6DD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105" y="3315705"/>
            <a:ext cx="110505" cy="110058"/>
          </a:xfrm>
          <a:custGeom xmlns:a="http://schemas.openxmlformats.org/drawingml/2006/main">
            <a:pathLst>
              <a:path w="110505" h="110058">
                <a:moveTo>
                  <a:pt x="61280" y="110058"/>
                </a:moveTo>
                <a:lnTo>
                  <a:pt x="0" y="53020"/>
                </a:lnTo>
                <a:lnTo>
                  <a:pt x="52015" y="0"/>
                </a:lnTo>
                <a:lnTo>
                  <a:pt x="110505" y="59829"/>
                </a:lnTo>
                <a:lnTo>
                  <a:pt x="61280" y="110058"/>
                </a:lnTo>
                <a:close/>
                <a:moveTo>
                  <a:pt x="61280" y="110058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D1BA7-E1E0-41DF-A301-9B429AE5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728" y="5637312"/>
            <a:ext cx="89297" cy="84162"/>
          </a:xfrm>
          <a:custGeom xmlns:a="http://schemas.openxmlformats.org/drawingml/2006/main">
            <a:pathLst>
              <a:path w="89297" h="84162">
                <a:moveTo>
                  <a:pt x="58824" y="0"/>
                </a:moveTo>
                <a:lnTo>
                  <a:pt x="89297" y="44425"/>
                </a:lnTo>
                <a:lnTo>
                  <a:pt x="28352" y="84162"/>
                </a:lnTo>
                <a:lnTo>
                  <a:pt x="0" y="38509"/>
                </a:lnTo>
                <a:lnTo>
                  <a:pt x="58824" y="0"/>
                </a:lnTo>
                <a:close/>
                <a:moveTo>
                  <a:pt x="58824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7DF4A-0D85-4F4B-B3C5-13F19112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435" y="5375895"/>
            <a:ext cx="180380" cy="171897"/>
          </a:xfrm>
          <a:custGeom xmlns:a="http://schemas.openxmlformats.org/drawingml/2006/main">
            <a:pathLst>
              <a:path w="180380" h="171897">
                <a:moveTo>
                  <a:pt x="46658" y="0"/>
                </a:moveTo>
                <a:lnTo>
                  <a:pt x="180380" y="113072"/>
                </a:lnTo>
                <a:lnTo>
                  <a:pt x="128141" y="171897"/>
                </a:lnTo>
                <a:lnTo>
                  <a:pt x="0" y="52574"/>
                </a:lnTo>
                <a:lnTo>
                  <a:pt x="46658" y="0"/>
                </a:lnTo>
                <a:close/>
                <a:moveTo>
                  <a:pt x="46658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9FEFD-B3B7-413C-917C-E7A1663F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587" y="5870265"/>
            <a:ext cx="70768" cy="19645"/>
          </a:xfrm>
          <a:custGeom xmlns:a="http://schemas.openxmlformats.org/drawingml/2006/main">
            <a:pathLst>
              <a:path w="70768" h="19645">
                <a:moveTo>
                  <a:pt x="70768" y="11609"/>
                </a:moveTo>
                <a:lnTo>
                  <a:pt x="69652" y="19645"/>
                </a:lnTo>
                <a:lnTo>
                  <a:pt x="0" y="7925"/>
                </a:lnTo>
                <a:lnTo>
                  <a:pt x="1451" y="0"/>
                </a:lnTo>
                <a:lnTo>
                  <a:pt x="70768" y="11609"/>
                </a:lnTo>
                <a:close/>
                <a:moveTo>
                  <a:pt x="70768" y="11609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A1112-73D3-4B05-8EB0-4B22F973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873" y="4903068"/>
            <a:ext cx="122672" cy="104142"/>
          </a:xfrm>
          <a:custGeom xmlns:a="http://schemas.openxmlformats.org/drawingml/2006/main">
            <a:pathLst>
              <a:path w="122672" h="104142">
                <a:moveTo>
                  <a:pt x="24445" y="0"/>
                </a:moveTo>
                <a:lnTo>
                  <a:pt x="122672" y="33598"/>
                </a:lnTo>
                <a:lnTo>
                  <a:pt x="96552" y="104142"/>
                </a:lnTo>
                <a:lnTo>
                  <a:pt x="0" y="65968"/>
                </a:lnTo>
                <a:lnTo>
                  <a:pt x="24445" y="0"/>
                </a:lnTo>
                <a:close/>
                <a:moveTo>
                  <a:pt x="24445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BB2B5-7DC1-4B30-8D37-498AE567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197" y="5679839"/>
            <a:ext cx="102245" cy="104812"/>
          </a:xfrm>
          <a:custGeom xmlns:a="http://schemas.openxmlformats.org/drawingml/2006/main">
            <a:pathLst>
              <a:path w="102245" h="104812">
                <a:moveTo>
                  <a:pt x="60722" y="0"/>
                </a:moveTo>
                <a:lnTo>
                  <a:pt x="102245" y="67642"/>
                </a:lnTo>
                <a:lnTo>
                  <a:pt x="38174" y="104812"/>
                </a:lnTo>
                <a:lnTo>
                  <a:pt x="0" y="35272"/>
                </a:lnTo>
                <a:lnTo>
                  <a:pt x="60722" y="0"/>
                </a:lnTo>
                <a:close/>
                <a:moveTo>
                  <a:pt x="60722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DF635-EC00-45F3-9548-E974E8F1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915" y="5591324"/>
            <a:ext cx="133164" cy="144326"/>
          </a:xfrm>
          <a:custGeom xmlns:a="http://schemas.openxmlformats.org/drawingml/2006/main">
            <a:pathLst>
              <a:path w="133164" h="144326">
                <a:moveTo>
                  <a:pt x="56592" y="0"/>
                </a:moveTo>
                <a:lnTo>
                  <a:pt x="133164" y="99231"/>
                </a:lnTo>
                <a:lnTo>
                  <a:pt x="71661" y="144326"/>
                </a:lnTo>
                <a:lnTo>
                  <a:pt x="0" y="41523"/>
                </a:lnTo>
                <a:lnTo>
                  <a:pt x="56592" y="0"/>
                </a:lnTo>
                <a:close/>
                <a:moveTo>
                  <a:pt x="56592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92B08E-6B55-49D3-8467-DD289B47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664" y="5808204"/>
            <a:ext cx="190314" cy="368573"/>
          </a:xfrm>
          <a:custGeom xmlns:a="http://schemas.openxmlformats.org/drawingml/2006/main">
            <a:pathLst>
              <a:path w="190314" h="368573">
                <a:moveTo>
                  <a:pt x="190314" y="22436"/>
                </a:moveTo>
                <a:lnTo>
                  <a:pt x="136624" y="195449"/>
                </a:lnTo>
                <a:lnTo>
                  <a:pt x="83046" y="368573"/>
                </a:lnTo>
                <a:lnTo>
                  <a:pt x="0" y="340668"/>
                </a:lnTo>
                <a:lnTo>
                  <a:pt x="123676" y="0"/>
                </a:ln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27660-394C-405A-8384-B310D632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450" y="3213236"/>
            <a:ext cx="164529" cy="168325"/>
          </a:xfrm>
          <a:custGeom xmlns:a="http://schemas.openxmlformats.org/drawingml/2006/main">
            <a:pathLst>
              <a:path w="164529" h="168325">
                <a:moveTo>
                  <a:pt x="0" y="119993"/>
                </a:moveTo>
                <a:lnTo>
                  <a:pt x="107826" y="0"/>
                </a:lnTo>
                <a:lnTo>
                  <a:pt x="164529" y="53355"/>
                </a:lnTo>
                <a:lnTo>
                  <a:pt x="51122" y="168325"/>
                </a:lnTo>
                <a:lnTo>
                  <a:pt x="0" y="119993"/>
                </a:lnTo>
                <a:close/>
                <a:moveTo>
                  <a:pt x="0" y="119993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ABF48-56D9-46D4-81EB-75F76576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757" y="5542099"/>
            <a:ext cx="75679" cy="70210"/>
          </a:xfrm>
          <a:custGeom xmlns:a="http://schemas.openxmlformats.org/drawingml/2006/main">
            <a:pathLst>
              <a:path w="75679" h="70210">
                <a:moveTo>
                  <a:pt x="54359" y="0"/>
                </a:moveTo>
                <a:lnTo>
                  <a:pt x="75679" y="24780"/>
                </a:lnTo>
                <a:lnTo>
                  <a:pt x="20092" y="70210"/>
                </a:lnTo>
                <a:lnTo>
                  <a:pt x="0" y="44425"/>
                </a:lnTo>
                <a:lnTo>
                  <a:pt x="54359" y="0"/>
                </a:lnTo>
                <a:close/>
                <a:moveTo>
                  <a:pt x="54359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41351D-4734-44E3-866E-B9D76F89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804" y="3547207"/>
            <a:ext cx="46769" cy="62173"/>
          </a:xfrm>
          <a:custGeom xmlns:a="http://schemas.openxmlformats.org/drawingml/2006/main">
            <a:pathLst>
              <a:path w="46769" h="62173">
                <a:moveTo>
                  <a:pt x="6251" y="62173"/>
                </a:moveTo>
                <a:lnTo>
                  <a:pt x="0" y="57931"/>
                </a:lnTo>
                <a:lnTo>
                  <a:pt x="40630" y="0"/>
                </a:lnTo>
                <a:lnTo>
                  <a:pt x="46769" y="4576"/>
                </a:lnTo>
                <a:lnTo>
                  <a:pt x="6251" y="62173"/>
                </a:lnTo>
                <a:close/>
                <a:moveTo>
                  <a:pt x="6251" y="62173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4F66B-CE75-4373-99F7-0551B9CC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956" y="3275521"/>
            <a:ext cx="59717" cy="52574"/>
          </a:xfrm>
          <a:custGeom xmlns:a="http://schemas.openxmlformats.org/drawingml/2006/main">
            <a:pathLst>
              <a:path w="59717" h="52574">
                <a:moveTo>
                  <a:pt x="0" y="7255"/>
                </a:moveTo>
                <a:lnTo>
                  <a:pt x="5693" y="0"/>
                </a:lnTo>
                <a:lnTo>
                  <a:pt x="59717" y="45765"/>
                </a:lnTo>
                <a:lnTo>
                  <a:pt x="53690" y="52574"/>
                </a:lnTo>
                <a:lnTo>
                  <a:pt x="0" y="7255"/>
                </a:lnTo>
                <a:close/>
                <a:moveTo>
                  <a:pt x="0" y="7255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5E004-00B6-429C-AFEC-6B3F0F66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091" y="5171740"/>
            <a:ext cx="56145" cy="71772"/>
          </a:xfrm>
          <a:custGeom xmlns:a="http://schemas.openxmlformats.org/drawingml/2006/main">
            <a:pathLst>
              <a:path w="56145" h="71772">
                <a:moveTo>
                  <a:pt x="56145" y="59606"/>
                </a:moveTo>
                <a:lnTo>
                  <a:pt x="37616" y="71772"/>
                </a:lnTo>
                <a:lnTo>
                  <a:pt x="0" y="11162"/>
                </a:lnTo>
                <a:lnTo>
                  <a:pt x="19199" y="0"/>
                </a:lnTo>
                <a:lnTo>
                  <a:pt x="56145" y="59606"/>
                </a:lnTo>
                <a:close/>
                <a:moveTo>
                  <a:pt x="56145" y="59606"/>
                </a:moveTo>
              </a:path>
            </a:pathLst>
          </a:custGeom>
          <a:solidFill xmlns:a="http://schemas.openxmlformats.org/drawingml/2006/main">
            <a:srgbClr val="006C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6E98D-B6B8-4388-8CFE-E8FE5499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402" y="5531383"/>
            <a:ext cx="59048" cy="51234"/>
          </a:xfrm>
          <a:custGeom xmlns:a="http://schemas.openxmlformats.org/drawingml/2006/main">
            <a:pathLst>
              <a:path w="59048" h="51234">
                <a:moveTo>
                  <a:pt x="59048" y="45095"/>
                </a:moveTo>
                <a:lnTo>
                  <a:pt x="54136" y="51234"/>
                </a:lnTo>
                <a:lnTo>
                  <a:pt x="0" y="5804"/>
                </a:lnTo>
                <a:lnTo>
                  <a:pt x="5135" y="0"/>
                </a:lnTo>
                <a:lnTo>
                  <a:pt x="59048" y="45095"/>
                </a:lnTo>
                <a:close/>
                <a:moveTo>
                  <a:pt x="59048" y="45095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EBB8B-9529-49EB-A3A9-310EA255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766" y="4094150"/>
            <a:ext cx="202369" cy="107826"/>
          </a:xfrm>
          <a:custGeom xmlns:a="http://schemas.openxmlformats.org/drawingml/2006/main">
            <a:pathLst>
              <a:path w="202369" h="107826">
                <a:moveTo>
                  <a:pt x="0" y="38509"/>
                </a:moveTo>
                <a:lnTo>
                  <a:pt x="188305" y="0"/>
                </a:lnTo>
                <a:lnTo>
                  <a:pt x="202369" y="78358"/>
                </a:lnTo>
                <a:lnTo>
                  <a:pt x="12390" y="107826"/>
                </a:lnTo>
                <a:lnTo>
                  <a:pt x="0" y="38509"/>
                </a:lnTo>
                <a:close/>
                <a:moveTo>
                  <a:pt x="0" y="38509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B6EB7-CFEF-49A6-B378-D379B980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628" y="2924919"/>
            <a:ext cx="199802" cy="262198"/>
          </a:xfrm>
          <a:custGeom xmlns:a="http://schemas.openxmlformats.org/drawingml/2006/main">
            <a:pathLst>
              <a:path w="199802" h="262198">
                <a:moveTo>
                  <a:pt x="0" y="225921"/>
                </a:moveTo>
                <a:lnTo>
                  <a:pt x="128922" y="0"/>
                </a:lnTo>
                <a:lnTo>
                  <a:pt x="199802" y="42862"/>
                </a:lnTo>
                <a:lnTo>
                  <a:pt x="60164" y="262198"/>
                </a:lnTo>
                <a:lnTo>
                  <a:pt x="0" y="225921"/>
                </a:lnTo>
                <a:close/>
                <a:moveTo>
                  <a:pt x="0" y="225921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C5625-4CA6-402E-A5FA-83068A03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646" y="3097932"/>
            <a:ext cx="70991" cy="49002"/>
          </a:xfrm>
          <a:custGeom xmlns:a="http://schemas.openxmlformats.org/drawingml/2006/main">
            <a:pathLst>
              <a:path w="70991" h="49002">
                <a:moveTo>
                  <a:pt x="0" y="15962"/>
                </a:moveTo>
                <a:lnTo>
                  <a:pt x="8148" y="0"/>
                </a:lnTo>
                <a:lnTo>
                  <a:pt x="70991" y="33375"/>
                </a:lnTo>
                <a:lnTo>
                  <a:pt x="62173" y="49002"/>
                </a:lnTo>
                <a:lnTo>
                  <a:pt x="0" y="15962"/>
                </a:lnTo>
                <a:close/>
                <a:moveTo>
                  <a:pt x="0" y="15962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1968E-CF5A-490E-9831-DDDC39DB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207" y="2585926"/>
            <a:ext cx="98896" cy="375940"/>
          </a:xfrm>
          <a:custGeom xmlns:a="http://schemas.openxmlformats.org/drawingml/2006/main">
            <a:pathLst>
              <a:path w="98896" h="375940">
                <a:moveTo>
                  <a:pt x="28687" y="375940"/>
                </a:moveTo>
                <a:lnTo>
                  <a:pt x="14399" y="190314"/>
                </a:lnTo>
                <a:lnTo>
                  <a:pt x="0" y="4688"/>
                </a:lnTo>
                <a:lnTo>
                  <a:pt x="87957" y="0"/>
                </a:lnTo>
                <a:lnTo>
                  <a:pt x="98896" y="372145"/>
                </a:lnTo>
              </a:path>
            </a:pathLst>
          </a:custGeom>
          <a:solidFill xmlns:a="http://schemas.openxmlformats.org/drawingml/2006/main">
            <a:srgbClr val="9283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A7A58-4932-4718-AA8A-C28995D9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493" y="5711093"/>
            <a:ext cx="132159" cy="161739"/>
          </a:xfrm>
          <a:custGeom xmlns:a="http://schemas.openxmlformats.org/drawingml/2006/main">
            <a:pathLst>
              <a:path w="132159" h="161739">
                <a:moveTo>
                  <a:pt x="132159" y="32705"/>
                </a:moveTo>
                <a:lnTo>
                  <a:pt x="68312" y="161739"/>
                </a:lnTo>
                <a:lnTo>
                  <a:pt x="0" y="125797"/>
                </a:lnTo>
                <a:lnTo>
                  <a:pt x="69986" y="0"/>
                </a:lnTo>
                <a:lnTo>
                  <a:pt x="132159" y="32705"/>
                </a:lnTo>
                <a:close/>
                <a:moveTo>
                  <a:pt x="132159" y="32705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91DA2C-0E35-4D0D-B0F5-9AC6103B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265" y="3373301"/>
            <a:ext cx="62731" cy="64517"/>
          </a:xfrm>
          <a:custGeom xmlns:a="http://schemas.openxmlformats.org/drawingml/2006/main">
            <a:pathLst>
              <a:path w="62731" h="64517">
                <a:moveTo>
                  <a:pt x="0" y="13729"/>
                </a:moveTo>
                <a:lnTo>
                  <a:pt x="13506" y="0"/>
                </a:lnTo>
                <a:lnTo>
                  <a:pt x="62731" y="51457"/>
                </a:lnTo>
                <a:lnTo>
                  <a:pt x="48444" y="64517"/>
                </a:lnTo>
                <a:lnTo>
                  <a:pt x="0" y="13729"/>
                </a:lnTo>
                <a:close/>
                <a:moveTo>
                  <a:pt x="0" y="13729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FF5CF-F472-4D1C-A21C-A8594C8A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094" y="5837560"/>
            <a:ext cx="69986" cy="25450"/>
          </a:xfrm>
          <a:custGeom xmlns:a="http://schemas.openxmlformats.org/drawingml/2006/main">
            <a:pathLst>
              <a:path w="69986" h="25450">
                <a:moveTo>
                  <a:pt x="67866" y="0"/>
                </a:moveTo>
                <a:lnTo>
                  <a:pt x="69986" y="7255"/>
                </a:lnTo>
                <a:lnTo>
                  <a:pt x="1674" y="25450"/>
                </a:lnTo>
                <a:lnTo>
                  <a:pt x="0" y="18083"/>
                </a:lnTo>
                <a:lnTo>
                  <a:pt x="67866" y="0"/>
                </a:lnTo>
                <a:close/>
                <a:moveTo>
                  <a:pt x="67866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71F53-6694-4526-95C4-5762AC12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465" y="3087774"/>
            <a:ext cx="72554" cy="51234"/>
          </a:xfrm>
          <a:custGeom xmlns:a="http://schemas.openxmlformats.org/drawingml/2006/main">
            <a:pathLst>
              <a:path w="72554" h="51234">
                <a:moveTo>
                  <a:pt x="10046" y="51234"/>
                </a:moveTo>
                <a:lnTo>
                  <a:pt x="0" y="32817"/>
                </a:lnTo>
                <a:lnTo>
                  <a:pt x="63289" y="0"/>
                </a:lnTo>
                <a:lnTo>
                  <a:pt x="72554" y="18864"/>
                </a:lnTo>
                <a:lnTo>
                  <a:pt x="10046" y="51234"/>
                </a:lnTo>
                <a:close/>
                <a:moveTo>
                  <a:pt x="10046" y="51234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60C4A-2436-4C1C-8221-9A4B69A6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364" y="3978846"/>
            <a:ext cx="28798" cy="70210"/>
          </a:xfrm>
          <a:custGeom xmlns:a="http://schemas.openxmlformats.org/drawingml/2006/main">
            <a:pathLst>
              <a:path w="28798" h="70210">
                <a:moveTo>
                  <a:pt x="0" y="2791"/>
                </a:moveTo>
                <a:lnTo>
                  <a:pt x="8930" y="0"/>
                </a:lnTo>
                <a:lnTo>
                  <a:pt x="28798" y="67866"/>
                </a:lnTo>
                <a:lnTo>
                  <a:pt x="19757" y="70210"/>
                </a:lnTo>
                <a:lnTo>
                  <a:pt x="0" y="2791"/>
                </a:lnTo>
                <a:close/>
                <a:moveTo>
                  <a:pt x="0" y="2791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37BFA-89F1-43C3-8453-50B969F6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982" y="4504916"/>
            <a:ext cx="18083" cy="71326"/>
          </a:xfrm>
          <a:custGeom xmlns:a="http://schemas.openxmlformats.org/drawingml/2006/main">
            <a:pathLst>
              <a:path w="18083" h="71326">
                <a:moveTo>
                  <a:pt x="18083" y="70098"/>
                </a:moveTo>
                <a:lnTo>
                  <a:pt x="5358" y="71326"/>
                </a:lnTo>
                <a:lnTo>
                  <a:pt x="0" y="670"/>
                </a:lnTo>
                <a:lnTo>
                  <a:pt x="12613" y="0"/>
                </a:lnTo>
                <a:lnTo>
                  <a:pt x="18083" y="70098"/>
                </a:lnTo>
                <a:close/>
                <a:moveTo>
                  <a:pt x="18083" y="70098"/>
                </a:moveTo>
              </a:path>
            </a:pathLst>
          </a:custGeom>
          <a:solidFill xmlns:a="http://schemas.openxmlformats.org/drawingml/2006/main">
            <a:srgbClr val="78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5E19A-7BF8-4FEE-B0F6-AA7D0D38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03" y="5873279"/>
            <a:ext cx="73447" cy="33486"/>
          </a:xfrm>
          <a:custGeom xmlns:a="http://schemas.openxmlformats.org/drawingml/2006/main">
            <a:pathLst>
              <a:path w="73447" h="33486">
                <a:moveTo>
                  <a:pt x="69540" y="0"/>
                </a:moveTo>
                <a:lnTo>
                  <a:pt x="73447" y="22547"/>
                </a:lnTo>
                <a:lnTo>
                  <a:pt x="3014" y="33486"/>
                </a:lnTo>
                <a:lnTo>
                  <a:pt x="0" y="10827"/>
                </a:lnTo>
                <a:lnTo>
                  <a:pt x="69540" y="0"/>
                </a:lnTo>
                <a:close/>
                <a:moveTo>
                  <a:pt x="69540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4832D-E121-475E-BFDE-2BEB1AC6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987" y="2986869"/>
            <a:ext cx="78805" cy="56145"/>
          </a:xfrm>
          <a:custGeom xmlns:a="http://schemas.openxmlformats.org/drawingml/2006/main">
            <a:pathLst>
              <a:path w="78805" h="56145">
                <a:moveTo>
                  <a:pt x="12055" y="56145"/>
                </a:moveTo>
                <a:lnTo>
                  <a:pt x="0" y="22659"/>
                </a:lnTo>
                <a:lnTo>
                  <a:pt x="68424" y="0"/>
                </a:lnTo>
                <a:lnTo>
                  <a:pt x="78805" y="34156"/>
                </a:lnTo>
                <a:lnTo>
                  <a:pt x="12055" y="56145"/>
                </a:lnTo>
                <a:close/>
                <a:moveTo>
                  <a:pt x="12055" y="56145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F52B3-596B-4797-A7D8-E815D3EF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803" y="3896246"/>
            <a:ext cx="54583" cy="77912"/>
          </a:xfrm>
          <a:custGeom xmlns:a="http://schemas.openxmlformats.org/drawingml/2006/main">
            <a:pathLst>
              <a:path w="54583" h="77912">
                <a:moveTo>
                  <a:pt x="0" y="11609"/>
                </a:moveTo>
                <a:lnTo>
                  <a:pt x="30919" y="0"/>
                </a:lnTo>
                <a:lnTo>
                  <a:pt x="54583" y="67754"/>
                </a:lnTo>
                <a:lnTo>
                  <a:pt x="23217" y="77912"/>
                </a:lnTo>
                <a:lnTo>
                  <a:pt x="0" y="11609"/>
                </a:lnTo>
                <a:close/>
                <a:moveTo>
                  <a:pt x="0" y="11609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E171A-930D-465F-A30A-EEA487EB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58" y="5478252"/>
            <a:ext cx="74675" cy="72665"/>
          </a:xfrm>
          <a:custGeom xmlns:a="http://schemas.openxmlformats.org/drawingml/2006/main">
            <a:pathLst>
              <a:path w="74675" h="72665">
                <a:moveTo>
                  <a:pt x="74675" y="47885"/>
                </a:moveTo>
                <a:lnTo>
                  <a:pt x="52574" y="72665"/>
                </a:lnTo>
                <a:lnTo>
                  <a:pt x="0" y="23775"/>
                </a:lnTo>
                <a:lnTo>
                  <a:pt x="23217" y="0"/>
                </a:lnTo>
                <a:lnTo>
                  <a:pt x="74675" y="47885"/>
                </a:lnTo>
                <a:close/>
                <a:moveTo>
                  <a:pt x="74675" y="47885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750D9C-6F08-4668-8F8D-46C9EDC3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320" y="4660181"/>
            <a:ext cx="16632" cy="69986"/>
          </a:xfrm>
          <a:custGeom xmlns:a="http://schemas.openxmlformats.org/drawingml/2006/main">
            <a:pathLst>
              <a:path w="16632" h="69986">
                <a:moveTo>
                  <a:pt x="16632" y="69093"/>
                </a:moveTo>
                <a:lnTo>
                  <a:pt x="12948" y="69986"/>
                </a:lnTo>
                <a:lnTo>
                  <a:pt x="0" y="558"/>
                </a:lnTo>
                <a:lnTo>
                  <a:pt x="3907" y="0"/>
                </a:lnTo>
                <a:lnTo>
                  <a:pt x="16632" y="69093"/>
                </a:lnTo>
                <a:close/>
                <a:moveTo>
                  <a:pt x="16632" y="69093"/>
                </a:moveTo>
              </a:path>
            </a:pathLst>
          </a:custGeom>
          <a:solidFill xmlns:a="http://schemas.openxmlformats.org/drawingml/2006/main">
            <a:srgbClr val="EFE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28A8E-3F29-4D6F-A035-3E8DC927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177" y="4976180"/>
            <a:ext cx="86618" cy="91083"/>
          </a:xfrm>
          <a:custGeom xmlns:a="http://schemas.openxmlformats.org/drawingml/2006/main">
            <a:pathLst>
              <a:path w="86618" h="91083">
                <a:moveTo>
                  <a:pt x="27794" y="0"/>
                </a:moveTo>
                <a:lnTo>
                  <a:pt x="86618" y="23775"/>
                </a:lnTo>
                <a:lnTo>
                  <a:pt x="57485" y="91083"/>
                </a:lnTo>
                <a:lnTo>
                  <a:pt x="0" y="64629"/>
                </a:lnTo>
                <a:lnTo>
                  <a:pt x="27794" y="0"/>
                </a:lnTo>
                <a:close/>
                <a:moveTo>
                  <a:pt x="27794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1655F-70AF-4A40-974D-5FF7ECF0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019" y="4032982"/>
            <a:ext cx="108161" cy="92087"/>
          </a:xfrm>
          <a:custGeom xmlns:a="http://schemas.openxmlformats.org/drawingml/2006/main">
            <a:pathLst>
              <a:path w="108161" h="92087">
                <a:moveTo>
                  <a:pt x="0" y="23664"/>
                </a:moveTo>
                <a:lnTo>
                  <a:pt x="91083" y="0"/>
                </a:lnTo>
                <a:lnTo>
                  <a:pt x="108161" y="72777"/>
                </a:lnTo>
                <a:lnTo>
                  <a:pt x="16185" y="92087"/>
                </a:lnTo>
                <a:lnTo>
                  <a:pt x="0" y="23664"/>
                </a:lnTo>
                <a:close/>
                <a:moveTo>
                  <a:pt x="0" y="23664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B591C-AFC4-41E1-8A51-B606050B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656" y="4752826"/>
            <a:ext cx="75121" cy="84162"/>
          </a:xfrm>
          <a:custGeom xmlns:a="http://schemas.openxmlformats.org/drawingml/2006/main">
            <a:pathLst>
              <a:path w="75121" h="84162">
                <a:moveTo>
                  <a:pt x="17190" y="0"/>
                </a:moveTo>
                <a:lnTo>
                  <a:pt x="75121" y="13171"/>
                </a:lnTo>
                <a:lnTo>
                  <a:pt x="57150" y="84162"/>
                </a:lnTo>
                <a:lnTo>
                  <a:pt x="0" y="68200"/>
                </a:lnTo>
                <a:lnTo>
                  <a:pt x="17190" y="0"/>
                </a:lnTo>
                <a:close/>
                <a:moveTo>
                  <a:pt x="17190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46C82-0BCC-4676-9F32-43E4C501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149" y="5301890"/>
            <a:ext cx="111398" cy="109165"/>
          </a:xfrm>
          <a:custGeom xmlns:a="http://schemas.openxmlformats.org/drawingml/2006/main">
            <a:pathLst>
              <a:path w="111398" h="109165">
                <a:moveTo>
                  <a:pt x="111398" y="55476"/>
                </a:moveTo>
                <a:lnTo>
                  <a:pt x="45765" y="109165"/>
                </a:lnTo>
                <a:lnTo>
                  <a:pt x="0" y="50453"/>
                </a:lnTo>
                <a:lnTo>
                  <a:pt x="68200" y="0"/>
                </a:lnTo>
                <a:lnTo>
                  <a:pt x="111398" y="55476"/>
                </a:lnTo>
                <a:close/>
                <a:moveTo>
                  <a:pt x="111398" y="55476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9CB20-211A-4E2D-A177-9509A9BE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766" y="5185693"/>
            <a:ext cx="112291" cy="107714"/>
          </a:xfrm>
          <a:custGeom xmlns:a="http://schemas.openxmlformats.org/drawingml/2006/main">
            <a:pathLst>
              <a:path w="112291" h="107714">
                <a:moveTo>
                  <a:pt x="37728" y="0"/>
                </a:moveTo>
                <a:lnTo>
                  <a:pt x="112291" y="44983"/>
                </a:lnTo>
                <a:lnTo>
                  <a:pt x="72330" y="107714"/>
                </a:lnTo>
                <a:lnTo>
                  <a:pt x="0" y="59382"/>
                </a:lnTo>
                <a:lnTo>
                  <a:pt x="37728" y="0"/>
                </a:lnTo>
                <a:close/>
                <a:moveTo>
                  <a:pt x="37728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5613D-851C-46F0-AECA-F8CA151F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230" y="4358915"/>
            <a:ext cx="147340" cy="77242"/>
          </a:xfrm>
          <a:custGeom xmlns:a="http://schemas.openxmlformats.org/drawingml/2006/main">
            <a:pathLst>
              <a:path w="147340" h="77242">
                <a:moveTo>
                  <a:pt x="0" y="6139"/>
                </a:moveTo>
                <a:lnTo>
                  <a:pt x="145889" y="0"/>
                </a:lnTo>
                <a:lnTo>
                  <a:pt x="147340" y="77242"/>
                </a:lnTo>
                <a:lnTo>
                  <a:pt x="1228" y="76349"/>
                </a:lnTo>
                <a:lnTo>
                  <a:pt x="0" y="6139"/>
                </a:lnTo>
                <a:close/>
                <a:moveTo>
                  <a:pt x="0" y="6139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7B284-A647-4529-BDBB-644BDB57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559" y="5251438"/>
            <a:ext cx="182277" cy="159841"/>
          </a:xfrm>
          <a:custGeom xmlns:a="http://schemas.openxmlformats.org/drawingml/2006/main">
            <a:pathLst>
              <a:path w="182277" h="159841">
                <a:moveTo>
                  <a:pt x="40965" y="0"/>
                </a:moveTo>
                <a:lnTo>
                  <a:pt x="182277" y="95994"/>
                </a:lnTo>
                <a:lnTo>
                  <a:pt x="136847" y="159841"/>
                </a:lnTo>
                <a:lnTo>
                  <a:pt x="0" y="57262"/>
                </a:lnTo>
                <a:lnTo>
                  <a:pt x="40965" y="0"/>
                </a:lnTo>
                <a:close/>
                <a:moveTo>
                  <a:pt x="40965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9B8CE-5295-4178-81A9-85641D73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272" y="3585939"/>
            <a:ext cx="105928" cy="103473"/>
          </a:xfrm>
          <a:custGeom xmlns:a="http://schemas.openxmlformats.org/drawingml/2006/main">
            <a:pathLst>
              <a:path w="105928" h="103473">
                <a:moveTo>
                  <a:pt x="0" y="43532"/>
                </a:moveTo>
                <a:lnTo>
                  <a:pt x="67308" y="0"/>
                </a:lnTo>
                <a:lnTo>
                  <a:pt x="105928" y="63289"/>
                </a:lnTo>
                <a:lnTo>
                  <a:pt x="36723" y="103473"/>
                </a:lnTo>
                <a:lnTo>
                  <a:pt x="0" y="43532"/>
                </a:lnTo>
                <a:close/>
                <a:moveTo>
                  <a:pt x="0" y="43532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FDB8E-A8D4-4EE3-B750-9CB6C1BD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378" y="3169369"/>
            <a:ext cx="73335" cy="61392"/>
          </a:xfrm>
          <a:custGeom xmlns:a="http://schemas.openxmlformats.org/drawingml/2006/main">
            <a:pathLst>
              <a:path w="73335" h="61392">
                <a:moveTo>
                  <a:pt x="0" y="21989"/>
                </a:moveTo>
                <a:lnTo>
                  <a:pt x="14064" y="0"/>
                </a:lnTo>
                <a:lnTo>
                  <a:pt x="73335" y="40184"/>
                </a:lnTo>
                <a:lnTo>
                  <a:pt x="58155" y="61392"/>
                </a:lnTo>
                <a:lnTo>
                  <a:pt x="0" y="21989"/>
                </a:lnTo>
                <a:close/>
                <a:moveTo>
                  <a:pt x="0" y="21989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EB5CD-3384-4AC7-B34D-3AA985FA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165" y="3167472"/>
            <a:ext cx="141647" cy="149796"/>
          </a:xfrm>
          <a:custGeom xmlns:a="http://schemas.openxmlformats.org/drawingml/2006/main">
            <a:pathLst>
              <a:path w="141647" h="149796">
                <a:moveTo>
                  <a:pt x="87511" y="149796"/>
                </a:moveTo>
                <a:lnTo>
                  <a:pt x="0" y="49002"/>
                </a:lnTo>
                <a:lnTo>
                  <a:pt x="59048" y="0"/>
                </a:lnTo>
                <a:lnTo>
                  <a:pt x="141647" y="105035"/>
                </a:lnTo>
                <a:lnTo>
                  <a:pt x="87511" y="149796"/>
                </a:lnTo>
                <a:close/>
                <a:moveTo>
                  <a:pt x="87511" y="149796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BB8F4-A0AE-420E-9CB7-2EBF4B73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962" y="4263926"/>
            <a:ext cx="71884" cy="77130"/>
          </a:xfrm>
          <a:custGeom xmlns:a="http://schemas.openxmlformats.org/drawingml/2006/main">
            <a:pathLst>
              <a:path w="71884" h="77130">
                <a:moveTo>
                  <a:pt x="66080" y="77130"/>
                </a:moveTo>
                <a:lnTo>
                  <a:pt x="0" y="73112"/>
                </a:lnTo>
                <a:lnTo>
                  <a:pt x="6139" y="0"/>
                </a:lnTo>
                <a:lnTo>
                  <a:pt x="71884" y="6921"/>
                </a:lnTo>
                <a:lnTo>
                  <a:pt x="66080" y="77130"/>
                </a:lnTo>
                <a:close/>
                <a:moveTo>
                  <a:pt x="66080" y="77130"/>
                </a:moveTo>
              </a:path>
            </a:pathLst>
          </a:custGeom>
          <a:solidFill xmlns:a="http://schemas.openxmlformats.org/drawingml/2006/main">
            <a:srgbClr val="FD0D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F3514-DA17-46C3-966B-BD98BEB1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792" y="5892812"/>
            <a:ext cx="72107" cy="29021"/>
          </a:xfrm>
          <a:custGeom xmlns:a="http://schemas.openxmlformats.org/drawingml/2006/main">
            <a:pathLst>
              <a:path w="72107" h="29021">
                <a:moveTo>
                  <a:pt x="70321" y="0"/>
                </a:moveTo>
                <a:lnTo>
                  <a:pt x="72107" y="25561"/>
                </a:lnTo>
                <a:lnTo>
                  <a:pt x="670" y="29021"/>
                </a:lnTo>
                <a:lnTo>
                  <a:pt x="0" y="3237"/>
                </a:lnTo>
                <a:lnTo>
                  <a:pt x="70321" y="0"/>
                </a:lnTo>
                <a:close/>
                <a:moveTo>
                  <a:pt x="70321" y="0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CF0BD-EF8B-4036-BA54-1A965D4A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919" y="3216362"/>
            <a:ext cx="63624" cy="51346"/>
          </a:xfrm>
          <a:custGeom xmlns:a="http://schemas.openxmlformats.org/drawingml/2006/main">
            <a:pathLst>
              <a:path w="63624" h="51346">
                <a:moveTo>
                  <a:pt x="7144" y="51346"/>
                </a:moveTo>
                <a:lnTo>
                  <a:pt x="0" y="42193"/>
                </a:lnTo>
                <a:lnTo>
                  <a:pt x="56815" y="0"/>
                </a:lnTo>
                <a:lnTo>
                  <a:pt x="63624" y="9488"/>
                </a:lnTo>
                <a:lnTo>
                  <a:pt x="7144" y="51346"/>
                </a:lnTo>
                <a:close/>
                <a:moveTo>
                  <a:pt x="7144" y="51346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013B1-AE38-4132-B0C1-4611216C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686" y="5047952"/>
            <a:ext cx="355290" cy="229381"/>
          </a:xfrm>
          <a:custGeom xmlns:a="http://schemas.openxmlformats.org/drawingml/2006/main">
            <a:pathLst>
              <a:path w="355290" h="229381">
                <a:moveTo>
                  <a:pt x="31254" y="0"/>
                </a:moveTo>
                <a:lnTo>
                  <a:pt x="193328" y="75456"/>
                </a:lnTo>
                <a:lnTo>
                  <a:pt x="355290" y="151023"/>
                </a:lnTo>
                <a:lnTo>
                  <a:pt x="316446" y="229381"/>
                </a:lnTo>
                <a:lnTo>
                  <a:pt x="158279" y="146112"/>
                </a:lnTo>
                <a:lnTo>
                  <a:pt x="0" y="62843"/>
                </a:ln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2B5DB-6DF1-426E-BBCC-D379752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632" y="4676254"/>
            <a:ext cx="29021" cy="72442"/>
          </a:xfrm>
          <a:custGeom xmlns:a="http://schemas.openxmlformats.org/drawingml/2006/main">
            <a:pathLst>
              <a:path w="29021" h="72442">
                <a:moveTo>
                  <a:pt x="13618" y="0"/>
                </a:moveTo>
                <a:lnTo>
                  <a:pt x="29021" y="2679"/>
                </a:lnTo>
                <a:lnTo>
                  <a:pt x="15292" y="72442"/>
                </a:lnTo>
                <a:lnTo>
                  <a:pt x="0" y="68982"/>
                </a:lnTo>
                <a:lnTo>
                  <a:pt x="13618" y="0"/>
                </a:lnTo>
                <a:close/>
                <a:moveTo>
                  <a:pt x="13618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4E774-FDCD-49AB-8C07-8ABD2D29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955" y="3430451"/>
            <a:ext cx="61057" cy="66526"/>
          </a:xfrm>
          <a:custGeom xmlns:a="http://schemas.openxmlformats.org/drawingml/2006/main">
            <a:pathLst>
              <a:path w="61057" h="66526">
                <a:moveTo>
                  <a:pt x="0" y="13171"/>
                </a:moveTo>
                <a:lnTo>
                  <a:pt x="14622" y="0"/>
                </a:lnTo>
                <a:lnTo>
                  <a:pt x="61057" y="54025"/>
                </a:lnTo>
                <a:lnTo>
                  <a:pt x="45765" y="66526"/>
                </a:lnTo>
                <a:lnTo>
                  <a:pt x="0" y="13171"/>
                </a:lnTo>
                <a:close/>
                <a:moveTo>
                  <a:pt x="0" y="13171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56790-4178-4EC5-B4B1-B4538C09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933" y="4812767"/>
            <a:ext cx="117202" cy="98338"/>
          </a:xfrm>
          <a:custGeom xmlns:a="http://schemas.openxmlformats.org/drawingml/2006/main">
            <a:pathLst>
              <a:path w="117202" h="98338">
                <a:moveTo>
                  <a:pt x="117202" y="67308"/>
                </a:moveTo>
                <a:lnTo>
                  <a:pt x="21543" y="98338"/>
                </a:lnTo>
                <a:lnTo>
                  <a:pt x="0" y="26454"/>
                </a:lnTo>
                <a:lnTo>
                  <a:pt x="97222" y="0"/>
                </a:lnTo>
                <a:lnTo>
                  <a:pt x="117202" y="67308"/>
                </a:lnTo>
                <a:close/>
                <a:moveTo>
                  <a:pt x="117202" y="67308"/>
                </a:moveTo>
              </a:path>
            </a:pathLst>
          </a:custGeom>
          <a:solidFill xmlns:a="http://schemas.openxmlformats.org/drawingml/2006/main">
            <a:srgbClr val="C65D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6BFEB-5F41-4B9D-B319-D6AE573E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272" y="4204878"/>
            <a:ext cx="40965" cy="74563"/>
          </a:xfrm>
          <a:custGeom xmlns:a="http://schemas.openxmlformats.org/drawingml/2006/main">
            <a:pathLst>
              <a:path w="40965" h="74563">
                <a:moveTo>
                  <a:pt x="0" y="4800"/>
                </a:moveTo>
                <a:lnTo>
                  <a:pt x="31924" y="0"/>
                </a:lnTo>
                <a:lnTo>
                  <a:pt x="40965" y="71326"/>
                </a:lnTo>
                <a:lnTo>
                  <a:pt x="8818" y="74563"/>
                </a:lnTo>
                <a:lnTo>
                  <a:pt x="0" y="4800"/>
                </a:lnTo>
                <a:close/>
                <a:moveTo>
                  <a:pt x="0" y="480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3E9D5-FECE-4AD4-8C7F-677012AA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362" y="2417266"/>
            <a:ext cx="2902" cy="540246"/>
          </a:xfrm>
          <a:custGeom xmlns:a="http://schemas.openxmlformats.org/drawingml/2006/main">
            <a:pathLst>
              <a:path w="2902" h="540246" fill="none">
                <a:moveTo>
                  <a:pt x="2902" y="540246"/>
                </a:moveTo>
                <a:lnTo>
                  <a:pt x="1898" y="360201"/>
                </a:lnTo>
                <a:lnTo>
                  <a:pt x="1005" y="1801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B63F7-A2B7-408E-8160-43674822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264" y="2957513"/>
            <a:ext cx="4688" cy="10"/>
          </a:xfrm>
          <a:custGeom xmlns:a="http://schemas.openxmlformats.org/drawingml/2006/main">
            <a:pathLst>
              <a:path w="4688" h="1" fill="none">
                <a:moveTo>
                  <a:pt x="0" y="0"/>
                </a:moveTo>
                <a:lnTo>
                  <a:pt x="46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D553A-98BE-4C8C-AD70-FD12CBC7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259" y="2777468"/>
            <a:ext cx="5358" cy="10"/>
          </a:xfrm>
          <a:custGeom xmlns:a="http://schemas.openxmlformats.org/drawingml/2006/main">
            <a:pathLst>
              <a:path w="5358" h="1" fill="none">
                <a:moveTo>
                  <a:pt x="0" y="0"/>
                </a:moveTo>
                <a:lnTo>
                  <a:pt x="53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82902-869B-4D6F-91DE-5997C627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366" y="2597423"/>
            <a:ext cx="5693" cy="10"/>
          </a:xfrm>
          <a:custGeom xmlns:a="http://schemas.openxmlformats.org/drawingml/2006/main">
            <a:pathLst>
              <a:path w="5693" h="1" fill="none">
                <a:moveTo>
                  <a:pt x="0" y="0"/>
                </a:moveTo>
                <a:lnTo>
                  <a:pt x="56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97164-67DE-467B-A5C5-51595CB5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362" y="2417266"/>
            <a:ext cx="6362" cy="10"/>
          </a:xfrm>
          <a:custGeom xmlns:a="http://schemas.openxmlformats.org/drawingml/2006/main">
            <a:pathLst>
              <a:path w="6362" h="1" fill="none">
                <a:moveTo>
                  <a:pt x="0" y="0"/>
                </a:moveTo>
                <a:lnTo>
                  <a:pt x="6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8754D-2935-425B-8DA3-94487224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2888130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305A4-F1BF-435A-8269-2414708A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2707945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CF22C-EABB-419D-80F5-7473A988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72" y="2828942"/>
            <a:ext cx="20985" cy="21878"/>
          </a:xfrm>
          <a:custGeom xmlns:a="http://schemas.openxmlformats.org/drawingml/2006/main">
            <a:pathLst>
              <a:path w="20985" h="21878">
                <a:moveTo>
                  <a:pt x="0" y="0"/>
                </a:moveTo>
                <a:lnTo>
                  <a:pt x="20985" y="0"/>
                </a:lnTo>
                <a:lnTo>
                  <a:pt x="20985" y="21878"/>
                </a:lnTo>
                <a:lnTo>
                  <a:pt x="0" y="2187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901EE-E472-4FEF-BCBA-AAAE4A48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856" y="2707498"/>
            <a:ext cx="98673" cy="143321"/>
          </a:xfrm>
          <a:custGeom xmlns:a="http://schemas.openxmlformats.org/drawingml/2006/main">
            <a:pathLst>
              <a:path w="98673" h="143321">
                <a:moveTo>
                  <a:pt x="0" y="143321"/>
                </a:moveTo>
                <a:cubicBezTo>
                  <a:pt x="893" y="125016"/>
                  <a:pt x="5358" y="116086"/>
                  <a:pt x="7590" y="111175"/>
                </a:cubicBezTo>
                <a:cubicBezTo>
                  <a:pt x="14288" y="97334"/>
                  <a:pt x="27236" y="90190"/>
                  <a:pt x="33486" y="86618"/>
                </a:cubicBezTo>
                <a:lnTo>
                  <a:pt x="52685" y="75009"/>
                </a:lnTo>
                <a:cubicBezTo>
                  <a:pt x="65633" y="67866"/>
                  <a:pt x="69205" y="64294"/>
                  <a:pt x="70991" y="62508"/>
                </a:cubicBezTo>
                <a:cubicBezTo>
                  <a:pt x="79028" y="54025"/>
                  <a:pt x="79028" y="47327"/>
                  <a:pt x="79028" y="43309"/>
                </a:cubicBezTo>
                <a:cubicBezTo>
                  <a:pt x="79028" y="31254"/>
                  <a:pt x="74116" y="26343"/>
                  <a:pt x="71438" y="23664"/>
                </a:cubicBezTo>
                <a:cubicBezTo>
                  <a:pt x="64294" y="16520"/>
                  <a:pt x="55811" y="16520"/>
                  <a:pt x="51792" y="16520"/>
                </a:cubicBezTo>
                <a:cubicBezTo>
                  <a:pt x="33040" y="16520"/>
                  <a:pt x="28129" y="25896"/>
                  <a:pt x="25896" y="30361"/>
                </a:cubicBezTo>
                <a:cubicBezTo>
                  <a:pt x="22324" y="37951"/>
                  <a:pt x="21878" y="46881"/>
                  <a:pt x="21878" y="50899"/>
                </a:cubicBezTo>
                <a:lnTo>
                  <a:pt x="3572" y="50899"/>
                </a:lnTo>
                <a:cubicBezTo>
                  <a:pt x="3572" y="32593"/>
                  <a:pt x="8483" y="24557"/>
                  <a:pt x="10716" y="20538"/>
                </a:cubicBezTo>
                <a:cubicBezTo>
                  <a:pt x="22324" y="0"/>
                  <a:pt x="41970" y="0"/>
                  <a:pt x="51792" y="0"/>
                </a:cubicBezTo>
                <a:cubicBezTo>
                  <a:pt x="76349" y="0"/>
                  <a:pt x="83939" y="8930"/>
                  <a:pt x="87511" y="13395"/>
                </a:cubicBezTo>
                <a:cubicBezTo>
                  <a:pt x="98673" y="26343"/>
                  <a:pt x="98673" y="37505"/>
                  <a:pt x="98673" y="42862"/>
                </a:cubicBezTo>
                <a:cubicBezTo>
                  <a:pt x="98673" y="59829"/>
                  <a:pt x="91083" y="67866"/>
                  <a:pt x="86618" y="72330"/>
                </a:cubicBezTo>
                <a:cubicBezTo>
                  <a:pt x="79921" y="79474"/>
                  <a:pt x="67866" y="85725"/>
                  <a:pt x="62061" y="89297"/>
                </a:cubicBezTo>
                <a:lnTo>
                  <a:pt x="48220" y="96887"/>
                </a:lnTo>
                <a:cubicBezTo>
                  <a:pt x="38398" y="102245"/>
                  <a:pt x="34826" y="105370"/>
                  <a:pt x="32593" y="107156"/>
                </a:cubicBezTo>
                <a:cubicBezTo>
                  <a:pt x="22771" y="116086"/>
                  <a:pt x="20985" y="122783"/>
                  <a:pt x="20092" y="126355"/>
                </a:cubicBezTo>
                <a:lnTo>
                  <a:pt x="98227" y="126355"/>
                </a:lnTo>
                <a:lnTo>
                  <a:pt x="98227" y="143321"/>
                </a:lnTo>
                <a:lnTo>
                  <a:pt x="0" y="143321"/>
                </a:lnTo>
                <a:close/>
                <a:moveTo>
                  <a:pt x="0" y="143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9DAD8-9C01-4CF9-A83A-086C1796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2527880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9D69A-12E6-4C39-8918-5CA850C3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72" y="2648878"/>
            <a:ext cx="20985" cy="21878"/>
          </a:xfrm>
          <a:custGeom xmlns:a="http://schemas.openxmlformats.org/drawingml/2006/main">
            <a:pathLst>
              <a:path w="20985" h="21878">
                <a:moveTo>
                  <a:pt x="0" y="0"/>
                </a:moveTo>
                <a:lnTo>
                  <a:pt x="20985" y="0"/>
                </a:lnTo>
                <a:lnTo>
                  <a:pt x="20985" y="21878"/>
                </a:lnTo>
                <a:lnTo>
                  <a:pt x="0" y="2187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1E12C-BB90-485A-8B63-DC37D772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517" y="2527434"/>
            <a:ext cx="101798" cy="143321"/>
          </a:xfrm>
          <a:custGeom xmlns:a="http://schemas.openxmlformats.org/drawingml/2006/main">
            <a:pathLst>
              <a:path w="101798" h="143321">
                <a:moveTo>
                  <a:pt x="62508" y="92869"/>
                </a:moveTo>
                <a:lnTo>
                  <a:pt x="62508" y="28129"/>
                </a:lnTo>
                <a:lnTo>
                  <a:pt x="16966" y="92869"/>
                </a:lnTo>
                <a:lnTo>
                  <a:pt x="62508" y="92869"/>
                </a:lnTo>
                <a:close/>
                <a:moveTo>
                  <a:pt x="62954" y="143321"/>
                </a:moveTo>
                <a:lnTo>
                  <a:pt x="62954" y="108496"/>
                </a:lnTo>
                <a:lnTo>
                  <a:pt x="0" y="108496"/>
                </a:lnTo>
                <a:lnTo>
                  <a:pt x="0" y="91083"/>
                </a:lnTo>
                <a:lnTo>
                  <a:pt x="65633" y="0"/>
                </a:lnTo>
                <a:lnTo>
                  <a:pt x="80814" y="0"/>
                </a:lnTo>
                <a:lnTo>
                  <a:pt x="80814" y="92869"/>
                </a:lnTo>
                <a:lnTo>
                  <a:pt x="101798" y="92869"/>
                </a:lnTo>
                <a:lnTo>
                  <a:pt x="101798" y="108496"/>
                </a:lnTo>
                <a:lnTo>
                  <a:pt x="80814" y="108496"/>
                </a:lnTo>
                <a:lnTo>
                  <a:pt x="80814" y="143321"/>
                </a:lnTo>
                <a:lnTo>
                  <a:pt x="62954" y="143321"/>
                </a:lnTo>
                <a:close/>
                <a:moveTo>
                  <a:pt x="62954" y="143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3B81A-551E-4193-A79F-676B3666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2347816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2C255-1235-4505-AC6A-E3B365B1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72" y="2468813"/>
            <a:ext cx="20985" cy="21878"/>
          </a:xfrm>
          <a:custGeom xmlns:a="http://schemas.openxmlformats.org/drawingml/2006/main">
            <a:pathLst>
              <a:path w="20985" h="21878">
                <a:moveTo>
                  <a:pt x="0" y="0"/>
                </a:moveTo>
                <a:lnTo>
                  <a:pt x="20985" y="0"/>
                </a:lnTo>
                <a:lnTo>
                  <a:pt x="20985" y="21878"/>
                </a:lnTo>
                <a:lnTo>
                  <a:pt x="0" y="2187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7704A-FDC9-457A-B9EB-F5B7F3C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96" y="2346923"/>
            <a:ext cx="98227" cy="147786"/>
          </a:xfrm>
          <a:custGeom xmlns:a="http://schemas.openxmlformats.org/drawingml/2006/main">
            <a:pathLst>
              <a:path w="98227" h="147786">
                <a:moveTo>
                  <a:pt x="52239" y="0"/>
                </a:moveTo>
                <a:cubicBezTo>
                  <a:pt x="75902" y="0"/>
                  <a:pt x="82600" y="8483"/>
                  <a:pt x="85279" y="12502"/>
                </a:cubicBezTo>
                <a:cubicBezTo>
                  <a:pt x="94655" y="25003"/>
                  <a:pt x="94655" y="33933"/>
                  <a:pt x="94655" y="38398"/>
                </a:cubicBezTo>
                <a:lnTo>
                  <a:pt x="77242" y="38398"/>
                </a:lnTo>
                <a:cubicBezTo>
                  <a:pt x="75456" y="29914"/>
                  <a:pt x="73223" y="26789"/>
                  <a:pt x="72330" y="25003"/>
                </a:cubicBezTo>
                <a:cubicBezTo>
                  <a:pt x="65633" y="16073"/>
                  <a:pt x="56704" y="16073"/>
                  <a:pt x="52239" y="16073"/>
                </a:cubicBezTo>
                <a:cubicBezTo>
                  <a:pt x="37505" y="16073"/>
                  <a:pt x="31254" y="25450"/>
                  <a:pt x="28575" y="29914"/>
                </a:cubicBezTo>
                <a:cubicBezTo>
                  <a:pt x="19645" y="43755"/>
                  <a:pt x="19199" y="61168"/>
                  <a:pt x="18752" y="70098"/>
                </a:cubicBezTo>
                <a:cubicBezTo>
                  <a:pt x="24557" y="60722"/>
                  <a:pt x="31254" y="58043"/>
                  <a:pt x="33933" y="56257"/>
                </a:cubicBezTo>
                <a:cubicBezTo>
                  <a:pt x="42862" y="52239"/>
                  <a:pt x="50006" y="52239"/>
                  <a:pt x="53132" y="52239"/>
                </a:cubicBezTo>
                <a:cubicBezTo>
                  <a:pt x="71438" y="52239"/>
                  <a:pt x="79921" y="59829"/>
                  <a:pt x="84832" y="63847"/>
                </a:cubicBezTo>
                <a:cubicBezTo>
                  <a:pt x="98227" y="75456"/>
                  <a:pt x="98227" y="90190"/>
                  <a:pt x="98227" y="97780"/>
                </a:cubicBezTo>
                <a:cubicBezTo>
                  <a:pt x="98227" y="117425"/>
                  <a:pt x="89743" y="127695"/>
                  <a:pt x="85279" y="132606"/>
                </a:cubicBezTo>
                <a:cubicBezTo>
                  <a:pt x="72777" y="147786"/>
                  <a:pt x="57150" y="147786"/>
                  <a:pt x="49113" y="147786"/>
                </a:cubicBezTo>
                <a:cubicBezTo>
                  <a:pt x="29021" y="147786"/>
                  <a:pt x="19199" y="137517"/>
                  <a:pt x="14288" y="132159"/>
                </a:cubicBezTo>
                <a:cubicBezTo>
                  <a:pt x="0" y="116979"/>
                  <a:pt x="0" y="92869"/>
                  <a:pt x="0" y="80814"/>
                </a:cubicBezTo>
                <a:cubicBezTo>
                  <a:pt x="0" y="54471"/>
                  <a:pt x="4465" y="41970"/>
                  <a:pt x="6697" y="35719"/>
                </a:cubicBezTo>
                <a:cubicBezTo>
                  <a:pt x="19199" y="0"/>
                  <a:pt x="41077" y="0"/>
                  <a:pt x="52239" y="0"/>
                </a:cubicBezTo>
                <a:close/>
                <a:moveTo>
                  <a:pt x="50899" y="131713"/>
                </a:moveTo>
                <a:cubicBezTo>
                  <a:pt x="65187" y="131713"/>
                  <a:pt x="69652" y="125016"/>
                  <a:pt x="71884" y="121890"/>
                </a:cubicBezTo>
                <a:cubicBezTo>
                  <a:pt x="79028" y="112514"/>
                  <a:pt x="79028" y="104031"/>
                  <a:pt x="79028" y="99566"/>
                </a:cubicBezTo>
                <a:cubicBezTo>
                  <a:pt x="79028" y="88404"/>
                  <a:pt x="75009" y="82153"/>
                  <a:pt x="72777" y="78581"/>
                </a:cubicBezTo>
                <a:cubicBezTo>
                  <a:pt x="66526" y="68759"/>
                  <a:pt x="55364" y="68759"/>
                  <a:pt x="50006" y="68759"/>
                </a:cubicBezTo>
                <a:cubicBezTo>
                  <a:pt x="38398" y="68759"/>
                  <a:pt x="32593" y="73670"/>
                  <a:pt x="29468" y="76349"/>
                </a:cubicBezTo>
                <a:cubicBezTo>
                  <a:pt x="20985" y="83939"/>
                  <a:pt x="20985" y="94208"/>
                  <a:pt x="20985" y="99566"/>
                </a:cubicBezTo>
                <a:cubicBezTo>
                  <a:pt x="20985" y="112961"/>
                  <a:pt x="26343" y="119211"/>
                  <a:pt x="29021" y="122337"/>
                </a:cubicBezTo>
                <a:cubicBezTo>
                  <a:pt x="36612" y="131713"/>
                  <a:pt x="45988" y="131713"/>
                  <a:pt x="50899" y="131713"/>
                </a:cubicBezTo>
                <a:close/>
                <a:moveTo>
                  <a:pt x="50899" y="1317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12535D-4E2F-45D0-AFAF-857B0F50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166" y="2208423"/>
            <a:ext cx="4436157" cy="4437050"/>
          </a:xfrm>
          <a:custGeom xmlns:a="http://schemas.openxmlformats.org/drawingml/2006/main">
            <a:pathLst>
              <a:path w="4436157" h="4437050" fill="none">
                <a:moveTo>
                  <a:pt x="2206079" y="0"/>
                </a:moveTo>
                <a:lnTo>
                  <a:pt x="2057512" y="5693"/>
                </a:lnTo>
                <a:lnTo>
                  <a:pt x="1909837" y="21543"/>
                </a:lnTo>
                <a:lnTo>
                  <a:pt x="1763502" y="46992"/>
                </a:lnTo>
                <a:lnTo>
                  <a:pt x="1619064" y="82265"/>
                </a:lnTo>
                <a:lnTo>
                  <a:pt x="1477417" y="127136"/>
                </a:lnTo>
                <a:lnTo>
                  <a:pt x="1339118" y="181384"/>
                </a:lnTo>
                <a:lnTo>
                  <a:pt x="1204726" y="244785"/>
                </a:lnTo>
                <a:lnTo>
                  <a:pt x="1074911" y="317004"/>
                </a:lnTo>
                <a:lnTo>
                  <a:pt x="950230" y="397706"/>
                </a:lnTo>
                <a:lnTo>
                  <a:pt x="831131" y="486780"/>
                </a:lnTo>
                <a:lnTo>
                  <a:pt x="718282" y="583443"/>
                </a:lnTo>
                <a:lnTo>
                  <a:pt x="612242" y="687474"/>
                </a:lnTo>
                <a:lnTo>
                  <a:pt x="513345" y="798426"/>
                </a:lnTo>
                <a:lnTo>
                  <a:pt x="422151" y="915628"/>
                </a:lnTo>
                <a:lnTo>
                  <a:pt x="338993" y="1038746"/>
                </a:lnTo>
                <a:lnTo>
                  <a:pt x="264207" y="1167222"/>
                </a:lnTo>
                <a:lnTo>
                  <a:pt x="198239" y="1300386"/>
                </a:lnTo>
                <a:lnTo>
                  <a:pt x="141312" y="1437568"/>
                </a:lnTo>
                <a:lnTo>
                  <a:pt x="93650" y="1578322"/>
                </a:lnTo>
                <a:lnTo>
                  <a:pt x="55587" y="1721979"/>
                </a:lnTo>
                <a:lnTo>
                  <a:pt x="27124" y="1867756"/>
                </a:lnTo>
                <a:lnTo>
                  <a:pt x="8706" y="2015207"/>
                </a:lnTo>
                <a:lnTo>
                  <a:pt x="0" y="2163552"/>
                </a:lnTo>
                <a:lnTo>
                  <a:pt x="1228" y="2312008"/>
                </a:lnTo>
                <a:lnTo>
                  <a:pt x="12502" y="2460241"/>
                </a:lnTo>
                <a:lnTo>
                  <a:pt x="33598" y="2607357"/>
                </a:lnTo>
                <a:lnTo>
                  <a:pt x="64405" y="2752688"/>
                </a:lnTo>
                <a:lnTo>
                  <a:pt x="105147" y="2895674"/>
                </a:lnTo>
                <a:lnTo>
                  <a:pt x="155153" y="3035536"/>
                </a:lnTo>
                <a:lnTo>
                  <a:pt x="214424" y="3171713"/>
                </a:lnTo>
                <a:lnTo>
                  <a:pt x="282736" y="3303650"/>
                </a:lnTo>
                <a:lnTo>
                  <a:pt x="359755" y="3430786"/>
                </a:lnTo>
                <a:lnTo>
                  <a:pt x="445033" y="3552565"/>
                </a:lnTo>
                <a:lnTo>
                  <a:pt x="538237" y="3668092"/>
                </a:lnTo>
                <a:lnTo>
                  <a:pt x="639031" y="3777369"/>
                </a:lnTo>
                <a:lnTo>
                  <a:pt x="746968" y="3879503"/>
                </a:lnTo>
                <a:lnTo>
                  <a:pt x="861492" y="3974269"/>
                </a:lnTo>
                <a:lnTo>
                  <a:pt x="982042" y="4061110"/>
                </a:lnTo>
                <a:lnTo>
                  <a:pt x="1108063" y="4139692"/>
                </a:lnTo>
                <a:lnTo>
                  <a:pt x="1239106" y="4209678"/>
                </a:lnTo>
                <a:lnTo>
                  <a:pt x="1374614" y="4270735"/>
                </a:lnTo>
                <a:lnTo>
                  <a:pt x="1513917" y="4322638"/>
                </a:lnTo>
                <a:lnTo>
                  <a:pt x="1656345" y="4364943"/>
                </a:lnTo>
                <a:lnTo>
                  <a:pt x="1801230" y="4397759"/>
                </a:lnTo>
                <a:lnTo>
                  <a:pt x="1948011" y="4420753"/>
                </a:lnTo>
                <a:lnTo>
                  <a:pt x="2096021" y="4433813"/>
                </a:lnTo>
                <a:lnTo>
                  <a:pt x="2244589" y="4437050"/>
                </a:lnTo>
                <a:lnTo>
                  <a:pt x="2393045" y="4430241"/>
                </a:lnTo>
                <a:lnTo>
                  <a:pt x="2540608" y="4413610"/>
                </a:lnTo>
                <a:lnTo>
                  <a:pt x="2686831" y="4387044"/>
                </a:lnTo>
                <a:lnTo>
                  <a:pt x="2830934" y="4350879"/>
                </a:lnTo>
                <a:lnTo>
                  <a:pt x="2972358" y="4305002"/>
                </a:lnTo>
                <a:lnTo>
                  <a:pt x="3110322" y="4249862"/>
                </a:lnTo>
                <a:lnTo>
                  <a:pt x="3244155" y="4185568"/>
                </a:lnTo>
                <a:lnTo>
                  <a:pt x="3373636" y="4112456"/>
                </a:lnTo>
                <a:lnTo>
                  <a:pt x="3497759" y="4030861"/>
                </a:lnTo>
                <a:lnTo>
                  <a:pt x="3616189" y="3941229"/>
                </a:lnTo>
                <a:lnTo>
                  <a:pt x="3728256" y="3843672"/>
                </a:lnTo>
                <a:lnTo>
                  <a:pt x="3833626" y="3738860"/>
                </a:lnTo>
                <a:lnTo>
                  <a:pt x="3931853" y="3627351"/>
                </a:lnTo>
                <a:lnTo>
                  <a:pt x="4022266" y="3509479"/>
                </a:lnTo>
                <a:lnTo>
                  <a:pt x="4104642" y="3385803"/>
                </a:lnTo>
                <a:lnTo>
                  <a:pt x="4178536" y="3256880"/>
                </a:lnTo>
                <a:lnTo>
                  <a:pt x="4243722" y="3123381"/>
                </a:lnTo>
                <a:lnTo>
                  <a:pt x="4299645" y="2985641"/>
                </a:lnTo>
                <a:lnTo>
                  <a:pt x="4346302" y="2844664"/>
                </a:lnTo>
                <a:lnTo>
                  <a:pt x="4383472" y="2700784"/>
                </a:lnTo>
                <a:lnTo>
                  <a:pt x="4410931" y="2554672"/>
                </a:lnTo>
                <a:lnTo>
                  <a:pt x="4428455" y="2407221"/>
                </a:lnTo>
                <a:lnTo>
                  <a:pt x="4436157" y="2258764"/>
                </a:lnTo>
                <a:lnTo>
                  <a:pt x="4433925" y="2110197"/>
                </a:lnTo>
                <a:lnTo>
                  <a:pt x="4421646" y="1962187"/>
                </a:lnTo>
                <a:lnTo>
                  <a:pt x="4399434" y="1815182"/>
                </a:lnTo>
                <a:lnTo>
                  <a:pt x="4367622" y="1670075"/>
                </a:lnTo>
                <a:lnTo>
                  <a:pt x="4326099" y="1527423"/>
                </a:lnTo>
                <a:lnTo>
                  <a:pt x="4275088" y="1387785"/>
                </a:lnTo>
                <a:lnTo>
                  <a:pt x="4214813" y="1251942"/>
                </a:lnTo>
                <a:lnTo>
                  <a:pt x="4145719" y="1120564"/>
                </a:lnTo>
                <a:lnTo>
                  <a:pt x="4067808" y="993986"/>
                </a:lnTo>
                <a:lnTo>
                  <a:pt x="3981748" y="872877"/>
                </a:lnTo>
                <a:lnTo>
                  <a:pt x="3887651" y="757796"/>
                </a:lnTo>
                <a:lnTo>
                  <a:pt x="3786187" y="649300"/>
                </a:lnTo>
                <a:lnTo>
                  <a:pt x="3677692" y="547836"/>
                </a:lnTo>
                <a:lnTo>
                  <a:pt x="3562499" y="453963"/>
                </a:lnTo>
                <a:lnTo>
                  <a:pt x="3441390" y="367792"/>
                </a:lnTo>
                <a:lnTo>
                  <a:pt x="3314812" y="290103"/>
                </a:lnTo>
                <a:lnTo>
                  <a:pt x="3183210" y="221010"/>
                </a:lnTo>
                <a:lnTo>
                  <a:pt x="3047367" y="160846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D0DA8-4EA0-46AC-AC26-D396558A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456" y="2028267"/>
            <a:ext cx="4795800" cy="4797475"/>
          </a:xfrm>
          <a:custGeom xmlns:a="http://schemas.openxmlformats.org/drawingml/2006/main">
            <a:pathLst>
              <a:path w="4795800" h="4797475" fill="none">
                <a:moveTo>
                  <a:pt x="2384896" y="0"/>
                </a:moveTo>
                <a:lnTo>
                  <a:pt x="2237668" y="5358"/>
                </a:lnTo>
                <a:lnTo>
                  <a:pt x="2091110" y="19645"/>
                </a:lnTo>
                <a:lnTo>
                  <a:pt x="1945667" y="42974"/>
                </a:lnTo>
                <a:lnTo>
                  <a:pt x="1802011" y="75121"/>
                </a:lnTo>
                <a:lnTo>
                  <a:pt x="1660475" y="116086"/>
                </a:lnTo>
                <a:lnTo>
                  <a:pt x="1521842" y="165534"/>
                </a:lnTo>
                <a:lnTo>
                  <a:pt x="1386557" y="223577"/>
                </a:lnTo>
                <a:lnTo>
                  <a:pt x="1254956" y="289657"/>
                </a:lnTo>
                <a:lnTo>
                  <a:pt x="1127596" y="363773"/>
                </a:lnTo>
                <a:lnTo>
                  <a:pt x="1005036" y="445591"/>
                </a:lnTo>
                <a:lnTo>
                  <a:pt x="887946" y="534665"/>
                </a:lnTo>
                <a:lnTo>
                  <a:pt x="776325" y="630771"/>
                </a:lnTo>
                <a:lnTo>
                  <a:pt x="670954" y="733685"/>
                </a:lnTo>
                <a:lnTo>
                  <a:pt x="572058" y="842739"/>
                </a:lnTo>
                <a:lnTo>
                  <a:pt x="479971" y="957709"/>
                </a:lnTo>
                <a:lnTo>
                  <a:pt x="395139" y="1078148"/>
                </a:lnTo>
                <a:lnTo>
                  <a:pt x="317897" y="1203499"/>
                </a:lnTo>
                <a:lnTo>
                  <a:pt x="248469" y="1333426"/>
                </a:lnTo>
                <a:lnTo>
                  <a:pt x="187189" y="1467259"/>
                </a:lnTo>
                <a:lnTo>
                  <a:pt x="134057" y="1604665"/>
                </a:lnTo>
                <a:lnTo>
                  <a:pt x="89743" y="1744973"/>
                </a:lnTo>
                <a:lnTo>
                  <a:pt x="53913" y="1887959"/>
                </a:lnTo>
                <a:lnTo>
                  <a:pt x="26901" y="2032732"/>
                </a:lnTo>
                <a:lnTo>
                  <a:pt x="9041" y="2178844"/>
                </a:lnTo>
                <a:lnTo>
                  <a:pt x="0" y="2325849"/>
                </a:lnTo>
                <a:lnTo>
                  <a:pt x="0" y="2473077"/>
                </a:lnTo>
                <a:lnTo>
                  <a:pt x="9153" y="2620082"/>
                </a:lnTo>
                <a:lnTo>
                  <a:pt x="27236" y="2766194"/>
                </a:lnTo>
                <a:lnTo>
                  <a:pt x="54248" y="2911078"/>
                </a:lnTo>
                <a:lnTo>
                  <a:pt x="90078" y="3053842"/>
                </a:lnTo>
                <a:lnTo>
                  <a:pt x="134615" y="3194149"/>
                </a:lnTo>
                <a:lnTo>
                  <a:pt x="187635" y="3331555"/>
                </a:lnTo>
                <a:lnTo>
                  <a:pt x="249138" y="3465388"/>
                </a:lnTo>
                <a:lnTo>
                  <a:pt x="318678" y="3595204"/>
                </a:lnTo>
                <a:lnTo>
                  <a:pt x="395920" y="3720554"/>
                </a:lnTo>
                <a:lnTo>
                  <a:pt x="480752" y="3840993"/>
                </a:lnTo>
                <a:lnTo>
                  <a:pt x="572951" y="3955852"/>
                </a:lnTo>
                <a:lnTo>
                  <a:pt x="671847" y="4064794"/>
                </a:lnTo>
                <a:lnTo>
                  <a:pt x="777441" y="4167597"/>
                </a:lnTo>
                <a:lnTo>
                  <a:pt x="889062" y="4263591"/>
                </a:lnTo>
                <a:lnTo>
                  <a:pt x="1006264" y="4352776"/>
                </a:lnTo>
                <a:lnTo>
                  <a:pt x="1128824" y="4434483"/>
                </a:lnTo>
                <a:lnTo>
                  <a:pt x="1256072" y="4508376"/>
                </a:lnTo>
                <a:lnTo>
                  <a:pt x="1387673" y="4574567"/>
                </a:lnTo>
                <a:lnTo>
                  <a:pt x="1523181" y="4632387"/>
                </a:lnTo>
                <a:lnTo>
                  <a:pt x="1661815" y="4681835"/>
                </a:lnTo>
                <a:lnTo>
                  <a:pt x="1803462" y="4722800"/>
                </a:lnTo>
                <a:lnTo>
                  <a:pt x="1947007" y="4754724"/>
                </a:lnTo>
                <a:lnTo>
                  <a:pt x="2092561" y="4777941"/>
                </a:lnTo>
                <a:lnTo>
                  <a:pt x="2239119" y="4792228"/>
                </a:lnTo>
                <a:lnTo>
                  <a:pt x="2386347" y="4797475"/>
                </a:lnTo>
                <a:lnTo>
                  <a:pt x="2533576" y="4793568"/>
                </a:lnTo>
                <a:lnTo>
                  <a:pt x="2680134" y="4780731"/>
                </a:lnTo>
                <a:lnTo>
                  <a:pt x="2825800" y="4758965"/>
                </a:lnTo>
                <a:lnTo>
                  <a:pt x="2969791" y="4728158"/>
                </a:lnTo>
                <a:lnTo>
                  <a:pt x="3111773" y="4688756"/>
                </a:lnTo>
                <a:lnTo>
                  <a:pt x="3250853" y="4640647"/>
                </a:lnTo>
                <a:lnTo>
                  <a:pt x="3386807" y="4583943"/>
                </a:lnTo>
                <a:lnTo>
                  <a:pt x="3518967" y="4519092"/>
                </a:lnTo>
                <a:lnTo>
                  <a:pt x="3647108" y="4446315"/>
                </a:lnTo>
                <a:lnTo>
                  <a:pt x="3770449" y="4365724"/>
                </a:lnTo>
                <a:lnTo>
                  <a:pt x="3888544" y="4277767"/>
                </a:lnTo>
                <a:lnTo>
                  <a:pt x="4000946" y="4182777"/>
                </a:lnTo>
                <a:lnTo>
                  <a:pt x="4107433" y="4081090"/>
                </a:lnTo>
                <a:lnTo>
                  <a:pt x="4207557" y="3973041"/>
                </a:lnTo>
                <a:lnTo>
                  <a:pt x="4300649" y="3858964"/>
                </a:lnTo>
                <a:lnTo>
                  <a:pt x="4386597" y="3739418"/>
                </a:lnTo>
                <a:lnTo>
                  <a:pt x="4465179" y="3614849"/>
                </a:lnTo>
                <a:lnTo>
                  <a:pt x="4535835" y="3485592"/>
                </a:lnTo>
                <a:lnTo>
                  <a:pt x="4598566" y="3352316"/>
                </a:lnTo>
                <a:lnTo>
                  <a:pt x="4652925" y="3215469"/>
                </a:lnTo>
                <a:lnTo>
                  <a:pt x="4698913" y="3075608"/>
                </a:lnTo>
                <a:lnTo>
                  <a:pt x="4736083" y="2933067"/>
                </a:lnTo>
                <a:lnTo>
                  <a:pt x="4764435" y="2788630"/>
                </a:lnTo>
                <a:lnTo>
                  <a:pt x="4783968" y="2642629"/>
                </a:lnTo>
                <a:lnTo>
                  <a:pt x="4794349" y="2495736"/>
                </a:lnTo>
                <a:lnTo>
                  <a:pt x="4795800" y="2348508"/>
                </a:lnTo>
                <a:lnTo>
                  <a:pt x="4788098" y="2201391"/>
                </a:lnTo>
                <a:lnTo>
                  <a:pt x="4771579" y="2055056"/>
                </a:lnTo>
                <a:lnTo>
                  <a:pt x="4746017" y="1910060"/>
                </a:lnTo>
                <a:lnTo>
                  <a:pt x="4711638" y="1766850"/>
                </a:lnTo>
                <a:lnTo>
                  <a:pt x="4668441" y="1626096"/>
                </a:lnTo>
                <a:lnTo>
                  <a:pt x="4616760" y="1488244"/>
                </a:lnTo>
                <a:lnTo>
                  <a:pt x="4556708" y="1353741"/>
                </a:lnTo>
                <a:lnTo>
                  <a:pt x="4488507" y="1223256"/>
                </a:lnTo>
                <a:lnTo>
                  <a:pt x="4412382" y="1097012"/>
                </a:lnTo>
                <a:lnTo>
                  <a:pt x="4328778" y="975903"/>
                </a:lnTo>
                <a:lnTo>
                  <a:pt x="4237806" y="860041"/>
                </a:lnTo>
                <a:lnTo>
                  <a:pt x="4139915" y="749982"/>
                </a:lnTo>
                <a:lnTo>
                  <a:pt x="4035437" y="646175"/>
                </a:lnTo>
                <a:lnTo>
                  <a:pt x="3924821" y="549064"/>
                </a:lnTo>
                <a:lnTo>
                  <a:pt x="3808400" y="458763"/>
                </a:lnTo>
                <a:lnTo>
                  <a:pt x="3686733" y="375940"/>
                </a:lnTo>
                <a:lnTo>
                  <a:pt x="3560155" y="300596"/>
                </a:lnTo>
                <a:lnTo>
                  <a:pt x="3429223" y="233176"/>
                </a:lnTo>
                <a:lnTo>
                  <a:pt x="3294497" y="174017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822B8-927F-4323-A5A1-B01B214D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742" y="1848222"/>
            <a:ext cx="5156783" cy="5157453"/>
          </a:xfrm>
          <a:custGeom xmlns:a="http://schemas.openxmlformats.org/drawingml/2006/main">
            <a:pathLst>
              <a:path w="5156783" h="5157453" fill="none">
                <a:moveTo>
                  <a:pt x="2564606" y="0"/>
                </a:moveTo>
                <a:lnTo>
                  <a:pt x="2417155" y="5135"/>
                </a:lnTo>
                <a:lnTo>
                  <a:pt x="2270150" y="18417"/>
                </a:lnTo>
                <a:lnTo>
                  <a:pt x="2124261" y="40295"/>
                </a:lnTo>
                <a:lnTo>
                  <a:pt x="1979823" y="70433"/>
                </a:lnTo>
                <a:lnTo>
                  <a:pt x="1837283" y="108719"/>
                </a:lnTo>
                <a:lnTo>
                  <a:pt x="1697199" y="155153"/>
                </a:lnTo>
                <a:lnTo>
                  <a:pt x="1560016" y="209513"/>
                </a:lnTo>
                <a:lnTo>
                  <a:pt x="1426183" y="271686"/>
                </a:lnTo>
                <a:lnTo>
                  <a:pt x="1296144" y="341449"/>
                </a:lnTo>
                <a:lnTo>
                  <a:pt x="1170124" y="418356"/>
                </a:lnTo>
                <a:lnTo>
                  <a:pt x="1048903" y="502407"/>
                </a:lnTo>
                <a:lnTo>
                  <a:pt x="932706" y="593266"/>
                </a:lnTo>
                <a:lnTo>
                  <a:pt x="821866" y="690711"/>
                </a:lnTo>
                <a:lnTo>
                  <a:pt x="716719" y="794296"/>
                </a:lnTo>
                <a:lnTo>
                  <a:pt x="617711" y="903684"/>
                </a:lnTo>
                <a:lnTo>
                  <a:pt x="525066" y="1018542"/>
                </a:lnTo>
                <a:lnTo>
                  <a:pt x="439229" y="1138535"/>
                </a:lnTo>
                <a:lnTo>
                  <a:pt x="360313" y="1263216"/>
                </a:lnTo>
                <a:lnTo>
                  <a:pt x="288764" y="1392362"/>
                </a:lnTo>
                <a:lnTo>
                  <a:pt x="224582" y="1525191"/>
                </a:lnTo>
                <a:lnTo>
                  <a:pt x="168213" y="1661480"/>
                </a:lnTo>
                <a:lnTo>
                  <a:pt x="119658" y="1800895"/>
                </a:lnTo>
                <a:lnTo>
                  <a:pt x="79139" y="1942877"/>
                </a:lnTo>
                <a:lnTo>
                  <a:pt x="46881" y="2086868"/>
                </a:lnTo>
                <a:lnTo>
                  <a:pt x="22882" y="2232422"/>
                </a:lnTo>
                <a:lnTo>
                  <a:pt x="7255" y="2379092"/>
                </a:lnTo>
                <a:lnTo>
                  <a:pt x="0" y="2526432"/>
                </a:lnTo>
                <a:lnTo>
                  <a:pt x="1228" y="2674107"/>
                </a:lnTo>
                <a:lnTo>
                  <a:pt x="10939" y="2821335"/>
                </a:lnTo>
                <a:lnTo>
                  <a:pt x="29021" y="2967782"/>
                </a:lnTo>
                <a:lnTo>
                  <a:pt x="55476" y="3113001"/>
                </a:lnTo>
                <a:lnTo>
                  <a:pt x="90190" y="3256322"/>
                </a:lnTo>
                <a:lnTo>
                  <a:pt x="132941" y="3397523"/>
                </a:lnTo>
                <a:lnTo>
                  <a:pt x="183840" y="3536156"/>
                </a:lnTo>
                <a:lnTo>
                  <a:pt x="242441" y="3671553"/>
                </a:lnTo>
                <a:lnTo>
                  <a:pt x="308856" y="3803377"/>
                </a:lnTo>
                <a:lnTo>
                  <a:pt x="382525" y="3931183"/>
                </a:lnTo>
                <a:lnTo>
                  <a:pt x="463451" y="4054525"/>
                </a:lnTo>
                <a:lnTo>
                  <a:pt x="551408" y="4173066"/>
                </a:lnTo>
                <a:lnTo>
                  <a:pt x="645840" y="4286473"/>
                </a:lnTo>
                <a:lnTo>
                  <a:pt x="746745" y="4394076"/>
                </a:lnTo>
                <a:lnTo>
                  <a:pt x="853567" y="4495986"/>
                </a:lnTo>
                <a:lnTo>
                  <a:pt x="966081" y="4591534"/>
                </a:lnTo>
                <a:lnTo>
                  <a:pt x="1083841" y="4680384"/>
                </a:lnTo>
                <a:lnTo>
                  <a:pt x="1206512" y="4762426"/>
                </a:lnTo>
                <a:lnTo>
                  <a:pt x="1333649" y="4837323"/>
                </a:lnTo>
                <a:lnTo>
                  <a:pt x="1464915" y="4904854"/>
                </a:lnTo>
                <a:lnTo>
                  <a:pt x="1599754" y="4964795"/>
                </a:lnTo>
                <a:lnTo>
                  <a:pt x="1737717" y="5016698"/>
                </a:lnTo>
                <a:lnTo>
                  <a:pt x="1878583" y="5060900"/>
                </a:lnTo>
                <a:lnTo>
                  <a:pt x="2021681" y="5096842"/>
                </a:lnTo>
                <a:lnTo>
                  <a:pt x="2166565" y="5124524"/>
                </a:lnTo>
                <a:lnTo>
                  <a:pt x="2313012" y="5143835"/>
                </a:lnTo>
                <a:lnTo>
                  <a:pt x="2460129" y="5154885"/>
                </a:lnTo>
                <a:lnTo>
                  <a:pt x="2607692" y="5157453"/>
                </a:lnTo>
                <a:lnTo>
                  <a:pt x="2755032" y="5151537"/>
                </a:lnTo>
                <a:lnTo>
                  <a:pt x="2901925" y="5137249"/>
                </a:lnTo>
                <a:lnTo>
                  <a:pt x="3047814" y="5114479"/>
                </a:lnTo>
                <a:lnTo>
                  <a:pt x="3192028" y="5083448"/>
                </a:lnTo>
                <a:lnTo>
                  <a:pt x="3334345" y="5044269"/>
                </a:lnTo>
                <a:lnTo>
                  <a:pt x="3474095" y="4996942"/>
                </a:lnTo>
                <a:lnTo>
                  <a:pt x="3610942" y="4941801"/>
                </a:lnTo>
                <a:lnTo>
                  <a:pt x="3744330" y="4878846"/>
                </a:lnTo>
                <a:lnTo>
                  <a:pt x="3874033" y="4808413"/>
                </a:lnTo>
                <a:lnTo>
                  <a:pt x="3999495" y="4730614"/>
                </a:lnTo>
                <a:lnTo>
                  <a:pt x="4120269" y="4645893"/>
                </a:lnTo>
                <a:lnTo>
                  <a:pt x="4235909" y="4554252"/>
                </a:lnTo>
                <a:lnTo>
                  <a:pt x="4346302" y="4456137"/>
                </a:lnTo>
                <a:lnTo>
                  <a:pt x="4450668" y="4351995"/>
                </a:lnTo>
                <a:lnTo>
                  <a:pt x="4549006" y="4242048"/>
                </a:lnTo>
                <a:lnTo>
                  <a:pt x="4640982" y="4126632"/>
                </a:lnTo>
                <a:lnTo>
                  <a:pt x="4726149" y="4006081"/>
                </a:lnTo>
                <a:lnTo>
                  <a:pt x="4804283" y="3880842"/>
                </a:lnTo>
                <a:lnTo>
                  <a:pt x="4875051" y="3751473"/>
                </a:lnTo>
                <a:lnTo>
                  <a:pt x="4938452" y="3618198"/>
                </a:lnTo>
                <a:lnTo>
                  <a:pt x="4993928" y="3481350"/>
                </a:lnTo>
                <a:lnTo>
                  <a:pt x="5041590" y="3341712"/>
                </a:lnTo>
                <a:lnTo>
                  <a:pt x="5081327" y="3199619"/>
                </a:lnTo>
                <a:lnTo>
                  <a:pt x="5112693" y="3055516"/>
                </a:lnTo>
                <a:lnTo>
                  <a:pt x="5135798" y="2909739"/>
                </a:lnTo>
                <a:lnTo>
                  <a:pt x="5150421" y="2762845"/>
                </a:lnTo>
                <a:lnTo>
                  <a:pt x="5156783" y="2615505"/>
                </a:lnTo>
                <a:lnTo>
                  <a:pt x="5154662" y="2467942"/>
                </a:lnTo>
                <a:lnTo>
                  <a:pt x="5144058" y="2320714"/>
                </a:lnTo>
                <a:lnTo>
                  <a:pt x="5125194" y="2174379"/>
                </a:lnTo>
                <a:lnTo>
                  <a:pt x="5097847" y="2029383"/>
                </a:lnTo>
                <a:lnTo>
                  <a:pt x="5062351" y="1886062"/>
                </a:lnTo>
                <a:lnTo>
                  <a:pt x="5018596" y="1745196"/>
                </a:lnTo>
                <a:lnTo>
                  <a:pt x="4966915" y="1607009"/>
                </a:lnTo>
                <a:lnTo>
                  <a:pt x="4907533" y="1471947"/>
                </a:lnTo>
                <a:lnTo>
                  <a:pt x="4840337" y="1340458"/>
                </a:lnTo>
                <a:lnTo>
                  <a:pt x="4765774" y="1213210"/>
                </a:lnTo>
                <a:lnTo>
                  <a:pt x="4684068" y="1090315"/>
                </a:lnTo>
                <a:lnTo>
                  <a:pt x="4595440" y="972331"/>
                </a:lnTo>
                <a:lnTo>
                  <a:pt x="4500339" y="859482"/>
                </a:lnTo>
                <a:lnTo>
                  <a:pt x="4398764" y="752438"/>
                </a:lnTo>
                <a:lnTo>
                  <a:pt x="4291385" y="651197"/>
                </a:lnTo>
                <a:lnTo>
                  <a:pt x="4178312" y="556431"/>
                </a:lnTo>
                <a:lnTo>
                  <a:pt x="4060106" y="468139"/>
                </a:lnTo>
                <a:lnTo>
                  <a:pt x="3936876" y="386879"/>
                </a:lnTo>
                <a:lnTo>
                  <a:pt x="3809293" y="312762"/>
                </a:lnTo>
                <a:lnTo>
                  <a:pt x="3677692" y="246125"/>
                </a:lnTo>
                <a:lnTo>
                  <a:pt x="3542407" y="187077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E5D7A-6D11-4713-AC63-D3BD97CF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362" y="1668177"/>
            <a:ext cx="5517431" cy="5516873"/>
          </a:xfrm>
          <a:custGeom xmlns:a="http://schemas.openxmlformats.org/drawingml/2006/main">
            <a:pathLst>
              <a:path w="5517431" h="5516873" fill="none">
                <a:moveTo>
                  <a:pt x="2743981" y="0"/>
                </a:moveTo>
                <a:lnTo>
                  <a:pt x="2596307" y="4688"/>
                </a:lnTo>
                <a:lnTo>
                  <a:pt x="2448967" y="17413"/>
                </a:lnTo>
                <a:lnTo>
                  <a:pt x="2302632" y="37951"/>
                </a:lnTo>
                <a:lnTo>
                  <a:pt x="2157524" y="66303"/>
                </a:lnTo>
                <a:lnTo>
                  <a:pt x="2014203" y="102357"/>
                </a:lnTo>
                <a:lnTo>
                  <a:pt x="1872890" y="146000"/>
                </a:lnTo>
                <a:lnTo>
                  <a:pt x="1734257" y="197123"/>
                </a:lnTo>
                <a:lnTo>
                  <a:pt x="1598526" y="255724"/>
                </a:lnTo>
                <a:lnTo>
                  <a:pt x="1466143" y="321580"/>
                </a:lnTo>
                <a:lnTo>
                  <a:pt x="1337444" y="394134"/>
                </a:lnTo>
                <a:lnTo>
                  <a:pt x="1212875" y="473720"/>
                </a:lnTo>
                <a:lnTo>
                  <a:pt x="1092659" y="559780"/>
                </a:lnTo>
                <a:lnTo>
                  <a:pt x="977131" y="652202"/>
                </a:lnTo>
                <a:lnTo>
                  <a:pt x="866961" y="750652"/>
                </a:lnTo>
                <a:lnTo>
                  <a:pt x="762149" y="854906"/>
                </a:lnTo>
                <a:lnTo>
                  <a:pt x="663029" y="964518"/>
                </a:lnTo>
                <a:lnTo>
                  <a:pt x="569937" y="1079264"/>
                </a:lnTo>
                <a:lnTo>
                  <a:pt x="483096" y="1199034"/>
                </a:lnTo>
                <a:lnTo>
                  <a:pt x="402841" y="1323156"/>
                </a:lnTo>
                <a:lnTo>
                  <a:pt x="329282" y="1451409"/>
                </a:lnTo>
                <a:lnTo>
                  <a:pt x="262644" y="1583457"/>
                </a:lnTo>
                <a:lnTo>
                  <a:pt x="203374" y="1718742"/>
                </a:lnTo>
                <a:lnTo>
                  <a:pt x="151358" y="1857152"/>
                </a:lnTo>
                <a:lnTo>
                  <a:pt x="106821" y="1998018"/>
                </a:lnTo>
                <a:lnTo>
                  <a:pt x="69875" y="2141227"/>
                </a:lnTo>
                <a:lnTo>
                  <a:pt x="40630" y="2286112"/>
                </a:lnTo>
                <a:lnTo>
                  <a:pt x="19199" y="2432335"/>
                </a:lnTo>
                <a:lnTo>
                  <a:pt x="5693" y="2579563"/>
                </a:lnTo>
                <a:lnTo>
                  <a:pt x="0" y="2727350"/>
                </a:lnTo>
                <a:lnTo>
                  <a:pt x="2232" y="2875136"/>
                </a:lnTo>
                <a:lnTo>
                  <a:pt x="12390" y="3022588"/>
                </a:lnTo>
                <a:lnTo>
                  <a:pt x="30584" y="3169369"/>
                </a:lnTo>
                <a:lnTo>
                  <a:pt x="56369" y="3314923"/>
                </a:lnTo>
                <a:lnTo>
                  <a:pt x="90078" y="3458803"/>
                </a:lnTo>
                <a:lnTo>
                  <a:pt x="131378" y="3600673"/>
                </a:lnTo>
                <a:lnTo>
                  <a:pt x="180268" y="3740200"/>
                </a:lnTo>
                <a:lnTo>
                  <a:pt x="236525" y="3877047"/>
                </a:lnTo>
                <a:lnTo>
                  <a:pt x="300038" y="4010434"/>
                </a:lnTo>
                <a:lnTo>
                  <a:pt x="370582" y="4140250"/>
                </a:lnTo>
                <a:lnTo>
                  <a:pt x="448047" y="4266270"/>
                </a:lnTo>
                <a:lnTo>
                  <a:pt x="532098" y="4387825"/>
                </a:lnTo>
                <a:lnTo>
                  <a:pt x="622622" y="4504804"/>
                </a:lnTo>
                <a:lnTo>
                  <a:pt x="719175" y="4616760"/>
                </a:lnTo>
                <a:lnTo>
                  <a:pt x="821531" y="4723358"/>
                </a:lnTo>
                <a:lnTo>
                  <a:pt x="929580" y="4824264"/>
                </a:lnTo>
                <a:lnTo>
                  <a:pt x="1042876" y="4919253"/>
                </a:lnTo>
                <a:lnTo>
                  <a:pt x="1160971" y="5007992"/>
                </a:lnTo>
                <a:lnTo>
                  <a:pt x="1283754" y="5090368"/>
                </a:lnTo>
                <a:lnTo>
                  <a:pt x="1410779" y="5165936"/>
                </a:lnTo>
                <a:lnTo>
                  <a:pt x="1541711" y="5234806"/>
                </a:lnTo>
                <a:lnTo>
                  <a:pt x="1675991" y="5296309"/>
                </a:lnTo>
                <a:lnTo>
                  <a:pt x="1813508" y="5350669"/>
                </a:lnTo>
                <a:lnTo>
                  <a:pt x="1953592" y="5397661"/>
                </a:lnTo>
                <a:lnTo>
                  <a:pt x="2096133" y="5436952"/>
                </a:lnTo>
                <a:lnTo>
                  <a:pt x="2240459" y="5468541"/>
                </a:lnTo>
                <a:lnTo>
                  <a:pt x="2386459" y="5492539"/>
                </a:lnTo>
                <a:lnTo>
                  <a:pt x="2533352" y="5508501"/>
                </a:lnTo>
                <a:lnTo>
                  <a:pt x="2681027" y="5516538"/>
                </a:lnTo>
                <a:lnTo>
                  <a:pt x="2828813" y="5516873"/>
                </a:lnTo>
                <a:lnTo>
                  <a:pt x="2976376" y="5509171"/>
                </a:lnTo>
                <a:lnTo>
                  <a:pt x="3123381" y="5493432"/>
                </a:lnTo>
                <a:lnTo>
                  <a:pt x="3269382" y="5469992"/>
                </a:lnTo>
                <a:lnTo>
                  <a:pt x="3413931" y="5438738"/>
                </a:lnTo>
                <a:lnTo>
                  <a:pt x="3556360" y="5399894"/>
                </a:lnTo>
                <a:lnTo>
                  <a:pt x="3696779" y="5353348"/>
                </a:lnTo>
                <a:lnTo>
                  <a:pt x="3834408" y="5299323"/>
                </a:lnTo>
                <a:lnTo>
                  <a:pt x="3968911" y="5238155"/>
                </a:lnTo>
                <a:lnTo>
                  <a:pt x="4099954" y="5169731"/>
                </a:lnTo>
                <a:lnTo>
                  <a:pt x="4227202" y="5094387"/>
                </a:lnTo>
                <a:lnTo>
                  <a:pt x="4350209" y="5012345"/>
                </a:lnTo>
                <a:lnTo>
                  <a:pt x="4468639" y="4923941"/>
                </a:lnTo>
                <a:lnTo>
                  <a:pt x="4582046" y="4829175"/>
                </a:lnTo>
                <a:lnTo>
                  <a:pt x="4690430" y="4728604"/>
                </a:lnTo>
                <a:lnTo>
                  <a:pt x="4793233" y="4622229"/>
                </a:lnTo>
                <a:lnTo>
                  <a:pt x="4890008" y="4510608"/>
                </a:lnTo>
                <a:lnTo>
                  <a:pt x="4980868" y="4393964"/>
                </a:lnTo>
                <a:lnTo>
                  <a:pt x="5065142" y="4272632"/>
                </a:lnTo>
                <a:lnTo>
                  <a:pt x="5142942" y="4146947"/>
                </a:lnTo>
                <a:lnTo>
                  <a:pt x="5213933" y="4017132"/>
                </a:lnTo>
                <a:lnTo>
                  <a:pt x="5277780" y="3883856"/>
                </a:lnTo>
                <a:lnTo>
                  <a:pt x="5334372" y="3747343"/>
                </a:lnTo>
                <a:lnTo>
                  <a:pt x="5383709" y="3607929"/>
                </a:lnTo>
                <a:lnTo>
                  <a:pt x="5425343" y="3466058"/>
                </a:lnTo>
                <a:lnTo>
                  <a:pt x="5459388" y="3322290"/>
                </a:lnTo>
                <a:lnTo>
                  <a:pt x="5485619" y="3176848"/>
                </a:lnTo>
                <a:lnTo>
                  <a:pt x="5504148" y="3030178"/>
                </a:lnTo>
                <a:lnTo>
                  <a:pt x="5514752" y="2882726"/>
                </a:lnTo>
                <a:lnTo>
                  <a:pt x="5517431" y="2734940"/>
                </a:lnTo>
                <a:lnTo>
                  <a:pt x="5512184" y="2587154"/>
                </a:lnTo>
                <a:lnTo>
                  <a:pt x="5499013" y="2439925"/>
                </a:lnTo>
                <a:lnTo>
                  <a:pt x="5478028" y="2293590"/>
                </a:lnTo>
                <a:lnTo>
                  <a:pt x="5449230" y="2148594"/>
                </a:lnTo>
                <a:lnTo>
                  <a:pt x="5412618" y="2005385"/>
                </a:lnTo>
                <a:lnTo>
                  <a:pt x="5368528" y="1864296"/>
                </a:lnTo>
                <a:lnTo>
                  <a:pt x="5316848" y="1725885"/>
                </a:lnTo>
                <a:lnTo>
                  <a:pt x="5257800" y="1590266"/>
                </a:lnTo>
                <a:lnTo>
                  <a:pt x="5191720" y="1458106"/>
                </a:lnTo>
                <a:lnTo>
                  <a:pt x="5118497" y="1329630"/>
                </a:lnTo>
                <a:lnTo>
                  <a:pt x="5038576" y="1205285"/>
                </a:lnTo>
                <a:lnTo>
                  <a:pt x="4952070" y="1085404"/>
                </a:lnTo>
                <a:lnTo>
                  <a:pt x="4859313" y="970322"/>
                </a:lnTo>
                <a:lnTo>
                  <a:pt x="4760416" y="860375"/>
                </a:lnTo>
                <a:lnTo>
                  <a:pt x="4655939" y="755898"/>
                </a:lnTo>
                <a:lnTo>
                  <a:pt x="4545881" y="657113"/>
                </a:lnTo>
                <a:lnTo>
                  <a:pt x="4430799" y="564356"/>
                </a:lnTo>
                <a:lnTo>
                  <a:pt x="4310807" y="478073"/>
                </a:lnTo>
                <a:lnTo>
                  <a:pt x="4186461" y="398152"/>
                </a:lnTo>
                <a:lnTo>
                  <a:pt x="4057873" y="325041"/>
                </a:lnTo>
                <a:lnTo>
                  <a:pt x="3925714" y="258961"/>
                </a:lnTo>
                <a:lnTo>
                  <a:pt x="3790094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08A1A-B936-429B-9D0D-1A64255F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343" y="1668177"/>
            <a:ext cx="2902" cy="540246"/>
          </a:xfrm>
          <a:custGeom xmlns:a="http://schemas.openxmlformats.org/drawingml/2006/main">
            <a:pathLst>
              <a:path w="2902" h="540246" fill="none">
                <a:moveTo>
                  <a:pt x="2902" y="540246"/>
                </a:moveTo>
                <a:lnTo>
                  <a:pt x="2009" y="36009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D7E02-BE18-4F23-AC2F-F4D4A198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534" y="1868202"/>
            <a:ext cx="201923" cy="501067"/>
          </a:xfrm>
          <a:custGeom xmlns:a="http://schemas.openxmlformats.org/drawingml/2006/main">
            <a:pathLst>
              <a:path w="201923" h="501067" fill="none">
                <a:moveTo>
                  <a:pt x="0" y="501067"/>
                </a:moveTo>
                <a:lnTo>
                  <a:pt x="67419" y="334082"/>
                </a:lnTo>
                <a:lnTo>
                  <a:pt x="134615" y="167097"/>
                </a:lnTo>
                <a:lnTo>
                  <a:pt x="2019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3D879-A9AD-4090-99B2-3ED0A195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363" y="2374962"/>
            <a:ext cx="105594" cy="64294"/>
          </a:xfrm>
          <a:custGeom xmlns:a="http://schemas.openxmlformats.org/drawingml/2006/main">
            <a:pathLst>
              <a:path w="105594" h="64294">
                <a:moveTo>
                  <a:pt x="0" y="19534"/>
                </a:moveTo>
                <a:lnTo>
                  <a:pt x="8483" y="0"/>
                </a:lnTo>
                <a:lnTo>
                  <a:pt x="105594" y="45318"/>
                </a:lnTo>
                <a:lnTo>
                  <a:pt x="96217" y="64294"/>
                </a:lnTo>
                <a:lnTo>
                  <a:pt x="0" y="19534"/>
                </a:lnTo>
                <a:close/>
                <a:moveTo>
                  <a:pt x="0" y="19534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4C238-56D0-47AD-9D90-39325EDB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084" y="5448114"/>
            <a:ext cx="98338" cy="119769"/>
          </a:xfrm>
          <a:custGeom xmlns:a="http://schemas.openxmlformats.org/drawingml/2006/main">
            <a:pathLst>
              <a:path w="98338" h="119769">
                <a:moveTo>
                  <a:pt x="98338" y="92980"/>
                </a:moveTo>
                <a:lnTo>
                  <a:pt x="52127" y="119769"/>
                </a:lnTo>
                <a:lnTo>
                  <a:pt x="0" y="24557"/>
                </a:lnTo>
                <a:lnTo>
                  <a:pt x="47216" y="0"/>
                </a:lnTo>
                <a:lnTo>
                  <a:pt x="98338" y="92980"/>
                </a:lnTo>
                <a:close/>
                <a:moveTo>
                  <a:pt x="98338" y="92980"/>
                </a:moveTo>
              </a:path>
            </a:pathLst>
          </a:custGeom>
          <a:solidFill xmlns:a="http://schemas.openxmlformats.org/drawingml/2006/main">
            <a:srgbClr val="A7C7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BEEFE-8F77-4A73-9D3A-8C409555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192" y="6520681"/>
            <a:ext cx="110728" cy="60499"/>
          </a:xfrm>
          <a:custGeom xmlns:a="http://schemas.openxmlformats.org/drawingml/2006/main">
            <a:pathLst>
              <a:path w="110728" h="60499">
                <a:moveTo>
                  <a:pt x="101129" y="0"/>
                </a:moveTo>
                <a:lnTo>
                  <a:pt x="110728" y="27347"/>
                </a:lnTo>
                <a:lnTo>
                  <a:pt x="8372" y="60499"/>
                </a:lnTo>
                <a:lnTo>
                  <a:pt x="0" y="32705"/>
                </a:lnTo>
                <a:lnTo>
                  <a:pt x="101129" y="0"/>
                </a:lnTo>
                <a:close/>
                <a:moveTo>
                  <a:pt x="101129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7AD27-709F-4EDE-BA77-D96C1C03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696" y="3292822"/>
            <a:ext cx="67977" cy="102133"/>
          </a:xfrm>
          <a:custGeom xmlns:a="http://schemas.openxmlformats.org/drawingml/2006/main">
            <a:pathLst>
              <a:path w="67977" h="102133">
                <a:moveTo>
                  <a:pt x="16408" y="102133"/>
                </a:moveTo>
                <a:lnTo>
                  <a:pt x="0" y="93650"/>
                </a:lnTo>
                <a:lnTo>
                  <a:pt x="52127" y="0"/>
                </a:lnTo>
                <a:lnTo>
                  <a:pt x="67977" y="9376"/>
                </a:lnTo>
                <a:lnTo>
                  <a:pt x="16408" y="102133"/>
                </a:lnTo>
                <a:close/>
                <a:moveTo>
                  <a:pt x="16408" y="102133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31568-F950-40AA-91C8-61C191C4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741" y="5767574"/>
            <a:ext cx="155823" cy="155265"/>
          </a:xfrm>
          <a:custGeom xmlns:a="http://schemas.openxmlformats.org/drawingml/2006/main">
            <a:pathLst>
              <a:path w="155823" h="155265">
                <a:moveTo>
                  <a:pt x="66080" y="0"/>
                </a:moveTo>
                <a:lnTo>
                  <a:pt x="155823" y="68089"/>
                </a:lnTo>
                <a:lnTo>
                  <a:pt x="86395" y="155265"/>
                </a:lnTo>
                <a:lnTo>
                  <a:pt x="0" y="83046"/>
                </a:lnTo>
                <a:lnTo>
                  <a:pt x="66080" y="0"/>
                </a:lnTo>
                <a:close/>
                <a:moveTo>
                  <a:pt x="66080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AA424-82F7-4D40-A619-13868FC1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34" y="5233355"/>
            <a:ext cx="308409" cy="214871"/>
          </a:xfrm>
          <a:custGeom xmlns:a="http://schemas.openxmlformats.org/drawingml/2006/main">
            <a:pathLst>
              <a:path w="308409" h="214871">
                <a:moveTo>
                  <a:pt x="308409" y="98003"/>
                </a:moveTo>
                <a:lnTo>
                  <a:pt x="46211" y="214871"/>
                </a:lnTo>
                <a:lnTo>
                  <a:pt x="0" y="104366"/>
                </a:lnTo>
                <a:lnTo>
                  <a:pt x="267444" y="0"/>
                </a:lnTo>
                <a:lnTo>
                  <a:pt x="308409" y="98003"/>
                </a:lnTo>
                <a:close/>
                <a:moveTo>
                  <a:pt x="308409" y="98003"/>
                </a:moveTo>
              </a:path>
            </a:pathLst>
          </a:custGeom>
          <a:solidFill xmlns:a="http://schemas.openxmlformats.org/drawingml/2006/main">
            <a:srgbClr val="F48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99DAC2-BBD4-4DF7-BAEB-2BAF938E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055" y="6240177"/>
            <a:ext cx="200695" cy="223689"/>
          </a:xfrm>
          <a:custGeom xmlns:a="http://schemas.openxmlformats.org/drawingml/2006/main">
            <a:pathLst>
              <a:path w="200695" h="223689">
                <a:moveTo>
                  <a:pt x="200695" y="59048"/>
                </a:moveTo>
                <a:lnTo>
                  <a:pt x="95883" y="223689"/>
                </a:lnTo>
                <a:lnTo>
                  <a:pt x="0" y="159507"/>
                </a:lnTo>
                <a:lnTo>
                  <a:pt x="112514" y="0"/>
                </a:lnTo>
                <a:lnTo>
                  <a:pt x="200695" y="59048"/>
                </a:lnTo>
                <a:close/>
                <a:moveTo>
                  <a:pt x="200695" y="59048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D5C49-9413-4E28-BACF-0AABC48A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695" y="5840685"/>
            <a:ext cx="97110" cy="104366"/>
          </a:xfrm>
          <a:custGeom xmlns:a="http://schemas.openxmlformats.org/drawingml/2006/main">
            <a:pathLst>
              <a:path w="97110" h="104366">
                <a:moveTo>
                  <a:pt x="97110" y="80256"/>
                </a:moveTo>
                <a:lnTo>
                  <a:pt x="70656" y="104366"/>
                </a:lnTo>
                <a:lnTo>
                  <a:pt x="0" y="22882"/>
                </a:lnTo>
                <a:lnTo>
                  <a:pt x="27459" y="0"/>
                </a:lnTo>
                <a:lnTo>
                  <a:pt x="97110" y="80256"/>
                </a:lnTo>
                <a:close/>
                <a:moveTo>
                  <a:pt x="97110" y="80256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BCFD5-FEEE-4FEE-9FE0-47B84841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067" y="3837422"/>
            <a:ext cx="50341" cy="109612"/>
          </a:xfrm>
          <a:custGeom xmlns:a="http://schemas.openxmlformats.org/drawingml/2006/main">
            <a:pathLst>
              <a:path w="50341" h="109612">
                <a:moveTo>
                  <a:pt x="24892" y="109612"/>
                </a:moveTo>
                <a:lnTo>
                  <a:pt x="0" y="104142"/>
                </a:lnTo>
                <a:lnTo>
                  <a:pt x="25784" y="0"/>
                </a:lnTo>
                <a:lnTo>
                  <a:pt x="50341" y="6586"/>
                </a:lnTo>
                <a:lnTo>
                  <a:pt x="24892" y="109612"/>
                </a:lnTo>
                <a:close/>
                <a:moveTo>
                  <a:pt x="24892" y="109612"/>
                </a:moveTo>
              </a:path>
            </a:pathLst>
          </a:custGeom>
          <a:solidFill xmlns:a="http://schemas.openxmlformats.org/drawingml/2006/main">
            <a:srgbClr val="31F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966DF6-83A2-4498-A80B-DF2E9B80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779" y="6305587"/>
            <a:ext cx="118988" cy="99901"/>
          </a:xfrm>
          <a:custGeom xmlns:a="http://schemas.openxmlformats.org/drawingml/2006/main">
            <a:pathLst>
              <a:path w="118988" h="99901">
                <a:moveTo>
                  <a:pt x="118988" y="54248"/>
                </a:moveTo>
                <a:lnTo>
                  <a:pt x="93427" y="99901"/>
                </a:lnTo>
                <a:lnTo>
                  <a:pt x="0" y="44314"/>
                </a:lnTo>
                <a:lnTo>
                  <a:pt x="27794" y="0"/>
                </a:lnTo>
                <a:lnTo>
                  <a:pt x="118988" y="54248"/>
                </a:lnTo>
                <a:close/>
                <a:moveTo>
                  <a:pt x="118988" y="54248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88FD6-C9B8-4301-B4B7-3DAF142F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44" y="2292251"/>
            <a:ext cx="140308" cy="136178"/>
          </a:xfrm>
          <a:custGeom xmlns:a="http://schemas.openxmlformats.org/drawingml/2006/main">
            <a:pathLst>
              <a:path w="140308" h="136178">
                <a:moveTo>
                  <a:pt x="43532" y="136178"/>
                </a:moveTo>
                <a:lnTo>
                  <a:pt x="0" y="45765"/>
                </a:lnTo>
                <a:lnTo>
                  <a:pt x="101017" y="0"/>
                </a:lnTo>
                <a:lnTo>
                  <a:pt x="140308" y="92311"/>
                </a:lnTo>
                <a:lnTo>
                  <a:pt x="43532" y="136178"/>
                </a:lnTo>
                <a:close/>
                <a:moveTo>
                  <a:pt x="43532" y="136178"/>
                </a:moveTo>
              </a:path>
            </a:pathLst>
          </a:custGeom>
          <a:solidFill xmlns:a="http://schemas.openxmlformats.org/drawingml/2006/main">
            <a:srgbClr val="1C15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8FB53-ACC4-4DBA-87F3-F6EAACEF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242" y="4043921"/>
            <a:ext cx="205383" cy="135620"/>
          </a:xfrm>
          <a:custGeom xmlns:a="http://schemas.openxmlformats.org/drawingml/2006/main">
            <a:pathLst>
              <a:path w="205383" h="135620">
                <a:moveTo>
                  <a:pt x="190984" y="135620"/>
                </a:moveTo>
                <a:lnTo>
                  <a:pt x="0" y="114300"/>
                </a:lnTo>
                <a:lnTo>
                  <a:pt x="15515" y="0"/>
                </a:lnTo>
                <a:lnTo>
                  <a:pt x="205383" y="30584"/>
                </a:lnTo>
                <a:lnTo>
                  <a:pt x="190984" y="135620"/>
                </a:lnTo>
                <a:close/>
                <a:moveTo>
                  <a:pt x="190984" y="135620"/>
                </a:moveTo>
              </a:path>
            </a:pathLst>
          </a:custGeom>
          <a:solidFill xmlns:a="http://schemas.openxmlformats.org/drawingml/2006/main">
            <a:srgbClr val="FD42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4E743-52F2-42E3-9208-72958020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094" y="3179415"/>
            <a:ext cx="91976" cy="112737"/>
          </a:xfrm>
          <a:custGeom xmlns:a="http://schemas.openxmlformats.org/drawingml/2006/main">
            <a:pathLst>
              <a:path w="91976" h="112737">
                <a:moveTo>
                  <a:pt x="35607" y="112737"/>
                </a:moveTo>
                <a:lnTo>
                  <a:pt x="0" y="91529"/>
                </a:lnTo>
                <a:lnTo>
                  <a:pt x="57485" y="0"/>
                </a:lnTo>
                <a:lnTo>
                  <a:pt x="91976" y="22882"/>
                </a:lnTo>
                <a:lnTo>
                  <a:pt x="35607" y="112737"/>
                </a:lnTo>
                <a:close/>
                <a:moveTo>
                  <a:pt x="35607" y="112737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BBFC8-FEA6-4BB6-8CEE-87C243D6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245" y="3348744"/>
            <a:ext cx="158279" cy="152140"/>
          </a:xfrm>
          <a:custGeom xmlns:a="http://schemas.openxmlformats.org/drawingml/2006/main">
            <a:pathLst>
              <a:path w="158279" h="152140">
                <a:moveTo>
                  <a:pt x="111733" y="152140"/>
                </a:moveTo>
                <a:lnTo>
                  <a:pt x="0" y="100682"/>
                </a:lnTo>
                <a:lnTo>
                  <a:pt x="49225" y="0"/>
                </a:lnTo>
                <a:lnTo>
                  <a:pt x="158279" y="56704"/>
                </a:lnTo>
                <a:lnTo>
                  <a:pt x="111733" y="152140"/>
                </a:lnTo>
                <a:close/>
                <a:moveTo>
                  <a:pt x="111733" y="152140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14B4D-B021-416F-9B42-EEE96FFC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233" y="2317142"/>
            <a:ext cx="108831" cy="62843"/>
          </a:xfrm>
          <a:custGeom xmlns:a="http://schemas.openxmlformats.org/drawingml/2006/main">
            <a:pathLst>
              <a:path w="108831" h="62843">
                <a:moveTo>
                  <a:pt x="10046" y="62843"/>
                </a:moveTo>
                <a:lnTo>
                  <a:pt x="0" y="39067"/>
                </a:lnTo>
                <a:lnTo>
                  <a:pt x="100124" y="0"/>
                </a:lnTo>
                <a:lnTo>
                  <a:pt x="108831" y="24445"/>
                </a:lnTo>
                <a:lnTo>
                  <a:pt x="10046" y="62843"/>
                </a:lnTo>
                <a:close/>
                <a:moveTo>
                  <a:pt x="10046" y="62843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D6855-6113-4429-BAC0-BE75C36C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50" y="6549703"/>
            <a:ext cx="116756" cy="76907"/>
          </a:xfrm>
          <a:custGeom xmlns:a="http://schemas.openxmlformats.org/drawingml/2006/main">
            <a:pathLst>
              <a:path w="116756" h="76907">
                <a:moveTo>
                  <a:pt x="116756" y="28352"/>
                </a:moveTo>
                <a:lnTo>
                  <a:pt x="104477" y="76907"/>
                </a:lnTo>
                <a:lnTo>
                  <a:pt x="0" y="47885"/>
                </a:lnTo>
                <a:lnTo>
                  <a:pt x="14511" y="0"/>
                </a:lnTo>
                <a:lnTo>
                  <a:pt x="116756" y="28352"/>
                </a:lnTo>
                <a:close/>
                <a:moveTo>
                  <a:pt x="116756" y="28352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FFBD8-2A46-4D77-B527-C6BAC233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419" y="6169633"/>
            <a:ext cx="120551" cy="110617"/>
          </a:xfrm>
          <a:custGeom xmlns:a="http://schemas.openxmlformats.org/drawingml/2006/main">
            <a:pathLst>
              <a:path w="120551" h="110617">
                <a:moveTo>
                  <a:pt x="120551" y="63847"/>
                </a:moveTo>
                <a:lnTo>
                  <a:pt x="87064" y="110617"/>
                </a:lnTo>
                <a:lnTo>
                  <a:pt x="0" y="45318"/>
                </a:lnTo>
                <a:lnTo>
                  <a:pt x="35607" y="0"/>
                </a:lnTo>
                <a:lnTo>
                  <a:pt x="120551" y="63847"/>
                </a:lnTo>
                <a:close/>
                <a:moveTo>
                  <a:pt x="120551" y="63847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52085F-5210-4CC2-A498-EA9DC3B7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318" y="6430938"/>
            <a:ext cx="109054" cy="69428"/>
          </a:xfrm>
          <a:custGeom xmlns:a="http://schemas.openxmlformats.org/drawingml/2006/main">
            <a:pathLst>
              <a:path w="109054" h="69428">
                <a:moveTo>
                  <a:pt x="96887" y="0"/>
                </a:moveTo>
                <a:lnTo>
                  <a:pt x="109054" y="25673"/>
                </a:lnTo>
                <a:lnTo>
                  <a:pt x="10939" y="69428"/>
                </a:lnTo>
                <a:lnTo>
                  <a:pt x="0" y="43197"/>
                </a:lnTo>
                <a:lnTo>
                  <a:pt x="96887" y="0"/>
                </a:lnTo>
                <a:close/>
                <a:moveTo>
                  <a:pt x="96887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06EBA-8C9E-4F2C-B94F-2B7049BA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119" y="2441711"/>
            <a:ext cx="227595" cy="250254"/>
          </a:xfrm>
          <a:custGeom xmlns:a="http://schemas.openxmlformats.org/drawingml/2006/main">
            <a:pathLst>
              <a:path w="227595" h="250254">
                <a:moveTo>
                  <a:pt x="0" y="186072"/>
                </a:moveTo>
                <a:lnTo>
                  <a:pt x="134280" y="0"/>
                </a:lnTo>
                <a:lnTo>
                  <a:pt x="227595" y="70879"/>
                </a:lnTo>
                <a:lnTo>
                  <a:pt x="84609" y="250254"/>
                </a:lnTo>
                <a:lnTo>
                  <a:pt x="0" y="186072"/>
                </a:lnTo>
                <a:close/>
                <a:moveTo>
                  <a:pt x="0" y="186072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3E9CF-4C2D-4C48-B752-008A3EB5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993" y="6638106"/>
            <a:ext cx="135843" cy="367791"/>
          </a:xfrm>
          <a:custGeom xmlns:a="http://schemas.openxmlformats.org/drawingml/2006/main">
            <a:pathLst>
              <a:path w="135843" h="367791">
                <a:moveTo>
                  <a:pt x="135843" y="6251"/>
                </a:moveTo>
                <a:lnTo>
                  <a:pt x="129592" y="186965"/>
                </a:lnTo>
                <a:lnTo>
                  <a:pt x="123341" y="367791"/>
                </a:lnTo>
                <a:lnTo>
                  <a:pt x="0" y="360536"/>
                </a:lnTo>
                <a:lnTo>
                  <a:pt x="14957" y="180268"/>
                </a:lnTo>
                <a:lnTo>
                  <a:pt x="30026" y="0"/>
                </a:ln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7CB16-7D67-4774-9E75-47D7E974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542" y="3954289"/>
            <a:ext cx="39960" cy="108496"/>
          </a:xfrm>
          <a:custGeom xmlns:a="http://schemas.openxmlformats.org/drawingml/2006/main">
            <a:pathLst>
              <a:path w="39960" h="108496">
                <a:moveTo>
                  <a:pt x="19980" y="108496"/>
                </a:moveTo>
                <a:lnTo>
                  <a:pt x="0" y="105259"/>
                </a:lnTo>
                <a:lnTo>
                  <a:pt x="20092" y="0"/>
                </a:lnTo>
                <a:lnTo>
                  <a:pt x="39960" y="4353"/>
                </a:lnTo>
                <a:lnTo>
                  <a:pt x="19980" y="108496"/>
                </a:lnTo>
                <a:close/>
                <a:moveTo>
                  <a:pt x="19980" y="108496"/>
                </a:moveTo>
              </a:path>
            </a:pathLst>
          </a:custGeom>
          <a:solidFill xmlns:a="http://schemas.openxmlformats.org/drawingml/2006/main">
            <a:srgbClr val="0DD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8990EB-5DA2-44EA-906B-01A5B9B0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116" y="4662190"/>
            <a:ext cx="36500" cy="108719"/>
          </a:xfrm>
          <a:custGeom xmlns:a="http://schemas.openxmlformats.org/drawingml/2006/main">
            <a:pathLst>
              <a:path w="36500" h="108719">
                <a:moveTo>
                  <a:pt x="36500" y="105259"/>
                </a:moveTo>
                <a:lnTo>
                  <a:pt x="13953" y="108719"/>
                </a:lnTo>
                <a:lnTo>
                  <a:pt x="0" y="2344"/>
                </a:lnTo>
                <a:lnTo>
                  <a:pt x="22771" y="0"/>
                </a:lnTo>
                <a:lnTo>
                  <a:pt x="36500" y="105259"/>
                </a:lnTo>
                <a:close/>
                <a:moveTo>
                  <a:pt x="36500" y="105259"/>
                </a:moveTo>
              </a:path>
            </a:pathLst>
          </a:custGeom>
          <a:solidFill xmlns:a="http://schemas.openxmlformats.org/drawingml/2006/main">
            <a:srgbClr val="EFE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A9033-EA76-4A92-B2D6-1BAD2E47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231" y="5469880"/>
            <a:ext cx="124681" cy="134615"/>
          </a:xfrm>
          <a:custGeom xmlns:a="http://schemas.openxmlformats.org/drawingml/2006/main">
            <a:pathLst>
              <a:path w="124681" h="134615">
                <a:moveTo>
                  <a:pt x="52015" y="0"/>
                </a:moveTo>
                <a:lnTo>
                  <a:pt x="124681" y="38733"/>
                </a:lnTo>
                <a:lnTo>
                  <a:pt x="70656" y="134615"/>
                </a:lnTo>
                <a:lnTo>
                  <a:pt x="0" y="92534"/>
                </a:lnTo>
                <a:lnTo>
                  <a:pt x="52015" y="0"/>
                </a:lnTo>
                <a:close/>
                <a:moveTo>
                  <a:pt x="52015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FE053-4024-4DB7-B272-E8AB59AE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282" y="6580956"/>
            <a:ext cx="110393" cy="50899"/>
          </a:xfrm>
          <a:custGeom xmlns:a="http://schemas.openxmlformats.org/drawingml/2006/main">
            <a:pathLst>
              <a:path w="110393" h="50899">
                <a:moveTo>
                  <a:pt x="110393" y="22994"/>
                </a:moveTo>
                <a:lnTo>
                  <a:pt x="105035" y="50899"/>
                </a:lnTo>
                <a:lnTo>
                  <a:pt x="0" y="27682"/>
                </a:lnTo>
                <a:lnTo>
                  <a:pt x="6920" y="0"/>
                </a:lnTo>
                <a:lnTo>
                  <a:pt x="110393" y="22994"/>
                </a:lnTo>
                <a:close/>
                <a:moveTo>
                  <a:pt x="110393" y="22994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10441-C2D7-419E-8656-C585E025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521" y="4686746"/>
            <a:ext cx="43867" cy="109835"/>
          </a:xfrm>
          <a:custGeom xmlns:a="http://schemas.openxmlformats.org/drawingml/2006/main">
            <a:pathLst>
              <a:path w="43867" h="109835">
                <a:moveTo>
                  <a:pt x="14957" y="0"/>
                </a:moveTo>
                <a:lnTo>
                  <a:pt x="43867" y="3349"/>
                </a:lnTo>
                <a:lnTo>
                  <a:pt x="28687" y="109835"/>
                </a:lnTo>
                <a:lnTo>
                  <a:pt x="0" y="104924"/>
                </a:lnTo>
                <a:lnTo>
                  <a:pt x="14957" y="0"/>
                </a:lnTo>
                <a:close/>
                <a:moveTo>
                  <a:pt x="14957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487E6-BB0A-456D-B992-B1ABAA6A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229" y="4894920"/>
            <a:ext cx="108942" cy="125350"/>
          </a:xfrm>
          <a:custGeom xmlns:a="http://schemas.openxmlformats.org/drawingml/2006/main">
            <a:pathLst>
              <a:path w="108942" h="125350">
                <a:moveTo>
                  <a:pt x="108942" y="103250"/>
                </a:moveTo>
                <a:lnTo>
                  <a:pt x="25784" y="125350"/>
                </a:lnTo>
                <a:lnTo>
                  <a:pt x="0" y="18194"/>
                </a:lnTo>
                <a:lnTo>
                  <a:pt x="84162" y="0"/>
                </a:lnTo>
                <a:lnTo>
                  <a:pt x="108942" y="103250"/>
                </a:lnTo>
                <a:close/>
                <a:moveTo>
                  <a:pt x="108942" y="103250"/>
                </a:moveTo>
              </a:path>
            </a:pathLst>
          </a:custGeom>
          <a:solidFill xmlns:a="http://schemas.openxmlformats.org/drawingml/2006/main">
            <a:srgbClr val="C65D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8D1FA-FDB3-4BD5-B61A-E4E7BFBC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034" y="6586761"/>
            <a:ext cx="106598" cy="33375"/>
          </a:xfrm>
          <a:custGeom xmlns:a="http://schemas.openxmlformats.org/drawingml/2006/main">
            <a:pathLst>
              <a:path w="106598" h="33375">
                <a:moveTo>
                  <a:pt x="103808" y="0"/>
                </a:moveTo>
                <a:lnTo>
                  <a:pt x="106598" y="11385"/>
                </a:lnTo>
                <a:lnTo>
                  <a:pt x="2232" y="33375"/>
                </a:lnTo>
                <a:lnTo>
                  <a:pt x="0" y="21878"/>
                </a:lnTo>
                <a:lnTo>
                  <a:pt x="103808" y="0"/>
                </a:lnTo>
                <a:close/>
                <a:moveTo>
                  <a:pt x="103808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E6EFF-9EC5-4188-A9F4-23665DAF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218" y="3724573"/>
            <a:ext cx="51234" cy="108161"/>
          </a:xfrm>
          <a:custGeom xmlns:a="http://schemas.openxmlformats.org/drawingml/2006/main">
            <a:pathLst>
              <a:path w="51234" h="108161">
                <a:moveTo>
                  <a:pt x="20315" y="108161"/>
                </a:moveTo>
                <a:lnTo>
                  <a:pt x="0" y="102468"/>
                </a:lnTo>
                <a:lnTo>
                  <a:pt x="31142" y="0"/>
                </a:lnTo>
                <a:lnTo>
                  <a:pt x="51234" y="6586"/>
                </a:lnTo>
                <a:lnTo>
                  <a:pt x="20315" y="108161"/>
                </a:lnTo>
                <a:close/>
                <a:moveTo>
                  <a:pt x="20315" y="108161"/>
                </a:moveTo>
              </a:path>
            </a:pathLst>
          </a:custGeom>
          <a:solidFill xmlns:a="http://schemas.openxmlformats.org/drawingml/2006/main">
            <a:srgbClr val="F988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C9973-1AD0-4AC6-8B05-E792D045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411" y="6628395"/>
            <a:ext cx="106487" cy="18641"/>
          </a:xfrm>
          <a:custGeom xmlns:a="http://schemas.openxmlformats.org/drawingml/2006/main">
            <a:pathLst>
              <a:path w="106487" h="18641">
                <a:moveTo>
                  <a:pt x="105482" y="0"/>
                </a:moveTo>
                <a:lnTo>
                  <a:pt x="106487" y="8037"/>
                </a:lnTo>
                <a:lnTo>
                  <a:pt x="558" y="18641"/>
                </a:lnTo>
                <a:lnTo>
                  <a:pt x="0" y="10716"/>
                </a:lnTo>
                <a:lnTo>
                  <a:pt x="105482" y="0"/>
                </a:lnTo>
                <a:close/>
                <a:moveTo>
                  <a:pt x="105482" y="0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4E7F0-2D9D-4007-AEF0-2BB99C31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1023" y="3522538"/>
            <a:ext cx="66973" cy="109612"/>
          </a:xfrm>
          <a:custGeom xmlns:a="http://schemas.openxmlformats.org/drawingml/2006/main">
            <a:pathLst>
              <a:path w="66973" h="109612">
                <a:moveTo>
                  <a:pt x="0" y="11497"/>
                </a:moveTo>
                <a:lnTo>
                  <a:pt x="26119" y="0"/>
                </a:lnTo>
                <a:lnTo>
                  <a:pt x="66973" y="99454"/>
                </a:lnTo>
                <a:lnTo>
                  <a:pt x="40295" y="109612"/>
                </a:lnTo>
                <a:lnTo>
                  <a:pt x="0" y="11497"/>
                </a:lnTo>
                <a:close/>
                <a:moveTo>
                  <a:pt x="0" y="11497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4DE36-2CE6-4875-8E3C-4E4D5DC4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47" y="2780481"/>
            <a:ext cx="232618" cy="223354"/>
          </a:xfrm>
          <a:custGeom xmlns:a="http://schemas.openxmlformats.org/drawingml/2006/main">
            <a:pathLst>
              <a:path w="232618" h="223354">
                <a:moveTo>
                  <a:pt x="162632" y="223354"/>
                </a:moveTo>
                <a:lnTo>
                  <a:pt x="0" y="87288"/>
                </a:lnTo>
                <a:lnTo>
                  <a:pt x="76572" y="0"/>
                </a:lnTo>
                <a:lnTo>
                  <a:pt x="232618" y="143545"/>
                </a:lnTo>
                <a:lnTo>
                  <a:pt x="162632" y="223354"/>
                </a:lnTo>
                <a:close/>
                <a:moveTo>
                  <a:pt x="162632" y="223354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B074B-3D51-4F79-BF87-AABFE8CB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007" y="5947618"/>
            <a:ext cx="376275" cy="373484"/>
          </a:xfrm>
          <a:custGeom xmlns:a="http://schemas.openxmlformats.org/drawingml/2006/main">
            <a:pathLst>
              <a:path w="376275" h="373484">
                <a:moveTo>
                  <a:pt x="74563" y="0"/>
                </a:moveTo>
                <a:lnTo>
                  <a:pt x="225475" y="141982"/>
                </a:lnTo>
                <a:lnTo>
                  <a:pt x="376275" y="283852"/>
                </a:lnTo>
                <a:lnTo>
                  <a:pt x="287759" y="373484"/>
                </a:lnTo>
                <a:lnTo>
                  <a:pt x="143880" y="224470"/>
                </a:lnTo>
                <a:lnTo>
                  <a:pt x="0" y="75567"/>
                </a:ln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1D9F8-7EA5-484F-990B-D666196B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842" y="4303886"/>
            <a:ext cx="97668" cy="111063"/>
          </a:xfrm>
          <a:custGeom xmlns:a="http://schemas.openxmlformats.org/drawingml/2006/main">
            <a:pathLst>
              <a:path w="97668" h="111063">
                <a:moveTo>
                  <a:pt x="94543" y="111063"/>
                </a:moveTo>
                <a:lnTo>
                  <a:pt x="0" y="110616"/>
                </a:lnTo>
                <a:lnTo>
                  <a:pt x="3349" y="0"/>
                </a:lnTo>
                <a:lnTo>
                  <a:pt x="97668" y="5023"/>
                </a:lnTo>
                <a:lnTo>
                  <a:pt x="94543" y="111063"/>
                </a:lnTo>
                <a:close/>
                <a:moveTo>
                  <a:pt x="94543" y="111063"/>
                </a:moveTo>
              </a:path>
            </a:pathLst>
          </a:custGeom>
          <a:solidFill xmlns:a="http://schemas.openxmlformats.org/drawingml/2006/main">
            <a:srgbClr val="FD0D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41B93-5DD8-4BDF-BA53-19830347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752" y="6420222"/>
            <a:ext cx="117314" cy="88069"/>
          </a:xfrm>
          <a:custGeom xmlns:a="http://schemas.openxmlformats.org/drawingml/2006/main">
            <a:pathLst>
              <a:path w="117314" h="88069">
                <a:moveTo>
                  <a:pt x="117314" y="44314"/>
                </a:moveTo>
                <a:lnTo>
                  <a:pt x="98450" y="88069"/>
                </a:lnTo>
                <a:lnTo>
                  <a:pt x="0" y="42862"/>
                </a:lnTo>
                <a:lnTo>
                  <a:pt x="20873" y="0"/>
                </a:lnTo>
                <a:lnTo>
                  <a:pt x="117314" y="44314"/>
                </a:lnTo>
                <a:close/>
                <a:moveTo>
                  <a:pt x="117314" y="44314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2D5F9-BBFC-4E8E-8EEA-D83CB412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419" y="2190564"/>
            <a:ext cx="111733" cy="55029"/>
          </a:xfrm>
          <a:custGeom xmlns:a="http://schemas.openxmlformats.org/drawingml/2006/main">
            <a:pathLst>
              <a:path w="111733" h="55029">
                <a:moveTo>
                  <a:pt x="7032" y="55029"/>
                </a:moveTo>
                <a:lnTo>
                  <a:pt x="0" y="17078"/>
                </a:lnTo>
                <a:lnTo>
                  <a:pt x="106598" y="0"/>
                </a:lnTo>
                <a:lnTo>
                  <a:pt x="111733" y="38174"/>
                </a:lnTo>
                <a:lnTo>
                  <a:pt x="7032" y="55029"/>
                </a:lnTo>
                <a:close/>
                <a:moveTo>
                  <a:pt x="7032" y="55029"/>
                </a:moveTo>
              </a:path>
            </a:pathLst>
          </a:custGeom>
          <a:solidFill xmlns:a="http://schemas.openxmlformats.org/drawingml/2006/main">
            <a:srgbClr val="C90D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AC761-25C9-415A-97BE-F85A8A1C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830" y="1585689"/>
            <a:ext cx="187635" cy="641486"/>
          </a:xfrm>
          <a:custGeom xmlns:a="http://schemas.openxmlformats.org/drawingml/2006/main">
            <a:pathLst>
              <a:path w="187635" h="641486">
                <a:moveTo>
                  <a:pt x="82153" y="641486"/>
                </a:moveTo>
                <a:lnTo>
                  <a:pt x="61615" y="484770"/>
                </a:lnTo>
                <a:lnTo>
                  <a:pt x="40965" y="328054"/>
                </a:lnTo>
                <a:lnTo>
                  <a:pt x="20538" y="171227"/>
                </a:lnTo>
                <a:lnTo>
                  <a:pt x="0" y="14511"/>
                </a:lnTo>
                <a:lnTo>
                  <a:pt x="135508" y="0"/>
                </a:lnTo>
                <a:lnTo>
                  <a:pt x="148568" y="157609"/>
                </a:lnTo>
                <a:lnTo>
                  <a:pt x="161627" y="315106"/>
                </a:lnTo>
                <a:lnTo>
                  <a:pt x="174687" y="472715"/>
                </a:lnTo>
                <a:lnTo>
                  <a:pt x="187635" y="63032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E5BED8-AC6B-4DEF-A839-8EDDBD06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290" y="2448632"/>
            <a:ext cx="115305" cy="93315"/>
          </a:xfrm>
          <a:custGeom xmlns:a="http://schemas.openxmlformats.org/drawingml/2006/main">
            <a:pathLst>
              <a:path w="115305" h="93315">
                <a:moveTo>
                  <a:pt x="23775" y="93315"/>
                </a:moveTo>
                <a:lnTo>
                  <a:pt x="0" y="54806"/>
                </a:lnTo>
                <a:lnTo>
                  <a:pt x="93315" y="0"/>
                </a:lnTo>
                <a:lnTo>
                  <a:pt x="115305" y="39514"/>
                </a:lnTo>
                <a:lnTo>
                  <a:pt x="23775" y="93315"/>
                </a:lnTo>
                <a:close/>
                <a:moveTo>
                  <a:pt x="23775" y="93315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8BCB9-CE7D-468C-865E-724AB422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42" y="3084761"/>
            <a:ext cx="118542" cy="128253"/>
          </a:xfrm>
          <a:custGeom xmlns:a="http://schemas.openxmlformats.org/drawingml/2006/main">
            <a:pathLst>
              <a:path w="118542" h="128253">
                <a:moveTo>
                  <a:pt x="0" y="40742"/>
                </a:moveTo>
                <a:lnTo>
                  <a:pt x="56369" y="0"/>
                </a:lnTo>
                <a:lnTo>
                  <a:pt x="118542" y="90078"/>
                </a:lnTo>
                <a:lnTo>
                  <a:pt x="60164" y="128253"/>
                </a:lnTo>
                <a:lnTo>
                  <a:pt x="0" y="40742"/>
                </a:lnTo>
                <a:close/>
                <a:moveTo>
                  <a:pt x="0" y="40742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0C881-633F-4C0F-B7C0-0365159D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787" y="1979154"/>
            <a:ext cx="188863" cy="321692"/>
          </a:xfrm>
          <a:custGeom xmlns:a="http://schemas.openxmlformats.org/drawingml/2006/main">
            <a:pathLst>
              <a:path w="188863" h="321692">
                <a:moveTo>
                  <a:pt x="86506" y="321692"/>
                </a:moveTo>
                <a:lnTo>
                  <a:pt x="43309" y="176696"/>
                </a:lnTo>
                <a:lnTo>
                  <a:pt x="0" y="31700"/>
                </a:lnTo>
                <a:lnTo>
                  <a:pt x="116421" y="0"/>
                </a:lnTo>
                <a:lnTo>
                  <a:pt x="152698" y="147005"/>
                </a:lnTo>
                <a:lnTo>
                  <a:pt x="188863" y="293787"/>
                </a:ln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1F23D-6566-4779-9F84-CE505F39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682" y="3381338"/>
            <a:ext cx="138857" cy="141870"/>
          </a:xfrm>
          <a:custGeom xmlns:a="http://schemas.openxmlformats.org/drawingml/2006/main">
            <a:pathLst>
              <a:path w="138857" h="141870">
                <a:moveTo>
                  <a:pt x="0" y="45988"/>
                </a:moveTo>
                <a:lnTo>
                  <a:pt x="91306" y="0"/>
                </a:lnTo>
                <a:lnTo>
                  <a:pt x="138857" y="100236"/>
                </a:lnTo>
                <a:lnTo>
                  <a:pt x="45541" y="141870"/>
                </a:lnTo>
                <a:lnTo>
                  <a:pt x="0" y="45988"/>
                </a:lnTo>
                <a:close/>
                <a:moveTo>
                  <a:pt x="0" y="45988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E8BCB-A053-4029-85C1-F71F8293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907" y="5033218"/>
            <a:ext cx="60499" cy="111063"/>
          </a:xfrm>
          <a:custGeom xmlns:a="http://schemas.openxmlformats.org/drawingml/2006/main">
            <a:pathLst>
              <a:path w="60499" h="111063">
                <a:moveTo>
                  <a:pt x="31366" y="0"/>
                </a:moveTo>
                <a:lnTo>
                  <a:pt x="60499" y="8260"/>
                </a:lnTo>
                <a:lnTo>
                  <a:pt x="28575" y="111063"/>
                </a:lnTo>
                <a:lnTo>
                  <a:pt x="0" y="101464"/>
                </a:lnTo>
                <a:lnTo>
                  <a:pt x="31366" y="0"/>
                </a:lnTo>
                <a:close/>
                <a:moveTo>
                  <a:pt x="31366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5436A-19E4-4AF8-B25E-35FC0275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722" y="5651376"/>
            <a:ext cx="87734" cy="106263"/>
          </a:xfrm>
          <a:custGeom xmlns:a="http://schemas.openxmlformats.org/drawingml/2006/main">
            <a:pathLst>
              <a:path w="87734" h="106263">
                <a:moveTo>
                  <a:pt x="87734" y="87064"/>
                </a:moveTo>
                <a:lnTo>
                  <a:pt x="61503" y="106263"/>
                </a:lnTo>
                <a:lnTo>
                  <a:pt x="0" y="17971"/>
                </a:lnTo>
                <a:lnTo>
                  <a:pt x="27124" y="0"/>
                </a:lnTo>
                <a:lnTo>
                  <a:pt x="87734" y="87064"/>
                </a:lnTo>
                <a:close/>
                <a:moveTo>
                  <a:pt x="87734" y="87064"/>
                </a:moveTo>
              </a:path>
            </a:pathLst>
          </a:custGeom>
          <a:solidFill xmlns:a="http://schemas.openxmlformats.org/drawingml/2006/main">
            <a:srgbClr val="006C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7999F-E99E-4D76-B0EE-CABA0C8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575" y="2232757"/>
            <a:ext cx="107268" cy="37505"/>
          </a:xfrm>
          <a:custGeom xmlns:a="http://schemas.openxmlformats.org/drawingml/2006/main">
            <a:pathLst>
              <a:path w="107268" h="37505">
                <a:moveTo>
                  <a:pt x="3572" y="37505"/>
                </a:moveTo>
                <a:lnTo>
                  <a:pt x="0" y="22659"/>
                </a:lnTo>
                <a:lnTo>
                  <a:pt x="104477" y="0"/>
                </a:lnTo>
                <a:lnTo>
                  <a:pt x="107268" y="14957"/>
                </a:lnTo>
                <a:lnTo>
                  <a:pt x="3572" y="37505"/>
                </a:lnTo>
                <a:close/>
                <a:moveTo>
                  <a:pt x="3572" y="37505"/>
                </a:moveTo>
              </a:path>
            </a:pathLst>
          </a:custGeom>
          <a:solidFill xmlns:a="http://schemas.openxmlformats.org/drawingml/2006/main">
            <a:srgbClr val="0DFC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29160-4F66-4887-B941-2DE1916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72" y="3318160"/>
            <a:ext cx="60387" cy="98673"/>
          </a:xfrm>
          <a:custGeom xmlns:a="http://schemas.openxmlformats.org/drawingml/2006/main">
            <a:pathLst>
              <a:path w="60387" h="98673">
                <a:moveTo>
                  <a:pt x="0" y="5358"/>
                </a:moveTo>
                <a:lnTo>
                  <a:pt x="9488" y="0"/>
                </a:lnTo>
                <a:lnTo>
                  <a:pt x="60387" y="93650"/>
                </a:lnTo>
                <a:lnTo>
                  <a:pt x="50453" y="98673"/>
                </a:lnTo>
                <a:lnTo>
                  <a:pt x="0" y="5358"/>
                </a:lnTo>
                <a:close/>
                <a:moveTo>
                  <a:pt x="0" y="5358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6B610-9291-4449-A6FC-29FA87A6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706" y="4569209"/>
            <a:ext cx="36277" cy="108719"/>
          </a:xfrm>
          <a:custGeom xmlns:a="http://schemas.openxmlformats.org/drawingml/2006/main">
            <a:pathLst>
              <a:path w="36277" h="108719">
                <a:moveTo>
                  <a:pt x="9376" y="0"/>
                </a:moveTo>
                <a:lnTo>
                  <a:pt x="36277" y="1786"/>
                </a:lnTo>
                <a:lnTo>
                  <a:pt x="26901" y="108719"/>
                </a:lnTo>
                <a:lnTo>
                  <a:pt x="0" y="105705"/>
                </a:lnTo>
                <a:lnTo>
                  <a:pt x="9376" y="0"/>
                </a:lnTo>
                <a:close/>
                <a:moveTo>
                  <a:pt x="9376" y="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79FE2-BD9A-493C-8D32-F319491B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382" y="4426781"/>
            <a:ext cx="27570" cy="107268"/>
          </a:xfrm>
          <a:custGeom xmlns:a="http://schemas.openxmlformats.org/drawingml/2006/main">
            <a:pathLst>
              <a:path w="27570" h="107268">
                <a:moveTo>
                  <a:pt x="27570" y="106040"/>
                </a:moveTo>
                <a:lnTo>
                  <a:pt x="2567" y="107268"/>
                </a:lnTo>
                <a:lnTo>
                  <a:pt x="0" y="0"/>
                </a:lnTo>
                <a:lnTo>
                  <a:pt x="25003" y="0"/>
                </a:lnTo>
                <a:lnTo>
                  <a:pt x="27570" y="106040"/>
                </a:lnTo>
                <a:close/>
                <a:moveTo>
                  <a:pt x="27570" y="106040"/>
                </a:moveTo>
              </a:path>
            </a:pathLst>
          </a:custGeom>
          <a:solidFill xmlns:a="http://schemas.openxmlformats.org/drawingml/2006/main">
            <a:srgbClr val="78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F479F-DC70-4ECB-BEC2-D11D45D4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371" y="6478712"/>
            <a:ext cx="128141" cy="110170"/>
          </a:xfrm>
          <a:custGeom xmlns:a="http://schemas.openxmlformats.org/drawingml/2006/main">
            <a:pathLst>
              <a:path w="128141" h="110170">
                <a:moveTo>
                  <a:pt x="99120" y="0"/>
                </a:moveTo>
                <a:lnTo>
                  <a:pt x="128141" y="70879"/>
                </a:lnTo>
                <a:lnTo>
                  <a:pt x="25673" y="110170"/>
                </a:lnTo>
                <a:lnTo>
                  <a:pt x="0" y="37951"/>
                </a:lnTo>
                <a:lnTo>
                  <a:pt x="99120" y="0"/>
                </a:lnTo>
                <a:close/>
                <a:moveTo>
                  <a:pt x="99120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77186-7B4C-489D-AE91-0B0F21D6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830" y="5929647"/>
            <a:ext cx="100571" cy="102357"/>
          </a:xfrm>
          <a:custGeom xmlns:a="http://schemas.openxmlformats.org/drawingml/2006/main">
            <a:pathLst>
              <a:path w="100571" h="102357">
                <a:moveTo>
                  <a:pt x="100571" y="76349"/>
                </a:moveTo>
                <a:lnTo>
                  <a:pt x="75009" y="102357"/>
                </a:lnTo>
                <a:lnTo>
                  <a:pt x="0" y="24780"/>
                </a:lnTo>
                <a:lnTo>
                  <a:pt x="26901" y="0"/>
                </a:lnTo>
                <a:lnTo>
                  <a:pt x="100571" y="76349"/>
                </a:lnTo>
                <a:close/>
                <a:moveTo>
                  <a:pt x="100571" y="76349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4309B-0FEE-404B-8881-4E794D09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145" y="3494410"/>
            <a:ext cx="79921" cy="114747"/>
          </a:xfrm>
          <a:custGeom xmlns:a="http://schemas.openxmlformats.org/drawingml/2006/main">
            <a:pathLst>
              <a:path w="79921" h="114747">
                <a:moveTo>
                  <a:pt x="38509" y="114747"/>
                </a:moveTo>
                <a:lnTo>
                  <a:pt x="0" y="99678"/>
                </a:lnTo>
                <a:lnTo>
                  <a:pt x="42416" y="0"/>
                </a:lnTo>
                <a:lnTo>
                  <a:pt x="79921" y="17078"/>
                </a:lnTo>
                <a:lnTo>
                  <a:pt x="38509" y="114747"/>
                </a:lnTo>
                <a:close/>
                <a:moveTo>
                  <a:pt x="38509" y="114747"/>
                </a:moveTo>
              </a:path>
            </a:pathLst>
          </a:custGeom>
          <a:solidFill xmlns:a="http://schemas.openxmlformats.org/drawingml/2006/main">
            <a:srgbClr val="FCC2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8F43F-5C6C-4E2C-9732-36F3F9FC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54" y="6625158"/>
            <a:ext cx="106933" cy="22547"/>
          </a:xfrm>
          <a:custGeom xmlns:a="http://schemas.openxmlformats.org/drawingml/2006/main">
            <a:pathLst>
              <a:path w="106933" h="22547">
                <a:moveTo>
                  <a:pt x="106933" y="11943"/>
                </a:moveTo>
                <a:lnTo>
                  <a:pt x="105928" y="22547"/>
                </a:lnTo>
                <a:lnTo>
                  <a:pt x="0" y="10604"/>
                </a:lnTo>
                <a:lnTo>
                  <a:pt x="1451" y="0"/>
                </a:lnTo>
                <a:lnTo>
                  <a:pt x="106933" y="11943"/>
                </a:lnTo>
                <a:close/>
                <a:moveTo>
                  <a:pt x="106933" y="11943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47267-7B79-44DB-AD48-0E44CFB7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381" y="5341962"/>
            <a:ext cx="98673" cy="121890"/>
          </a:xfrm>
          <a:custGeom xmlns:a="http://schemas.openxmlformats.org/drawingml/2006/main">
            <a:pathLst>
              <a:path w="98673" h="121890">
                <a:moveTo>
                  <a:pt x="98673" y="95659"/>
                </a:moveTo>
                <a:lnTo>
                  <a:pt x="47216" y="121890"/>
                </a:lnTo>
                <a:lnTo>
                  <a:pt x="0" y="23887"/>
                </a:lnTo>
                <a:lnTo>
                  <a:pt x="52574" y="0"/>
                </a:lnTo>
                <a:lnTo>
                  <a:pt x="98673" y="95659"/>
                </a:lnTo>
                <a:close/>
                <a:moveTo>
                  <a:pt x="98673" y="95659"/>
                </a:moveTo>
              </a:path>
            </a:pathLst>
          </a:custGeom>
          <a:solidFill xmlns:a="http://schemas.openxmlformats.org/drawingml/2006/main">
            <a:srgbClr val="A7C7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EE0A7-907D-4E94-BF43-385060EB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87" y="6469224"/>
            <a:ext cx="116979" cy="83158"/>
          </a:xfrm>
          <a:custGeom xmlns:a="http://schemas.openxmlformats.org/drawingml/2006/main">
            <a:pathLst>
              <a:path w="116979" h="83158">
                <a:moveTo>
                  <a:pt x="116979" y="39067"/>
                </a:moveTo>
                <a:lnTo>
                  <a:pt x="100794" y="83158"/>
                </a:lnTo>
                <a:lnTo>
                  <a:pt x="0" y="43197"/>
                </a:lnTo>
                <a:lnTo>
                  <a:pt x="18306" y="0"/>
                </a:lnTo>
                <a:lnTo>
                  <a:pt x="116979" y="39067"/>
                </a:lnTo>
                <a:close/>
                <a:moveTo>
                  <a:pt x="116979" y="39067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E797C-AF19-47D3-A023-BE79B18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863" y="4451449"/>
            <a:ext cx="25115" cy="107268"/>
          </a:xfrm>
          <a:custGeom xmlns:a="http://schemas.openxmlformats.org/drawingml/2006/main">
            <a:pathLst>
              <a:path w="25115" h="107268">
                <a:moveTo>
                  <a:pt x="3683" y="0"/>
                </a:moveTo>
                <a:lnTo>
                  <a:pt x="25115" y="223"/>
                </a:lnTo>
                <a:lnTo>
                  <a:pt x="21431" y="107268"/>
                </a:lnTo>
                <a:lnTo>
                  <a:pt x="0" y="105928"/>
                </a:lnTo>
                <a:lnTo>
                  <a:pt x="3683" y="0"/>
                </a:lnTo>
                <a:close/>
                <a:moveTo>
                  <a:pt x="3683" y="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77D1D-8165-4C99-A248-0708CF81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128" y="2982850"/>
            <a:ext cx="103361" cy="113295"/>
          </a:xfrm>
          <a:custGeom xmlns:a="http://schemas.openxmlformats.org/drawingml/2006/main">
            <a:pathLst>
              <a:path w="103361" h="113295">
                <a:moveTo>
                  <a:pt x="37728" y="113295"/>
                </a:moveTo>
                <a:lnTo>
                  <a:pt x="0" y="85167"/>
                </a:lnTo>
                <a:lnTo>
                  <a:pt x="67196" y="0"/>
                </a:lnTo>
                <a:lnTo>
                  <a:pt x="103361" y="30026"/>
                </a:lnTo>
                <a:lnTo>
                  <a:pt x="37728" y="113295"/>
                </a:lnTo>
                <a:close/>
                <a:moveTo>
                  <a:pt x="37728" y="113295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73BB5-C8C1-4AF2-AC77-876A3948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921" y="6377583"/>
            <a:ext cx="119211" cy="95101"/>
          </a:xfrm>
          <a:custGeom xmlns:a="http://schemas.openxmlformats.org/drawingml/2006/main">
            <a:pathLst>
              <a:path w="119211" h="95101">
                <a:moveTo>
                  <a:pt x="94431" y="0"/>
                </a:moveTo>
                <a:lnTo>
                  <a:pt x="119211" y="45541"/>
                </a:lnTo>
                <a:lnTo>
                  <a:pt x="22547" y="95101"/>
                </a:lnTo>
                <a:lnTo>
                  <a:pt x="0" y="48220"/>
                </a:lnTo>
                <a:lnTo>
                  <a:pt x="94431" y="0"/>
                </a:lnTo>
                <a:close/>
                <a:moveTo>
                  <a:pt x="94431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C619F-0579-4A0B-A159-94900229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918" y="2538375"/>
            <a:ext cx="95213" cy="68424"/>
          </a:xfrm>
          <a:custGeom xmlns:a="http://schemas.openxmlformats.org/drawingml/2006/main">
            <a:pathLst>
              <a:path w="95213" h="68424">
                <a:moveTo>
                  <a:pt x="6586" y="68424"/>
                </a:moveTo>
                <a:lnTo>
                  <a:pt x="0" y="58936"/>
                </a:lnTo>
                <a:lnTo>
                  <a:pt x="89074" y="0"/>
                </a:lnTo>
                <a:lnTo>
                  <a:pt x="95213" y="9823"/>
                </a:lnTo>
                <a:lnTo>
                  <a:pt x="6586" y="68424"/>
                </a:lnTo>
                <a:close/>
                <a:moveTo>
                  <a:pt x="6586" y="68424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BB429-1450-4746-A8C8-D0476CBD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181" y="3014886"/>
            <a:ext cx="86730" cy="101129"/>
          </a:xfrm>
          <a:custGeom xmlns:a="http://schemas.openxmlformats.org/drawingml/2006/main">
            <a:pathLst>
              <a:path w="86730" h="101129">
                <a:moveTo>
                  <a:pt x="0" y="17078"/>
                </a:moveTo>
                <a:lnTo>
                  <a:pt x="21208" y="0"/>
                </a:lnTo>
                <a:lnTo>
                  <a:pt x="86730" y="85055"/>
                </a:lnTo>
                <a:lnTo>
                  <a:pt x="64740" y="101129"/>
                </a:lnTo>
                <a:lnTo>
                  <a:pt x="0" y="17078"/>
                </a:lnTo>
                <a:close/>
                <a:moveTo>
                  <a:pt x="0" y="17078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3DE92-CFD5-43F2-B2F2-BBA9B810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328" y="3580358"/>
            <a:ext cx="139973" cy="139638"/>
          </a:xfrm>
          <a:custGeom xmlns:a="http://schemas.openxmlformats.org/drawingml/2006/main">
            <a:pathLst>
              <a:path w="139973" h="139638">
                <a:moveTo>
                  <a:pt x="103808" y="139638"/>
                </a:moveTo>
                <a:lnTo>
                  <a:pt x="0" y="104701"/>
                </a:lnTo>
                <a:lnTo>
                  <a:pt x="38063" y="0"/>
                </a:lnTo>
                <a:lnTo>
                  <a:pt x="139973" y="39849"/>
                </a:lnTo>
                <a:lnTo>
                  <a:pt x="103808" y="139638"/>
                </a:lnTo>
                <a:close/>
                <a:moveTo>
                  <a:pt x="103808" y="139638"/>
                </a:moveTo>
              </a:path>
            </a:pathLst>
          </a:custGeom>
          <a:solidFill xmlns:a="http://schemas.openxmlformats.org/drawingml/2006/main">
            <a:srgbClr val="EAC1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E8442-72BC-4C51-B14D-FCA6B838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800" y="2756148"/>
            <a:ext cx="80925" cy="75121"/>
          </a:xfrm>
          <a:custGeom xmlns:a="http://schemas.openxmlformats.org/drawingml/2006/main">
            <a:pathLst>
              <a:path w="80925" h="75121">
                <a:moveTo>
                  <a:pt x="2791" y="75121"/>
                </a:moveTo>
                <a:lnTo>
                  <a:pt x="0" y="72107"/>
                </a:lnTo>
                <a:lnTo>
                  <a:pt x="78135" y="0"/>
                </a:lnTo>
                <a:lnTo>
                  <a:pt x="80925" y="3237"/>
                </a:lnTo>
                <a:lnTo>
                  <a:pt x="2791" y="75121"/>
                </a:lnTo>
                <a:close/>
                <a:moveTo>
                  <a:pt x="2791" y="75121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41CA3-FE07-4641-A2EF-70259622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054" y="6031334"/>
            <a:ext cx="102468" cy="97668"/>
          </a:xfrm>
          <a:custGeom xmlns:a="http://schemas.openxmlformats.org/drawingml/2006/main">
            <a:pathLst>
              <a:path w="102468" h="97668">
                <a:moveTo>
                  <a:pt x="78470" y="0"/>
                </a:moveTo>
                <a:lnTo>
                  <a:pt x="102468" y="25003"/>
                </a:lnTo>
                <a:lnTo>
                  <a:pt x="22771" y="97668"/>
                </a:lnTo>
                <a:lnTo>
                  <a:pt x="0" y="71438"/>
                </a:lnTo>
                <a:lnTo>
                  <a:pt x="78470" y="0"/>
                </a:lnTo>
                <a:close/>
                <a:moveTo>
                  <a:pt x="78470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157AB-CE1D-4739-B7C9-8542B2A9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854" y="5122404"/>
            <a:ext cx="361094" cy="222684"/>
          </a:xfrm>
          <a:custGeom xmlns:a="http://schemas.openxmlformats.org/drawingml/2006/main">
            <a:pathLst>
              <a:path w="361094" h="222684">
                <a:moveTo>
                  <a:pt x="361094" y="99901"/>
                </a:moveTo>
                <a:lnTo>
                  <a:pt x="201030" y="161404"/>
                </a:lnTo>
                <a:lnTo>
                  <a:pt x="41188" y="222684"/>
                </a:lnTo>
                <a:lnTo>
                  <a:pt x="0" y="107379"/>
                </a:lnTo>
                <a:lnTo>
                  <a:pt x="162744" y="53690"/>
                </a:lnTo>
                <a:lnTo>
                  <a:pt x="325264" y="0"/>
                </a:lnTo>
              </a:path>
            </a:pathLst>
          </a:custGeom>
          <a:solidFill xmlns:a="http://schemas.openxmlformats.org/drawingml/2006/main">
            <a:srgbClr val="F48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DE463-84A9-4989-8E10-8C53E0D7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12" y="4210794"/>
            <a:ext cx="61168" cy="110951"/>
          </a:xfrm>
          <a:custGeom xmlns:a="http://schemas.openxmlformats.org/drawingml/2006/main">
            <a:pathLst>
              <a:path w="61168" h="110951">
                <a:moveTo>
                  <a:pt x="0" y="5135"/>
                </a:moveTo>
                <a:lnTo>
                  <a:pt x="53355" y="0"/>
                </a:lnTo>
                <a:lnTo>
                  <a:pt x="61168" y="108272"/>
                </a:lnTo>
                <a:lnTo>
                  <a:pt x="7590" y="110951"/>
                </a:lnTo>
                <a:lnTo>
                  <a:pt x="0" y="5135"/>
                </a:lnTo>
                <a:close/>
                <a:moveTo>
                  <a:pt x="0" y="5135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77E05-EEDB-4F79-86A8-B45350FF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649" y="6644692"/>
            <a:ext cx="112626" cy="135843"/>
          </a:xfrm>
          <a:custGeom xmlns:a="http://schemas.openxmlformats.org/drawingml/2006/main">
            <a:pathLst>
              <a:path w="112626" h="135843">
                <a:moveTo>
                  <a:pt x="110170" y="558"/>
                </a:moveTo>
                <a:lnTo>
                  <a:pt x="112626" y="135843"/>
                </a:lnTo>
                <a:lnTo>
                  <a:pt x="0" y="135173"/>
                </a:lnTo>
                <a:lnTo>
                  <a:pt x="4018" y="0"/>
                </a:lnTo>
                <a:lnTo>
                  <a:pt x="110170" y="558"/>
                </a:lnTo>
                <a:close/>
                <a:moveTo>
                  <a:pt x="110170" y="558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7EAA4C-4FD4-4BF7-8388-F319BDD2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321" y="2387017"/>
            <a:ext cx="536897" cy="528414"/>
          </a:xfrm>
          <a:custGeom xmlns:a="http://schemas.openxmlformats.org/drawingml/2006/main">
            <a:pathLst>
              <a:path w="536897" h="528414">
                <a:moveTo>
                  <a:pt x="462781" y="528414"/>
                </a:moveTo>
                <a:lnTo>
                  <a:pt x="347030" y="420588"/>
                </a:lnTo>
                <a:lnTo>
                  <a:pt x="231391" y="312986"/>
                </a:lnTo>
                <a:lnTo>
                  <a:pt x="115639" y="205271"/>
                </a:lnTo>
                <a:lnTo>
                  <a:pt x="0" y="97557"/>
                </a:lnTo>
                <a:lnTo>
                  <a:pt x="95213" y="0"/>
                </a:lnTo>
                <a:lnTo>
                  <a:pt x="205606" y="113072"/>
                </a:lnTo>
                <a:lnTo>
                  <a:pt x="315999" y="226256"/>
                </a:lnTo>
                <a:lnTo>
                  <a:pt x="426504" y="339328"/>
                </a:lnTo>
                <a:lnTo>
                  <a:pt x="536897" y="452512"/>
                </a:ln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EE9A6-3A3C-459F-B4E4-D43773B9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532" y="6254242"/>
            <a:ext cx="116198" cy="99231"/>
          </a:xfrm>
          <a:custGeom xmlns:a="http://schemas.openxmlformats.org/drawingml/2006/main">
            <a:pathLst>
              <a:path w="116198" h="99231">
                <a:moveTo>
                  <a:pt x="88850" y="0"/>
                </a:moveTo>
                <a:lnTo>
                  <a:pt x="116198" y="39960"/>
                </a:lnTo>
                <a:lnTo>
                  <a:pt x="25561" y="99231"/>
                </a:lnTo>
                <a:lnTo>
                  <a:pt x="0" y="58155"/>
                </a:lnTo>
                <a:lnTo>
                  <a:pt x="88850" y="0"/>
                </a:lnTo>
                <a:close/>
                <a:moveTo>
                  <a:pt x="88850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F206A-0EE4-47D8-97BD-83839D3D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606" y="5859549"/>
            <a:ext cx="118318" cy="122113"/>
          </a:xfrm>
          <a:custGeom xmlns:a="http://schemas.openxmlformats.org/drawingml/2006/main">
            <a:pathLst>
              <a:path w="118318" h="122113">
                <a:moveTo>
                  <a:pt x="70545" y="0"/>
                </a:moveTo>
                <a:lnTo>
                  <a:pt x="118318" y="40630"/>
                </a:lnTo>
                <a:lnTo>
                  <a:pt x="45876" y="122113"/>
                </a:lnTo>
                <a:lnTo>
                  <a:pt x="0" y="79474"/>
                </a:lnTo>
                <a:lnTo>
                  <a:pt x="70545" y="0"/>
                </a:lnTo>
                <a:close/>
                <a:moveTo>
                  <a:pt x="70545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57C68-9448-41DC-9A39-3C8EF834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881" y="6606183"/>
            <a:ext cx="120216" cy="99120"/>
          </a:xfrm>
          <a:custGeom xmlns:a="http://schemas.openxmlformats.org/drawingml/2006/main">
            <a:pathLst>
              <a:path w="120216" h="99120">
                <a:moveTo>
                  <a:pt x="120216" y="17413"/>
                </a:moveTo>
                <a:lnTo>
                  <a:pt x="108496" y="99120"/>
                </a:lnTo>
                <a:lnTo>
                  <a:pt x="0" y="81037"/>
                </a:lnTo>
                <a:lnTo>
                  <a:pt x="15515" y="0"/>
                </a:lnTo>
                <a:lnTo>
                  <a:pt x="120216" y="17413"/>
                </a:lnTo>
                <a:close/>
                <a:moveTo>
                  <a:pt x="120216" y="17413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6CCA8-9CCD-421B-B285-F11E159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166" y="5145732"/>
            <a:ext cx="89185" cy="119881"/>
          </a:xfrm>
          <a:custGeom xmlns:a="http://schemas.openxmlformats.org/drawingml/2006/main">
            <a:pathLst>
              <a:path w="89185" h="119881">
                <a:moveTo>
                  <a:pt x="36835" y="0"/>
                </a:moveTo>
                <a:lnTo>
                  <a:pt x="89185" y="17859"/>
                </a:lnTo>
                <a:lnTo>
                  <a:pt x="51569" y="119881"/>
                </a:lnTo>
                <a:lnTo>
                  <a:pt x="0" y="99566"/>
                </a:lnTo>
                <a:lnTo>
                  <a:pt x="36835" y="0"/>
                </a:lnTo>
                <a:close/>
                <a:moveTo>
                  <a:pt x="36835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7854B-9B1F-4959-B0F5-0680E716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733" y="6318647"/>
            <a:ext cx="108607" cy="81483"/>
          </a:xfrm>
          <a:custGeom xmlns:a="http://schemas.openxmlformats.org/drawingml/2006/main">
            <a:pathLst>
              <a:path w="108607" h="81483">
                <a:moveTo>
                  <a:pt x="91753" y="0"/>
                </a:moveTo>
                <a:lnTo>
                  <a:pt x="108607" y="27459"/>
                </a:lnTo>
                <a:lnTo>
                  <a:pt x="15515" y="81483"/>
                </a:lnTo>
                <a:lnTo>
                  <a:pt x="0" y="53243"/>
                </a:lnTo>
                <a:lnTo>
                  <a:pt x="91753" y="0"/>
                </a:lnTo>
                <a:close/>
                <a:moveTo>
                  <a:pt x="91753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87EBD-34EC-4955-BA78-816C0FEA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093" y="6184813"/>
            <a:ext cx="104812" cy="88516"/>
          </a:xfrm>
          <a:custGeom xmlns:a="http://schemas.openxmlformats.org/drawingml/2006/main">
            <a:pathLst>
              <a:path w="104812" h="88516">
                <a:moveTo>
                  <a:pt x="85502" y="0"/>
                </a:moveTo>
                <a:lnTo>
                  <a:pt x="104812" y="25003"/>
                </a:lnTo>
                <a:lnTo>
                  <a:pt x="17971" y="88516"/>
                </a:lnTo>
                <a:lnTo>
                  <a:pt x="0" y="62843"/>
                </a:lnTo>
                <a:lnTo>
                  <a:pt x="85502" y="0"/>
                </a:lnTo>
                <a:close/>
                <a:moveTo>
                  <a:pt x="85502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CD8A8-BDEC-40EA-AEAE-915F9813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805" y="6512421"/>
            <a:ext cx="132383" cy="122895"/>
          </a:xfrm>
          <a:custGeom xmlns:a="http://schemas.openxmlformats.org/drawingml/2006/main">
            <a:pathLst>
              <a:path w="132383" h="122895">
                <a:moveTo>
                  <a:pt x="132383" y="33710"/>
                </a:moveTo>
                <a:lnTo>
                  <a:pt x="104812" y="122895"/>
                </a:lnTo>
                <a:lnTo>
                  <a:pt x="0" y="87623"/>
                </a:lnTo>
                <a:lnTo>
                  <a:pt x="31812" y="0"/>
                </a:lnTo>
                <a:lnTo>
                  <a:pt x="132383" y="33710"/>
                </a:lnTo>
                <a:close/>
                <a:moveTo>
                  <a:pt x="132383" y="33710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88CE5-7046-4D7F-A386-B7A24DBA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847" y="2746325"/>
            <a:ext cx="105035" cy="102133"/>
          </a:xfrm>
          <a:custGeom xmlns:a="http://schemas.openxmlformats.org/drawingml/2006/main">
            <a:pathLst>
              <a:path w="105035" h="102133">
                <a:moveTo>
                  <a:pt x="0" y="29468"/>
                </a:moveTo>
                <a:lnTo>
                  <a:pt x="26343" y="0"/>
                </a:lnTo>
                <a:lnTo>
                  <a:pt x="105035" y="74116"/>
                </a:lnTo>
                <a:lnTo>
                  <a:pt x="77242" y="102133"/>
                </a:lnTo>
                <a:lnTo>
                  <a:pt x="0" y="29468"/>
                </a:lnTo>
                <a:close/>
                <a:moveTo>
                  <a:pt x="0" y="29468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6E0E8-A98B-40F8-9A72-BD1ED96D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971" y="6110474"/>
            <a:ext cx="97334" cy="85390"/>
          </a:xfrm>
          <a:custGeom xmlns:a="http://schemas.openxmlformats.org/drawingml/2006/main">
            <a:pathLst>
              <a:path w="97334" h="85390">
                <a:moveTo>
                  <a:pt x="82153" y="0"/>
                </a:moveTo>
                <a:lnTo>
                  <a:pt x="97334" y="17636"/>
                </a:lnTo>
                <a:lnTo>
                  <a:pt x="14176" y="85390"/>
                </a:lnTo>
                <a:lnTo>
                  <a:pt x="0" y="67196"/>
                </a:lnTo>
                <a:lnTo>
                  <a:pt x="82153" y="0"/>
                </a:lnTo>
                <a:close/>
                <a:moveTo>
                  <a:pt x="82153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303123-9A66-4AAD-8993-306C21DB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140" y="3094472"/>
            <a:ext cx="76684" cy="98003"/>
          </a:xfrm>
          <a:custGeom xmlns:a="http://schemas.openxmlformats.org/drawingml/2006/main">
            <a:pathLst>
              <a:path w="76684" h="98003">
                <a:moveTo>
                  <a:pt x="15404" y="98003"/>
                </a:moveTo>
                <a:lnTo>
                  <a:pt x="0" y="87511"/>
                </a:lnTo>
                <a:lnTo>
                  <a:pt x="61503" y="0"/>
                </a:lnTo>
                <a:lnTo>
                  <a:pt x="76684" y="11274"/>
                </a:lnTo>
                <a:lnTo>
                  <a:pt x="15404" y="98003"/>
                </a:lnTo>
                <a:close/>
                <a:moveTo>
                  <a:pt x="15404" y="98003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E9B80-8F44-42A6-A98D-4DE3E02A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1992" y="2683818"/>
            <a:ext cx="94208" cy="84051"/>
          </a:xfrm>
          <a:custGeom xmlns:a="http://schemas.openxmlformats.org/drawingml/2006/main">
            <a:pathLst>
              <a:path w="94208" h="84051">
                <a:moveTo>
                  <a:pt x="0" y="15515"/>
                </a:moveTo>
                <a:lnTo>
                  <a:pt x="12390" y="0"/>
                </a:lnTo>
                <a:lnTo>
                  <a:pt x="94208" y="69205"/>
                </a:lnTo>
                <a:lnTo>
                  <a:pt x="80925" y="84051"/>
                </a:lnTo>
                <a:lnTo>
                  <a:pt x="0" y="15515"/>
                </a:lnTo>
                <a:close/>
                <a:moveTo>
                  <a:pt x="0" y="15515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93962-7CAE-47BB-A849-FA050312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935" y="5551252"/>
            <a:ext cx="71438" cy="100013"/>
          </a:xfrm>
          <a:custGeom xmlns:a="http://schemas.openxmlformats.org/drawingml/2006/main">
            <a:pathLst>
              <a:path w="71438" h="100012">
                <a:moveTo>
                  <a:pt x="71438" y="90301"/>
                </a:moveTo>
                <a:lnTo>
                  <a:pt x="56369" y="100012"/>
                </a:lnTo>
                <a:lnTo>
                  <a:pt x="0" y="9041"/>
                </a:lnTo>
                <a:lnTo>
                  <a:pt x="15515" y="0"/>
                </a:lnTo>
                <a:lnTo>
                  <a:pt x="71438" y="90301"/>
                </a:lnTo>
                <a:close/>
                <a:moveTo>
                  <a:pt x="71438" y="90301"/>
                </a:moveTo>
              </a:path>
            </a:pathLst>
          </a:custGeom>
          <a:solidFill xmlns:a="http://schemas.openxmlformats.org/drawingml/2006/main">
            <a:srgbClr val="006C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01889B-4038-41FC-99C5-E81E202A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537" y="6094288"/>
            <a:ext cx="122225" cy="116532"/>
          </a:xfrm>
          <a:custGeom xmlns:a="http://schemas.openxmlformats.org/drawingml/2006/main">
            <a:pathLst>
              <a:path w="122225" h="116532">
                <a:moveTo>
                  <a:pt x="122225" y="68089"/>
                </a:moveTo>
                <a:lnTo>
                  <a:pt x="83604" y="116532"/>
                </a:lnTo>
                <a:lnTo>
                  <a:pt x="0" y="46546"/>
                </a:lnTo>
                <a:lnTo>
                  <a:pt x="40853" y="0"/>
                </a:lnTo>
                <a:lnTo>
                  <a:pt x="122225" y="68089"/>
                </a:lnTo>
                <a:close/>
                <a:moveTo>
                  <a:pt x="122225" y="68089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A12A8-95CA-4F45-BA36-33F99E66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64558"/>
            <a:ext cx="108496" cy="122672"/>
          </a:xfrm>
          <a:custGeom xmlns:a="http://schemas.openxmlformats.org/drawingml/2006/main">
            <a:pathLst>
              <a:path w="108496" h="122672">
                <a:moveTo>
                  <a:pt x="0" y="18083"/>
                </a:moveTo>
                <a:lnTo>
                  <a:pt x="89074" y="0"/>
                </a:lnTo>
                <a:lnTo>
                  <a:pt x="108496" y="108719"/>
                </a:lnTo>
                <a:lnTo>
                  <a:pt x="18752" y="122672"/>
                </a:lnTo>
                <a:lnTo>
                  <a:pt x="0" y="18083"/>
                </a:lnTo>
                <a:close/>
                <a:moveTo>
                  <a:pt x="0" y="18083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6B059-7259-45D2-BD82-2A89304D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880" y="2379315"/>
            <a:ext cx="165646" cy="175692"/>
          </a:xfrm>
          <a:custGeom xmlns:a="http://schemas.openxmlformats.org/drawingml/2006/main">
            <a:pathLst>
              <a:path w="165646" h="175692">
                <a:moveTo>
                  <a:pt x="0" y="120886"/>
                </a:moveTo>
                <a:lnTo>
                  <a:pt x="69093" y="0"/>
                </a:lnTo>
                <a:lnTo>
                  <a:pt x="165646" y="58155"/>
                </a:lnTo>
                <a:lnTo>
                  <a:pt x="90971" y="175692"/>
                </a:lnTo>
                <a:lnTo>
                  <a:pt x="0" y="120886"/>
                </a:lnTo>
                <a:close/>
                <a:moveTo>
                  <a:pt x="0" y="120886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ABBBE-6CB0-4977-8771-3E9289BB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961" y="2433675"/>
            <a:ext cx="99789" cy="60722"/>
          </a:xfrm>
          <a:custGeom xmlns:a="http://schemas.openxmlformats.org/drawingml/2006/main">
            <a:pathLst>
              <a:path w="99789" h="60722">
                <a:moveTo>
                  <a:pt x="0" y="10827"/>
                </a:moveTo>
                <a:lnTo>
                  <a:pt x="5581" y="0"/>
                </a:lnTo>
                <a:lnTo>
                  <a:pt x="99789" y="50118"/>
                </a:lnTo>
                <a:lnTo>
                  <a:pt x="93762" y="60722"/>
                </a:lnTo>
                <a:lnTo>
                  <a:pt x="0" y="10827"/>
                </a:lnTo>
                <a:close/>
                <a:moveTo>
                  <a:pt x="0" y="10827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6B2E0-7AE9-4A51-BD88-23CD1D5A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846" y="2191345"/>
            <a:ext cx="107379" cy="23664"/>
          </a:xfrm>
          <a:custGeom xmlns:a="http://schemas.openxmlformats.org/drawingml/2006/main">
            <a:pathLst>
              <a:path w="107379" h="23664">
                <a:moveTo>
                  <a:pt x="1451" y="23664"/>
                </a:moveTo>
                <a:lnTo>
                  <a:pt x="0" y="5693"/>
                </a:lnTo>
                <a:lnTo>
                  <a:pt x="106821" y="0"/>
                </a:lnTo>
                <a:lnTo>
                  <a:pt x="107379" y="17971"/>
                </a:lnTo>
                <a:lnTo>
                  <a:pt x="1451" y="23664"/>
                </a:lnTo>
                <a:close/>
                <a:moveTo>
                  <a:pt x="1451" y="23664"/>
                </a:moveTo>
              </a:path>
            </a:pathLst>
          </a:custGeom>
          <a:solidFill xmlns:a="http://schemas.openxmlformats.org/drawingml/2006/main">
            <a:srgbClr val="9283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106A5-052F-4886-95F2-B0C434B2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214" y="6365639"/>
            <a:ext cx="103808" cy="67642"/>
          </a:xfrm>
          <a:custGeom xmlns:a="http://schemas.openxmlformats.org/drawingml/2006/main">
            <a:pathLst>
              <a:path w="103808" h="67642">
                <a:moveTo>
                  <a:pt x="103808" y="49448"/>
                </a:moveTo>
                <a:lnTo>
                  <a:pt x="94878" y="67642"/>
                </a:lnTo>
                <a:lnTo>
                  <a:pt x="0" y="17748"/>
                </a:lnTo>
                <a:lnTo>
                  <a:pt x="9934" y="0"/>
                </a:lnTo>
                <a:lnTo>
                  <a:pt x="103808" y="49448"/>
                </a:lnTo>
                <a:close/>
                <a:moveTo>
                  <a:pt x="103808" y="49448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72797-4129-4978-A682-C47BC580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49" y="2846003"/>
            <a:ext cx="84720" cy="87623"/>
          </a:xfrm>
          <a:custGeom xmlns:a="http://schemas.openxmlformats.org/drawingml/2006/main">
            <a:pathLst>
              <a:path w="84720" h="87623">
                <a:moveTo>
                  <a:pt x="0" y="10827"/>
                </a:moveTo>
                <a:lnTo>
                  <a:pt x="10827" y="0"/>
                </a:lnTo>
                <a:lnTo>
                  <a:pt x="84720" y="77242"/>
                </a:lnTo>
                <a:lnTo>
                  <a:pt x="73335" y="87623"/>
                </a:lnTo>
                <a:lnTo>
                  <a:pt x="0" y="10827"/>
                </a:lnTo>
                <a:close/>
                <a:moveTo>
                  <a:pt x="0" y="10827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DC7D0-2C8B-4492-8523-68D4B1FD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450" y="6556623"/>
            <a:ext cx="106710" cy="41858"/>
          </a:xfrm>
          <a:custGeom xmlns:a="http://schemas.openxmlformats.org/drawingml/2006/main">
            <a:pathLst>
              <a:path w="106710" h="41858">
                <a:moveTo>
                  <a:pt x="102468" y="0"/>
                </a:moveTo>
                <a:lnTo>
                  <a:pt x="106710" y="14399"/>
                </a:lnTo>
                <a:lnTo>
                  <a:pt x="3460" y="41858"/>
                </a:lnTo>
                <a:lnTo>
                  <a:pt x="0" y="27347"/>
                </a:lnTo>
                <a:lnTo>
                  <a:pt x="102468" y="0"/>
                </a:lnTo>
                <a:close/>
                <a:moveTo>
                  <a:pt x="102468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46CCB-3A2F-42D1-94DA-120D2ADA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911" y="2407444"/>
            <a:ext cx="108272" cy="74898"/>
          </a:xfrm>
          <a:custGeom xmlns:a="http://schemas.openxmlformats.org/drawingml/2006/main">
            <a:pathLst>
              <a:path w="108272" h="74898">
                <a:moveTo>
                  <a:pt x="14064" y="74898"/>
                </a:moveTo>
                <a:lnTo>
                  <a:pt x="0" y="49448"/>
                </a:lnTo>
                <a:lnTo>
                  <a:pt x="95436" y="0"/>
                </a:lnTo>
                <a:lnTo>
                  <a:pt x="108272" y="26119"/>
                </a:lnTo>
                <a:lnTo>
                  <a:pt x="14064" y="74898"/>
                </a:lnTo>
                <a:close/>
                <a:moveTo>
                  <a:pt x="14064" y="74898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350B6-FA13-4065-81C7-194324C4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293" y="3749241"/>
            <a:ext cx="46658" cy="107268"/>
          </a:xfrm>
          <a:custGeom xmlns:a="http://schemas.openxmlformats.org/drawingml/2006/main">
            <a:pathLst>
              <a:path w="46658" h="107268">
                <a:moveTo>
                  <a:pt x="0" y="5358"/>
                </a:moveTo>
                <a:lnTo>
                  <a:pt x="16743" y="0"/>
                </a:lnTo>
                <a:lnTo>
                  <a:pt x="46658" y="102691"/>
                </a:lnTo>
                <a:lnTo>
                  <a:pt x="29691" y="107268"/>
                </a:lnTo>
                <a:lnTo>
                  <a:pt x="0" y="5358"/>
                </a:lnTo>
                <a:close/>
                <a:moveTo>
                  <a:pt x="0" y="5358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4C6455-AF40-479F-BA20-2EBF4133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883" y="4544653"/>
            <a:ext cx="23887" cy="107379"/>
          </a:xfrm>
          <a:custGeom xmlns:a="http://schemas.openxmlformats.org/drawingml/2006/main">
            <a:pathLst>
              <a:path w="23887" h="107379">
                <a:moveTo>
                  <a:pt x="23887" y="105705"/>
                </a:moveTo>
                <a:lnTo>
                  <a:pt x="8260" y="107379"/>
                </a:lnTo>
                <a:lnTo>
                  <a:pt x="0" y="893"/>
                </a:lnTo>
                <a:lnTo>
                  <a:pt x="15627" y="0"/>
                </a:lnTo>
                <a:lnTo>
                  <a:pt x="23887" y="105705"/>
                </a:lnTo>
                <a:close/>
                <a:moveTo>
                  <a:pt x="23887" y="105705"/>
                </a:moveTo>
              </a:path>
            </a:pathLst>
          </a:custGeom>
          <a:solidFill xmlns:a="http://schemas.openxmlformats.org/drawingml/2006/main">
            <a:srgbClr val="78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A3A06-CA9C-4EFA-B1CB-AE70FA4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13" y="6610648"/>
            <a:ext cx="113184" cy="63178"/>
          </a:xfrm>
          <a:custGeom xmlns:a="http://schemas.openxmlformats.org/drawingml/2006/main">
            <a:pathLst>
              <a:path w="113184" h="63178">
                <a:moveTo>
                  <a:pt x="104924" y="0"/>
                </a:moveTo>
                <a:lnTo>
                  <a:pt x="113184" y="46546"/>
                </a:lnTo>
                <a:lnTo>
                  <a:pt x="6139" y="63178"/>
                </a:lnTo>
                <a:lnTo>
                  <a:pt x="0" y="16185"/>
                </a:lnTo>
                <a:lnTo>
                  <a:pt x="104924" y="0"/>
                </a:lnTo>
                <a:close/>
                <a:moveTo>
                  <a:pt x="104924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E054A-6ADA-4F52-B77A-11BDFA7B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23" y="2178286"/>
            <a:ext cx="144996" cy="159172"/>
          </a:xfrm>
          <a:custGeom xmlns:a="http://schemas.openxmlformats.org/drawingml/2006/main">
            <a:pathLst>
              <a:path w="144996" h="159172">
                <a:moveTo>
                  <a:pt x="44202" y="159172"/>
                </a:moveTo>
                <a:lnTo>
                  <a:pt x="0" y="35272"/>
                </a:lnTo>
                <a:lnTo>
                  <a:pt x="106710" y="0"/>
                </a:lnTo>
                <a:lnTo>
                  <a:pt x="144996" y="126020"/>
                </a:lnTo>
                <a:lnTo>
                  <a:pt x="44202" y="159172"/>
                </a:lnTo>
                <a:close/>
                <a:moveTo>
                  <a:pt x="44202" y="159172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6BE16-0DC9-4403-BBD5-371C27DA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560" y="3631592"/>
            <a:ext cx="66415" cy="111733"/>
          </a:xfrm>
          <a:custGeom xmlns:a="http://schemas.openxmlformats.org/drawingml/2006/main">
            <a:pathLst>
              <a:path w="66415" h="111733">
                <a:moveTo>
                  <a:pt x="0" y="11609"/>
                </a:moveTo>
                <a:lnTo>
                  <a:pt x="30807" y="0"/>
                </a:lnTo>
                <a:lnTo>
                  <a:pt x="66415" y="101575"/>
                </a:lnTo>
                <a:lnTo>
                  <a:pt x="35161" y="111733"/>
                </a:lnTo>
                <a:lnTo>
                  <a:pt x="0" y="11609"/>
                </a:lnTo>
                <a:close/>
                <a:moveTo>
                  <a:pt x="0" y="11609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0E9C6-0ED5-42D9-8280-5D0087D5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68" y="6014145"/>
            <a:ext cx="120104" cy="117649"/>
          </a:xfrm>
          <a:custGeom xmlns:a="http://schemas.openxmlformats.org/drawingml/2006/main">
            <a:pathLst>
              <a:path w="120104" h="117649">
                <a:moveTo>
                  <a:pt x="120104" y="72442"/>
                </a:moveTo>
                <a:lnTo>
                  <a:pt x="79809" y="117649"/>
                </a:lnTo>
                <a:lnTo>
                  <a:pt x="0" y="43421"/>
                </a:lnTo>
                <a:lnTo>
                  <a:pt x="42416" y="0"/>
                </a:lnTo>
                <a:lnTo>
                  <a:pt x="120104" y="72442"/>
                </a:lnTo>
                <a:close/>
                <a:moveTo>
                  <a:pt x="120104" y="72442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3FF557-1969-49E9-A971-FE6963B6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836" y="4779057"/>
            <a:ext cx="45988" cy="109835"/>
          </a:xfrm>
          <a:custGeom xmlns:a="http://schemas.openxmlformats.org/drawingml/2006/main">
            <a:pathLst>
              <a:path w="45988" h="109835">
                <a:moveTo>
                  <a:pt x="45988" y="104366"/>
                </a:moveTo>
                <a:lnTo>
                  <a:pt x="19645" y="109835"/>
                </a:lnTo>
                <a:lnTo>
                  <a:pt x="0" y="4242"/>
                </a:lnTo>
                <a:lnTo>
                  <a:pt x="26789" y="0"/>
                </a:lnTo>
                <a:lnTo>
                  <a:pt x="45988" y="104366"/>
                </a:lnTo>
                <a:close/>
                <a:moveTo>
                  <a:pt x="45988" y="104366"/>
                </a:moveTo>
              </a:path>
            </a:pathLst>
          </a:custGeom>
          <a:solidFill xmlns:a="http://schemas.openxmlformats.org/drawingml/2006/main">
            <a:srgbClr val="EFE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144E7-0F9D-42A0-B05B-9E80EB5C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954" y="5256237"/>
            <a:ext cx="57931" cy="104701"/>
          </a:xfrm>
          <a:custGeom xmlns:a="http://schemas.openxmlformats.org/drawingml/2006/main">
            <a:pathLst>
              <a:path w="57931" h="104701">
                <a:moveTo>
                  <a:pt x="41970" y="0"/>
                </a:moveTo>
                <a:lnTo>
                  <a:pt x="57931" y="6362"/>
                </a:lnTo>
                <a:lnTo>
                  <a:pt x="15627" y="104701"/>
                </a:lnTo>
                <a:lnTo>
                  <a:pt x="0" y="97445"/>
                </a:lnTo>
                <a:lnTo>
                  <a:pt x="41970" y="0"/>
                </a:lnTo>
                <a:close/>
                <a:moveTo>
                  <a:pt x="41970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F3043-3556-4BDE-9CD6-2CDE0424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998" y="3850704"/>
            <a:ext cx="90860" cy="120439"/>
          </a:xfrm>
          <a:custGeom xmlns:a="http://schemas.openxmlformats.org/drawingml/2006/main">
            <a:pathLst>
              <a:path w="90860" h="120439">
                <a:moveTo>
                  <a:pt x="0" y="17078"/>
                </a:moveTo>
                <a:lnTo>
                  <a:pt x="65856" y="0"/>
                </a:lnTo>
                <a:lnTo>
                  <a:pt x="90860" y="106487"/>
                </a:lnTo>
                <a:lnTo>
                  <a:pt x="24333" y="120439"/>
                </a:lnTo>
                <a:lnTo>
                  <a:pt x="0" y="17078"/>
                </a:lnTo>
                <a:close/>
                <a:moveTo>
                  <a:pt x="0" y="17078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98D69-5BD4-4C25-B7D0-A0E87180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398" y="4919030"/>
            <a:ext cx="65075" cy="113630"/>
          </a:xfrm>
          <a:custGeom xmlns:a="http://schemas.openxmlformats.org/drawingml/2006/main">
            <a:pathLst>
              <a:path w="65075" h="113630">
                <a:moveTo>
                  <a:pt x="26119" y="0"/>
                </a:moveTo>
                <a:lnTo>
                  <a:pt x="65075" y="8818"/>
                </a:lnTo>
                <a:lnTo>
                  <a:pt x="38621" y="113630"/>
                </a:lnTo>
                <a:lnTo>
                  <a:pt x="0" y="102803"/>
                </a:lnTo>
                <a:lnTo>
                  <a:pt x="26119" y="0"/>
                </a:lnTo>
                <a:close/>
                <a:moveTo>
                  <a:pt x="26119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5F6BC4-6323-4D61-BE90-6C42FCE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467" y="5747817"/>
            <a:ext cx="94208" cy="106710"/>
          </a:xfrm>
          <a:custGeom xmlns:a="http://schemas.openxmlformats.org/drawingml/2006/main">
            <a:pathLst>
              <a:path w="94208" h="106710">
                <a:moveTo>
                  <a:pt x="94208" y="83827"/>
                </a:moveTo>
                <a:lnTo>
                  <a:pt x="66303" y="106710"/>
                </a:lnTo>
                <a:lnTo>
                  <a:pt x="0" y="21543"/>
                </a:lnTo>
                <a:lnTo>
                  <a:pt x="29021" y="0"/>
                </a:lnTo>
                <a:lnTo>
                  <a:pt x="94208" y="83827"/>
                </a:lnTo>
                <a:close/>
                <a:moveTo>
                  <a:pt x="94208" y="83827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72B19-030A-4855-81EA-34E91028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165" y="5572460"/>
            <a:ext cx="78581" cy="103584"/>
          </a:xfrm>
          <a:custGeom xmlns:a="http://schemas.openxmlformats.org/drawingml/2006/main">
            <a:pathLst>
              <a:path w="78581" h="103584">
                <a:moveTo>
                  <a:pt x="56927" y="0"/>
                </a:moveTo>
                <a:lnTo>
                  <a:pt x="78581" y="13060"/>
                </a:lnTo>
                <a:lnTo>
                  <a:pt x="20873" y="103584"/>
                </a:lnTo>
                <a:lnTo>
                  <a:pt x="0" y="89632"/>
                </a:lnTo>
                <a:lnTo>
                  <a:pt x="56927" y="0"/>
                </a:lnTo>
                <a:close/>
                <a:moveTo>
                  <a:pt x="56927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ACFA0-F839-4E64-93EC-81A1BA7A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649" y="4331345"/>
            <a:ext cx="52350" cy="108496"/>
          </a:xfrm>
          <a:custGeom xmlns:a="http://schemas.openxmlformats.org/drawingml/2006/main">
            <a:pathLst>
              <a:path w="52350" h="108496">
                <a:moveTo>
                  <a:pt x="0" y="2232"/>
                </a:moveTo>
                <a:lnTo>
                  <a:pt x="50341" y="0"/>
                </a:lnTo>
                <a:lnTo>
                  <a:pt x="52350" y="108496"/>
                </a:lnTo>
                <a:lnTo>
                  <a:pt x="1898" y="108272"/>
                </a:lnTo>
                <a:lnTo>
                  <a:pt x="0" y="2232"/>
                </a:lnTo>
                <a:close/>
                <a:moveTo>
                  <a:pt x="0" y="2232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62779-C5E6-4B55-A8BA-BB697C56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964" y="5671803"/>
            <a:ext cx="127806" cy="134392"/>
          </a:xfrm>
          <a:custGeom xmlns:a="http://schemas.openxmlformats.org/drawingml/2006/main">
            <a:pathLst>
              <a:path w="127806" h="134392">
                <a:moveTo>
                  <a:pt x="61615" y="0"/>
                </a:moveTo>
                <a:lnTo>
                  <a:pt x="127806" y="44872"/>
                </a:lnTo>
                <a:lnTo>
                  <a:pt x="63959" y="134392"/>
                </a:lnTo>
                <a:lnTo>
                  <a:pt x="0" y="86395"/>
                </a:lnTo>
                <a:lnTo>
                  <a:pt x="61615" y="0"/>
                </a:lnTo>
                <a:close/>
                <a:moveTo>
                  <a:pt x="61615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7D02DB-C665-44A2-99E7-356630D5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480" y="3208325"/>
            <a:ext cx="78581" cy="105035"/>
          </a:xfrm>
          <a:custGeom xmlns:a="http://schemas.openxmlformats.org/drawingml/2006/main">
            <a:pathLst>
              <a:path w="78581" h="105035">
                <a:moveTo>
                  <a:pt x="0" y="14511"/>
                </a:moveTo>
                <a:lnTo>
                  <a:pt x="22547" y="0"/>
                </a:lnTo>
                <a:lnTo>
                  <a:pt x="78581" y="91641"/>
                </a:lnTo>
                <a:lnTo>
                  <a:pt x="55476" y="105035"/>
                </a:lnTo>
                <a:lnTo>
                  <a:pt x="0" y="14511"/>
                </a:lnTo>
                <a:close/>
                <a:moveTo>
                  <a:pt x="0" y="14511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4A753A-387D-4D52-B2C3-A298AA7C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674" y="2268475"/>
            <a:ext cx="290215" cy="352499"/>
          </a:xfrm>
          <a:custGeom xmlns:a="http://schemas.openxmlformats.org/drawingml/2006/main">
            <a:pathLst>
              <a:path w="290215" h="352499">
                <a:moveTo>
                  <a:pt x="0" y="292894"/>
                </a:moveTo>
                <a:lnTo>
                  <a:pt x="94320" y="146558"/>
                </a:lnTo>
                <a:lnTo>
                  <a:pt x="188528" y="0"/>
                </a:lnTo>
                <a:lnTo>
                  <a:pt x="290215" y="68982"/>
                </a:lnTo>
                <a:lnTo>
                  <a:pt x="188975" y="210741"/>
                </a:lnTo>
                <a:lnTo>
                  <a:pt x="87957" y="352499"/>
                </a:ln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AB4D3-3F34-48DC-B37B-0518D27A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00" y="2608585"/>
            <a:ext cx="144661" cy="142987"/>
          </a:xfrm>
          <a:custGeom xmlns:a="http://schemas.openxmlformats.org/drawingml/2006/main">
            <a:pathLst>
              <a:path w="144661" h="142987">
                <a:moveTo>
                  <a:pt x="62843" y="142987"/>
                </a:moveTo>
                <a:lnTo>
                  <a:pt x="0" y="70545"/>
                </a:lnTo>
                <a:lnTo>
                  <a:pt x="85390" y="0"/>
                </a:lnTo>
                <a:lnTo>
                  <a:pt x="144661" y="75456"/>
                </a:lnTo>
                <a:lnTo>
                  <a:pt x="62843" y="142987"/>
                </a:lnTo>
                <a:close/>
                <a:moveTo>
                  <a:pt x="62843" y="142987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7D7B0-B5C4-4256-AE33-7E997711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434" y="4186907"/>
            <a:ext cx="50453" cy="110170"/>
          </a:xfrm>
          <a:custGeom xmlns:a="http://schemas.openxmlformats.org/drawingml/2006/main">
            <a:pathLst>
              <a:path w="50453" h="110170">
                <a:moveTo>
                  <a:pt x="41858" y="110170"/>
                </a:moveTo>
                <a:lnTo>
                  <a:pt x="0" y="107826"/>
                </a:lnTo>
                <a:lnTo>
                  <a:pt x="8930" y="0"/>
                </a:lnTo>
                <a:lnTo>
                  <a:pt x="50453" y="4465"/>
                </a:lnTo>
                <a:lnTo>
                  <a:pt x="41858" y="110170"/>
                </a:lnTo>
                <a:close/>
                <a:moveTo>
                  <a:pt x="41858" y="110170"/>
                </a:moveTo>
              </a:path>
            </a:pathLst>
          </a:custGeom>
          <a:solidFill xmlns:a="http://schemas.openxmlformats.org/drawingml/2006/main">
            <a:srgbClr val="FD0D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553AD-EC92-4252-9DC7-D4272103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651" y="6640004"/>
            <a:ext cx="107268" cy="24222"/>
          </a:xfrm>
          <a:custGeom xmlns:a="http://schemas.openxmlformats.org/drawingml/2006/main">
            <a:pathLst>
              <a:path w="107268" h="24222">
                <a:moveTo>
                  <a:pt x="105928" y="0"/>
                </a:moveTo>
                <a:lnTo>
                  <a:pt x="107268" y="19087"/>
                </a:lnTo>
                <a:lnTo>
                  <a:pt x="335" y="24222"/>
                </a:lnTo>
                <a:lnTo>
                  <a:pt x="0" y="5023"/>
                </a:lnTo>
                <a:lnTo>
                  <a:pt x="105928" y="0"/>
                </a:lnTo>
                <a:close/>
                <a:moveTo>
                  <a:pt x="105928" y="0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9D8D5-3D97-4521-9B48-ACFFE055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300" y="2421396"/>
            <a:ext cx="229605" cy="255389"/>
          </a:xfrm>
          <a:custGeom xmlns:a="http://schemas.openxmlformats.org/drawingml/2006/main">
            <a:pathLst>
              <a:path w="229605" h="255389">
                <a:moveTo>
                  <a:pt x="144326" y="255389"/>
                </a:moveTo>
                <a:lnTo>
                  <a:pt x="0" y="69875"/>
                </a:lnTo>
                <a:lnTo>
                  <a:pt x="94320" y="0"/>
                </a:lnTo>
                <a:lnTo>
                  <a:pt x="229605" y="192100"/>
                </a:lnTo>
                <a:lnTo>
                  <a:pt x="144326" y="255389"/>
                </a:lnTo>
                <a:close/>
                <a:moveTo>
                  <a:pt x="144326" y="255389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AF30B-3B31-4AF3-AF0C-96546098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827" y="5364398"/>
            <a:ext cx="129815" cy="137517"/>
          </a:xfrm>
          <a:custGeom xmlns:a="http://schemas.openxmlformats.org/drawingml/2006/main">
            <a:pathLst>
              <a:path w="129815" h="137517">
                <a:moveTo>
                  <a:pt x="47104" y="0"/>
                </a:moveTo>
                <a:lnTo>
                  <a:pt x="129815" y="38509"/>
                </a:lnTo>
                <a:lnTo>
                  <a:pt x="80702" y="137517"/>
                </a:lnTo>
                <a:lnTo>
                  <a:pt x="0" y="95101"/>
                </a:lnTo>
                <a:lnTo>
                  <a:pt x="47104" y="0"/>
                </a:lnTo>
                <a:close/>
                <a:moveTo>
                  <a:pt x="47104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3BAC9-2A8E-44E6-9646-F7077E70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973" y="4803391"/>
            <a:ext cx="35272" cy="107268"/>
          </a:xfrm>
          <a:custGeom xmlns:a="http://schemas.openxmlformats.org/drawingml/2006/main">
            <a:pathLst>
              <a:path w="35272" h="107268">
                <a:moveTo>
                  <a:pt x="20427" y="0"/>
                </a:moveTo>
                <a:lnTo>
                  <a:pt x="35272" y="2567"/>
                </a:lnTo>
                <a:lnTo>
                  <a:pt x="14734" y="107268"/>
                </a:lnTo>
                <a:lnTo>
                  <a:pt x="0" y="104031"/>
                </a:lnTo>
                <a:lnTo>
                  <a:pt x="20427" y="0"/>
                </a:lnTo>
                <a:close/>
                <a:moveTo>
                  <a:pt x="20427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78425-CB25-48A1-9198-7854FE3D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721" y="2930165"/>
            <a:ext cx="83046" cy="92645"/>
          </a:xfrm>
          <a:custGeom xmlns:a="http://schemas.openxmlformats.org/drawingml/2006/main">
            <a:pathLst>
              <a:path w="83046" h="92645">
                <a:moveTo>
                  <a:pt x="0" y="12055"/>
                </a:moveTo>
                <a:lnTo>
                  <a:pt x="13283" y="0"/>
                </a:lnTo>
                <a:lnTo>
                  <a:pt x="83046" y="81260"/>
                </a:lnTo>
                <a:lnTo>
                  <a:pt x="68982" y="92645"/>
                </a:lnTo>
                <a:lnTo>
                  <a:pt x="0" y="12055"/>
                </a:lnTo>
                <a:close/>
                <a:moveTo>
                  <a:pt x="0" y="12055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12F81-7B7C-4D52-A538-BDD4E240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116" y="5009443"/>
            <a:ext cx="191430" cy="153256"/>
          </a:xfrm>
          <a:custGeom xmlns:a="http://schemas.openxmlformats.org/drawingml/2006/main">
            <a:pathLst>
              <a:path w="191430" h="153256">
                <a:moveTo>
                  <a:pt x="191430" y="101798"/>
                </a:moveTo>
                <a:lnTo>
                  <a:pt x="32593" y="153256"/>
                </a:lnTo>
                <a:lnTo>
                  <a:pt x="0" y="43867"/>
                </a:lnTo>
                <a:lnTo>
                  <a:pt x="161181" y="0"/>
                </a:lnTo>
                <a:lnTo>
                  <a:pt x="191430" y="101798"/>
                </a:lnTo>
                <a:close/>
                <a:moveTo>
                  <a:pt x="191430" y="101798"/>
                </a:moveTo>
              </a:path>
            </a:pathLst>
          </a:custGeom>
          <a:solidFill xmlns:a="http://schemas.openxmlformats.org/drawingml/2006/main">
            <a:srgbClr val="C65D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E54D6-EA0C-4EC0-9B14-DF6346C6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213" y="4094597"/>
            <a:ext cx="42304" cy="109500"/>
          </a:xfrm>
          <a:custGeom xmlns:a="http://schemas.openxmlformats.org/drawingml/2006/main">
            <a:pathLst>
              <a:path w="42304" h="109500">
                <a:moveTo>
                  <a:pt x="0" y="4242"/>
                </a:moveTo>
                <a:lnTo>
                  <a:pt x="28910" y="0"/>
                </a:lnTo>
                <a:lnTo>
                  <a:pt x="42304" y="106598"/>
                </a:lnTo>
                <a:lnTo>
                  <a:pt x="13171" y="109500"/>
                </a:lnTo>
                <a:lnTo>
                  <a:pt x="0" y="4242"/>
                </a:lnTo>
                <a:close/>
                <a:moveTo>
                  <a:pt x="0" y="4242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EEFDB-BE79-4D67-B45A-947270FA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343" y="1668177"/>
            <a:ext cx="2902" cy="540246"/>
          </a:xfrm>
          <a:custGeom xmlns:a="http://schemas.openxmlformats.org/drawingml/2006/main">
            <a:pathLst>
              <a:path w="2902" h="540246" fill="none">
                <a:moveTo>
                  <a:pt x="2902" y="540246"/>
                </a:moveTo>
                <a:lnTo>
                  <a:pt x="2009" y="36009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5B58A-3996-4331-B233-35FD48DC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246" y="2208423"/>
            <a:ext cx="7144" cy="10"/>
          </a:xfrm>
          <a:custGeom xmlns:a="http://schemas.openxmlformats.org/drawingml/2006/main">
            <a:pathLst>
              <a:path w="7144" h="1" fill="none">
                <a:moveTo>
                  <a:pt x="0" y="0"/>
                </a:moveTo>
                <a:lnTo>
                  <a:pt x="71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C00EB-9585-46B8-A5F4-412D4252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353" y="2028267"/>
            <a:ext cx="7479" cy="10"/>
          </a:xfrm>
          <a:custGeom xmlns:a="http://schemas.openxmlformats.org/drawingml/2006/main">
            <a:pathLst>
              <a:path w="7479" h="1" fill="none">
                <a:moveTo>
                  <a:pt x="0" y="0"/>
                </a:moveTo>
                <a:lnTo>
                  <a:pt x="74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B2C5E-5A54-4331-9858-48B0DDF1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348" y="1848222"/>
            <a:ext cx="8148" cy="10"/>
          </a:xfrm>
          <a:custGeom xmlns:a="http://schemas.openxmlformats.org/drawingml/2006/main">
            <a:pathLst>
              <a:path w="8148" h="1" fill="none">
                <a:moveTo>
                  <a:pt x="0" y="0"/>
                </a:moveTo>
                <a:lnTo>
                  <a:pt x="81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E6543-B3A3-45AF-B62F-16D47278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343" y="1668177"/>
            <a:ext cx="8818" cy="10"/>
          </a:xfrm>
          <a:custGeom xmlns:a="http://schemas.openxmlformats.org/drawingml/2006/main">
            <a:pathLst>
              <a:path w="8818" h="1" fill="none">
                <a:moveTo>
                  <a:pt x="0" y="0"/>
                </a:moveTo>
                <a:lnTo>
                  <a:pt x="8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98EDC-2EEF-4900-A2E8-117675A7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2138883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1F508-5C0F-4D0C-9C9C-56B134F5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1958819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5780A-C86F-4058-A426-B181E666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72" y="2079816"/>
            <a:ext cx="20985" cy="21878"/>
          </a:xfrm>
          <a:custGeom xmlns:a="http://schemas.openxmlformats.org/drawingml/2006/main">
            <a:pathLst>
              <a:path w="20985" h="21878">
                <a:moveTo>
                  <a:pt x="0" y="0"/>
                </a:moveTo>
                <a:lnTo>
                  <a:pt x="20985" y="0"/>
                </a:lnTo>
                <a:lnTo>
                  <a:pt x="20985" y="21878"/>
                </a:lnTo>
                <a:lnTo>
                  <a:pt x="0" y="2187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FF0A4-C7BB-4422-9A2A-01276D69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856" y="1958372"/>
            <a:ext cx="98673" cy="143321"/>
          </a:xfrm>
          <a:custGeom xmlns:a="http://schemas.openxmlformats.org/drawingml/2006/main">
            <a:pathLst>
              <a:path w="98673" h="143321">
                <a:moveTo>
                  <a:pt x="0" y="143321"/>
                </a:moveTo>
                <a:cubicBezTo>
                  <a:pt x="893" y="125016"/>
                  <a:pt x="5358" y="116086"/>
                  <a:pt x="7590" y="111175"/>
                </a:cubicBezTo>
                <a:cubicBezTo>
                  <a:pt x="14288" y="97334"/>
                  <a:pt x="27236" y="90190"/>
                  <a:pt x="33486" y="86618"/>
                </a:cubicBezTo>
                <a:lnTo>
                  <a:pt x="52685" y="75009"/>
                </a:lnTo>
                <a:cubicBezTo>
                  <a:pt x="65633" y="67866"/>
                  <a:pt x="69205" y="64294"/>
                  <a:pt x="70991" y="62508"/>
                </a:cubicBezTo>
                <a:cubicBezTo>
                  <a:pt x="79028" y="54025"/>
                  <a:pt x="79028" y="47327"/>
                  <a:pt x="79028" y="43309"/>
                </a:cubicBezTo>
                <a:cubicBezTo>
                  <a:pt x="79028" y="31254"/>
                  <a:pt x="74116" y="26343"/>
                  <a:pt x="71438" y="23664"/>
                </a:cubicBezTo>
                <a:cubicBezTo>
                  <a:pt x="64294" y="16520"/>
                  <a:pt x="55811" y="16520"/>
                  <a:pt x="51792" y="16520"/>
                </a:cubicBezTo>
                <a:cubicBezTo>
                  <a:pt x="33040" y="16520"/>
                  <a:pt x="28129" y="25896"/>
                  <a:pt x="25896" y="30361"/>
                </a:cubicBezTo>
                <a:cubicBezTo>
                  <a:pt x="22324" y="37951"/>
                  <a:pt x="21878" y="46881"/>
                  <a:pt x="21878" y="50899"/>
                </a:cubicBezTo>
                <a:lnTo>
                  <a:pt x="3572" y="50899"/>
                </a:lnTo>
                <a:cubicBezTo>
                  <a:pt x="3572" y="32593"/>
                  <a:pt x="8483" y="24557"/>
                  <a:pt x="10716" y="20538"/>
                </a:cubicBezTo>
                <a:cubicBezTo>
                  <a:pt x="22324" y="0"/>
                  <a:pt x="41970" y="0"/>
                  <a:pt x="51792" y="0"/>
                </a:cubicBezTo>
                <a:cubicBezTo>
                  <a:pt x="76349" y="0"/>
                  <a:pt x="83939" y="8930"/>
                  <a:pt x="87511" y="13395"/>
                </a:cubicBezTo>
                <a:cubicBezTo>
                  <a:pt x="98673" y="26343"/>
                  <a:pt x="98673" y="37505"/>
                  <a:pt x="98673" y="42862"/>
                </a:cubicBezTo>
                <a:cubicBezTo>
                  <a:pt x="98673" y="59829"/>
                  <a:pt x="91083" y="67866"/>
                  <a:pt x="86618" y="72330"/>
                </a:cubicBezTo>
                <a:cubicBezTo>
                  <a:pt x="79921" y="79474"/>
                  <a:pt x="67866" y="85725"/>
                  <a:pt x="62061" y="89297"/>
                </a:cubicBezTo>
                <a:lnTo>
                  <a:pt x="48220" y="96887"/>
                </a:lnTo>
                <a:cubicBezTo>
                  <a:pt x="38398" y="102245"/>
                  <a:pt x="34826" y="105370"/>
                  <a:pt x="32593" y="107156"/>
                </a:cubicBezTo>
                <a:cubicBezTo>
                  <a:pt x="22771" y="116086"/>
                  <a:pt x="20985" y="122783"/>
                  <a:pt x="20092" y="126355"/>
                </a:cubicBezTo>
                <a:lnTo>
                  <a:pt x="98227" y="126355"/>
                </a:lnTo>
                <a:lnTo>
                  <a:pt x="98227" y="143321"/>
                </a:lnTo>
                <a:lnTo>
                  <a:pt x="0" y="143321"/>
                </a:lnTo>
                <a:close/>
                <a:moveTo>
                  <a:pt x="0" y="143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866B4-C118-4E4F-A016-B25B1C2F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1778754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D70C3-2751-4279-9A78-0ECFEDAB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72" y="1899751"/>
            <a:ext cx="20985" cy="21878"/>
          </a:xfrm>
          <a:custGeom xmlns:a="http://schemas.openxmlformats.org/drawingml/2006/main">
            <a:pathLst>
              <a:path w="20985" h="21878">
                <a:moveTo>
                  <a:pt x="0" y="0"/>
                </a:moveTo>
                <a:lnTo>
                  <a:pt x="20985" y="0"/>
                </a:lnTo>
                <a:lnTo>
                  <a:pt x="20985" y="21878"/>
                </a:lnTo>
                <a:lnTo>
                  <a:pt x="0" y="2187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C08C3-0964-43DE-A87C-7F331B40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517" y="1778308"/>
            <a:ext cx="101798" cy="143321"/>
          </a:xfrm>
          <a:custGeom xmlns:a="http://schemas.openxmlformats.org/drawingml/2006/main">
            <a:pathLst>
              <a:path w="101798" h="143321">
                <a:moveTo>
                  <a:pt x="62508" y="92869"/>
                </a:moveTo>
                <a:lnTo>
                  <a:pt x="62508" y="28129"/>
                </a:lnTo>
                <a:lnTo>
                  <a:pt x="16966" y="92869"/>
                </a:lnTo>
                <a:lnTo>
                  <a:pt x="62508" y="92869"/>
                </a:lnTo>
                <a:close/>
                <a:moveTo>
                  <a:pt x="62954" y="143321"/>
                </a:moveTo>
                <a:lnTo>
                  <a:pt x="62954" y="108496"/>
                </a:lnTo>
                <a:lnTo>
                  <a:pt x="0" y="108496"/>
                </a:lnTo>
                <a:lnTo>
                  <a:pt x="0" y="91083"/>
                </a:lnTo>
                <a:lnTo>
                  <a:pt x="65633" y="0"/>
                </a:lnTo>
                <a:lnTo>
                  <a:pt x="80814" y="0"/>
                </a:lnTo>
                <a:lnTo>
                  <a:pt x="80814" y="92869"/>
                </a:lnTo>
                <a:lnTo>
                  <a:pt x="101798" y="92869"/>
                </a:lnTo>
                <a:lnTo>
                  <a:pt x="101798" y="108496"/>
                </a:lnTo>
                <a:lnTo>
                  <a:pt x="80814" y="108496"/>
                </a:lnTo>
                <a:lnTo>
                  <a:pt x="80814" y="143321"/>
                </a:lnTo>
                <a:lnTo>
                  <a:pt x="62954" y="143321"/>
                </a:lnTo>
                <a:close/>
                <a:moveTo>
                  <a:pt x="62954" y="143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564C2-C19A-4FB8-B7D9-2AFA7A8B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1598690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753EE-D93E-4998-88D7-93AEAF86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72" y="1719687"/>
            <a:ext cx="20985" cy="21878"/>
          </a:xfrm>
          <a:custGeom xmlns:a="http://schemas.openxmlformats.org/drawingml/2006/main">
            <a:pathLst>
              <a:path w="20985" h="21878">
                <a:moveTo>
                  <a:pt x="0" y="0"/>
                </a:moveTo>
                <a:lnTo>
                  <a:pt x="20985" y="0"/>
                </a:lnTo>
                <a:lnTo>
                  <a:pt x="20985" y="21878"/>
                </a:lnTo>
                <a:lnTo>
                  <a:pt x="0" y="2187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7F297-F156-4C0B-BFC1-9EED4EEB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96" y="1597797"/>
            <a:ext cx="98227" cy="147786"/>
          </a:xfrm>
          <a:custGeom xmlns:a="http://schemas.openxmlformats.org/drawingml/2006/main">
            <a:pathLst>
              <a:path w="98227" h="147786">
                <a:moveTo>
                  <a:pt x="52239" y="0"/>
                </a:moveTo>
                <a:cubicBezTo>
                  <a:pt x="75902" y="0"/>
                  <a:pt x="82600" y="8483"/>
                  <a:pt x="85279" y="12502"/>
                </a:cubicBezTo>
                <a:cubicBezTo>
                  <a:pt x="94655" y="25003"/>
                  <a:pt x="94655" y="33933"/>
                  <a:pt x="94655" y="38398"/>
                </a:cubicBezTo>
                <a:lnTo>
                  <a:pt x="77242" y="38398"/>
                </a:lnTo>
                <a:cubicBezTo>
                  <a:pt x="75456" y="29914"/>
                  <a:pt x="73223" y="26789"/>
                  <a:pt x="72330" y="25003"/>
                </a:cubicBezTo>
                <a:cubicBezTo>
                  <a:pt x="65633" y="16073"/>
                  <a:pt x="56704" y="16073"/>
                  <a:pt x="52239" y="16073"/>
                </a:cubicBezTo>
                <a:cubicBezTo>
                  <a:pt x="37505" y="16073"/>
                  <a:pt x="31254" y="25450"/>
                  <a:pt x="28575" y="29914"/>
                </a:cubicBezTo>
                <a:cubicBezTo>
                  <a:pt x="19645" y="43755"/>
                  <a:pt x="19199" y="61168"/>
                  <a:pt x="18752" y="70098"/>
                </a:cubicBezTo>
                <a:cubicBezTo>
                  <a:pt x="24557" y="60722"/>
                  <a:pt x="31254" y="58043"/>
                  <a:pt x="33933" y="56257"/>
                </a:cubicBezTo>
                <a:cubicBezTo>
                  <a:pt x="42862" y="52239"/>
                  <a:pt x="50006" y="52239"/>
                  <a:pt x="53132" y="52239"/>
                </a:cubicBezTo>
                <a:cubicBezTo>
                  <a:pt x="71438" y="52239"/>
                  <a:pt x="79921" y="59829"/>
                  <a:pt x="84832" y="63847"/>
                </a:cubicBezTo>
                <a:cubicBezTo>
                  <a:pt x="98227" y="75456"/>
                  <a:pt x="98227" y="90190"/>
                  <a:pt x="98227" y="97780"/>
                </a:cubicBezTo>
                <a:cubicBezTo>
                  <a:pt x="98227" y="117425"/>
                  <a:pt x="89743" y="127695"/>
                  <a:pt x="85279" y="132606"/>
                </a:cubicBezTo>
                <a:cubicBezTo>
                  <a:pt x="72777" y="147786"/>
                  <a:pt x="57150" y="147786"/>
                  <a:pt x="49113" y="147786"/>
                </a:cubicBezTo>
                <a:cubicBezTo>
                  <a:pt x="29021" y="147786"/>
                  <a:pt x="19199" y="137517"/>
                  <a:pt x="14288" y="132159"/>
                </a:cubicBezTo>
                <a:cubicBezTo>
                  <a:pt x="0" y="116979"/>
                  <a:pt x="0" y="92869"/>
                  <a:pt x="0" y="80814"/>
                </a:cubicBezTo>
                <a:cubicBezTo>
                  <a:pt x="0" y="54471"/>
                  <a:pt x="4465" y="41970"/>
                  <a:pt x="6697" y="35719"/>
                </a:cubicBezTo>
                <a:cubicBezTo>
                  <a:pt x="19199" y="0"/>
                  <a:pt x="41077" y="0"/>
                  <a:pt x="52239" y="0"/>
                </a:cubicBezTo>
                <a:close/>
                <a:moveTo>
                  <a:pt x="50899" y="131713"/>
                </a:moveTo>
                <a:cubicBezTo>
                  <a:pt x="65187" y="131713"/>
                  <a:pt x="69652" y="125016"/>
                  <a:pt x="71884" y="121890"/>
                </a:cubicBezTo>
                <a:cubicBezTo>
                  <a:pt x="79028" y="112514"/>
                  <a:pt x="79028" y="104031"/>
                  <a:pt x="79028" y="99566"/>
                </a:cubicBezTo>
                <a:cubicBezTo>
                  <a:pt x="79028" y="88404"/>
                  <a:pt x="75009" y="82153"/>
                  <a:pt x="72777" y="78581"/>
                </a:cubicBezTo>
                <a:cubicBezTo>
                  <a:pt x="66526" y="68759"/>
                  <a:pt x="55364" y="68759"/>
                  <a:pt x="50006" y="68759"/>
                </a:cubicBezTo>
                <a:cubicBezTo>
                  <a:pt x="38398" y="68759"/>
                  <a:pt x="32593" y="73670"/>
                  <a:pt x="29468" y="76349"/>
                </a:cubicBezTo>
                <a:cubicBezTo>
                  <a:pt x="20985" y="83939"/>
                  <a:pt x="20985" y="94208"/>
                  <a:pt x="20985" y="99566"/>
                </a:cubicBezTo>
                <a:cubicBezTo>
                  <a:pt x="20985" y="112961"/>
                  <a:pt x="26343" y="119211"/>
                  <a:pt x="29021" y="122337"/>
                </a:cubicBezTo>
                <a:cubicBezTo>
                  <a:pt x="36612" y="131713"/>
                  <a:pt x="45988" y="131713"/>
                  <a:pt x="50899" y="131713"/>
                </a:cubicBezTo>
                <a:close/>
                <a:moveTo>
                  <a:pt x="50899" y="1317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E1ADD-CA1D-430D-AA1D-747FEC95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631" y="1459223"/>
            <a:ext cx="5935005" cy="5935452"/>
          </a:xfrm>
          <a:custGeom xmlns:a="http://schemas.openxmlformats.org/drawingml/2006/main">
            <a:pathLst>
              <a:path w="5935005" h="5935452" fill="none">
                <a:moveTo>
                  <a:pt x="2951708" y="0"/>
                </a:moveTo>
                <a:lnTo>
                  <a:pt x="2803475" y="4576"/>
                </a:lnTo>
                <a:lnTo>
                  <a:pt x="2655689" y="16408"/>
                </a:lnTo>
                <a:lnTo>
                  <a:pt x="2508684" y="35607"/>
                </a:lnTo>
                <a:lnTo>
                  <a:pt x="2362907" y="62173"/>
                </a:lnTo>
                <a:lnTo>
                  <a:pt x="2218581" y="95994"/>
                </a:lnTo>
                <a:lnTo>
                  <a:pt x="2076152" y="137071"/>
                </a:lnTo>
                <a:lnTo>
                  <a:pt x="1935845" y="185068"/>
                </a:lnTo>
                <a:lnTo>
                  <a:pt x="1798104" y="239985"/>
                </a:lnTo>
                <a:lnTo>
                  <a:pt x="1663489" y="301823"/>
                </a:lnTo>
                <a:lnTo>
                  <a:pt x="1532000" y="370247"/>
                </a:lnTo>
                <a:lnTo>
                  <a:pt x="1403970" y="445257"/>
                </a:lnTo>
                <a:lnTo>
                  <a:pt x="1279959" y="526405"/>
                </a:lnTo>
                <a:lnTo>
                  <a:pt x="1160190" y="613693"/>
                </a:lnTo>
                <a:lnTo>
                  <a:pt x="1044885" y="706896"/>
                </a:lnTo>
                <a:lnTo>
                  <a:pt x="934380" y="805681"/>
                </a:lnTo>
                <a:lnTo>
                  <a:pt x="829010" y="909935"/>
                </a:lnTo>
                <a:lnTo>
                  <a:pt x="728886" y="1019324"/>
                </a:lnTo>
                <a:lnTo>
                  <a:pt x="634454" y="1133512"/>
                </a:lnTo>
                <a:lnTo>
                  <a:pt x="545716" y="1252277"/>
                </a:lnTo>
                <a:lnTo>
                  <a:pt x="463004" y="1375395"/>
                </a:lnTo>
                <a:lnTo>
                  <a:pt x="386655" y="1502420"/>
                </a:lnTo>
                <a:lnTo>
                  <a:pt x="316781" y="1633128"/>
                </a:lnTo>
                <a:lnTo>
                  <a:pt x="253380" y="1767074"/>
                </a:lnTo>
                <a:lnTo>
                  <a:pt x="196788" y="1904144"/>
                </a:lnTo>
                <a:lnTo>
                  <a:pt x="147117" y="2043782"/>
                </a:lnTo>
                <a:lnTo>
                  <a:pt x="104589" y="2185876"/>
                </a:lnTo>
                <a:lnTo>
                  <a:pt x="69093" y="2329644"/>
                </a:lnTo>
                <a:lnTo>
                  <a:pt x="40853" y="2475198"/>
                </a:lnTo>
                <a:lnTo>
                  <a:pt x="19869" y="2621979"/>
                </a:lnTo>
                <a:lnTo>
                  <a:pt x="6251" y="2769543"/>
                </a:lnTo>
                <a:lnTo>
                  <a:pt x="0" y="2917775"/>
                </a:lnTo>
                <a:lnTo>
                  <a:pt x="1228" y="3065897"/>
                </a:lnTo>
                <a:lnTo>
                  <a:pt x="9934" y="3213906"/>
                </a:lnTo>
                <a:lnTo>
                  <a:pt x="25896" y="3361358"/>
                </a:lnTo>
                <a:lnTo>
                  <a:pt x="49113" y="3507693"/>
                </a:lnTo>
                <a:lnTo>
                  <a:pt x="79809" y="3652800"/>
                </a:lnTo>
                <a:lnTo>
                  <a:pt x="117537" y="3796122"/>
                </a:lnTo>
                <a:lnTo>
                  <a:pt x="162520" y="3937434"/>
                </a:lnTo>
                <a:lnTo>
                  <a:pt x="214424" y="4076179"/>
                </a:lnTo>
                <a:lnTo>
                  <a:pt x="273248" y="4212245"/>
                </a:lnTo>
                <a:lnTo>
                  <a:pt x="338658" y="4345298"/>
                </a:lnTo>
                <a:lnTo>
                  <a:pt x="410766" y="4474778"/>
                </a:lnTo>
                <a:lnTo>
                  <a:pt x="489235" y="4600687"/>
                </a:lnTo>
                <a:lnTo>
                  <a:pt x="573844" y="4722354"/>
                </a:lnTo>
                <a:lnTo>
                  <a:pt x="664369" y="4839667"/>
                </a:lnTo>
                <a:lnTo>
                  <a:pt x="760698" y="4952405"/>
                </a:lnTo>
                <a:lnTo>
                  <a:pt x="862608" y="5060007"/>
                </a:lnTo>
                <a:lnTo>
                  <a:pt x="969764" y="5162476"/>
                </a:lnTo>
                <a:lnTo>
                  <a:pt x="1081720" y="5259586"/>
                </a:lnTo>
                <a:lnTo>
                  <a:pt x="1198587" y="5350892"/>
                </a:lnTo>
                <a:lnTo>
                  <a:pt x="1319808" y="5436171"/>
                </a:lnTo>
                <a:lnTo>
                  <a:pt x="1445158" y="5515421"/>
                </a:lnTo>
                <a:lnTo>
                  <a:pt x="1574192" y="5588198"/>
                </a:lnTo>
                <a:lnTo>
                  <a:pt x="1706798" y="5654613"/>
                </a:lnTo>
                <a:lnTo>
                  <a:pt x="1842529" y="5714107"/>
                </a:lnTo>
                <a:lnTo>
                  <a:pt x="1981163" y="5766904"/>
                </a:lnTo>
                <a:lnTo>
                  <a:pt x="2122029" y="5812668"/>
                </a:lnTo>
                <a:lnTo>
                  <a:pt x="2265238" y="5851178"/>
                </a:lnTo>
                <a:lnTo>
                  <a:pt x="2410011" y="5882767"/>
                </a:lnTo>
                <a:lnTo>
                  <a:pt x="2556346" y="5906877"/>
                </a:lnTo>
                <a:lnTo>
                  <a:pt x="2703575" y="5923731"/>
                </a:lnTo>
                <a:lnTo>
                  <a:pt x="2851472" y="5933219"/>
                </a:lnTo>
                <a:lnTo>
                  <a:pt x="2999705" y="5935452"/>
                </a:lnTo>
                <a:lnTo>
                  <a:pt x="3147826" y="5929982"/>
                </a:lnTo>
                <a:lnTo>
                  <a:pt x="3295613" y="5917369"/>
                </a:lnTo>
                <a:lnTo>
                  <a:pt x="3442395" y="5897277"/>
                </a:lnTo>
                <a:lnTo>
                  <a:pt x="3588060" y="5869930"/>
                </a:lnTo>
                <a:lnTo>
                  <a:pt x="3732275" y="5835328"/>
                </a:lnTo>
                <a:lnTo>
                  <a:pt x="3874480" y="5793470"/>
                </a:lnTo>
                <a:lnTo>
                  <a:pt x="4014453" y="5744803"/>
                </a:lnTo>
                <a:lnTo>
                  <a:pt x="4151858" y="5688992"/>
                </a:lnTo>
                <a:lnTo>
                  <a:pt x="4286250" y="5626373"/>
                </a:lnTo>
                <a:lnTo>
                  <a:pt x="4417293" y="5557279"/>
                </a:lnTo>
                <a:lnTo>
                  <a:pt x="4544876" y="5481600"/>
                </a:lnTo>
                <a:lnTo>
                  <a:pt x="4668329" y="5399670"/>
                </a:lnTo>
                <a:lnTo>
                  <a:pt x="4787652" y="5311713"/>
                </a:lnTo>
                <a:lnTo>
                  <a:pt x="4902398" y="5217951"/>
                </a:lnTo>
                <a:lnTo>
                  <a:pt x="5012345" y="5118497"/>
                </a:lnTo>
                <a:lnTo>
                  <a:pt x="5117269" y="5013685"/>
                </a:lnTo>
                <a:lnTo>
                  <a:pt x="5216723" y="4903738"/>
                </a:lnTo>
                <a:lnTo>
                  <a:pt x="5310708" y="4789103"/>
                </a:lnTo>
                <a:lnTo>
                  <a:pt x="5398554" y="4669780"/>
                </a:lnTo>
                <a:lnTo>
                  <a:pt x="5480596" y="4546327"/>
                </a:lnTo>
                <a:lnTo>
                  <a:pt x="5556275" y="4418744"/>
                </a:lnTo>
                <a:lnTo>
                  <a:pt x="5625480" y="4287701"/>
                </a:lnTo>
                <a:lnTo>
                  <a:pt x="5688099" y="4153309"/>
                </a:lnTo>
                <a:lnTo>
                  <a:pt x="5743910" y="4016015"/>
                </a:lnTo>
                <a:lnTo>
                  <a:pt x="5792800" y="3876042"/>
                </a:lnTo>
                <a:lnTo>
                  <a:pt x="5834658" y="3733837"/>
                </a:lnTo>
                <a:lnTo>
                  <a:pt x="5869260" y="3589623"/>
                </a:lnTo>
                <a:lnTo>
                  <a:pt x="5896719" y="3443957"/>
                </a:lnTo>
                <a:lnTo>
                  <a:pt x="5916923" y="3297175"/>
                </a:lnTo>
                <a:lnTo>
                  <a:pt x="5929647" y="3149389"/>
                </a:lnTo>
                <a:lnTo>
                  <a:pt x="5935005" y="3001380"/>
                </a:lnTo>
                <a:lnTo>
                  <a:pt x="5932996" y="2853147"/>
                </a:lnTo>
                <a:lnTo>
                  <a:pt x="5923508" y="2705249"/>
                </a:lnTo>
                <a:lnTo>
                  <a:pt x="5906653" y="2557909"/>
                </a:lnTo>
                <a:lnTo>
                  <a:pt x="5882655" y="2411574"/>
                </a:lnTo>
                <a:lnTo>
                  <a:pt x="5851289" y="2266801"/>
                </a:lnTo>
                <a:lnTo>
                  <a:pt x="5812668" y="2123591"/>
                </a:lnTo>
                <a:lnTo>
                  <a:pt x="5766904" y="1982502"/>
                </a:lnTo>
                <a:lnTo>
                  <a:pt x="5714219" y="1844092"/>
                </a:lnTo>
                <a:lnTo>
                  <a:pt x="5654725" y="1708249"/>
                </a:lnTo>
                <a:lnTo>
                  <a:pt x="5588422" y="1575643"/>
                </a:lnTo>
                <a:lnTo>
                  <a:pt x="5515645" y="1446609"/>
                </a:lnTo>
                <a:lnTo>
                  <a:pt x="5436505" y="1321259"/>
                </a:lnTo>
                <a:lnTo>
                  <a:pt x="5351227" y="1200038"/>
                </a:lnTo>
                <a:lnTo>
                  <a:pt x="5259921" y="1083059"/>
                </a:lnTo>
                <a:lnTo>
                  <a:pt x="5162922" y="970992"/>
                </a:lnTo>
                <a:lnTo>
                  <a:pt x="5060454" y="863947"/>
                </a:lnTo>
                <a:lnTo>
                  <a:pt x="4952851" y="761926"/>
                </a:lnTo>
                <a:lnTo>
                  <a:pt x="4840225" y="665597"/>
                </a:lnTo>
                <a:lnTo>
                  <a:pt x="4723023" y="574849"/>
                </a:lnTo>
                <a:lnTo>
                  <a:pt x="4601245" y="490351"/>
                </a:lnTo>
                <a:lnTo>
                  <a:pt x="4475559" y="411770"/>
                </a:lnTo>
                <a:lnTo>
                  <a:pt x="4345967" y="339551"/>
                </a:lnTo>
                <a:lnTo>
                  <a:pt x="4213138" y="274030"/>
                </a:lnTo>
                <a:lnTo>
                  <a:pt x="4076960" y="215205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1293A-2552-4992-8B75-AF26D305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21" y="1279178"/>
            <a:ext cx="6294537" cy="6295653"/>
          </a:xfrm>
          <a:custGeom xmlns:a="http://schemas.openxmlformats.org/drawingml/2006/main">
            <a:pathLst>
              <a:path w="6294537" h="6295653" fill="none">
                <a:moveTo>
                  <a:pt x="3130414" y="0"/>
                </a:moveTo>
                <a:lnTo>
                  <a:pt x="2983185" y="4242"/>
                </a:lnTo>
                <a:lnTo>
                  <a:pt x="2836292" y="15404"/>
                </a:lnTo>
                <a:lnTo>
                  <a:pt x="2690180" y="33375"/>
                </a:lnTo>
                <a:lnTo>
                  <a:pt x="2544961" y="58155"/>
                </a:lnTo>
                <a:lnTo>
                  <a:pt x="2401305" y="89632"/>
                </a:lnTo>
                <a:lnTo>
                  <a:pt x="2258988" y="127918"/>
                </a:lnTo>
                <a:lnTo>
                  <a:pt x="2118680" y="172789"/>
                </a:lnTo>
                <a:lnTo>
                  <a:pt x="1980716" y="224135"/>
                </a:lnTo>
                <a:lnTo>
                  <a:pt x="1845320" y="281843"/>
                </a:lnTo>
                <a:lnTo>
                  <a:pt x="1712602" y="345802"/>
                </a:lnTo>
                <a:lnTo>
                  <a:pt x="1583234" y="416012"/>
                </a:lnTo>
                <a:lnTo>
                  <a:pt x="1457213" y="492137"/>
                </a:lnTo>
                <a:lnTo>
                  <a:pt x="1334877" y="573956"/>
                </a:lnTo>
                <a:lnTo>
                  <a:pt x="1216447" y="661578"/>
                </a:lnTo>
                <a:lnTo>
                  <a:pt x="1102258" y="754559"/>
                </a:lnTo>
                <a:lnTo>
                  <a:pt x="992646" y="852785"/>
                </a:lnTo>
                <a:lnTo>
                  <a:pt x="887611" y="956146"/>
                </a:lnTo>
                <a:lnTo>
                  <a:pt x="787598" y="1064196"/>
                </a:lnTo>
                <a:lnTo>
                  <a:pt x="692721" y="1176821"/>
                </a:lnTo>
                <a:lnTo>
                  <a:pt x="603312" y="1293800"/>
                </a:lnTo>
                <a:lnTo>
                  <a:pt x="519261" y="1414797"/>
                </a:lnTo>
                <a:lnTo>
                  <a:pt x="441127" y="1539478"/>
                </a:lnTo>
                <a:lnTo>
                  <a:pt x="368796" y="1667842"/>
                </a:lnTo>
                <a:lnTo>
                  <a:pt x="302716" y="1799444"/>
                </a:lnTo>
                <a:lnTo>
                  <a:pt x="242776" y="1933947"/>
                </a:lnTo>
                <a:lnTo>
                  <a:pt x="189086" y="2071018"/>
                </a:lnTo>
                <a:lnTo>
                  <a:pt x="142094" y="2210544"/>
                </a:lnTo>
                <a:lnTo>
                  <a:pt x="101464" y="2352191"/>
                </a:lnTo>
                <a:lnTo>
                  <a:pt x="67642" y="2495401"/>
                </a:lnTo>
                <a:lnTo>
                  <a:pt x="40407" y="2640174"/>
                </a:lnTo>
                <a:lnTo>
                  <a:pt x="20092" y="2786062"/>
                </a:lnTo>
                <a:lnTo>
                  <a:pt x="6697" y="2932621"/>
                </a:lnTo>
                <a:lnTo>
                  <a:pt x="0" y="3079738"/>
                </a:lnTo>
                <a:lnTo>
                  <a:pt x="335" y="3226966"/>
                </a:lnTo>
                <a:lnTo>
                  <a:pt x="7367" y="3374082"/>
                </a:lnTo>
                <a:lnTo>
                  <a:pt x="21431" y="3520753"/>
                </a:lnTo>
                <a:lnTo>
                  <a:pt x="42304" y="3666418"/>
                </a:lnTo>
                <a:lnTo>
                  <a:pt x="69875" y="3811079"/>
                </a:lnTo>
                <a:lnTo>
                  <a:pt x="104366" y="3954177"/>
                </a:lnTo>
                <a:lnTo>
                  <a:pt x="145331" y="4095713"/>
                </a:lnTo>
                <a:lnTo>
                  <a:pt x="192993" y="4235016"/>
                </a:lnTo>
                <a:lnTo>
                  <a:pt x="247017" y="4371975"/>
                </a:lnTo>
                <a:lnTo>
                  <a:pt x="307516" y="4506367"/>
                </a:lnTo>
                <a:lnTo>
                  <a:pt x="374154" y="4637522"/>
                </a:lnTo>
                <a:lnTo>
                  <a:pt x="446819" y="4765663"/>
                </a:lnTo>
                <a:lnTo>
                  <a:pt x="525400" y="4890120"/>
                </a:lnTo>
                <a:lnTo>
                  <a:pt x="609786" y="5010783"/>
                </a:lnTo>
                <a:lnTo>
                  <a:pt x="699641" y="5127427"/>
                </a:lnTo>
                <a:lnTo>
                  <a:pt x="794854" y="5239829"/>
                </a:lnTo>
                <a:lnTo>
                  <a:pt x="895313" y="5347432"/>
                </a:lnTo>
                <a:lnTo>
                  <a:pt x="1000683" y="5450458"/>
                </a:lnTo>
                <a:lnTo>
                  <a:pt x="1110742" y="5548238"/>
                </a:lnTo>
                <a:lnTo>
                  <a:pt x="1225153" y="5640884"/>
                </a:lnTo>
                <a:lnTo>
                  <a:pt x="1343806" y="5728060"/>
                </a:lnTo>
                <a:lnTo>
                  <a:pt x="1466590" y="5809431"/>
                </a:lnTo>
                <a:lnTo>
                  <a:pt x="1592833" y="5885222"/>
                </a:lnTo>
                <a:lnTo>
                  <a:pt x="1722537" y="5954874"/>
                </a:lnTo>
                <a:lnTo>
                  <a:pt x="1855366" y="6018386"/>
                </a:lnTo>
                <a:lnTo>
                  <a:pt x="1990985" y="6075648"/>
                </a:lnTo>
                <a:lnTo>
                  <a:pt x="2129172" y="6126547"/>
                </a:lnTo>
                <a:lnTo>
                  <a:pt x="2269703" y="6170972"/>
                </a:lnTo>
                <a:lnTo>
                  <a:pt x="2412020" y="6208700"/>
                </a:lnTo>
                <a:lnTo>
                  <a:pt x="2555900" y="6239731"/>
                </a:lnTo>
                <a:lnTo>
                  <a:pt x="2701119" y="6263953"/>
                </a:lnTo>
                <a:lnTo>
                  <a:pt x="2847454" y="6281365"/>
                </a:lnTo>
                <a:lnTo>
                  <a:pt x="2994236" y="6291969"/>
                </a:lnTo>
                <a:lnTo>
                  <a:pt x="3141464" y="6295653"/>
                </a:lnTo>
                <a:lnTo>
                  <a:pt x="3288692" y="6292528"/>
                </a:lnTo>
                <a:lnTo>
                  <a:pt x="3435586" y="6282482"/>
                </a:lnTo>
                <a:lnTo>
                  <a:pt x="3581809" y="6265515"/>
                </a:lnTo>
                <a:lnTo>
                  <a:pt x="3727140" y="6241740"/>
                </a:lnTo>
                <a:lnTo>
                  <a:pt x="3871243" y="6211267"/>
                </a:lnTo>
                <a:lnTo>
                  <a:pt x="4013671" y="6174098"/>
                </a:lnTo>
                <a:lnTo>
                  <a:pt x="4154314" y="6130230"/>
                </a:lnTo>
                <a:lnTo>
                  <a:pt x="4292724" y="6079889"/>
                </a:lnTo>
                <a:lnTo>
                  <a:pt x="4428567" y="6023074"/>
                </a:lnTo>
                <a:lnTo>
                  <a:pt x="4561508" y="5959897"/>
                </a:lnTo>
                <a:lnTo>
                  <a:pt x="4691546" y="5890803"/>
                </a:lnTo>
                <a:lnTo>
                  <a:pt x="4818125" y="5815459"/>
                </a:lnTo>
                <a:lnTo>
                  <a:pt x="4941019" y="5734534"/>
                </a:lnTo>
                <a:lnTo>
                  <a:pt x="5060119" y="5647692"/>
                </a:lnTo>
                <a:lnTo>
                  <a:pt x="5174866" y="5555605"/>
                </a:lnTo>
                <a:lnTo>
                  <a:pt x="5285259" y="5458160"/>
                </a:lnTo>
                <a:lnTo>
                  <a:pt x="5391076" y="5355468"/>
                </a:lnTo>
                <a:lnTo>
                  <a:pt x="5491869" y="5248201"/>
                </a:lnTo>
                <a:lnTo>
                  <a:pt x="5587417" y="5136245"/>
                </a:lnTo>
                <a:lnTo>
                  <a:pt x="5677830" y="5019935"/>
                </a:lnTo>
                <a:lnTo>
                  <a:pt x="5762551" y="4899496"/>
                </a:lnTo>
                <a:lnTo>
                  <a:pt x="5841578" y="4775374"/>
                </a:lnTo>
                <a:lnTo>
                  <a:pt x="5914802" y="4647567"/>
                </a:lnTo>
                <a:lnTo>
                  <a:pt x="5981886" y="4516413"/>
                </a:lnTo>
                <a:lnTo>
                  <a:pt x="6042720" y="4382467"/>
                </a:lnTo>
                <a:lnTo>
                  <a:pt x="6097302" y="4245620"/>
                </a:lnTo>
                <a:lnTo>
                  <a:pt x="6145411" y="4106540"/>
                </a:lnTo>
                <a:lnTo>
                  <a:pt x="6186934" y="3965116"/>
                </a:lnTo>
                <a:lnTo>
                  <a:pt x="6221983" y="3822129"/>
                </a:lnTo>
                <a:lnTo>
                  <a:pt x="6250112" y="3677580"/>
                </a:lnTo>
                <a:lnTo>
                  <a:pt x="6271543" y="3531915"/>
                </a:lnTo>
                <a:lnTo>
                  <a:pt x="6285942" y="3385356"/>
                </a:lnTo>
                <a:lnTo>
                  <a:pt x="6293644" y="3238240"/>
                </a:lnTo>
                <a:lnTo>
                  <a:pt x="6294537" y="3091011"/>
                </a:lnTo>
                <a:lnTo>
                  <a:pt x="6288398" y="2944006"/>
                </a:lnTo>
                <a:lnTo>
                  <a:pt x="6275338" y="2797225"/>
                </a:lnTo>
                <a:lnTo>
                  <a:pt x="6255581" y="2651336"/>
                </a:lnTo>
                <a:lnTo>
                  <a:pt x="6228904" y="2506452"/>
                </a:lnTo>
                <a:lnTo>
                  <a:pt x="6195640" y="2363130"/>
                </a:lnTo>
                <a:lnTo>
                  <a:pt x="6155568" y="2221371"/>
                </a:lnTo>
                <a:lnTo>
                  <a:pt x="6108911" y="2081733"/>
                </a:lnTo>
                <a:lnTo>
                  <a:pt x="6055779" y="1944439"/>
                </a:lnTo>
                <a:lnTo>
                  <a:pt x="5996397" y="1809713"/>
                </a:lnTo>
                <a:lnTo>
                  <a:pt x="5930652" y="1677888"/>
                </a:lnTo>
                <a:lnTo>
                  <a:pt x="5858991" y="1549301"/>
                </a:lnTo>
                <a:lnTo>
                  <a:pt x="5781080" y="1424174"/>
                </a:lnTo>
                <a:lnTo>
                  <a:pt x="5697587" y="1302953"/>
                </a:lnTo>
                <a:lnTo>
                  <a:pt x="5608625" y="1185639"/>
                </a:lnTo>
                <a:lnTo>
                  <a:pt x="5514082" y="1072679"/>
                </a:lnTo>
                <a:lnTo>
                  <a:pt x="5414516" y="964295"/>
                </a:lnTo>
                <a:lnTo>
                  <a:pt x="5309927" y="860599"/>
                </a:lnTo>
                <a:lnTo>
                  <a:pt x="5200650" y="762037"/>
                </a:lnTo>
                <a:lnTo>
                  <a:pt x="5086685" y="668499"/>
                </a:lnTo>
                <a:lnTo>
                  <a:pt x="4968701" y="580653"/>
                </a:lnTo>
                <a:lnTo>
                  <a:pt x="4846588" y="498277"/>
                </a:lnTo>
                <a:lnTo>
                  <a:pt x="4720791" y="421593"/>
                </a:lnTo>
                <a:lnTo>
                  <a:pt x="4591645" y="351048"/>
                </a:lnTo>
                <a:lnTo>
                  <a:pt x="4459374" y="286531"/>
                </a:lnTo>
                <a:lnTo>
                  <a:pt x="4323978" y="228265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75399-6C31-4D40-B534-BEBDA43A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29" y="1099133"/>
            <a:ext cx="6655408" cy="6655631"/>
          </a:xfrm>
          <a:custGeom xmlns:a="http://schemas.openxmlformats.org/drawingml/2006/main">
            <a:pathLst>
              <a:path w="6655408" h="6655631" fill="none">
                <a:moveTo>
                  <a:pt x="3310012" y="0"/>
                </a:moveTo>
                <a:lnTo>
                  <a:pt x="3162449" y="4130"/>
                </a:lnTo>
                <a:lnTo>
                  <a:pt x="3015332" y="14622"/>
                </a:lnTo>
                <a:lnTo>
                  <a:pt x="2868885" y="31700"/>
                </a:lnTo>
                <a:lnTo>
                  <a:pt x="2723331" y="55364"/>
                </a:lnTo>
                <a:lnTo>
                  <a:pt x="2578894" y="85279"/>
                </a:lnTo>
                <a:lnTo>
                  <a:pt x="2436019" y="121555"/>
                </a:lnTo>
                <a:lnTo>
                  <a:pt x="2294818" y="164306"/>
                </a:lnTo>
                <a:lnTo>
                  <a:pt x="2155627" y="213085"/>
                </a:lnTo>
                <a:lnTo>
                  <a:pt x="2018779" y="268114"/>
                </a:lnTo>
                <a:lnTo>
                  <a:pt x="1884499" y="329059"/>
                </a:lnTo>
                <a:lnTo>
                  <a:pt x="1753009" y="395920"/>
                </a:lnTo>
                <a:lnTo>
                  <a:pt x="1624645" y="468585"/>
                </a:lnTo>
                <a:lnTo>
                  <a:pt x="1499741" y="546943"/>
                </a:lnTo>
                <a:lnTo>
                  <a:pt x="1378297" y="630659"/>
                </a:lnTo>
                <a:lnTo>
                  <a:pt x="1260649" y="719621"/>
                </a:lnTo>
                <a:lnTo>
                  <a:pt x="1147130" y="813829"/>
                </a:lnTo>
                <a:lnTo>
                  <a:pt x="1037965" y="912837"/>
                </a:lnTo>
                <a:lnTo>
                  <a:pt x="933152" y="1016645"/>
                </a:lnTo>
                <a:lnTo>
                  <a:pt x="833028" y="1125029"/>
                </a:lnTo>
                <a:lnTo>
                  <a:pt x="737927" y="1237766"/>
                </a:lnTo>
                <a:lnTo>
                  <a:pt x="647849" y="1354522"/>
                </a:lnTo>
                <a:lnTo>
                  <a:pt x="563017" y="1475184"/>
                </a:lnTo>
                <a:lnTo>
                  <a:pt x="483654" y="1599530"/>
                </a:lnTo>
                <a:lnTo>
                  <a:pt x="409873" y="1727113"/>
                </a:lnTo>
                <a:lnTo>
                  <a:pt x="341784" y="1858045"/>
                </a:lnTo>
                <a:lnTo>
                  <a:pt x="279611" y="1991767"/>
                </a:lnTo>
                <a:lnTo>
                  <a:pt x="223465" y="2128168"/>
                </a:lnTo>
                <a:lnTo>
                  <a:pt x="173348" y="2266913"/>
                </a:lnTo>
                <a:lnTo>
                  <a:pt x="129369" y="2407555"/>
                </a:lnTo>
                <a:lnTo>
                  <a:pt x="91753" y="2550207"/>
                </a:lnTo>
                <a:lnTo>
                  <a:pt x="60499" y="2694310"/>
                </a:lnTo>
                <a:lnTo>
                  <a:pt x="35719" y="2839752"/>
                </a:lnTo>
                <a:lnTo>
                  <a:pt x="17301" y="2986087"/>
                </a:lnTo>
                <a:lnTo>
                  <a:pt x="5358" y="3133092"/>
                </a:lnTo>
                <a:lnTo>
                  <a:pt x="0" y="3280544"/>
                </a:lnTo>
                <a:lnTo>
                  <a:pt x="1228" y="3427995"/>
                </a:lnTo>
                <a:lnTo>
                  <a:pt x="8930" y="3575224"/>
                </a:lnTo>
                <a:lnTo>
                  <a:pt x="23106" y="3722005"/>
                </a:lnTo>
                <a:lnTo>
                  <a:pt x="43755" y="3868117"/>
                </a:lnTo>
                <a:lnTo>
                  <a:pt x="70991" y="4013002"/>
                </a:lnTo>
                <a:lnTo>
                  <a:pt x="104477" y="4156658"/>
                </a:lnTo>
                <a:lnTo>
                  <a:pt x="144438" y="4298640"/>
                </a:lnTo>
                <a:lnTo>
                  <a:pt x="190537" y="4438724"/>
                </a:lnTo>
                <a:lnTo>
                  <a:pt x="242887" y="4576688"/>
                </a:lnTo>
                <a:lnTo>
                  <a:pt x="301154" y="4712084"/>
                </a:lnTo>
                <a:lnTo>
                  <a:pt x="365559" y="4844802"/>
                </a:lnTo>
                <a:lnTo>
                  <a:pt x="435657" y="4974617"/>
                </a:lnTo>
                <a:lnTo>
                  <a:pt x="511448" y="5101084"/>
                </a:lnTo>
                <a:lnTo>
                  <a:pt x="592708" y="5224202"/>
                </a:lnTo>
                <a:lnTo>
                  <a:pt x="679438" y="5343302"/>
                </a:lnTo>
                <a:lnTo>
                  <a:pt x="771413" y="5458718"/>
                </a:lnTo>
                <a:lnTo>
                  <a:pt x="868300" y="5570004"/>
                </a:lnTo>
                <a:lnTo>
                  <a:pt x="970099" y="5676714"/>
                </a:lnTo>
                <a:lnTo>
                  <a:pt x="1076362" y="5778847"/>
                </a:lnTo>
                <a:lnTo>
                  <a:pt x="1187202" y="5876181"/>
                </a:lnTo>
                <a:lnTo>
                  <a:pt x="1302172" y="5968492"/>
                </a:lnTo>
                <a:lnTo>
                  <a:pt x="1421160" y="6055668"/>
                </a:lnTo>
                <a:lnTo>
                  <a:pt x="1543943" y="6137486"/>
                </a:lnTo>
                <a:lnTo>
                  <a:pt x="1670075" y="6213723"/>
                </a:lnTo>
                <a:lnTo>
                  <a:pt x="1799667" y="6284379"/>
                </a:lnTo>
                <a:lnTo>
                  <a:pt x="1932161" y="6349119"/>
                </a:lnTo>
                <a:lnTo>
                  <a:pt x="2067446" y="6407944"/>
                </a:lnTo>
                <a:lnTo>
                  <a:pt x="2205075" y="6460741"/>
                </a:lnTo>
                <a:lnTo>
                  <a:pt x="2345048" y="6507510"/>
                </a:lnTo>
                <a:lnTo>
                  <a:pt x="2486806" y="6547917"/>
                </a:lnTo>
                <a:lnTo>
                  <a:pt x="2630351" y="6581961"/>
                </a:lnTo>
                <a:lnTo>
                  <a:pt x="2775124" y="6609755"/>
                </a:lnTo>
                <a:lnTo>
                  <a:pt x="2921124" y="6630851"/>
                </a:lnTo>
                <a:lnTo>
                  <a:pt x="3067794" y="6645697"/>
                </a:lnTo>
                <a:lnTo>
                  <a:pt x="3215134" y="6653957"/>
                </a:lnTo>
                <a:lnTo>
                  <a:pt x="3362585" y="6655631"/>
                </a:lnTo>
                <a:lnTo>
                  <a:pt x="3510037" y="6650831"/>
                </a:lnTo>
                <a:lnTo>
                  <a:pt x="3657042" y="6639558"/>
                </a:lnTo>
                <a:lnTo>
                  <a:pt x="3803489" y="6621587"/>
                </a:lnTo>
                <a:lnTo>
                  <a:pt x="3948931" y="6597365"/>
                </a:lnTo>
                <a:lnTo>
                  <a:pt x="4093146" y="6566557"/>
                </a:lnTo>
                <a:lnTo>
                  <a:pt x="4235909" y="6529499"/>
                </a:lnTo>
                <a:lnTo>
                  <a:pt x="4376886" y="6486079"/>
                </a:lnTo>
                <a:lnTo>
                  <a:pt x="4515855" y="6436519"/>
                </a:lnTo>
                <a:lnTo>
                  <a:pt x="4652367" y="6380820"/>
                </a:lnTo>
                <a:lnTo>
                  <a:pt x="4786312" y="6319093"/>
                </a:lnTo>
                <a:lnTo>
                  <a:pt x="4917467" y="6251451"/>
                </a:lnTo>
                <a:lnTo>
                  <a:pt x="5045385" y="6178228"/>
                </a:lnTo>
                <a:lnTo>
                  <a:pt x="5169954" y="6099311"/>
                </a:lnTo>
                <a:lnTo>
                  <a:pt x="5290840" y="6015038"/>
                </a:lnTo>
                <a:lnTo>
                  <a:pt x="5408042" y="5925406"/>
                </a:lnTo>
                <a:lnTo>
                  <a:pt x="5521114" y="5830639"/>
                </a:lnTo>
                <a:lnTo>
                  <a:pt x="5629833" y="5731073"/>
                </a:lnTo>
                <a:lnTo>
                  <a:pt x="5734087" y="5626596"/>
                </a:lnTo>
                <a:lnTo>
                  <a:pt x="5833542" y="5517766"/>
                </a:lnTo>
                <a:lnTo>
                  <a:pt x="5928196" y="5404582"/>
                </a:lnTo>
                <a:lnTo>
                  <a:pt x="6017493" y="5287268"/>
                </a:lnTo>
                <a:lnTo>
                  <a:pt x="6101767" y="5166159"/>
                </a:lnTo>
                <a:lnTo>
                  <a:pt x="6180572" y="5041478"/>
                </a:lnTo>
                <a:lnTo>
                  <a:pt x="6253572" y="4913337"/>
                </a:lnTo>
                <a:lnTo>
                  <a:pt x="6320991" y="4782183"/>
                </a:lnTo>
                <a:lnTo>
                  <a:pt x="6382494" y="4648126"/>
                </a:lnTo>
                <a:lnTo>
                  <a:pt x="6437970" y="4511501"/>
                </a:lnTo>
                <a:lnTo>
                  <a:pt x="6487418" y="4372533"/>
                </a:lnTo>
                <a:lnTo>
                  <a:pt x="6530504" y="4231444"/>
                </a:lnTo>
                <a:lnTo>
                  <a:pt x="6567450" y="4088681"/>
                </a:lnTo>
                <a:lnTo>
                  <a:pt x="6597923" y="3944466"/>
                </a:lnTo>
                <a:lnTo>
                  <a:pt x="6622033" y="3798912"/>
                </a:lnTo>
                <a:lnTo>
                  <a:pt x="6639669" y="3652577"/>
                </a:lnTo>
                <a:lnTo>
                  <a:pt x="6650831" y="3505460"/>
                </a:lnTo>
                <a:lnTo>
                  <a:pt x="6655408" y="3358009"/>
                </a:lnTo>
                <a:lnTo>
                  <a:pt x="6653510" y="3210446"/>
                </a:lnTo>
                <a:lnTo>
                  <a:pt x="6645027" y="3063218"/>
                </a:lnTo>
                <a:lnTo>
                  <a:pt x="6630070" y="2916548"/>
                </a:lnTo>
                <a:lnTo>
                  <a:pt x="6608638" y="2770659"/>
                </a:lnTo>
                <a:lnTo>
                  <a:pt x="6580733" y="2625775"/>
                </a:lnTo>
                <a:lnTo>
                  <a:pt x="6546354" y="2482453"/>
                </a:lnTo>
                <a:lnTo>
                  <a:pt x="6505724" y="2340583"/>
                </a:lnTo>
                <a:lnTo>
                  <a:pt x="6458843" y="2200721"/>
                </a:lnTo>
                <a:lnTo>
                  <a:pt x="6405823" y="2063093"/>
                </a:lnTo>
                <a:lnTo>
                  <a:pt x="6346775" y="1928031"/>
                </a:lnTo>
                <a:lnTo>
                  <a:pt x="6281812" y="1795537"/>
                </a:lnTo>
                <a:lnTo>
                  <a:pt x="6211044" y="1666168"/>
                </a:lnTo>
                <a:lnTo>
                  <a:pt x="6134584" y="1540148"/>
                </a:lnTo>
                <a:lnTo>
                  <a:pt x="6052542" y="1417588"/>
                </a:lnTo>
                <a:lnTo>
                  <a:pt x="5965366" y="1298600"/>
                </a:lnTo>
                <a:lnTo>
                  <a:pt x="5872721" y="1183742"/>
                </a:lnTo>
                <a:lnTo>
                  <a:pt x="5775275" y="1073014"/>
                </a:lnTo>
                <a:lnTo>
                  <a:pt x="5672919" y="966862"/>
                </a:lnTo>
                <a:lnTo>
                  <a:pt x="5566097" y="865287"/>
                </a:lnTo>
                <a:lnTo>
                  <a:pt x="5454700" y="768511"/>
                </a:lnTo>
                <a:lnTo>
                  <a:pt x="5339283" y="676759"/>
                </a:lnTo>
                <a:lnTo>
                  <a:pt x="5219849" y="590252"/>
                </a:lnTo>
                <a:lnTo>
                  <a:pt x="5096619" y="508992"/>
                </a:lnTo>
                <a:lnTo>
                  <a:pt x="4970041" y="433536"/>
                </a:lnTo>
                <a:lnTo>
                  <a:pt x="4840225" y="363438"/>
                </a:lnTo>
                <a:lnTo>
                  <a:pt x="4707396" y="299479"/>
                </a:lnTo>
                <a:lnTo>
                  <a:pt x="4571888" y="241325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23BCC-E9E0-4FB4-8AEA-FCB7EBA0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61" y="919088"/>
            <a:ext cx="7015721" cy="7015162"/>
          </a:xfrm>
          <a:custGeom xmlns:a="http://schemas.openxmlformats.org/drawingml/2006/main">
            <a:pathLst>
              <a:path w="7015721" h="7015162" fill="none">
                <a:moveTo>
                  <a:pt x="3489275" y="0"/>
                </a:moveTo>
                <a:lnTo>
                  <a:pt x="3341489" y="3795"/>
                </a:lnTo>
                <a:lnTo>
                  <a:pt x="3194149" y="13953"/>
                </a:lnTo>
                <a:lnTo>
                  <a:pt x="3047479" y="30249"/>
                </a:lnTo>
                <a:lnTo>
                  <a:pt x="2901479" y="52685"/>
                </a:lnTo>
                <a:lnTo>
                  <a:pt x="2756595" y="81260"/>
                </a:lnTo>
                <a:lnTo>
                  <a:pt x="2613050" y="115974"/>
                </a:lnTo>
                <a:lnTo>
                  <a:pt x="2471068" y="156604"/>
                </a:lnTo>
                <a:lnTo>
                  <a:pt x="2330983" y="203262"/>
                </a:lnTo>
                <a:lnTo>
                  <a:pt x="2192796" y="255724"/>
                </a:lnTo>
                <a:lnTo>
                  <a:pt x="2057065" y="313879"/>
                </a:lnTo>
                <a:lnTo>
                  <a:pt x="1923901" y="377949"/>
                </a:lnTo>
                <a:lnTo>
                  <a:pt x="1793639" y="447266"/>
                </a:lnTo>
                <a:lnTo>
                  <a:pt x="1666280" y="522163"/>
                </a:lnTo>
                <a:lnTo>
                  <a:pt x="1542269" y="602307"/>
                </a:lnTo>
                <a:lnTo>
                  <a:pt x="1421718" y="687586"/>
                </a:lnTo>
                <a:lnTo>
                  <a:pt x="1304739" y="777999"/>
                </a:lnTo>
                <a:lnTo>
                  <a:pt x="1191890" y="873100"/>
                </a:lnTo>
                <a:lnTo>
                  <a:pt x="1082948" y="973001"/>
                </a:lnTo>
                <a:lnTo>
                  <a:pt x="978471" y="1077255"/>
                </a:lnTo>
                <a:lnTo>
                  <a:pt x="878346" y="1185862"/>
                </a:lnTo>
                <a:lnTo>
                  <a:pt x="783022" y="1298711"/>
                </a:lnTo>
                <a:lnTo>
                  <a:pt x="692386" y="1415244"/>
                </a:lnTo>
                <a:lnTo>
                  <a:pt x="606772" y="1535683"/>
                </a:lnTo>
                <a:lnTo>
                  <a:pt x="526293" y="1659582"/>
                </a:lnTo>
                <a:lnTo>
                  <a:pt x="451172" y="1786719"/>
                </a:lnTo>
                <a:lnTo>
                  <a:pt x="381521" y="1916869"/>
                </a:lnTo>
                <a:lnTo>
                  <a:pt x="317227" y="2049810"/>
                </a:lnTo>
                <a:lnTo>
                  <a:pt x="258626" y="2185429"/>
                </a:lnTo>
                <a:lnTo>
                  <a:pt x="205829" y="2323393"/>
                </a:lnTo>
                <a:lnTo>
                  <a:pt x="158948" y="2463366"/>
                </a:lnTo>
                <a:lnTo>
                  <a:pt x="117983" y="2605348"/>
                </a:lnTo>
                <a:lnTo>
                  <a:pt x="82934" y="2748781"/>
                </a:lnTo>
                <a:lnTo>
                  <a:pt x="54025" y="2893665"/>
                </a:lnTo>
                <a:lnTo>
                  <a:pt x="31254" y="3039554"/>
                </a:lnTo>
                <a:lnTo>
                  <a:pt x="14622" y="3186336"/>
                </a:lnTo>
                <a:lnTo>
                  <a:pt x="4130" y="3333676"/>
                </a:lnTo>
                <a:lnTo>
                  <a:pt x="0" y="3481239"/>
                </a:lnTo>
                <a:lnTo>
                  <a:pt x="2009" y="3628913"/>
                </a:lnTo>
                <a:lnTo>
                  <a:pt x="10158" y="3776365"/>
                </a:lnTo>
                <a:lnTo>
                  <a:pt x="24557" y="3923370"/>
                </a:lnTo>
                <a:lnTo>
                  <a:pt x="45207" y="4069705"/>
                </a:lnTo>
                <a:lnTo>
                  <a:pt x="71884" y="4214924"/>
                </a:lnTo>
                <a:lnTo>
                  <a:pt x="104589" y="4358915"/>
                </a:lnTo>
                <a:lnTo>
                  <a:pt x="143433" y="4501455"/>
                </a:lnTo>
                <a:lnTo>
                  <a:pt x="188305" y="4642210"/>
                </a:lnTo>
                <a:lnTo>
                  <a:pt x="238981" y="4780843"/>
                </a:lnTo>
                <a:lnTo>
                  <a:pt x="295461" y="4917356"/>
                </a:lnTo>
                <a:lnTo>
                  <a:pt x="357634" y="5051301"/>
                </a:lnTo>
                <a:lnTo>
                  <a:pt x="425388" y="5182567"/>
                </a:lnTo>
                <a:lnTo>
                  <a:pt x="498611" y="5310820"/>
                </a:lnTo>
                <a:lnTo>
                  <a:pt x="577193" y="5435947"/>
                </a:lnTo>
                <a:lnTo>
                  <a:pt x="660908" y="5557614"/>
                </a:lnTo>
                <a:lnTo>
                  <a:pt x="749647" y="5675598"/>
                </a:lnTo>
                <a:lnTo>
                  <a:pt x="843409" y="5789675"/>
                </a:lnTo>
                <a:lnTo>
                  <a:pt x="941747" y="5899845"/>
                </a:lnTo>
                <a:lnTo>
                  <a:pt x="1044773" y="6005773"/>
                </a:lnTo>
                <a:lnTo>
                  <a:pt x="1152041" y="6107237"/>
                </a:lnTo>
                <a:lnTo>
                  <a:pt x="1263551" y="6204124"/>
                </a:lnTo>
                <a:lnTo>
                  <a:pt x="1378967" y="6296211"/>
                </a:lnTo>
                <a:lnTo>
                  <a:pt x="1498290" y="6383275"/>
                </a:lnTo>
                <a:lnTo>
                  <a:pt x="1621185" y="6465317"/>
                </a:lnTo>
                <a:lnTo>
                  <a:pt x="1747317" y="6542224"/>
                </a:lnTo>
                <a:lnTo>
                  <a:pt x="1876462" y="6613550"/>
                </a:lnTo>
                <a:lnTo>
                  <a:pt x="2008733" y="6679406"/>
                </a:lnTo>
                <a:lnTo>
                  <a:pt x="2143571" y="6739793"/>
                </a:lnTo>
                <a:lnTo>
                  <a:pt x="2280754" y="6794264"/>
                </a:lnTo>
                <a:lnTo>
                  <a:pt x="2420169" y="6843043"/>
                </a:lnTo>
                <a:lnTo>
                  <a:pt x="2561481" y="6885905"/>
                </a:lnTo>
                <a:lnTo>
                  <a:pt x="2704691" y="6922740"/>
                </a:lnTo>
                <a:lnTo>
                  <a:pt x="2849017" y="6953548"/>
                </a:lnTo>
                <a:lnTo>
                  <a:pt x="2994682" y="6978216"/>
                </a:lnTo>
                <a:lnTo>
                  <a:pt x="3141129" y="6996745"/>
                </a:lnTo>
                <a:lnTo>
                  <a:pt x="3288357" y="7009023"/>
                </a:lnTo>
                <a:lnTo>
                  <a:pt x="3435921" y="7015162"/>
                </a:lnTo>
                <a:lnTo>
                  <a:pt x="3583707" y="7015162"/>
                </a:lnTo>
                <a:lnTo>
                  <a:pt x="3731158" y="7008800"/>
                </a:lnTo>
                <a:lnTo>
                  <a:pt x="3878387" y="6996410"/>
                </a:lnTo>
                <a:lnTo>
                  <a:pt x="4024833" y="6977658"/>
                </a:lnTo>
                <a:lnTo>
                  <a:pt x="4170387" y="6952878"/>
                </a:lnTo>
                <a:lnTo>
                  <a:pt x="4314937" y="6921847"/>
                </a:lnTo>
                <a:lnTo>
                  <a:pt x="4457923" y="6884901"/>
                </a:lnTo>
                <a:lnTo>
                  <a:pt x="4599124" y="6841927"/>
                </a:lnTo>
                <a:lnTo>
                  <a:pt x="4738539" y="6793037"/>
                </a:lnTo>
                <a:lnTo>
                  <a:pt x="4875609" y="6738231"/>
                </a:lnTo>
                <a:lnTo>
                  <a:pt x="5010448" y="6677844"/>
                </a:lnTo>
                <a:lnTo>
                  <a:pt x="5142607" y="6611875"/>
                </a:lnTo>
                <a:lnTo>
                  <a:pt x="5271753" y="6540326"/>
                </a:lnTo>
                <a:lnTo>
                  <a:pt x="5397773" y="6463308"/>
                </a:lnTo>
                <a:lnTo>
                  <a:pt x="5520556" y="6381155"/>
                </a:lnTo>
                <a:lnTo>
                  <a:pt x="5639656" y="6293867"/>
                </a:lnTo>
                <a:lnTo>
                  <a:pt x="5755072" y="6201668"/>
                </a:lnTo>
                <a:lnTo>
                  <a:pt x="5866581" y="6104781"/>
                </a:lnTo>
                <a:lnTo>
                  <a:pt x="5973738" y="6003094"/>
                </a:lnTo>
                <a:lnTo>
                  <a:pt x="6076541" y="5897166"/>
                </a:lnTo>
                <a:lnTo>
                  <a:pt x="6174767" y="5786772"/>
                </a:lnTo>
                <a:lnTo>
                  <a:pt x="6268417" y="5672584"/>
                </a:lnTo>
                <a:lnTo>
                  <a:pt x="6357045" y="5554489"/>
                </a:lnTo>
                <a:lnTo>
                  <a:pt x="6440649" y="5432710"/>
                </a:lnTo>
                <a:lnTo>
                  <a:pt x="6519118" y="5307583"/>
                </a:lnTo>
                <a:lnTo>
                  <a:pt x="6592230" y="5179219"/>
                </a:lnTo>
                <a:lnTo>
                  <a:pt x="6659873" y="5047952"/>
                </a:lnTo>
                <a:lnTo>
                  <a:pt x="6721934" y="4913895"/>
                </a:lnTo>
                <a:lnTo>
                  <a:pt x="6778191" y="4777383"/>
                </a:lnTo>
                <a:lnTo>
                  <a:pt x="6828644" y="4638638"/>
                </a:lnTo>
                <a:lnTo>
                  <a:pt x="6873292" y="4497772"/>
                </a:lnTo>
                <a:lnTo>
                  <a:pt x="6912025" y="4355232"/>
                </a:lnTo>
                <a:lnTo>
                  <a:pt x="6944618" y="4211241"/>
                </a:lnTo>
                <a:lnTo>
                  <a:pt x="6971184" y="4065910"/>
                </a:lnTo>
                <a:lnTo>
                  <a:pt x="6991722" y="3919686"/>
                </a:lnTo>
                <a:lnTo>
                  <a:pt x="7005898" y="3772681"/>
                </a:lnTo>
                <a:lnTo>
                  <a:pt x="7013935" y="3625230"/>
                </a:lnTo>
                <a:lnTo>
                  <a:pt x="7015721" y="3477444"/>
                </a:lnTo>
                <a:lnTo>
                  <a:pt x="7011367" y="3329880"/>
                </a:lnTo>
                <a:lnTo>
                  <a:pt x="7000875" y="3182541"/>
                </a:lnTo>
                <a:lnTo>
                  <a:pt x="6984020" y="3035871"/>
                </a:lnTo>
                <a:lnTo>
                  <a:pt x="6961026" y="2889870"/>
                </a:lnTo>
                <a:lnTo>
                  <a:pt x="6932005" y="2745098"/>
                </a:lnTo>
                <a:lnTo>
                  <a:pt x="6896733" y="2601553"/>
                </a:lnTo>
                <a:lnTo>
                  <a:pt x="6855656" y="2459794"/>
                </a:lnTo>
                <a:lnTo>
                  <a:pt x="6808663" y="2319821"/>
                </a:lnTo>
                <a:lnTo>
                  <a:pt x="6755643" y="2181969"/>
                </a:lnTo>
                <a:lnTo>
                  <a:pt x="6696931" y="2046350"/>
                </a:lnTo>
                <a:lnTo>
                  <a:pt x="6632637" y="1913409"/>
                </a:lnTo>
                <a:lnTo>
                  <a:pt x="6562762" y="1783259"/>
                </a:lnTo>
                <a:lnTo>
                  <a:pt x="6487418" y="1656234"/>
                </a:lnTo>
                <a:lnTo>
                  <a:pt x="6406828" y="1532558"/>
                </a:lnTo>
                <a:lnTo>
                  <a:pt x="6321103" y="1412230"/>
                </a:lnTo>
                <a:lnTo>
                  <a:pt x="6230355" y="1295698"/>
                </a:lnTo>
                <a:lnTo>
                  <a:pt x="6134919" y="1183072"/>
                </a:lnTo>
                <a:lnTo>
                  <a:pt x="6034683" y="1074576"/>
                </a:lnTo>
                <a:lnTo>
                  <a:pt x="5930094" y="970322"/>
                </a:lnTo>
                <a:lnTo>
                  <a:pt x="5821040" y="870645"/>
                </a:lnTo>
                <a:lnTo>
                  <a:pt x="5707968" y="775543"/>
                </a:lnTo>
                <a:lnTo>
                  <a:pt x="5591101" y="685354"/>
                </a:lnTo>
                <a:lnTo>
                  <a:pt x="5470438" y="600187"/>
                </a:lnTo>
                <a:lnTo>
                  <a:pt x="5346316" y="520154"/>
                </a:lnTo>
                <a:lnTo>
                  <a:pt x="5218844" y="445480"/>
                </a:lnTo>
                <a:lnTo>
                  <a:pt x="5088471" y="376051"/>
                </a:lnTo>
                <a:lnTo>
                  <a:pt x="4955307" y="312316"/>
                </a:lnTo>
                <a:lnTo>
                  <a:pt x="4819464" y="254273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1A3BB-02A0-402E-B7FC-719105A8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437" y="919088"/>
            <a:ext cx="2902" cy="540134"/>
          </a:xfrm>
          <a:custGeom xmlns:a="http://schemas.openxmlformats.org/drawingml/2006/main">
            <a:pathLst>
              <a:path w="2902" h="540134" fill="none">
                <a:moveTo>
                  <a:pt x="2902" y="540134"/>
                </a:moveTo>
                <a:lnTo>
                  <a:pt x="1898" y="360090"/>
                </a:lnTo>
                <a:lnTo>
                  <a:pt x="1005" y="18004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AFA4D-234F-4399-BF5F-21BCABAA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591" y="1173361"/>
            <a:ext cx="202034" cy="501067"/>
          </a:xfrm>
          <a:custGeom xmlns:a="http://schemas.openxmlformats.org/drawingml/2006/main">
            <a:pathLst>
              <a:path w="202034" h="501067" fill="none">
                <a:moveTo>
                  <a:pt x="0" y="501067"/>
                </a:moveTo>
                <a:lnTo>
                  <a:pt x="67308" y="334082"/>
                </a:lnTo>
                <a:lnTo>
                  <a:pt x="134727" y="167097"/>
                </a:lnTo>
                <a:lnTo>
                  <a:pt x="2020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6AFFB-427C-4ECD-819F-3AA2D221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12" y="1565821"/>
            <a:ext cx="197681" cy="202257"/>
          </a:xfrm>
          <a:custGeom xmlns:a="http://schemas.openxmlformats.org/drawingml/2006/main">
            <a:pathLst>
              <a:path w="197681" h="202257">
                <a:moveTo>
                  <a:pt x="0" y="142317"/>
                </a:moveTo>
                <a:lnTo>
                  <a:pt x="62285" y="0"/>
                </a:lnTo>
                <a:lnTo>
                  <a:pt x="197681" y="63178"/>
                </a:lnTo>
                <a:lnTo>
                  <a:pt x="128699" y="202257"/>
                </a:lnTo>
                <a:lnTo>
                  <a:pt x="0" y="142317"/>
                </a:lnTo>
                <a:close/>
                <a:moveTo>
                  <a:pt x="0" y="142317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7FD76-6A88-400E-9F9E-0343575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327" y="5792800"/>
            <a:ext cx="151247" cy="171450"/>
          </a:xfrm>
          <a:custGeom xmlns:a="http://schemas.openxmlformats.org/drawingml/2006/main">
            <a:pathLst>
              <a:path w="151247" h="171450">
                <a:moveTo>
                  <a:pt x="151247" y="124569"/>
                </a:moveTo>
                <a:lnTo>
                  <a:pt x="70545" y="171450"/>
                </a:lnTo>
                <a:lnTo>
                  <a:pt x="0" y="43086"/>
                </a:lnTo>
                <a:lnTo>
                  <a:pt x="82934" y="0"/>
                </a:lnTo>
                <a:lnTo>
                  <a:pt x="151247" y="124569"/>
                </a:lnTo>
                <a:close/>
                <a:moveTo>
                  <a:pt x="151247" y="124569"/>
                </a:moveTo>
              </a:path>
            </a:pathLst>
          </a:custGeom>
          <a:solidFill xmlns:a="http://schemas.openxmlformats.org/drawingml/2006/main">
            <a:srgbClr val="A7C7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E04C15-8727-46BB-B348-DEFC9F94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058" y="7227577"/>
            <a:ext cx="184398" cy="186519"/>
          </a:xfrm>
          <a:custGeom xmlns:a="http://schemas.openxmlformats.org/drawingml/2006/main">
            <a:pathLst>
              <a:path w="184398" h="186519">
                <a:moveTo>
                  <a:pt x="135173" y="0"/>
                </a:moveTo>
                <a:lnTo>
                  <a:pt x="184398" y="140643"/>
                </a:lnTo>
                <a:lnTo>
                  <a:pt x="42639" y="186519"/>
                </a:lnTo>
                <a:lnTo>
                  <a:pt x="0" y="43755"/>
                </a:lnTo>
                <a:lnTo>
                  <a:pt x="135173" y="0"/>
                </a:lnTo>
                <a:close/>
                <a:moveTo>
                  <a:pt x="135173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71CC3-8739-47D1-96F1-779A528E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076" y="2825353"/>
            <a:ext cx="238758" cy="221121"/>
          </a:xfrm>
          <a:custGeom xmlns:a="http://schemas.openxmlformats.org/drawingml/2006/main">
            <a:pathLst>
              <a:path w="238758" h="221121">
                <a:moveTo>
                  <a:pt x="169887" y="221121"/>
                </a:moveTo>
                <a:lnTo>
                  <a:pt x="0" y="132048"/>
                </a:lnTo>
                <a:lnTo>
                  <a:pt x="73558" y="0"/>
                </a:lnTo>
                <a:lnTo>
                  <a:pt x="238758" y="97110"/>
                </a:lnTo>
                <a:lnTo>
                  <a:pt x="169887" y="221121"/>
                </a:lnTo>
                <a:close/>
                <a:moveTo>
                  <a:pt x="169887" y="221121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20746-8B1A-44EA-8230-C311591A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255" y="6220309"/>
            <a:ext cx="191430" cy="193886"/>
          </a:xfrm>
          <a:custGeom xmlns:a="http://schemas.openxmlformats.org/drawingml/2006/main">
            <a:pathLst>
              <a:path w="191430" h="193886">
                <a:moveTo>
                  <a:pt x="88516" y="0"/>
                </a:moveTo>
                <a:lnTo>
                  <a:pt x="191430" y="77912"/>
                </a:lnTo>
                <a:lnTo>
                  <a:pt x="99008" y="193886"/>
                </a:lnTo>
                <a:lnTo>
                  <a:pt x="0" y="111063"/>
                </a:lnTo>
                <a:lnTo>
                  <a:pt x="88516" y="0"/>
                </a:lnTo>
                <a:close/>
                <a:moveTo>
                  <a:pt x="88516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1433B-8B15-48C4-A229-89179A64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927" y="5505599"/>
            <a:ext cx="240990" cy="212527"/>
          </a:xfrm>
          <a:custGeom xmlns:a="http://schemas.openxmlformats.org/drawingml/2006/main">
            <a:pathLst>
              <a:path w="240990" h="212527">
                <a:moveTo>
                  <a:pt x="240990" y="131043"/>
                </a:moveTo>
                <a:lnTo>
                  <a:pt x="58489" y="212527"/>
                </a:lnTo>
                <a:lnTo>
                  <a:pt x="0" y="72665"/>
                </a:lnTo>
                <a:lnTo>
                  <a:pt x="186296" y="0"/>
                </a:lnTo>
                <a:lnTo>
                  <a:pt x="240990" y="131043"/>
                </a:lnTo>
                <a:close/>
                <a:moveTo>
                  <a:pt x="240990" y="131043"/>
                </a:moveTo>
              </a:path>
            </a:pathLst>
          </a:custGeom>
          <a:solidFill xmlns:a="http://schemas.openxmlformats.org/drawingml/2006/main">
            <a:srgbClr val="F48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3AD69-E78B-475D-A3F0-2F5EDB5A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654" y="6852419"/>
            <a:ext cx="227037" cy="238869"/>
          </a:xfrm>
          <a:custGeom xmlns:a="http://schemas.openxmlformats.org/drawingml/2006/main">
            <a:pathLst>
              <a:path w="227037" h="238869">
                <a:moveTo>
                  <a:pt x="227037" y="79028"/>
                </a:moveTo>
                <a:lnTo>
                  <a:pt x="125462" y="238869"/>
                </a:lnTo>
                <a:lnTo>
                  <a:pt x="0" y="154818"/>
                </a:lnTo>
                <a:lnTo>
                  <a:pt x="109054" y="0"/>
                </a:lnTo>
                <a:lnTo>
                  <a:pt x="227037" y="79028"/>
                </a:lnTo>
                <a:close/>
                <a:moveTo>
                  <a:pt x="227037" y="79028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53B9C-EEE6-4979-A944-1267A184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805" y="6318089"/>
            <a:ext cx="200025" cy="200695"/>
          </a:xfrm>
          <a:custGeom xmlns:a="http://schemas.openxmlformats.org/drawingml/2006/main">
            <a:pathLst>
              <a:path w="200025" h="200695">
                <a:moveTo>
                  <a:pt x="200025" y="107156"/>
                </a:moveTo>
                <a:lnTo>
                  <a:pt x="97445" y="200695"/>
                </a:lnTo>
                <a:lnTo>
                  <a:pt x="0" y="88404"/>
                </a:lnTo>
                <a:lnTo>
                  <a:pt x="106933" y="0"/>
                </a:lnTo>
                <a:lnTo>
                  <a:pt x="200025" y="107156"/>
                </a:lnTo>
                <a:close/>
                <a:moveTo>
                  <a:pt x="200025" y="107156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5C3D5-1190-4FD1-94D7-EB6DC423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524" y="3628579"/>
            <a:ext cx="103026" cy="156493"/>
          </a:xfrm>
          <a:custGeom xmlns:a="http://schemas.openxmlformats.org/drawingml/2006/main">
            <a:pathLst>
              <a:path w="103026" h="156493">
                <a:moveTo>
                  <a:pt x="68982" y="156493"/>
                </a:moveTo>
                <a:lnTo>
                  <a:pt x="0" y="141089"/>
                </a:lnTo>
                <a:lnTo>
                  <a:pt x="34826" y="0"/>
                </a:lnTo>
                <a:lnTo>
                  <a:pt x="103026" y="18641"/>
                </a:lnTo>
                <a:lnTo>
                  <a:pt x="68982" y="156493"/>
                </a:lnTo>
                <a:close/>
                <a:moveTo>
                  <a:pt x="68982" y="156493"/>
                </a:moveTo>
              </a:path>
            </a:pathLst>
          </a:custGeom>
          <a:solidFill xmlns:a="http://schemas.openxmlformats.org/drawingml/2006/main">
            <a:srgbClr val="31F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CF24A-6976-4737-A9DB-315BCDE3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32" y="6939818"/>
            <a:ext cx="204155" cy="207169"/>
          </a:xfrm>
          <a:custGeom xmlns:a="http://schemas.openxmlformats.org/drawingml/2006/main">
            <a:pathLst>
              <a:path w="204155" h="207169">
                <a:moveTo>
                  <a:pt x="204155" y="72665"/>
                </a:moveTo>
                <a:lnTo>
                  <a:pt x="128364" y="207169"/>
                </a:lnTo>
                <a:lnTo>
                  <a:pt x="0" y="130820"/>
                </a:lnTo>
                <a:lnTo>
                  <a:pt x="82153" y="0"/>
                </a:lnTo>
                <a:lnTo>
                  <a:pt x="204155" y="72665"/>
                </a:lnTo>
                <a:close/>
                <a:moveTo>
                  <a:pt x="204155" y="72665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EBC2BF-8777-4FEF-92F7-CB0BEB1D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849" y="1537134"/>
            <a:ext cx="203932" cy="216433"/>
          </a:xfrm>
          <a:custGeom xmlns:a="http://schemas.openxmlformats.org/drawingml/2006/main">
            <a:pathLst>
              <a:path w="203932" h="216433">
                <a:moveTo>
                  <a:pt x="74563" y="216433"/>
                </a:moveTo>
                <a:lnTo>
                  <a:pt x="0" y="61950"/>
                </a:lnTo>
                <a:lnTo>
                  <a:pt x="136959" y="0"/>
                </a:lnTo>
                <a:lnTo>
                  <a:pt x="203932" y="157832"/>
                </a:lnTo>
                <a:lnTo>
                  <a:pt x="74563" y="216433"/>
                </a:lnTo>
                <a:close/>
                <a:moveTo>
                  <a:pt x="74563" y="216433"/>
                </a:moveTo>
              </a:path>
            </a:pathLst>
          </a:custGeom>
          <a:solidFill xmlns:a="http://schemas.openxmlformats.org/drawingml/2006/main">
            <a:srgbClr val="1C15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02E86-1BB2-40DE-8DB6-B2CA9214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86" y="3942792"/>
            <a:ext cx="98227" cy="153367"/>
          </a:xfrm>
          <a:custGeom xmlns:a="http://schemas.openxmlformats.org/drawingml/2006/main">
            <a:pathLst>
              <a:path w="98227" h="153367">
                <a:moveTo>
                  <a:pt x="79139" y="153367"/>
                </a:moveTo>
                <a:lnTo>
                  <a:pt x="0" y="144438"/>
                </a:lnTo>
                <a:lnTo>
                  <a:pt x="19757" y="0"/>
                </a:lnTo>
                <a:lnTo>
                  <a:pt x="98227" y="12613"/>
                </a:lnTo>
                <a:lnTo>
                  <a:pt x="79139" y="153367"/>
                </a:lnTo>
                <a:close/>
                <a:moveTo>
                  <a:pt x="79139" y="153367"/>
                </a:moveTo>
              </a:path>
            </a:pathLst>
          </a:custGeom>
          <a:solidFill xmlns:a="http://schemas.openxmlformats.org/drawingml/2006/main">
            <a:srgbClr val="FD42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B051D4-BD13-4572-83F2-17713197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512" y="2691296"/>
            <a:ext cx="226926" cy="217661"/>
          </a:xfrm>
          <a:custGeom xmlns:a="http://schemas.openxmlformats.org/drawingml/2006/main">
            <a:pathLst>
              <a:path w="226926" h="217661">
                <a:moveTo>
                  <a:pt x="151358" y="217661"/>
                </a:moveTo>
                <a:lnTo>
                  <a:pt x="0" y="127360"/>
                </a:lnTo>
                <a:lnTo>
                  <a:pt x="79921" y="0"/>
                </a:lnTo>
                <a:lnTo>
                  <a:pt x="226926" y="97445"/>
                </a:lnTo>
                <a:lnTo>
                  <a:pt x="151358" y="217661"/>
                </a:lnTo>
                <a:close/>
                <a:moveTo>
                  <a:pt x="151358" y="217661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4A93DC-0D2A-44B7-AB87-6D4C6FE9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" y="2791309"/>
            <a:ext cx="593713" cy="396813"/>
          </a:xfrm>
          <a:custGeom xmlns:a="http://schemas.openxmlformats.org/drawingml/2006/main">
            <a:pathLst>
              <a:path w="593713" h="396813">
                <a:moveTo>
                  <a:pt x="531428" y="396813"/>
                </a:moveTo>
                <a:lnTo>
                  <a:pt x="354285" y="315330"/>
                </a:lnTo>
                <a:lnTo>
                  <a:pt x="177143" y="234069"/>
                </a:lnTo>
                <a:lnTo>
                  <a:pt x="0" y="152586"/>
                </a:lnTo>
                <a:lnTo>
                  <a:pt x="74563" y="0"/>
                </a:lnTo>
                <a:lnTo>
                  <a:pt x="247687" y="89743"/>
                </a:lnTo>
                <a:lnTo>
                  <a:pt x="420588" y="179487"/>
                </a:lnTo>
                <a:lnTo>
                  <a:pt x="593713" y="269118"/>
                </a:ln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73600-F11B-4A9A-B7B7-5B331D1E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226" y="1483444"/>
            <a:ext cx="195337" cy="205383"/>
          </a:xfrm>
          <a:custGeom xmlns:a="http://schemas.openxmlformats.org/drawingml/2006/main">
            <a:pathLst>
              <a:path w="195337" h="205383">
                <a:moveTo>
                  <a:pt x="63066" y="205383"/>
                </a:moveTo>
                <a:lnTo>
                  <a:pt x="0" y="54471"/>
                </a:lnTo>
                <a:lnTo>
                  <a:pt x="139526" y="0"/>
                </a:lnTo>
                <a:lnTo>
                  <a:pt x="195337" y="153814"/>
                </a:lnTo>
                <a:lnTo>
                  <a:pt x="63066" y="205383"/>
                </a:lnTo>
                <a:close/>
                <a:moveTo>
                  <a:pt x="63066" y="205383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791A3-B738-412A-A5D4-E261DEF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928" y="7266422"/>
            <a:ext cx="181384" cy="186519"/>
          </a:xfrm>
          <a:custGeom xmlns:a="http://schemas.openxmlformats.org/drawingml/2006/main">
            <a:pathLst>
              <a:path w="181384" h="186519">
                <a:moveTo>
                  <a:pt x="181384" y="38063"/>
                </a:moveTo>
                <a:lnTo>
                  <a:pt x="143880" y="186519"/>
                </a:lnTo>
                <a:lnTo>
                  <a:pt x="0" y="146670"/>
                </a:lnTo>
                <a:lnTo>
                  <a:pt x="44648" y="0"/>
                </a:lnTo>
                <a:lnTo>
                  <a:pt x="181384" y="38063"/>
                </a:lnTo>
                <a:close/>
                <a:moveTo>
                  <a:pt x="181384" y="38063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F42AE-7F57-491D-8BC7-BB4989A9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933" y="6758099"/>
            <a:ext cx="180938" cy="173794"/>
          </a:xfrm>
          <a:custGeom xmlns:a="http://schemas.openxmlformats.org/drawingml/2006/main">
            <a:pathLst>
              <a:path w="180938" h="173794">
                <a:moveTo>
                  <a:pt x="180938" y="85167"/>
                </a:moveTo>
                <a:lnTo>
                  <a:pt x="117760" y="173794"/>
                </a:lnTo>
                <a:lnTo>
                  <a:pt x="0" y="85502"/>
                </a:lnTo>
                <a:lnTo>
                  <a:pt x="67419" y="0"/>
                </a:lnTo>
                <a:lnTo>
                  <a:pt x="180938" y="85167"/>
                </a:lnTo>
                <a:close/>
                <a:moveTo>
                  <a:pt x="180938" y="85167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0529C-0E49-4EDA-B385-C7462760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082" y="7107585"/>
            <a:ext cx="191207" cy="190202"/>
          </a:xfrm>
          <a:custGeom xmlns:a="http://schemas.openxmlformats.org/drawingml/2006/main">
            <a:pathLst>
              <a:path w="191207" h="190202">
                <a:moveTo>
                  <a:pt x="129704" y="0"/>
                </a:moveTo>
                <a:lnTo>
                  <a:pt x="191207" y="129592"/>
                </a:lnTo>
                <a:lnTo>
                  <a:pt x="55364" y="190202"/>
                </a:lnTo>
                <a:lnTo>
                  <a:pt x="0" y="57820"/>
                </a:lnTo>
                <a:lnTo>
                  <a:pt x="129704" y="0"/>
                </a:lnTo>
                <a:close/>
                <a:moveTo>
                  <a:pt x="129704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110A9-797C-4C38-B081-28313DF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567" y="1944439"/>
            <a:ext cx="171338" cy="161739"/>
          </a:xfrm>
          <a:custGeom xmlns:a="http://schemas.openxmlformats.org/drawingml/2006/main">
            <a:pathLst>
              <a:path w="171338" h="161739">
                <a:moveTo>
                  <a:pt x="0" y="75791"/>
                </a:moveTo>
                <a:lnTo>
                  <a:pt x="54694" y="0"/>
                </a:lnTo>
                <a:lnTo>
                  <a:pt x="171338" y="88627"/>
                </a:lnTo>
                <a:lnTo>
                  <a:pt x="113072" y="161739"/>
                </a:lnTo>
                <a:lnTo>
                  <a:pt x="0" y="75791"/>
                </a:lnTo>
                <a:close/>
                <a:moveTo>
                  <a:pt x="0" y="75791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DCE9C-111E-4B01-923D-86348D8F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042" y="7384628"/>
            <a:ext cx="147786" cy="81260"/>
          </a:xfrm>
          <a:custGeom xmlns:a="http://schemas.openxmlformats.org/drawingml/2006/main">
            <a:pathLst>
              <a:path w="147786" h="81260">
                <a:moveTo>
                  <a:pt x="147786" y="8372"/>
                </a:moveTo>
                <a:lnTo>
                  <a:pt x="145331" y="81260"/>
                </a:lnTo>
                <a:lnTo>
                  <a:pt x="0" y="72665"/>
                </a:lnTo>
                <a:lnTo>
                  <a:pt x="6139" y="0"/>
                </a:lnTo>
                <a:lnTo>
                  <a:pt x="147786" y="8372"/>
                </a:lnTo>
                <a:close/>
                <a:moveTo>
                  <a:pt x="147786" y="8372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469CA-2586-44CE-AEED-55557094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219" y="3767435"/>
            <a:ext cx="180938" cy="172455"/>
          </a:xfrm>
          <a:custGeom xmlns:a="http://schemas.openxmlformats.org/drawingml/2006/main">
            <a:pathLst>
              <a:path w="180938" h="172455">
                <a:moveTo>
                  <a:pt x="154260" y="172455"/>
                </a:moveTo>
                <a:lnTo>
                  <a:pt x="0" y="146782"/>
                </a:lnTo>
                <a:lnTo>
                  <a:pt x="28129" y="0"/>
                </a:lnTo>
                <a:lnTo>
                  <a:pt x="180938" y="33040"/>
                </a:lnTo>
                <a:lnTo>
                  <a:pt x="154260" y="172455"/>
                </a:lnTo>
                <a:close/>
                <a:moveTo>
                  <a:pt x="154260" y="172455"/>
                </a:moveTo>
              </a:path>
            </a:pathLst>
          </a:custGeom>
          <a:solidFill xmlns:a="http://schemas.openxmlformats.org/drawingml/2006/main">
            <a:srgbClr val="0DD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48992-E28B-4EC6-8ABE-213A9FAC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30" y="4741552"/>
            <a:ext cx="212527" cy="170669"/>
          </a:xfrm>
          <a:custGeom xmlns:a="http://schemas.openxmlformats.org/drawingml/2006/main">
            <a:pathLst>
              <a:path w="212527" h="170669">
                <a:moveTo>
                  <a:pt x="212527" y="140754"/>
                </a:moveTo>
                <a:lnTo>
                  <a:pt x="19534" y="170669"/>
                </a:lnTo>
                <a:lnTo>
                  <a:pt x="0" y="20650"/>
                </a:lnTo>
                <a:lnTo>
                  <a:pt x="194109" y="0"/>
                </a:lnTo>
                <a:lnTo>
                  <a:pt x="212527" y="140754"/>
                </a:lnTo>
                <a:close/>
                <a:moveTo>
                  <a:pt x="212527" y="140754"/>
                </a:moveTo>
              </a:path>
            </a:pathLst>
          </a:custGeom>
          <a:solidFill xmlns:a="http://schemas.openxmlformats.org/drawingml/2006/main">
            <a:srgbClr val="EFE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868D0-5E1E-4E4A-818E-D8E1D9EF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838" y="5822045"/>
            <a:ext cx="145554" cy="167655"/>
          </a:xfrm>
          <a:custGeom xmlns:a="http://schemas.openxmlformats.org/drawingml/2006/main">
            <a:pathLst>
              <a:path w="145554" h="167655">
                <a:moveTo>
                  <a:pt x="69652" y="0"/>
                </a:moveTo>
                <a:lnTo>
                  <a:pt x="145554" y="40407"/>
                </a:lnTo>
                <a:lnTo>
                  <a:pt x="73782" y="167655"/>
                </a:lnTo>
                <a:lnTo>
                  <a:pt x="0" y="123676"/>
                </a:lnTo>
                <a:lnTo>
                  <a:pt x="69652" y="0"/>
                </a:lnTo>
                <a:close/>
                <a:moveTo>
                  <a:pt x="69652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AE0E2-AB99-4568-9A60-E622720E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156" y="7308279"/>
            <a:ext cx="187970" cy="232842"/>
          </a:xfrm>
          <a:custGeom xmlns:a="http://schemas.openxmlformats.org/drawingml/2006/main">
            <a:pathLst>
              <a:path w="187970" h="232842">
                <a:moveTo>
                  <a:pt x="187970" y="30696"/>
                </a:moveTo>
                <a:lnTo>
                  <a:pt x="148344" y="232842"/>
                </a:lnTo>
                <a:lnTo>
                  <a:pt x="0" y="199913"/>
                </a:lnTo>
                <a:lnTo>
                  <a:pt x="49448" y="0"/>
                </a:lnTo>
                <a:lnTo>
                  <a:pt x="187970" y="30696"/>
                </a:lnTo>
                <a:close/>
                <a:moveTo>
                  <a:pt x="187970" y="30696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B7CDF-0E0E-4A70-9FC6-ED0D6CBA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452" y="4774257"/>
            <a:ext cx="275481" cy="182947"/>
          </a:xfrm>
          <a:custGeom xmlns:a="http://schemas.openxmlformats.org/drawingml/2006/main">
            <a:pathLst>
              <a:path w="275481" h="182947">
                <a:moveTo>
                  <a:pt x="19980" y="0"/>
                </a:moveTo>
                <a:lnTo>
                  <a:pt x="275481" y="30249"/>
                </a:lnTo>
                <a:lnTo>
                  <a:pt x="253826" y="182947"/>
                </a:lnTo>
                <a:lnTo>
                  <a:pt x="0" y="140643"/>
                </a:lnTo>
                <a:lnTo>
                  <a:pt x="19980" y="0"/>
                </a:lnTo>
                <a:close/>
                <a:moveTo>
                  <a:pt x="19980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2E880-A120-4FF6-B16A-D93AB7EE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78" y="5052975"/>
            <a:ext cx="181831" cy="177031"/>
          </a:xfrm>
          <a:custGeom xmlns:a="http://schemas.openxmlformats.org/drawingml/2006/main">
            <a:pathLst>
              <a:path w="181831" h="177031">
                <a:moveTo>
                  <a:pt x="181831" y="137964"/>
                </a:moveTo>
                <a:lnTo>
                  <a:pt x="35049" y="177031"/>
                </a:lnTo>
                <a:lnTo>
                  <a:pt x="0" y="32035"/>
                </a:lnTo>
                <a:lnTo>
                  <a:pt x="148568" y="0"/>
                </a:lnTo>
                <a:lnTo>
                  <a:pt x="181831" y="137964"/>
                </a:lnTo>
                <a:close/>
                <a:moveTo>
                  <a:pt x="181831" y="137964"/>
                </a:moveTo>
              </a:path>
            </a:pathLst>
          </a:custGeom>
          <a:solidFill xmlns:a="http://schemas.openxmlformats.org/drawingml/2006/main">
            <a:srgbClr val="C65D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3C584-9289-4EB4-A713-4D214A51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547" y="7315981"/>
            <a:ext cx="171115" cy="167320"/>
          </a:xfrm>
          <a:custGeom xmlns:a="http://schemas.openxmlformats.org/drawingml/2006/main">
            <a:pathLst>
              <a:path w="171115" h="167320">
                <a:moveTo>
                  <a:pt x="138857" y="0"/>
                </a:moveTo>
                <a:lnTo>
                  <a:pt x="171115" y="136736"/>
                </a:lnTo>
                <a:lnTo>
                  <a:pt x="25561" y="167320"/>
                </a:lnTo>
                <a:lnTo>
                  <a:pt x="0" y="29245"/>
                </a:lnTo>
                <a:lnTo>
                  <a:pt x="138857" y="0"/>
                </a:lnTo>
                <a:close/>
                <a:moveTo>
                  <a:pt x="138857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F003D-E1D7-4E65-BBE9-39E6C305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48" y="3432907"/>
            <a:ext cx="235744" cy="199020"/>
          </a:xfrm>
          <a:custGeom xmlns:a="http://schemas.openxmlformats.org/drawingml/2006/main">
            <a:pathLst>
              <a:path w="235744" h="199020">
                <a:moveTo>
                  <a:pt x="194444" y="199020"/>
                </a:moveTo>
                <a:lnTo>
                  <a:pt x="0" y="144996"/>
                </a:lnTo>
                <a:lnTo>
                  <a:pt x="44090" y="0"/>
                </a:lnTo>
                <a:lnTo>
                  <a:pt x="235744" y="63289"/>
                </a:lnTo>
                <a:lnTo>
                  <a:pt x="194444" y="199020"/>
                </a:lnTo>
                <a:close/>
                <a:moveTo>
                  <a:pt x="194444" y="199020"/>
                </a:moveTo>
              </a:path>
            </a:pathLst>
          </a:custGeom>
          <a:solidFill xmlns:a="http://schemas.openxmlformats.org/drawingml/2006/main">
            <a:srgbClr val="F988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AD859-C74A-483E-96BE-98A04729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896" y="7371792"/>
            <a:ext cx="154818" cy="123006"/>
          </a:xfrm>
          <a:custGeom xmlns:a="http://schemas.openxmlformats.org/drawingml/2006/main">
            <a:pathLst>
              <a:path w="154818" h="123006">
                <a:moveTo>
                  <a:pt x="141201" y="0"/>
                </a:moveTo>
                <a:lnTo>
                  <a:pt x="154818" y="108272"/>
                </a:lnTo>
                <a:lnTo>
                  <a:pt x="8260" y="123006"/>
                </a:lnTo>
                <a:lnTo>
                  <a:pt x="0" y="14176"/>
                </a:lnTo>
                <a:lnTo>
                  <a:pt x="141201" y="0"/>
                </a:lnTo>
                <a:close/>
                <a:moveTo>
                  <a:pt x="141201" y="0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92197-A5A4-4698-AB37-F12BE815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823" y="3127177"/>
            <a:ext cx="298140" cy="236637"/>
          </a:xfrm>
          <a:custGeom xmlns:a="http://schemas.openxmlformats.org/drawingml/2006/main">
            <a:pathLst>
              <a:path w="298140" h="236637">
                <a:moveTo>
                  <a:pt x="0" y="105259"/>
                </a:moveTo>
                <a:lnTo>
                  <a:pt x="239316" y="0"/>
                </a:lnTo>
                <a:lnTo>
                  <a:pt x="298140" y="142987"/>
                </a:lnTo>
                <a:lnTo>
                  <a:pt x="54025" y="236637"/>
                </a:lnTo>
                <a:lnTo>
                  <a:pt x="0" y="105259"/>
                </a:lnTo>
                <a:close/>
                <a:moveTo>
                  <a:pt x="0" y="105259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9FB1A-52FD-445A-9D16-86EC1DEA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401" y="2299171"/>
            <a:ext cx="226591" cy="224135"/>
          </a:xfrm>
          <a:custGeom xmlns:a="http://schemas.openxmlformats.org/drawingml/2006/main">
            <a:pathLst>
              <a:path w="226591" h="224135">
                <a:moveTo>
                  <a:pt x="132941" y="224135"/>
                </a:moveTo>
                <a:lnTo>
                  <a:pt x="0" y="112961"/>
                </a:lnTo>
                <a:lnTo>
                  <a:pt x="99120" y="0"/>
                </a:lnTo>
                <a:lnTo>
                  <a:pt x="226591" y="117425"/>
                </a:lnTo>
                <a:lnTo>
                  <a:pt x="132941" y="224135"/>
                </a:lnTo>
                <a:close/>
                <a:moveTo>
                  <a:pt x="132941" y="224135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B2B7D-2304-4491-A946-B33CD957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384" y="6461187"/>
            <a:ext cx="129257" cy="130039"/>
          </a:xfrm>
          <a:custGeom xmlns:a="http://schemas.openxmlformats.org/drawingml/2006/main">
            <a:pathLst>
              <a:path w="129257" h="130039">
                <a:moveTo>
                  <a:pt x="99678" y="0"/>
                </a:moveTo>
                <a:lnTo>
                  <a:pt x="129257" y="27682"/>
                </a:lnTo>
                <a:lnTo>
                  <a:pt x="28129" y="130039"/>
                </a:lnTo>
                <a:lnTo>
                  <a:pt x="0" y="100905"/>
                </a:lnTo>
                <a:lnTo>
                  <a:pt x="99678" y="0"/>
                </a:lnTo>
                <a:close/>
                <a:moveTo>
                  <a:pt x="99678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59F7E-E2D2-4A6D-8BA1-8321648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37" y="4259461"/>
            <a:ext cx="182500" cy="151470"/>
          </a:xfrm>
          <a:custGeom xmlns:a="http://schemas.openxmlformats.org/drawingml/2006/main">
            <a:pathLst>
              <a:path w="182500" h="151470">
                <a:moveTo>
                  <a:pt x="178259" y="151470"/>
                </a:moveTo>
                <a:lnTo>
                  <a:pt x="0" y="150465"/>
                </a:lnTo>
                <a:lnTo>
                  <a:pt x="4353" y="0"/>
                </a:lnTo>
                <a:lnTo>
                  <a:pt x="182500" y="9488"/>
                </a:lnTo>
                <a:lnTo>
                  <a:pt x="178259" y="151470"/>
                </a:lnTo>
                <a:close/>
                <a:moveTo>
                  <a:pt x="178259" y="151470"/>
                </a:moveTo>
              </a:path>
            </a:pathLst>
          </a:custGeom>
          <a:solidFill xmlns:a="http://schemas.openxmlformats.org/drawingml/2006/main">
            <a:srgbClr val="FD0D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28031-8E59-4F35-86C4-7CA9AB41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464" y="7093186"/>
            <a:ext cx="200137" cy="208173"/>
          </a:xfrm>
          <a:custGeom xmlns:a="http://schemas.openxmlformats.org/drawingml/2006/main">
            <a:pathLst>
              <a:path w="200137" h="208173">
                <a:moveTo>
                  <a:pt x="200137" y="59382"/>
                </a:moveTo>
                <a:lnTo>
                  <a:pt x="136066" y="208173"/>
                </a:lnTo>
                <a:lnTo>
                  <a:pt x="0" y="145554"/>
                </a:lnTo>
                <a:lnTo>
                  <a:pt x="71214" y="0"/>
                </a:lnTo>
                <a:lnTo>
                  <a:pt x="200137" y="59382"/>
                </a:lnTo>
                <a:close/>
                <a:moveTo>
                  <a:pt x="200137" y="59382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59185-B46F-4D79-8048-6F7EBBF1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605" y="1354522"/>
            <a:ext cx="164418" cy="154484"/>
          </a:xfrm>
          <a:custGeom xmlns:a="http://schemas.openxmlformats.org/drawingml/2006/main">
            <a:pathLst>
              <a:path w="164418" h="154484">
                <a:moveTo>
                  <a:pt x="24333" y="154484"/>
                </a:moveTo>
                <a:lnTo>
                  <a:pt x="0" y="23440"/>
                </a:lnTo>
                <a:lnTo>
                  <a:pt x="146447" y="0"/>
                </a:lnTo>
                <a:lnTo>
                  <a:pt x="164418" y="131936"/>
                </a:lnTo>
                <a:lnTo>
                  <a:pt x="24333" y="154484"/>
                </a:lnTo>
                <a:close/>
                <a:moveTo>
                  <a:pt x="24333" y="154484"/>
                </a:moveTo>
              </a:path>
            </a:pathLst>
          </a:custGeom>
          <a:solidFill xmlns:a="http://schemas.openxmlformats.org/drawingml/2006/main">
            <a:srgbClr val="C90D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C0EEC-A945-49B0-90B5-B7E271C9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497" y="839056"/>
            <a:ext cx="223242" cy="645393"/>
          </a:xfrm>
          <a:custGeom xmlns:a="http://schemas.openxmlformats.org/drawingml/2006/main">
            <a:pathLst>
              <a:path w="223242" h="645393">
                <a:moveTo>
                  <a:pt x="82153" y="645393"/>
                </a:moveTo>
                <a:lnTo>
                  <a:pt x="61615" y="488566"/>
                </a:lnTo>
                <a:lnTo>
                  <a:pt x="41077" y="331850"/>
                </a:lnTo>
                <a:lnTo>
                  <a:pt x="20538" y="175022"/>
                </a:lnTo>
                <a:lnTo>
                  <a:pt x="0" y="18306"/>
                </a:lnTo>
                <a:lnTo>
                  <a:pt x="171338" y="0"/>
                </a:lnTo>
                <a:lnTo>
                  <a:pt x="184286" y="157609"/>
                </a:lnTo>
                <a:lnTo>
                  <a:pt x="197346" y="315218"/>
                </a:lnTo>
                <a:lnTo>
                  <a:pt x="210294" y="472715"/>
                </a:lnTo>
                <a:lnTo>
                  <a:pt x="223242" y="63032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1BD66-DE27-4B0D-B64D-FD6CE3A4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527" y="1688269"/>
            <a:ext cx="209848" cy="217103"/>
          </a:xfrm>
          <a:custGeom xmlns:a="http://schemas.openxmlformats.org/drawingml/2006/main">
            <a:pathLst>
              <a:path w="209848" h="217103">
                <a:moveTo>
                  <a:pt x="87511" y="217103"/>
                </a:moveTo>
                <a:lnTo>
                  <a:pt x="0" y="76014"/>
                </a:lnTo>
                <a:lnTo>
                  <a:pt x="129146" y="0"/>
                </a:lnTo>
                <a:lnTo>
                  <a:pt x="209848" y="145219"/>
                </a:lnTo>
                <a:lnTo>
                  <a:pt x="87511" y="217103"/>
                </a:lnTo>
                <a:close/>
                <a:moveTo>
                  <a:pt x="87511" y="217103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92FF8-FED4-4C11-B8A0-3050E6A8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614" y="2601664"/>
            <a:ext cx="200918" cy="201364"/>
          </a:xfrm>
          <a:custGeom xmlns:a="http://schemas.openxmlformats.org/drawingml/2006/main">
            <a:pathLst>
              <a:path w="200918" h="201364">
                <a:moveTo>
                  <a:pt x="0" y="84497"/>
                </a:moveTo>
                <a:lnTo>
                  <a:pt x="116532" y="0"/>
                </a:lnTo>
                <a:lnTo>
                  <a:pt x="200918" y="122672"/>
                </a:lnTo>
                <a:lnTo>
                  <a:pt x="80479" y="201364"/>
                </a:lnTo>
                <a:lnTo>
                  <a:pt x="0" y="84497"/>
                </a:lnTo>
                <a:close/>
                <a:moveTo>
                  <a:pt x="0" y="84497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0729E-40FB-46E4-803D-FA155CE5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479" y="1254063"/>
            <a:ext cx="222796" cy="328836"/>
          </a:xfrm>
          <a:custGeom xmlns:a="http://schemas.openxmlformats.org/drawingml/2006/main">
            <a:pathLst>
              <a:path w="222796" h="328836">
                <a:moveTo>
                  <a:pt x="85837" y="328836"/>
                </a:moveTo>
                <a:lnTo>
                  <a:pt x="42862" y="184956"/>
                </a:lnTo>
                <a:lnTo>
                  <a:pt x="0" y="40965"/>
                </a:lnTo>
                <a:lnTo>
                  <a:pt x="150912" y="0"/>
                </a:lnTo>
                <a:lnTo>
                  <a:pt x="222796" y="291554"/>
                </a:ln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53DF5-FCE8-4A4A-BA24-998D89E9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516" y="3022699"/>
            <a:ext cx="197234" cy="195337"/>
          </a:xfrm>
          <a:custGeom xmlns:a="http://schemas.openxmlformats.org/drawingml/2006/main">
            <a:pathLst>
              <a:path w="197234" h="195337">
                <a:moveTo>
                  <a:pt x="0" y="67084"/>
                </a:moveTo>
                <a:lnTo>
                  <a:pt x="133164" y="0"/>
                </a:lnTo>
                <a:lnTo>
                  <a:pt x="197234" y="134615"/>
                </a:lnTo>
                <a:lnTo>
                  <a:pt x="60945" y="195337"/>
                </a:lnTo>
                <a:lnTo>
                  <a:pt x="0" y="67084"/>
                </a:lnTo>
                <a:close/>
                <a:moveTo>
                  <a:pt x="0" y="67084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D56A1-99F3-45D4-BDD5-2D862E05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2929" y="5237931"/>
            <a:ext cx="217438" cy="193663"/>
          </a:xfrm>
          <a:custGeom xmlns:a="http://schemas.openxmlformats.org/drawingml/2006/main">
            <a:pathLst>
              <a:path w="217438" h="193663">
                <a:moveTo>
                  <a:pt x="41970" y="0"/>
                </a:moveTo>
                <a:lnTo>
                  <a:pt x="217438" y="49783"/>
                </a:lnTo>
                <a:lnTo>
                  <a:pt x="172789" y="193663"/>
                </a:lnTo>
                <a:lnTo>
                  <a:pt x="0" y="135620"/>
                </a:lnTo>
                <a:lnTo>
                  <a:pt x="41970" y="0"/>
                </a:lnTo>
                <a:close/>
                <a:moveTo>
                  <a:pt x="41970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D6472-D997-402F-BF18-9BE71100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226" y="6064821"/>
            <a:ext cx="199913" cy="200583"/>
          </a:xfrm>
          <a:custGeom xmlns:a="http://schemas.openxmlformats.org/drawingml/2006/main">
            <a:pathLst>
              <a:path w="199913" h="200583">
                <a:moveTo>
                  <a:pt x="199913" y="116421"/>
                </a:moveTo>
                <a:lnTo>
                  <a:pt x="85055" y="200583"/>
                </a:lnTo>
                <a:lnTo>
                  <a:pt x="0" y="78470"/>
                </a:lnTo>
                <a:lnTo>
                  <a:pt x="118876" y="0"/>
                </a:lnTo>
                <a:lnTo>
                  <a:pt x="199913" y="116421"/>
                </a:lnTo>
                <a:close/>
                <a:moveTo>
                  <a:pt x="199913" y="116421"/>
                </a:moveTo>
              </a:path>
            </a:pathLst>
          </a:custGeom>
          <a:solidFill xmlns:a="http://schemas.openxmlformats.org/drawingml/2006/main">
            <a:srgbClr val="006C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54ECC-3D29-43A0-8086-9CD2D543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777" y="1399282"/>
            <a:ext cx="165646" cy="142652"/>
          </a:xfrm>
          <a:custGeom xmlns:a="http://schemas.openxmlformats.org/drawingml/2006/main">
            <a:pathLst>
              <a:path w="165646" h="142652">
                <a:moveTo>
                  <a:pt x="26789" y="142652"/>
                </a:moveTo>
                <a:lnTo>
                  <a:pt x="0" y="31142"/>
                </a:lnTo>
                <a:lnTo>
                  <a:pt x="144103" y="0"/>
                </a:lnTo>
                <a:lnTo>
                  <a:pt x="165646" y="112626"/>
                </a:lnTo>
                <a:lnTo>
                  <a:pt x="26789" y="142652"/>
                </a:lnTo>
                <a:close/>
                <a:moveTo>
                  <a:pt x="26789" y="142652"/>
                </a:moveTo>
              </a:path>
            </a:pathLst>
          </a:custGeom>
          <a:solidFill xmlns:a="http://schemas.openxmlformats.org/drawingml/2006/main">
            <a:srgbClr val="0DFC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695C7-B19A-4293-8E68-C48A44DD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730" y="2864421"/>
            <a:ext cx="222684" cy="211299"/>
          </a:xfrm>
          <a:custGeom xmlns:a="http://schemas.openxmlformats.org/drawingml/2006/main">
            <a:pathLst>
              <a:path w="222684" h="211299">
                <a:moveTo>
                  <a:pt x="0" y="86618"/>
                </a:moveTo>
                <a:lnTo>
                  <a:pt x="151135" y="0"/>
                </a:lnTo>
                <a:lnTo>
                  <a:pt x="222684" y="132048"/>
                </a:lnTo>
                <a:lnTo>
                  <a:pt x="67642" y="211299"/>
                </a:lnTo>
                <a:lnTo>
                  <a:pt x="0" y="86618"/>
                </a:lnTo>
                <a:close/>
                <a:moveTo>
                  <a:pt x="0" y="86618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782B6-536E-4BEF-8731-E99BDDA0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218" y="4617207"/>
            <a:ext cx="234181" cy="166204"/>
          </a:xfrm>
          <a:custGeom xmlns:a="http://schemas.openxmlformats.org/drawingml/2006/main">
            <a:pathLst>
              <a:path w="234181" h="166204">
                <a:moveTo>
                  <a:pt x="12502" y="0"/>
                </a:moveTo>
                <a:lnTo>
                  <a:pt x="234181" y="14288"/>
                </a:lnTo>
                <a:lnTo>
                  <a:pt x="220675" y="166204"/>
                </a:lnTo>
                <a:lnTo>
                  <a:pt x="0" y="141424"/>
                </a:lnTo>
                <a:lnTo>
                  <a:pt x="12502" y="0"/>
                </a:lnTo>
                <a:close/>
                <a:moveTo>
                  <a:pt x="12502" y="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E2CC4-E341-44C6-860D-52FA130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441" y="4426669"/>
            <a:ext cx="166204" cy="149684"/>
          </a:xfrm>
          <a:custGeom xmlns:a="http://schemas.openxmlformats.org/drawingml/2006/main">
            <a:pathLst>
              <a:path w="166204" h="149684">
                <a:moveTo>
                  <a:pt x="166204" y="141870"/>
                </a:moveTo>
                <a:lnTo>
                  <a:pt x="3572" y="149684"/>
                </a:lnTo>
                <a:lnTo>
                  <a:pt x="0" y="0"/>
                </a:lnTo>
                <a:lnTo>
                  <a:pt x="162855" y="0"/>
                </a:lnTo>
                <a:lnTo>
                  <a:pt x="166204" y="141870"/>
                </a:lnTo>
                <a:close/>
                <a:moveTo>
                  <a:pt x="166204" y="141870"/>
                </a:moveTo>
              </a:path>
            </a:pathLst>
          </a:custGeom>
          <a:solidFill xmlns:a="http://schemas.openxmlformats.org/drawingml/2006/main">
            <a:srgbClr val="78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FBE3F-0146-476B-9529-A948E93F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965" y="7171432"/>
            <a:ext cx="173013" cy="150800"/>
          </a:xfrm>
          <a:custGeom xmlns:a="http://schemas.openxmlformats.org/drawingml/2006/main">
            <a:pathLst>
              <a:path w="173013" h="150800">
                <a:moveTo>
                  <a:pt x="132606" y="0"/>
                </a:moveTo>
                <a:lnTo>
                  <a:pt x="173013" y="98115"/>
                </a:lnTo>
                <a:lnTo>
                  <a:pt x="35719" y="150800"/>
                </a:lnTo>
                <a:lnTo>
                  <a:pt x="0" y="50899"/>
                </a:lnTo>
                <a:lnTo>
                  <a:pt x="132606" y="0"/>
                </a:lnTo>
                <a:close/>
                <a:moveTo>
                  <a:pt x="132606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8E07C-4998-43AD-808A-0B1CAC1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071" y="6436965"/>
            <a:ext cx="251036" cy="249585"/>
          </a:xfrm>
          <a:custGeom xmlns:a="http://schemas.openxmlformats.org/drawingml/2006/main">
            <a:pathLst>
              <a:path w="251036" h="249585">
                <a:moveTo>
                  <a:pt x="251036" y="102133"/>
                </a:moveTo>
                <a:lnTo>
                  <a:pt x="105482" y="249585"/>
                </a:lnTo>
                <a:lnTo>
                  <a:pt x="0" y="140308"/>
                </a:lnTo>
                <a:lnTo>
                  <a:pt x="152474" y="0"/>
                </a:lnTo>
                <a:lnTo>
                  <a:pt x="251036" y="102133"/>
                </a:lnTo>
                <a:close/>
                <a:moveTo>
                  <a:pt x="251036" y="102133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4C5C7-6650-4CAD-B07B-CC85CED2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753" y="3132534"/>
            <a:ext cx="212973" cy="200471"/>
          </a:xfrm>
          <a:custGeom xmlns:a="http://schemas.openxmlformats.org/drawingml/2006/main">
            <a:pathLst>
              <a:path w="212973" h="200471">
                <a:moveTo>
                  <a:pt x="157497" y="200471"/>
                </a:moveTo>
                <a:lnTo>
                  <a:pt x="0" y="138075"/>
                </a:lnTo>
                <a:lnTo>
                  <a:pt x="58601" y="0"/>
                </a:lnTo>
                <a:lnTo>
                  <a:pt x="212973" y="69875"/>
                </a:lnTo>
                <a:lnTo>
                  <a:pt x="157497" y="200471"/>
                </a:lnTo>
                <a:close/>
                <a:moveTo>
                  <a:pt x="157497" y="200471"/>
                </a:moveTo>
              </a:path>
            </a:pathLst>
          </a:custGeom>
          <a:solidFill xmlns:a="http://schemas.openxmlformats.org/drawingml/2006/main">
            <a:srgbClr val="FCC2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0E0EA-FE2D-489F-A66B-E546D696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336" y="7367439"/>
            <a:ext cx="169106" cy="221791"/>
          </a:xfrm>
          <a:custGeom xmlns:a="http://schemas.openxmlformats.org/drawingml/2006/main">
            <a:pathLst>
              <a:path w="169106" h="221791">
                <a:moveTo>
                  <a:pt x="169106" y="15962"/>
                </a:moveTo>
                <a:lnTo>
                  <a:pt x="150912" y="221791"/>
                </a:lnTo>
                <a:lnTo>
                  <a:pt x="0" y="204825"/>
                </a:lnTo>
                <a:lnTo>
                  <a:pt x="28017" y="0"/>
                </a:lnTo>
                <a:lnTo>
                  <a:pt x="169106" y="15962"/>
                </a:lnTo>
                <a:close/>
                <a:moveTo>
                  <a:pt x="169106" y="15962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C13878-AABD-4A48-AFC0-5F8FA235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469" y="5651041"/>
            <a:ext cx="190537" cy="192323"/>
          </a:xfrm>
          <a:custGeom xmlns:a="http://schemas.openxmlformats.org/drawingml/2006/main">
            <a:pathLst>
              <a:path w="190537" h="192323">
                <a:moveTo>
                  <a:pt x="190537" y="127806"/>
                </a:moveTo>
                <a:lnTo>
                  <a:pt x="64629" y="192323"/>
                </a:lnTo>
                <a:lnTo>
                  <a:pt x="0" y="58266"/>
                </a:lnTo>
                <a:lnTo>
                  <a:pt x="129034" y="0"/>
                </a:lnTo>
                <a:lnTo>
                  <a:pt x="190537" y="127806"/>
                </a:lnTo>
                <a:close/>
                <a:moveTo>
                  <a:pt x="190537" y="127806"/>
                </a:moveTo>
              </a:path>
            </a:pathLst>
          </a:custGeom>
          <a:solidFill xmlns:a="http://schemas.openxmlformats.org/drawingml/2006/main">
            <a:srgbClr val="A7C7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AF41F-F3AE-406B-882F-C30229A2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54" y="7158819"/>
            <a:ext cx="156604" cy="111175"/>
          </a:xfrm>
          <a:custGeom xmlns:a="http://schemas.openxmlformats.org/drawingml/2006/main">
            <a:pathLst>
              <a:path w="156604" h="111175">
                <a:moveTo>
                  <a:pt x="156604" y="52239"/>
                </a:moveTo>
                <a:lnTo>
                  <a:pt x="134615" y="111175"/>
                </a:lnTo>
                <a:lnTo>
                  <a:pt x="0" y="57820"/>
                </a:lnTo>
                <a:lnTo>
                  <a:pt x="24557" y="0"/>
                </a:lnTo>
                <a:lnTo>
                  <a:pt x="156604" y="52239"/>
                </a:lnTo>
                <a:close/>
                <a:moveTo>
                  <a:pt x="156604" y="52239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1FD54-1F0B-4171-BC28-713B4E78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613" y="4459598"/>
            <a:ext cx="119435" cy="148679"/>
          </a:xfrm>
          <a:custGeom xmlns:a="http://schemas.openxmlformats.org/drawingml/2006/main">
            <a:pathLst>
              <a:path w="119435" h="148679">
                <a:moveTo>
                  <a:pt x="5023" y="0"/>
                </a:moveTo>
                <a:lnTo>
                  <a:pt x="119435" y="1339"/>
                </a:lnTo>
                <a:lnTo>
                  <a:pt x="114300" y="148679"/>
                </a:lnTo>
                <a:lnTo>
                  <a:pt x="0" y="141982"/>
                </a:lnTo>
                <a:lnTo>
                  <a:pt x="5023" y="0"/>
                </a:lnTo>
                <a:close/>
                <a:moveTo>
                  <a:pt x="5023" y="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DFE66-7C8A-424B-9518-A2E40D2B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234" y="2439702"/>
            <a:ext cx="207950" cy="207280"/>
          </a:xfrm>
          <a:custGeom xmlns:a="http://schemas.openxmlformats.org/drawingml/2006/main">
            <a:pathLst>
              <a:path w="207950" h="207280">
                <a:moveTo>
                  <a:pt x="120216" y="207280"/>
                </a:moveTo>
                <a:lnTo>
                  <a:pt x="0" y="117091"/>
                </a:lnTo>
                <a:lnTo>
                  <a:pt x="92311" y="0"/>
                </a:lnTo>
                <a:lnTo>
                  <a:pt x="207950" y="95771"/>
                </a:lnTo>
                <a:lnTo>
                  <a:pt x="120216" y="207280"/>
                </a:lnTo>
                <a:close/>
                <a:moveTo>
                  <a:pt x="120216" y="207280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4C8D1-3996-4F33-BF64-F8174751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962" y="7036036"/>
            <a:ext cx="179040" cy="164083"/>
          </a:xfrm>
          <a:custGeom xmlns:a="http://schemas.openxmlformats.org/drawingml/2006/main">
            <a:pathLst>
              <a:path w="179040" h="164083">
                <a:moveTo>
                  <a:pt x="126355" y="0"/>
                </a:moveTo>
                <a:lnTo>
                  <a:pt x="179040" y="97110"/>
                </a:lnTo>
                <a:lnTo>
                  <a:pt x="47997" y="164083"/>
                </a:lnTo>
                <a:lnTo>
                  <a:pt x="0" y="64740"/>
                </a:lnTo>
                <a:lnTo>
                  <a:pt x="126355" y="0"/>
                </a:lnTo>
                <a:close/>
                <a:moveTo>
                  <a:pt x="126355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379EB-0C47-4C0A-A471-365467F4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65" y="1746647"/>
            <a:ext cx="231391" cy="245455"/>
          </a:xfrm>
          <a:custGeom xmlns:a="http://schemas.openxmlformats.org/drawingml/2006/main">
            <a:pathLst>
              <a:path w="231391" h="245455">
                <a:moveTo>
                  <a:pt x="112961" y="245455"/>
                </a:moveTo>
                <a:lnTo>
                  <a:pt x="0" y="83604"/>
                </a:lnTo>
                <a:lnTo>
                  <a:pt x="126355" y="0"/>
                </a:lnTo>
                <a:lnTo>
                  <a:pt x="231391" y="167208"/>
                </a:lnTo>
                <a:lnTo>
                  <a:pt x="112961" y="245455"/>
                </a:lnTo>
                <a:close/>
                <a:moveTo>
                  <a:pt x="112961" y="245455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214F2-22EF-471B-98A9-0A38C67D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732" y="2444948"/>
            <a:ext cx="235297" cy="228488"/>
          </a:xfrm>
          <a:custGeom xmlns:a="http://schemas.openxmlformats.org/drawingml/2006/main">
            <a:pathLst>
              <a:path w="235297" h="228488">
                <a:moveTo>
                  <a:pt x="0" y="115974"/>
                </a:moveTo>
                <a:lnTo>
                  <a:pt x="143321" y="0"/>
                </a:lnTo>
                <a:lnTo>
                  <a:pt x="235297" y="119435"/>
                </a:lnTo>
                <a:lnTo>
                  <a:pt x="86618" y="228488"/>
                </a:lnTo>
                <a:lnTo>
                  <a:pt x="0" y="115974"/>
                </a:lnTo>
                <a:close/>
                <a:moveTo>
                  <a:pt x="0" y="115974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6E4CA-B7F6-406C-ACEC-8DC2DDBD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18" y="3266033"/>
            <a:ext cx="261528" cy="215205"/>
          </a:xfrm>
          <a:custGeom xmlns:a="http://schemas.openxmlformats.org/drawingml/2006/main">
            <a:pathLst>
              <a:path w="261528" h="215205">
                <a:moveTo>
                  <a:pt x="213085" y="215205"/>
                </a:moveTo>
                <a:lnTo>
                  <a:pt x="0" y="143545"/>
                </a:lnTo>
                <a:lnTo>
                  <a:pt x="52127" y="0"/>
                </a:lnTo>
                <a:lnTo>
                  <a:pt x="261528" y="81707"/>
                </a:lnTo>
                <a:lnTo>
                  <a:pt x="213085" y="215205"/>
                </a:lnTo>
                <a:close/>
                <a:moveTo>
                  <a:pt x="213085" y="215205"/>
                </a:moveTo>
              </a:path>
            </a:pathLst>
          </a:custGeom>
          <a:solidFill xmlns:a="http://schemas.openxmlformats.org/drawingml/2006/main">
            <a:srgbClr val="EAC1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655D0-ADBF-4A81-B6D9-24C6A3BC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081" y="2059856"/>
            <a:ext cx="230609" cy="232618"/>
          </a:xfrm>
          <a:custGeom xmlns:a="http://schemas.openxmlformats.org/drawingml/2006/main">
            <a:pathLst>
              <a:path w="230609" h="232618">
                <a:moveTo>
                  <a:pt x="126132" y="232618"/>
                </a:moveTo>
                <a:lnTo>
                  <a:pt x="0" y="102022"/>
                </a:lnTo>
                <a:lnTo>
                  <a:pt x="110840" y="0"/>
                </a:lnTo>
                <a:lnTo>
                  <a:pt x="230609" y="136401"/>
                </a:lnTo>
                <a:lnTo>
                  <a:pt x="126132" y="232618"/>
                </a:lnTo>
                <a:close/>
                <a:moveTo>
                  <a:pt x="126132" y="232618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A67CC-29E2-40AA-8547-CCDEFB65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573031"/>
            <a:ext cx="149461" cy="144326"/>
          </a:xfrm>
          <a:custGeom xmlns:a="http://schemas.openxmlformats.org/drawingml/2006/main">
            <a:pathLst>
              <a:path w="149461" h="144326">
                <a:moveTo>
                  <a:pt x="105035" y="0"/>
                </a:moveTo>
                <a:lnTo>
                  <a:pt x="149461" y="46658"/>
                </a:lnTo>
                <a:lnTo>
                  <a:pt x="42193" y="144326"/>
                </a:lnTo>
                <a:lnTo>
                  <a:pt x="0" y="95548"/>
                </a:lnTo>
                <a:lnTo>
                  <a:pt x="105035" y="0"/>
                </a:lnTo>
                <a:close/>
                <a:moveTo>
                  <a:pt x="105035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E45C9-C09C-46CB-A5FE-EE30A32A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154" y="5357143"/>
            <a:ext cx="228377" cy="202034"/>
          </a:xfrm>
          <a:custGeom xmlns:a="http://schemas.openxmlformats.org/drawingml/2006/main">
            <a:pathLst>
              <a:path w="228377" h="202034">
                <a:moveTo>
                  <a:pt x="228377" y="133834"/>
                </a:moveTo>
                <a:lnTo>
                  <a:pt x="50788" y="202034"/>
                </a:lnTo>
                <a:lnTo>
                  <a:pt x="0" y="59717"/>
                </a:lnTo>
                <a:lnTo>
                  <a:pt x="180715" y="0"/>
                </a:lnTo>
                <a:lnTo>
                  <a:pt x="228377" y="133834"/>
                </a:lnTo>
                <a:close/>
                <a:moveTo>
                  <a:pt x="228377" y="133834"/>
                </a:moveTo>
              </a:path>
            </a:pathLst>
          </a:custGeom>
          <a:solidFill xmlns:a="http://schemas.openxmlformats.org/drawingml/2006/main">
            <a:srgbClr val="F48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AD735-F986-45CC-A6E0-C89C0E79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53" y="4128753"/>
            <a:ext cx="176250" cy="157386"/>
          </a:xfrm>
          <a:custGeom xmlns:a="http://schemas.openxmlformats.org/drawingml/2006/main">
            <a:pathLst>
              <a:path w="176250" h="157386">
                <a:moveTo>
                  <a:pt x="0" y="15850"/>
                </a:moveTo>
                <a:lnTo>
                  <a:pt x="165534" y="0"/>
                </a:lnTo>
                <a:lnTo>
                  <a:pt x="176250" y="149461"/>
                </a:lnTo>
                <a:lnTo>
                  <a:pt x="10158" y="157386"/>
                </a:lnTo>
                <a:lnTo>
                  <a:pt x="0" y="15850"/>
                </a:lnTo>
                <a:close/>
                <a:moveTo>
                  <a:pt x="0" y="1585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37295-51A7-4542-B191-A58E1333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655" y="7393446"/>
            <a:ext cx="149907" cy="165757"/>
          </a:xfrm>
          <a:custGeom xmlns:a="http://schemas.openxmlformats.org/drawingml/2006/main">
            <a:pathLst>
              <a:path w="149907" h="165757">
                <a:moveTo>
                  <a:pt x="146893" y="893"/>
                </a:moveTo>
                <a:lnTo>
                  <a:pt x="149907" y="165757"/>
                </a:lnTo>
                <a:lnTo>
                  <a:pt x="0" y="164864"/>
                </a:lnTo>
                <a:lnTo>
                  <a:pt x="4911" y="0"/>
                </a:lnTo>
                <a:lnTo>
                  <a:pt x="146893" y="893"/>
                </a:lnTo>
                <a:close/>
                <a:moveTo>
                  <a:pt x="146893" y="893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3EBB3-A73A-4457-BD43-1492D41E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149" y="2231529"/>
            <a:ext cx="172678" cy="173348"/>
          </a:xfrm>
          <a:custGeom xmlns:a="http://schemas.openxmlformats.org/drawingml/2006/main">
            <a:pathLst>
              <a:path w="172678" h="173348">
                <a:moveTo>
                  <a:pt x="73558" y="173348"/>
                </a:moveTo>
                <a:lnTo>
                  <a:pt x="0" y="104924"/>
                </a:lnTo>
                <a:lnTo>
                  <a:pt x="102580" y="0"/>
                </a:lnTo>
                <a:lnTo>
                  <a:pt x="172678" y="71884"/>
                </a:lnTo>
                <a:lnTo>
                  <a:pt x="73558" y="173348"/>
                </a:lnTo>
                <a:close/>
                <a:moveTo>
                  <a:pt x="73558" y="173348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BAA53-8687-45E2-AA28-2E5ED4F8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47" y="6871283"/>
            <a:ext cx="183728" cy="175022"/>
          </a:xfrm>
          <a:custGeom xmlns:a="http://schemas.openxmlformats.org/drawingml/2006/main">
            <a:pathLst>
              <a:path w="183728" h="175022">
                <a:moveTo>
                  <a:pt x="118765" y="0"/>
                </a:moveTo>
                <a:lnTo>
                  <a:pt x="183728" y="94320"/>
                </a:lnTo>
                <a:lnTo>
                  <a:pt x="60275" y="175022"/>
                </a:lnTo>
                <a:lnTo>
                  <a:pt x="0" y="77688"/>
                </a:lnTo>
                <a:lnTo>
                  <a:pt x="118765" y="0"/>
                </a:lnTo>
                <a:close/>
                <a:moveTo>
                  <a:pt x="118765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ABA8A-71F8-4A73-8FF5-FB72DFF2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889" y="6343427"/>
            <a:ext cx="146558" cy="152698"/>
          </a:xfrm>
          <a:custGeom xmlns:a="http://schemas.openxmlformats.org/drawingml/2006/main">
            <a:pathLst>
              <a:path w="146558" h="152698">
                <a:moveTo>
                  <a:pt x="94208" y="0"/>
                </a:moveTo>
                <a:lnTo>
                  <a:pt x="146558" y="44090"/>
                </a:lnTo>
                <a:lnTo>
                  <a:pt x="50006" y="152698"/>
                </a:lnTo>
                <a:lnTo>
                  <a:pt x="0" y="106152"/>
                </a:lnTo>
                <a:lnTo>
                  <a:pt x="94208" y="0"/>
                </a:lnTo>
                <a:close/>
                <a:moveTo>
                  <a:pt x="94208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59287-B943-483A-8BCF-0EC9B9C9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304" y="7341989"/>
            <a:ext cx="165422" cy="157051"/>
          </a:xfrm>
          <a:custGeom xmlns:a="http://schemas.openxmlformats.org/drawingml/2006/main">
            <a:pathLst>
              <a:path w="165422" h="157051">
                <a:moveTo>
                  <a:pt x="165422" y="23329"/>
                </a:moveTo>
                <a:lnTo>
                  <a:pt x="146335" y="157051"/>
                </a:lnTo>
                <a:lnTo>
                  <a:pt x="0" y="132606"/>
                </a:lnTo>
                <a:lnTo>
                  <a:pt x="25338" y="0"/>
                </a:lnTo>
                <a:lnTo>
                  <a:pt x="165422" y="23329"/>
                </a:lnTo>
                <a:close/>
                <a:moveTo>
                  <a:pt x="165422" y="23329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32E40-F94C-49AF-B164-A5FB78DD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70" y="5388397"/>
            <a:ext cx="190426" cy="188305"/>
          </a:xfrm>
          <a:custGeom xmlns:a="http://schemas.openxmlformats.org/drawingml/2006/main">
            <a:pathLst>
              <a:path w="190426" h="188305">
                <a:moveTo>
                  <a:pt x="49113" y="0"/>
                </a:moveTo>
                <a:lnTo>
                  <a:pt x="190426" y="48444"/>
                </a:lnTo>
                <a:lnTo>
                  <a:pt x="138857" y="188305"/>
                </a:lnTo>
                <a:lnTo>
                  <a:pt x="0" y="133164"/>
                </a:lnTo>
                <a:lnTo>
                  <a:pt x="49113" y="0"/>
                </a:lnTo>
                <a:close/>
                <a:moveTo>
                  <a:pt x="49113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9E044-250B-4F85-822D-6F70DDF7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158" y="6957343"/>
            <a:ext cx="179152" cy="165646"/>
          </a:xfrm>
          <a:custGeom xmlns:a="http://schemas.openxmlformats.org/drawingml/2006/main">
            <a:pathLst>
              <a:path w="179152" h="165646">
                <a:moveTo>
                  <a:pt x="122783" y="0"/>
                </a:moveTo>
                <a:lnTo>
                  <a:pt x="179152" y="91753"/>
                </a:lnTo>
                <a:lnTo>
                  <a:pt x="51904" y="165646"/>
                </a:lnTo>
                <a:lnTo>
                  <a:pt x="0" y="71214"/>
                </a:lnTo>
                <a:lnTo>
                  <a:pt x="122783" y="0"/>
                </a:lnTo>
                <a:close/>
                <a:moveTo>
                  <a:pt x="122783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D2A94-EC84-44DA-B850-18113B4C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160" y="6778414"/>
            <a:ext cx="177701" cy="168771"/>
          </a:xfrm>
          <a:custGeom xmlns:a="http://schemas.openxmlformats.org/drawingml/2006/main">
            <a:pathLst>
              <a:path w="177701" h="168771">
                <a:moveTo>
                  <a:pt x="114523" y="0"/>
                </a:moveTo>
                <a:lnTo>
                  <a:pt x="177701" y="82042"/>
                </a:lnTo>
                <a:lnTo>
                  <a:pt x="59159" y="168771"/>
                </a:lnTo>
                <a:lnTo>
                  <a:pt x="0" y="83827"/>
                </a:lnTo>
                <a:lnTo>
                  <a:pt x="114523" y="0"/>
                </a:lnTo>
                <a:close/>
                <a:moveTo>
                  <a:pt x="114523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BCA7D-96EC-4E25-8937-E580A33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978" y="7216527"/>
            <a:ext cx="164418" cy="129034"/>
          </a:xfrm>
          <a:custGeom xmlns:a="http://schemas.openxmlformats.org/drawingml/2006/main">
            <a:pathLst>
              <a:path w="164418" h="129034">
                <a:moveTo>
                  <a:pt x="164418" y="45207"/>
                </a:moveTo>
                <a:lnTo>
                  <a:pt x="138410" y="129034"/>
                </a:lnTo>
                <a:lnTo>
                  <a:pt x="0" y="82376"/>
                </a:lnTo>
                <a:lnTo>
                  <a:pt x="29914" y="0"/>
                </a:lnTo>
                <a:lnTo>
                  <a:pt x="164418" y="45207"/>
                </a:lnTo>
                <a:close/>
                <a:moveTo>
                  <a:pt x="164418" y="45207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CFF20-E70D-4F0A-863B-1FC30E34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133" y="2096467"/>
            <a:ext cx="218108" cy="219001"/>
          </a:xfrm>
          <a:custGeom xmlns:a="http://schemas.openxmlformats.org/drawingml/2006/main">
            <a:pathLst>
              <a:path w="218108" h="219001">
                <a:moveTo>
                  <a:pt x="0" y="121667"/>
                </a:moveTo>
                <a:lnTo>
                  <a:pt x="109165" y="0"/>
                </a:lnTo>
                <a:lnTo>
                  <a:pt x="218108" y="102691"/>
                </a:lnTo>
                <a:lnTo>
                  <a:pt x="103250" y="219001"/>
                </a:lnTo>
                <a:lnTo>
                  <a:pt x="0" y="121667"/>
                </a:lnTo>
                <a:close/>
                <a:moveTo>
                  <a:pt x="0" y="121667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80D47-FD1A-4837-8234-6C74E102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185" y="6678848"/>
            <a:ext cx="235186" cy="241771"/>
          </a:xfrm>
          <a:custGeom xmlns:a="http://schemas.openxmlformats.org/drawingml/2006/main">
            <a:pathLst>
              <a:path w="235186" h="241771">
                <a:moveTo>
                  <a:pt x="109947" y="0"/>
                </a:moveTo>
                <a:lnTo>
                  <a:pt x="235186" y="146000"/>
                </a:lnTo>
                <a:lnTo>
                  <a:pt x="118207" y="241771"/>
                </a:lnTo>
                <a:lnTo>
                  <a:pt x="0" y="89967"/>
                </a:lnTo>
                <a:lnTo>
                  <a:pt x="109947" y="0"/>
                </a:lnTo>
                <a:close/>
                <a:moveTo>
                  <a:pt x="109947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BFD50-5087-4A06-A985-D95A105E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38" y="2564383"/>
            <a:ext cx="214536" cy="211187"/>
          </a:xfrm>
          <a:custGeom xmlns:a="http://schemas.openxmlformats.org/drawingml/2006/main">
            <a:pathLst>
              <a:path w="214536" h="211187">
                <a:moveTo>
                  <a:pt x="132717" y="211187"/>
                </a:moveTo>
                <a:lnTo>
                  <a:pt x="0" y="122337"/>
                </a:lnTo>
                <a:lnTo>
                  <a:pt x="86171" y="0"/>
                </a:lnTo>
                <a:lnTo>
                  <a:pt x="214536" y="95213"/>
                </a:lnTo>
                <a:lnTo>
                  <a:pt x="132717" y="211187"/>
                </a:lnTo>
                <a:close/>
                <a:moveTo>
                  <a:pt x="132717" y="211187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8D8ED-64B3-4DD1-888A-29403371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917" y="1973684"/>
            <a:ext cx="229605" cy="233958"/>
          </a:xfrm>
          <a:custGeom xmlns:a="http://schemas.openxmlformats.org/drawingml/2006/main">
            <a:pathLst>
              <a:path w="229605" h="233958">
                <a:moveTo>
                  <a:pt x="0" y="142317"/>
                </a:moveTo>
                <a:lnTo>
                  <a:pt x="114635" y="0"/>
                </a:lnTo>
                <a:lnTo>
                  <a:pt x="229605" y="97334"/>
                </a:lnTo>
                <a:lnTo>
                  <a:pt x="108384" y="233958"/>
                </a:lnTo>
                <a:lnTo>
                  <a:pt x="0" y="142317"/>
                </a:lnTo>
                <a:close/>
                <a:moveTo>
                  <a:pt x="0" y="142317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42B88-8EC0-43C9-B335-F0A4F3AD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704" y="5930875"/>
            <a:ext cx="321692" cy="277378"/>
          </a:xfrm>
          <a:custGeom xmlns:a="http://schemas.openxmlformats.org/drawingml/2006/main">
            <a:pathLst>
              <a:path w="321692" h="277378">
                <a:moveTo>
                  <a:pt x="321692" y="120662"/>
                </a:moveTo>
                <a:lnTo>
                  <a:pt x="82042" y="277378"/>
                </a:lnTo>
                <a:lnTo>
                  <a:pt x="0" y="145219"/>
                </a:lnTo>
                <a:lnTo>
                  <a:pt x="246794" y="0"/>
                </a:lnTo>
                <a:lnTo>
                  <a:pt x="321692" y="120662"/>
                </a:lnTo>
                <a:close/>
                <a:moveTo>
                  <a:pt x="321692" y="120662"/>
                </a:moveTo>
              </a:path>
            </a:pathLst>
          </a:custGeom>
          <a:solidFill xmlns:a="http://schemas.openxmlformats.org/drawingml/2006/main">
            <a:srgbClr val="006C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34A60-CA4F-4A3A-A879-2BC05FBC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564" y="6657305"/>
            <a:ext cx="257398" cy="267333"/>
          </a:xfrm>
          <a:custGeom xmlns:a="http://schemas.openxmlformats.org/drawingml/2006/main">
            <a:pathLst>
              <a:path w="257398" h="267333">
                <a:moveTo>
                  <a:pt x="257398" y="91083"/>
                </a:moveTo>
                <a:lnTo>
                  <a:pt x="117091" y="267333"/>
                </a:lnTo>
                <a:lnTo>
                  <a:pt x="0" y="169218"/>
                </a:lnTo>
                <a:lnTo>
                  <a:pt x="148568" y="0"/>
                </a:lnTo>
                <a:lnTo>
                  <a:pt x="257398" y="91083"/>
                </a:lnTo>
                <a:close/>
                <a:moveTo>
                  <a:pt x="257398" y="91083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2A7FA-74AD-4A08-BC51-46D2E7AA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695" y="3776476"/>
            <a:ext cx="302270" cy="196007"/>
          </a:xfrm>
          <a:custGeom xmlns:a="http://schemas.openxmlformats.org/drawingml/2006/main">
            <a:pathLst>
              <a:path w="302270" h="196007">
                <a:moveTo>
                  <a:pt x="0" y="56257"/>
                </a:moveTo>
                <a:lnTo>
                  <a:pt x="274811" y="0"/>
                </a:lnTo>
                <a:lnTo>
                  <a:pt x="302270" y="152921"/>
                </a:lnTo>
                <a:lnTo>
                  <a:pt x="25115" y="196007"/>
                </a:lnTo>
                <a:lnTo>
                  <a:pt x="0" y="56257"/>
                </a:lnTo>
                <a:close/>
                <a:moveTo>
                  <a:pt x="0" y="56257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BFEB5-935F-4C8C-9ED5-BC3F1BFF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355" y="1698427"/>
            <a:ext cx="215094" cy="224470"/>
          </a:xfrm>
          <a:custGeom xmlns:a="http://schemas.openxmlformats.org/drawingml/2006/main">
            <a:pathLst>
              <a:path w="215094" h="224470">
                <a:moveTo>
                  <a:pt x="0" y="151247"/>
                </a:moveTo>
                <a:lnTo>
                  <a:pt x="86395" y="0"/>
                </a:lnTo>
                <a:lnTo>
                  <a:pt x="215094" y="77577"/>
                </a:lnTo>
                <a:lnTo>
                  <a:pt x="121667" y="224470"/>
                </a:lnTo>
                <a:lnTo>
                  <a:pt x="0" y="151247"/>
                </a:lnTo>
                <a:close/>
                <a:moveTo>
                  <a:pt x="0" y="151247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DF491-1E57-4924-B5A1-3ABCA741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275" y="1601205"/>
            <a:ext cx="221010" cy="240655"/>
          </a:xfrm>
          <a:custGeom xmlns:a="http://schemas.openxmlformats.org/drawingml/2006/main">
            <a:pathLst>
              <a:path w="221010" h="240655">
                <a:moveTo>
                  <a:pt x="0" y="173906"/>
                </a:moveTo>
                <a:lnTo>
                  <a:pt x="87511" y="0"/>
                </a:lnTo>
                <a:lnTo>
                  <a:pt x="221010" y="71103"/>
                </a:lnTo>
                <a:lnTo>
                  <a:pt x="125350" y="240655"/>
                </a:lnTo>
                <a:lnTo>
                  <a:pt x="0" y="173906"/>
                </a:lnTo>
                <a:close/>
                <a:moveTo>
                  <a:pt x="0" y="173906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744E4-4A56-429F-9F95-C02A8AB4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306" y="1287996"/>
            <a:ext cx="155042" cy="180045"/>
          </a:xfrm>
          <a:custGeom xmlns:a="http://schemas.openxmlformats.org/drawingml/2006/main">
            <a:pathLst>
              <a:path w="155042" h="180045">
                <a:moveTo>
                  <a:pt x="13171" y="180045"/>
                </a:moveTo>
                <a:lnTo>
                  <a:pt x="0" y="8037"/>
                </a:lnTo>
                <a:lnTo>
                  <a:pt x="150019" y="0"/>
                </a:lnTo>
                <a:lnTo>
                  <a:pt x="155042" y="172455"/>
                </a:lnTo>
                <a:lnTo>
                  <a:pt x="13171" y="180045"/>
                </a:lnTo>
                <a:close/>
                <a:moveTo>
                  <a:pt x="13171" y="180045"/>
                </a:moveTo>
              </a:path>
            </a:pathLst>
          </a:custGeom>
          <a:solidFill xmlns:a="http://schemas.openxmlformats.org/drawingml/2006/main">
            <a:srgbClr val="9283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AA2E3-6EC3-4390-80C0-DBE69F41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313" y="7020185"/>
            <a:ext cx="187189" cy="179487"/>
          </a:xfrm>
          <a:custGeom xmlns:a="http://schemas.openxmlformats.org/drawingml/2006/main">
            <a:pathLst>
              <a:path w="187189" h="179487">
                <a:moveTo>
                  <a:pt x="187189" y="66080"/>
                </a:moveTo>
                <a:lnTo>
                  <a:pt x="130932" y="179487"/>
                </a:lnTo>
                <a:lnTo>
                  <a:pt x="0" y="110617"/>
                </a:lnTo>
                <a:lnTo>
                  <a:pt x="61503" y="0"/>
                </a:lnTo>
                <a:lnTo>
                  <a:pt x="187189" y="66080"/>
                </a:lnTo>
                <a:close/>
                <a:moveTo>
                  <a:pt x="187189" y="66080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4FE18-AB06-49D6-B8A7-E9A4C853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656" y="2193913"/>
            <a:ext cx="236637" cy="235297"/>
          </a:xfrm>
          <a:custGeom xmlns:a="http://schemas.openxmlformats.org/drawingml/2006/main">
            <a:pathLst>
              <a:path w="236637" h="235297">
                <a:moveTo>
                  <a:pt x="0" y="132717"/>
                </a:moveTo>
                <a:lnTo>
                  <a:pt x="132383" y="0"/>
                </a:lnTo>
                <a:lnTo>
                  <a:pt x="236637" y="109165"/>
                </a:lnTo>
                <a:lnTo>
                  <a:pt x="98115" y="235297"/>
                </a:lnTo>
                <a:lnTo>
                  <a:pt x="0" y="132717"/>
                </a:lnTo>
                <a:close/>
                <a:moveTo>
                  <a:pt x="0" y="132717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D02ED-D064-4701-807A-42DC9593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807" y="7275798"/>
            <a:ext cx="183952" cy="198574"/>
          </a:xfrm>
          <a:custGeom xmlns:a="http://schemas.openxmlformats.org/drawingml/2006/main">
            <a:pathLst>
              <a:path w="183952" h="198574">
                <a:moveTo>
                  <a:pt x="137182" y="0"/>
                </a:moveTo>
                <a:lnTo>
                  <a:pt x="183952" y="160065"/>
                </a:lnTo>
                <a:lnTo>
                  <a:pt x="38956" y="198574"/>
                </a:lnTo>
                <a:lnTo>
                  <a:pt x="0" y="36612"/>
                </a:lnTo>
                <a:lnTo>
                  <a:pt x="137182" y="0"/>
                </a:lnTo>
                <a:close/>
                <a:moveTo>
                  <a:pt x="137182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F74FA-0B58-4F61-B92B-D970610D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188" y="1613036"/>
            <a:ext cx="205048" cy="212861"/>
          </a:xfrm>
          <a:custGeom xmlns:a="http://schemas.openxmlformats.org/drawingml/2006/main">
            <a:pathLst>
              <a:path w="205048" h="212861">
                <a:moveTo>
                  <a:pt x="79028" y="212861"/>
                </a:moveTo>
                <a:lnTo>
                  <a:pt x="0" y="68982"/>
                </a:lnTo>
                <a:lnTo>
                  <a:pt x="133052" y="0"/>
                </a:lnTo>
                <a:lnTo>
                  <a:pt x="205048" y="147451"/>
                </a:lnTo>
                <a:lnTo>
                  <a:pt x="79028" y="212861"/>
                </a:lnTo>
                <a:close/>
                <a:moveTo>
                  <a:pt x="79028" y="212861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7ACDE-18A7-4467-96FE-131155E7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109" y="3474653"/>
            <a:ext cx="208620" cy="189198"/>
          </a:xfrm>
          <a:custGeom xmlns:a="http://schemas.openxmlformats.org/drawingml/2006/main">
            <a:pathLst>
              <a:path w="208620" h="189198">
                <a:moveTo>
                  <a:pt x="0" y="52908"/>
                </a:moveTo>
                <a:lnTo>
                  <a:pt x="166539" y="0"/>
                </a:lnTo>
                <a:lnTo>
                  <a:pt x="208620" y="144214"/>
                </a:lnTo>
                <a:lnTo>
                  <a:pt x="39849" y="189198"/>
                </a:lnTo>
                <a:lnTo>
                  <a:pt x="0" y="52908"/>
                </a:lnTo>
                <a:close/>
                <a:moveTo>
                  <a:pt x="0" y="52908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B4188-9573-4FAD-8668-0CEF13E0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36" y="4584390"/>
            <a:ext cx="178929" cy="158390"/>
          </a:xfrm>
          <a:custGeom xmlns:a="http://schemas.openxmlformats.org/drawingml/2006/main">
            <a:pathLst>
              <a:path w="178929" h="158390">
                <a:moveTo>
                  <a:pt x="178929" y="141536"/>
                </a:moveTo>
                <a:lnTo>
                  <a:pt x="11609" y="158390"/>
                </a:lnTo>
                <a:lnTo>
                  <a:pt x="0" y="8818"/>
                </a:lnTo>
                <a:lnTo>
                  <a:pt x="167990" y="0"/>
                </a:lnTo>
                <a:lnTo>
                  <a:pt x="178929" y="141536"/>
                </a:lnTo>
                <a:close/>
                <a:moveTo>
                  <a:pt x="178929" y="141536"/>
                </a:moveTo>
              </a:path>
            </a:pathLst>
          </a:custGeom>
          <a:solidFill xmlns:a="http://schemas.openxmlformats.org/drawingml/2006/main">
            <a:srgbClr val="78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D281F-3318-442F-98D5-094C25D6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724" y="7348017"/>
            <a:ext cx="183059" cy="261863"/>
          </a:xfrm>
          <a:custGeom xmlns:a="http://schemas.openxmlformats.org/drawingml/2006/main">
            <a:pathLst>
              <a:path w="183059" h="261863">
                <a:moveTo>
                  <a:pt x="140196" y="0"/>
                </a:moveTo>
                <a:lnTo>
                  <a:pt x="183059" y="238199"/>
                </a:lnTo>
                <a:lnTo>
                  <a:pt x="31366" y="261863"/>
                </a:lnTo>
                <a:lnTo>
                  <a:pt x="0" y="21766"/>
                </a:lnTo>
                <a:lnTo>
                  <a:pt x="140196" y="0"/>
                </a:lnTo>
                <a:close/>
                <a:moveTo>
                  <a:pt x="140196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C0CA6-67FD-4A58-8ADA-8FB34263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887" y="1401068"/>
            <a:ext cx="200248" cy="230944"/>
          </a:xfrm>
          <a:custGeom xmlns:a="http://schemas.openxmlformats.org/drawingml/2006/main">
            <a:pathLst>
              <a:path w="200248" h="230944">
                <a:moveTo>
                  <a:pt x="65522" y="230944"/>
                </a:moveTo>
                <a:lnTo>
                  <a:pt x="0" y="47439"/>
                </a:lnTo>
                <a:lnTo>
                  <a:pt x="143768" y="0"/>
                </a:lnTo>
                <a:lnTo>
                  <a:pt x="200248" y="186407"/>
                </a:lnTo>
                <a:lnTo>
                  <a:pt x="65522" y="230944"/>
                </a:lnTo>
                <a:close/>
                <a:moveTo>
                  <a:pt x="65522" y="230944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B822C-0733-4209-8E58-3F31EE7C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429" y="3289362"/>
            <a:ext cx="287313" cy="223131"/>
          </a:xfrm>
          <a:custGeom xmlns:a="http://schemas.openxmlformats.org/drawingml/2006/main">
            <a:pathLst>
              <a:path w="287313" h="223131">
                <a:moveTo>
                  <a:pt x="0" y="89185"/>
                </a:moveTo>
                <a:lnTo>
                  <a:pt x="236302" y="0"/>
                </a:lnTo>
                <a:lnTo>
                  <a:pt x="287313" y="145331"/>
                </a:lnTo>
                <a:lnTo>
                  <a:pt x="46881" y="223131"/>
                </a:lnTo>
                <a:lnTo>
                  <a:pt x="0" y="89185"/>
                </a:lnTo>
                <a:close/>
                <a:moveTo>
                  <a:pt x="0" y="89185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DF995-BA44-40A0-9C0C-7056BA6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776" y="6550149"/>
            <a:ext cx="260524" cy="264430"/>
          </a:xfrm>
          <a:custGeom xmlns:a="http://schemas.openxmlformats.org/drawingml/2006/main">
            <a:pathLst>
              <a:path w="260524" h="264430">
                <a:moveTo>
                  <a:pt x="260524" y="96664"/>
                </a:moveTo>
                <a:lnTo>
                  <a:pt x="111733" y="264430"/>
                </a:lnTo>
                <a:lnTo>
                  <a:pt x="0" y="160288"/>
                </a:lnTo>
                <a:lnTo>
                  <a:pt x="156604" y="0"/>
                </a:lnTo>
                <a:lnTo>
                  <a:pt x="260524" y="96664"/>
                </a:lnTo>
                <a:close/>
                <a:moveTo>
                  <a:pt x="260524" y="96664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261F4-A050-46A3-AC0D-202BB8B6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042" y="4897934"/>
            <a:ext cx="167655" cy="169106"/>
          </a:xfrm>
          <a:custGeom xmlns:a="http://schemas.openxmlformats.org/drawingml/2006/main">
            <a:pathLst>
              <a:path w="167655" h="169106">
                <a:moveTo>
                  <a:pt x="167655" y="139526"/>
                </a:moveTo>
                <a:lnTo>
                  <a:pt x="27124" y="169106"/>
                </a:lnTo>
                <a:lnTo>
                  <a:pt x="0" y="22771"/>
                </a:lnTo>
                <a:lnTo>
                  <a:pt x="141759" y="0"/>
                </a:lnTo>
                <a:lnTo>
                  <a:pt x="167655" y="139526"/>
                </a:lnTo>
                <a:close/>
                <a:moveTo>
                  <a:pt x="167655" y="139526"/>
                </a:moveTo>
              </a:path>
            </a:pathLst>
          </a:custGeom>
          <a:solidFill xmlns:a="http://schemas.openxmlformats.org/drawingml/2006/main">
            <a:srgbClr val="EFE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413A0-DD3B-4305-874F-DA7ECE32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620" y="5536295"/>
            <a:ext cx="162074" cy="178036"/>
          </a:xfrm>
          <a:custGeom xmlns:a="http://schemas.openxmlformats.org/drawingml/2006/main">
            <a:pathLst>
              <a:path w="162074" h="178036">
                <a:moveTo>
                  <a:pt x="56145" y="0"/>
                </a:moveTo>
                <a:lnTo>
                  <a:pt x="162074" y="42639"/>
                </a:lnTo>
                <a:lnTo>
                  <a:pt x="103808" y="178036"/>
                </a:lnTo>
                <a:lnTo>
                  <a:pt x="0" y="130373"/>
                </a:lnTo>
                <a:lnTo>
                  <a:pt x="56145" y="0"/>
                </a:lnTo>
                <a:close/>
                <a:moveTo>
                  <a:pt x="56145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4873D0-C093-4E82-8CB7-F7CB72EE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1977" y="3628913"/>
            <a:ext cx="227372" cy="188416"/>
          </a:xfrm>
          <a:custGeom xmlns:a="http://schemas.openxmlformats.org/drawingml/2006/main">
            <a:pathLst>
              <a:path w="227372" h="188416">
                <a:moveTo>
                  <a:pt x="0" y="50229"/>
                </a:moveTo>
                <a:lnTo>
                  <a:pt x="192658" y="0"/>
                </a:lnTo>
                <a:lnTo>
                  <a:pt x="227372" y="147451"/>
                </a:lnTo>
                <a:lnTo>
                  <a:pt x="32593" y="188416"/>
                </a:lnTo>
                <a:lnTo>
                  <a:pt x="0" y="50229"/>
                </a:lnTo>
                <a:close/>
                <a:moveTo>
                  <a:pt x="0" y="50229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1F617-EFEE-4003-AE24-75E68E8E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252" y="5085122"/>
            <a:ext cx="175468" cy="176250"/>
          </a:xfrm>
          <a:custGeom xmlns:a="http://schemas.openxmlformats.org/drawingml/2006/main">
            <a:pathLst>
              <a:path w="175468" h="176250">
                <a:moveTo>
                  <a:pt x="34714" y="0"/>
                </a:moveTo>
                <a:lnTo>
                  <a:pt x="175468" y="31924"/>
                </a:lnTo>
                <a:lnTo>
                  <a:pt x="138968" y="176250"/>
                </a:lnTo>
                <a:lnTo>
                  <a:pt x="0" y="137517"/>
                </a:lnTo>
                <a:lnTo>
                  <a:pt x="34714" y="0"/>
                </a:lnTo>
                <a:close/>
                <a:moveTo>
                  <a:pt x="34714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AF36D-4CEE-4EFB-83BF-76F9B20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546" y="6193966"/>
            <a:ext cx="202257" cy="202592"/>
          </a:xfrm>
          <a:custGeom xmlns:a="http://schemas.openxmlformats.org/drawingml/2006/main">
            <a:pathLst>
              <a:path w="202257" h="202592">
                <a:moveTo>
                  <a:pt x="202257" y="111956"/>
                </a:moveTo>
                <a:lnTo>
                  <a:pt x="91418" y="202592"/>
                </a:lnTo>
                <a:lnTo>
                  <a:pt x="0" y="85167"/>
                </a:lnTo>
                <a:lnTo>
                  <a:pt x="114970" y="0"/>
                </a:lnTo>
                <a:lnTo>
                  <a:pt x="202257" y="111956"/>
                </a:lnTo>
                <a:close/>
                <a:moveTo>
                  <a:pt x="202257" y="111956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53F844-7873-4185-AAA4-F4E8264D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453" y="5959339"/>
            <a:ext cx="259742" cy="238981"/>
          </a:xfrm>
          <a:custGeom xmlns:a="http://schemas.openxmlformats.org/drawingml/2006/main">
            <a:pathLst>
              <a:path w="259742" h="238981">
                <a:moveTo>
                  <a:pt x="76237" y="0"/>
                </a:moveTo>
                <a:lnTo>
                  <a:pt x="259742" y="110505"/>
                </a:lnTo>
                <a:lnTo>
                  <a:pt x="178036" y="238981"/>
                </a:lnTo>
                <a:lnTo>
                  <a:pt x="0" y="119769"/>
                </a:lnTo>
                <a:lnTo>
                  <a:pt x="76237" y="0"/>
                </a:lnTo>
                <a:close/>
                <a:moveTo>
                  <a:pt x="76237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9C325-D84D-4FFE-B6F9-B133A855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5180" y="4296854"/>
            <a:ext cx="122448" cy="147675"/>
          </a:xfrm>
          <a:custGeom xmlns:a="http://schemas.openxmlformats.org/drawingml/2006/main">
            <a:pathLst>
              <a:path w="122448" h="147675">
                <a:moveTo>
                  <a:pt x="0" y="5023"/>
                </a:moveTo>
                <a:lnTo>
                  <a:pt x="119769" y="0"/>
                </a:lnTo>
                <a:lnTo>
                  <a:pt x="122448" y="147675"/>
                </a:lnTo>
                <a:lnTo>
                  <a:pt x="2679" y="147005"/>
                </a:lnTo>
                <a:lnTo>
                  <a:pt x="0" y="5023"/>
                </a:lnTo>
                <a:close/>
                <a:moveTo>
                  <a:pt x="0" y="5023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034CA-0EFB-4C40-BA6A-FB655592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258" y="6092056"/>
            <a:ext cx="230721" cy="223019"/>
          </a:xfrm>
          <a:custGeom xmlns:a="http://schemas.openxmlformats.org/drawingml/2006/main">
            <a:pathLst>
              <a:path w="230721" h="223019">
                <a:moveTo>
                  <a:pt x="82488" y="0"/>
                </a:moveTo>
                <a:lnTo>
                  <a:pt x="230721" y="100571"/>
                </a:lnTo>
                <a:lnTo>
                  <a:pt x="143210" y="223019"/>
                </a:lnTo>
                <a:lnTo>
                  <a:pt x="0" y="115639"/>
                </a:lnTo>
                <a:lnTo>
                  <a:pt x="82488" y="0"/>
                </a:lnTo>
                <a:close/>
                <a:moveTo>
                  <a:pt x="82488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70F38-0733-4A04-B913-2C52A940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688" y="2729136"/>
            <a:ext cx="212973" cy="208173"/>
          </a:xfrm>
          <a:custGeom xmlns:a="http://schemas.openxmlformats.org/drawingml/2006/main">
            <a:pathLst>
              <a:path w="212973" h="208173">
                <a:moveTo>
                  <a:pt x="0" y="87176"/>
                </a:moveTo>
                <a:lnTo>
                  <a:pt x="134838" y="0"/>
                </a:lnTo>
                <a:lnTo>
                  <a:pt x="212973" y="127583"/>
                </a:lnTo>
                <a:lnTo>
                  <a:pt x="74116" y="208173"/>
                </a:lnTo>
                <a:lnTo>
                  <a:pt x="0" y="87176"/>
                </a:lnTo>
                <a:close/>
                <a:moveTo>
                  <a:pt x="0" y="87176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4D62C-97FE-486A-BBB4-3697BBE9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193" y="1808485"/>
            <a:ext cx="202592" cy="202592"/>
          </a:xfrm>
          <a:custGeom xmlns:a="http://schemas.openxmlformats.org/drawingml/2006/main">
            <a:pathLst>
              <a:path w="202592" h="202592">
                <a:moveTo>
                  <a:pt x="0" y="123006"/>
                </a:moveTo>
                <a:lnTo>
                  <a:pt x="79251" y="0"/>
                </a:lnTo>
                <a:lnTo>
                  <a:pt x="202592" y="83381"/>
                </a:lnTo>
                <a:lnTo>
                  <a:pt x="117537" y="202592"/>
                </a:lnTo>
                <a:lnTo>
                  <a:pt x="0" y="123006"/>
                </a:lnTo>
                <a:close/>
                <a:moveTo>
                  <a:pt x="0" y="123006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D0C7A-F26E-4F3E-A63F-1A91F816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783" y="1989200"/>
            <a:ext cx="198127" cy="196676"/>
          </a:xfrm>
          <a:custGeom xmlns:a="http://schemas.openxmlformats.org/drawingml/2006/main">
            <a:pathLst>
              <a:path w="198127" h="196676">
                <a:moveTo>
                  <a:pt x="88739" y="196676"/>
                </a:moveTo>
                <a:lnTo>
                  <a:pt x="0" y="94543"/>
                </a:lnTo>
                <a:lnTo>
                  <a:pt x="114412" y="0"/>
                </a:lnTo>
                <a:lnTo>
                  <a:pt x="198127" y="106263"/>
                </a:lnTo>
                <a:lnTo>
                  <a:pt x="88739" y="196676"/>
                </a:lnTo>
                <a:close/>
                <a:moveTo>
                  <a:pt x="88739" y="196676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D8BBC-3114-4137-9D01-07ACD704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40" y="4090467"/>
            <a:ext cx="211299" cy="162744"/>
          </a:xfrm>
          <a:custGeom xmlns:a="http://schemas.openxmlformats.org/drawingml/2006/main">
            <a:pathLst>
              <a:path w="211299" h="162744">
                <a:moveTo>
                  <a:pt x="199579" y="162744"/>
                </a:moveTo>
                <a:lnTo>
                  <a:pt x="0" y="151023"/>
                </a:lnTo>
                <a:lnTo>
                  <a:pt x="12502" y="0"/>
                </a:lnTo>
                <a:lnTo>
                  <a:pt x="211299" y="21320"/>
                </a:lnTo>
                <a:lnTo>
                  <a:pt x="199579" y="162744"/>
                </a:lnTo>
                <a:close/>
                <a:moveTo>
                  <a:pt x="199579" y="162744"/>
                </a:moveTo>
              </a:path>
            </a:pathLst>
          </a:custGeom>
          <a:solidFill xmlns:a="http://schemas.openxmlformats.org/drawingml/2006/main">
            <a:srgbClr val="FD0D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1B39A-EE80-4616-91BC-26A58969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287" y="7387196"/>
            <a:ext cx="152474" cy="155265"/>
          </a:xfrm>
          <a:custGeom xmlns:a="http://schemas.openxmlformats.org/drawingml/2006/main">
            <a:pathLst>
              <a:path w="152474" h="155265">
                <a:moveTo>
                  <a:pt x="141870" y="0"/>
                </a:moveTo>
                <a:lnTo>
                  <a:pt x="152474" y="148233"/>
                </a:lnTo>
                <a:lnTo>
                  <a:pt x="3460" y="155265"/>
                </a:lnTo>
                <a:lnTo>
                  <a:pt x="0" y="6697"/>
                </a:lnTo>
                <a:lnTo>
                  <a:pt x="141870" y="0"/>
                </a:lnTo>
                <a:close/>
                <a:moveTo>
                  <a:pt x="141870" y="0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88E9D-BDFF-444B-BCF4-DEE89645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927" y="1827684"/>
            <a:ext cx="244450" cy="258068"/>
          </a:xfrm>
          <a:custGeom xmlns:a="http://schemas.openxmlformats.org/drawingml/2006/main">
            <a:pathLst>
              <a:path w="244450" h="258068">
                <a:moveTo>
                  <a:pt x="130373" y="258068"/>
                </a:moveTo>
                <a:lnTo>
                  <a:pt x="0" y="90525"/>
                </a:lnTo>
                <a:lnTo>
                  <a:pt x="122225" y="0"/>
                </a:lnTo>
                <a:lnTo>
                  <a:pt x="244450" y="173459"/>
                </a:lnTo>
                <a:lnTo>
                  <a:pt x="130373" y="258068"/>
                </a:lnTo>
                <a:close/>
                <a:moveTo>
                  <a:pt x="130373" y="258068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D41B9-6F8A-4DB2-A1DE-9B9FBB4F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57" y="5680956"/>
            <a:ext cx="200137" cy="197569"/>
          </a:xfrm>
          <a:custGeom xmlns:a="http://schemas.openxmlformats.org/drawingml/2006/main">
            <a:pathLst>
              <a:path w="200137" h="197569">
                <a:moveTo>
                  <a:pt x="62954" y="0"/>
                </a:moveTo>
                <a:lnTo>
                  <a:pt x="200137" y="63847"/>
                </a:lnTo>
                <a:lnTo>
                  <a:pt x="133834" y="197569"/>
                </a:lnTo>
                <a:lnTo>
                  <a:pt x="0" y="127136"/>
                </a:lnTo>
                <a:lnTo>
                  <a:pt x="62954" y="0"/>
                </a:lnTo>
                <a:close/>
                <a:moveTo>
                  <a:pt x="62954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F4B55-6978-4BCB-B5E7-2EB8D819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315" y="4930415"/>
            <a:ext cx="520489" cy="247687"/>
          </a:xfrm>
          <a:custGeom xmlns:a="http://schemas.openxmlformats.org/drawingml/2006/main">
            <a:pathLst>
              <a:path w="520489" h="247687">
                <a:moveTo>
                  <a:pt x="27459" y="0"/>
                </a:moveTo>
                <a:lnTo>
                  <a:pt x="191877" y="28240"/>
                </a:lnTo>
                <a:lnTo>
                  <a:pt x="356183" y="56480"/>
                </a:lnTo>
                <a:lnTo>
                  <a:pt x="520489" y="84944"/>
                </a:lnTo>
                <a:lnTo>
                  <a:pt x="488342" y="247687"/>
                </a:lnTo>
                <a:lnTo>
                  <a:pt x="325599" y="211410"/>
                </a:lnTo>
                <a:lnTo>
                  <a:pt x="162855" y="175357"/>
                </a:lnTo>
                <a:lnTo>
                  <a:pt x="0" y="139303"/>
                </a:ln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79059-DEBC-4387-B55B-2B374D7D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375" y="2380990"/>
            <a:ext cx="161739" cy="167655"/>
          </a:xfrm>
          <a:custGeom xmlns:a="http://schemas.openxmlformats.org/drawingml/2006/main">
            <a:pathLst>
              <a:path w="161739" h="167655">
                <a:moveTo>
                  <a:pt x="0" y="59941"/>
                </a:moveTo>
                <a:lnTo>
                  <a:pt x="66526" y="0"/>
                </a:lnTo>
                <a:lnTo>
                  <a:pt x="161739" y="111063"/>
                </a:lnTo>
                <a:lnTo>
                  <a:pt x="92311" y="167655"/>
                </a:lnTo>
                <a:lnTo>
                  <a:pt x="0" y="59941"/>
                </a:lnTo>
                <a:close/>
                <a:moveTo>
                  <a:pt x="0" y="59941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678C7-0844-4919-BDB4-A97A35DA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903" y="5206231"/>
            <a:ext cx="108942" cy="157944"/>
          </a:xfrm>
          <a:custGeom xmlns:a="http://schemas.openxmlformats.org/drawingml/2006/main">
            <a:pathLst>
              <a:path w="108942" h="157944">
                <a:moveTo>
                  <a:pt x="108942" y="136066"/>
                </a:moveTo>
                <a:lnTo>
                  <a:pt x="41523" y="157944"/>
                </a:lnTo>
                <a:lnTo>
                  <a:pt x="0" y="18529"/>
                </a:lnTo>
                <a:lnTo>
                  <a:pt x="68424" y="0"/>
                </a:lnTo>
                <a:lnTo>
                  <a:pt x="108942" y="136066"/>
                </a:lnTo>
                <a:close/>
                <a:moveTo>
                  <a:pt x="108942" y="136066"/>
                </a:moveTo>
              </a:path>
            </a:pathLst>
          </a:custGeom>
          <a:solidFill xmlns:a="http://schemas.openxmlformats.org/drawingml/2006/main">
            <a:srgbClr val="C65D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3B02B-100A-46B0-9CC6-599EDCB3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154" y="3970809"/>
            <a:ext cx="133610" cy="158055"/>
          </a:xfrm>
          <a:custGeom xmlns:a="http://schemas.openxmlformats.org/drawingml/2006/main">
            <a:pathLst>
              <a:path w="133610" h="158055">
                <a:moveTo>
                  <a:pt x="0" y="17190"/>
                </a:moveTo>
                <a:lnTo>
                  <a:pt x="115305" y="0"/>
                </a:lnTo>
                <a:lnTo>
                  <a:pt x="133610" y="146335"/>
                </a:lnTo>
                <a:lnTo>
                  <a:pt x="17636" y="158055"/>
                </a:lnTo>
                <a:lnTo>
                  <a:pt x="0" y="17190"/>
                </a:lnTo>
                <a:close/>
                <a:moveTo>
                  <a:pt x="0" y="1719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779FC-3839-420D-B7BB-19E0B786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437" y="919088"/>
            <a:ext cx="2902" cy="540134"/>
          </a:xfrm>
          <a:custGeom xmlns:a="http://schemas.openxmlformats.org/drawingml/2006/main">
            <a:pathLst>
              <a:path w="2902" h="540134" fill="none">
                <a:moveTo>
                  <a:pt x="2902" y="540134"/>
                </a:moveTo>
                <a:lnTo>
                  <a:pt x="1898" y="360090"/>
                </a:lnTo>
                <a:lnTo>
                  <a:pt x="1005" y="18004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2A1B2-AA99-42C8-99EF-C8123F09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339" y="1459223"/>
            <a:ext cx="9376" cy="10"/>
          </a:xfrm>
          <a:custGeom xmlns:a="http://schemas.openxmlformats.org/drawingml/2006/main">
            <a:pathLst>
              <a:path w="9376" h="1" fill="none">
                <a:moveTo>
                  <a:pt x="0" y="0"/>
                </a:moveTo>
                <a:lnTo>
                  <a:pt x="9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B5EAC-6341-431D-B595-8E95E66B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334" y="1279178"/>
            <a:ext cx="10046" cy="10"/>
          </a:xfrm>
          <a:custGeom xmlns:a="http://schemas.openxmlformats.org/drawingml/2006/main">
            <a:pathLst>
              <a:path w="10046" h="1" fill="none">
                <a:moveTo>
                  <a:pt x="0" y="0"/>
                </a:moveTo>
                <a:lnTo>
                  <a:pt x="100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9486F-C630-4CF3-B23C-C38FD789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441" y="1099133"/>
            <a:ext cx="10492" cy="10"/>
          </a:xfrm>
          <a:custGeom xmlns:a="http://schemas.openxmlformats.org/drawingml/2006/main">
            <a:pathLst>
              <a:path w="10492" h="1" fill="none">
                <a:moveTo>
                  <a:pt x="0" y="0"/>
                </a:moveTo>
                <a:lnTo>
                  <a:pt x="104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C5DA6-BE39-434C-AA96-F9D7457C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437" y="919088"/>
            <a:ext cx="11162" cy="10"/>
          </a:xfrm>
          <a:custGeom xmlns:a="http://schemas.openxmlformats.org/drawingml/2006/main">
            <a:pathLst>
              <a:path w="11162" h="1" fill="none">
                <a:moveTo>
                  <a:pt x="0" y="0"/>
                </a:moveTo>
                <a:lnTo>
                  <a:pt x="111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C65B39-1BC8-444A-9B30-06808C57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1389757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029B1-2868-4A44-ACDC-4948E13D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1209692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D04A4-6E7E-4629-A19E-DD81ACC2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72" y="1330690"/>
            <a:ext cx="20985" cy="21878"/>
          </a:xfrm>
          <a:custGeom xmlns:a="http://schemas.openxmlformats.org/drawingml/2006/main">
            <a:pathLst>
              <a:path w="20985" h="21878">
                <a:moveTo>
                  <a:pt x="0" y="0"/>
                </a:moveTo>
                <a:lnTo>
                  <a:pt x="20985" y="0"/>
                </a:lnTo>
                <a:lnTo>
                  <a:pt x="20985" y="21878"/>
                </a:lnTo>
                <a:lnTo>
                  <a:pt x="0" y="2187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93AD0-F912-4AD1-9903-BAD29D0D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856" y="1209246"/>
            <a:ext cx="98673" cy="143321"/>
          </a:xfrm>
          <a:custGeom xmlns:a="http://schemas.openxmlformats.org/drawingml/2006/main">
            <a:pathLst>
              <a:path w="98673" h="143321">
                <a:moveTo>
                  <a:pt x="0" y="143321"/>
                </a:moveTo>
                <a:cubicBezTo>
                  <a:pt x="893" y="125016"/>
                  <a:pt x="5358" y="116086"/>
                  <a:pt x="7590" y="111175"/>
                </a:cubicBezTo>
                <a:cubicBezTo>
                  <a:pt x="14288" y="97334"/>
                  <a:pt x="27236" y="90190"/>
                  <a:pt x="33486" y="86618"/>
                </a:cubicBezTo>
                <a:lnTo>
                  <a:pt x="52685" y="75009"/>
                </a:lnTo>
                <a:cubicBezTo>
                  <a:pt x="65633" y="67866"/>
                  <a:pt x="69205" y="64294"/>
                  <a:pt x="70991" y="62508"/>
                </a:cubicBezTo>
                <a:cubicBezTo>
                  <a:pt x="79028" y="54025"/>
                  <a:pt x="79028" y="47327"/>
                  <a:pt x="79028" y="43309"/>
                </a:cubicBezTo>
                <a:cubicBezTo>
                  <a:pt x="79028" y="31254"/>
                  <a:pt x="74116" y="26343"/>
                  <a:pt x="71438" y="23664"/>
                </a:cubicBezTo>
                <a:cubicBezTo>
                  <a:pt x="64294" y="16520"/>
                  <a:pt x="55811" y="16520"/>
                  <a:pt x="51792" y="16520"/>
                </a:cubicBezTo>
                <a:cubicBezTo>
                  <a:pt x="33040" y="16520"/>
                  <a:pt x="28129" y="25896"/>
                  <a:pt x="25896" y="30361"/>
                </a:cubicBezTo>
                <a:cubicBezTo>
                  <a:pt x="22324" y="37951"/>
                  <a:pt x="21878" y="46881"/>
                  <a:pt x="21878" y="50899"/>
                </a:cubicBezTo>
                <a:lnTo>
                  <a:pt x="3572" y="50899"/>
                </a:lnTo>
                <a:cubicBezTo>
                  <a:pt x="3572" y="32593"/>
                  <a:pt x="8483" y="24557"/>
                  <a:pt x="10716" y="20538"/>
                </a:cubicBezTo>
                <a:cubicBezTo>
                  <a:pt x="22324" y="0"/>
                  <a:pt x="41970" y="0"/>
                  <a:pt x="51792" y="0"/>
                </a:cubicBezTo>
                <a:cubicBezTo>
                  <a:pt x="76349" y="0"/>
                  <a:pt x="83939" y="8930"/>
                  <a:pt x="87511" y="13395"/>
                </a:cubicBezTo>
                <a:cubicBezTo>
                  <a:pt x="98673" y="26343"/>
                  <a:pt x="98673" y="37505"/>
                  <a:pt x="98673" y="42862"/>
                </a:cubicBezTo>
                <a:cubicBezTo>
                  <a:pt x="98673" y="59829"/>
                  <a:pt x="91083" y="67866"/>
                  <a:pt x="86618" y="72330"/>
                </a:cubicBezTo>
                <a:cubicBezTo>
                  <a:pt x="79921" y="79474"/>
                  <a:pt x="67866" y="85725"/>
                  <a:pt x="62061" y="89297"/>
                </a:cubicBezTo>
                <a:lnTo>
                  <a:pt x="48220" y="96887"/>
                </a:lnTo>
                <a:cubicBezTo>
                  <a:pt x="38398" y="102245"/>
                  <a:pt x="34826" y="105370"/>
                  <a:pt x="32593" y="107156"/>
                </a:cubicBezTo>
                <a:cubicBezTo>
                  <a:pt x="22771" y="116086"/>
                  <a:pt x="20985" y="122783"/>
                  <a:pt x="20092" y="126355"/>
                </a:cubicBezTo>
                <a:lnTo>
                  <a:pt x="98227" y="126355"/>
                </a:lnTo>
                <a:lnTo>
                  <a:pt x="98227" y="143321"/>
                </a:lnTo>
                <a:lnTo>
                  <a:pt x="0" y="143321"/>
                </a:lnTo>
                <a:close/>
                <a:moveTo>
                  <a:pt x="0" y="143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7ED3D-BA5F-4966-A11C-C7669128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1029628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8B0A13-A03B-418A-96FB-30A328C8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72" y="1150625"/>
            <a:ext cx="20985" cy="21878"/>
          </a:xfrm>
          <a:custGeom xmlns:a="http://schemas.openxmlformats.org/drawingml/2006/main">
            <a:pathLst>
              <a:path w="20985" h="21878">
                <a:moveTo>
                  <a:pt x="0" y="0"/>
                </a:moveTo>
                <a:lnTo>
                  <a:pt x="20985" y="0"/>
                </a:lnTo>
                <a:lnTo>
                  <a:pt x="20985" y="21878"/>
                </a:lnTo>
                <a:lnTo>
                  <a:pt x="0" y="2187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70037A-13AB-4EC1-9321-8C432A00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517" y="1029181"/>
            <a:ext cx="101798" cy="143321"/>
          </a:xfrm>
          <a:custGeom xmlns:a="http://schemas.openxmlformats.org/drawingml/2006/main">
            <a:pathLst>
              <a:path w="101798" h="143321">
                <a:moveTo>
                  <a:pt x="62508" y="92869"/>
                </a:moveTo>
                <a:lnTo>
                  <a:pt x="62508" y="28129"/>
                </a:lnTo>
                <a:lnTo>
                  <a:pt x="16966" y="92869"/>
                </a:lnTo>
                <a:lnTo>
                  <a:pt x="62508" y="92869"/>
                </a:lnTo>
                <a:close/>
                <a:moveTo>
                  <a:pt x="62954" y="143321"/>
                </a:moveTo>
                <a:lnTo>
                  <a:pt x="62954" y="108496"/>
                </a:lnTo>
                <a:lnTo>
                  <a:pt x="0" y="108496"/>
                </a:lnTo>
                <a:lnTo>
                  <a:pt x="0" y="91083"/>
                </a:lnTo>
                <a:lnTo>
                  <a:pt x="65633" y="0"/>
                </a:lnTo>
                <a:lnTo>
                  <a:pt x="80814" y="0"/>
                </a:lnTo>
                <a:lnTo>
                  <a:pt x="80814" y="92869"/>
                </a:lnTo>
                <a:lnTo>
                  <a:pt x="101798" y="92869"/>
                </a:lnTo>
                <a:lnTo>
                  <a:pt x="101798" y="108496"/>
                </a:lnTo>
                <a:lnTo>
                  <a:pt x="80814" y="108496"/>
                </a:lnTo>
                <a:lnTo>
                  <a:pt x="80814" y="143321"/>
                </a:lnTo>
                <a:lnTo>
                  <a:pt x="62954" y="143321"/>
                </a:lnTo>
                <a:close/>
                <a:moveTo>
                  <a:pt x="62954" y="143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2B055-FE8F-428F-AD97-74C2391B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849563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2424A-1AA6-4B57-B941-2BD2A3D6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72" y="970560"/>
            <a:ext cx="20985" cy="21878"/>
          </a:xfrm>
          <a:custGeom xmlns:a="http://schemas.openxmlformats.org/drawingml/2006/main">
            <a:pathLst>
              <a:path w="20985" h="21878">
                <a:moveTo>
                  <a:pt x="0" y="0"/>
                </a:moveTo>
                <a:lnTo>
                  <a:pt x="20985" y="0"/>
                </a:lnTo>
                <a:lnTo>
                  <a:pt x="20985" y="21878"/>
                </a:lnTo>
                <a:lnTo>
                  <a:pt x="0" y="2187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BFF96-DA62-401F-A109-E212CDEF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96" y="848670"/>
            <a:ext cx="98227" cy="147786"/>
          </a:xfrm>
          <a:custGeom xmlns:a="http://schemas.openxmlformats.org/drawingml/2006/main">
            <a:pathLst>
              <a:path w="98227" h="147786">
                <a:moveTo>
                  <a:pt x="52239" y="0"/>
                </a:moveTo>
                <a:cubicBezTo>
                  <a:pt x="75902" y="0"/>
                  <a:pt x="82600" y="8483"/>
                  <a:pt x="85279" y="12502"/>
                </a:cubicBezTo>
                <a:cubicBezTo>
                  <a:pt x="94655" y="25003"/>
                  <a:pt x="94655" y="33933"/>
                  <a:pt x="94655" y="38398"/>
                </a:cubicBezTo>
                <a:lnTo>
                  <a:pt x="77242" y="38398"/>
                </a:lnTo>
                <a:cubicBezTo>
                  <a:pt x="75456" y="29914"/>
                  <a:pt x="73223" y="26789"/>
                  <a:pt x="72330" y="25003"/>
                </a:cubicBezTo>
                <a:cubicBezTo>
                  <a:pt x="65633" y="16073"/>
                  <a:pt x="56704" y="16073"/>
                  <a:pt x="52239" y="16073"/>
                </a:cubicBezTo>
                <a:cubicBezTo>
                  <a:pt x="37505" y="16073"/>
                  <a:pt x="31254" y="25450"/>
                  <a:pt x="28575" y="29914"/>
                </a:cubicBezTo>
                <a:cubicBezTo>
                  <a:pt x="19645" y="43755"/>
                  <a:pt x="19199" y="61168"/>
                  <a:pt x="18752" y="70098"/>
                </a:cubicBezTo>
                <a:cubicBezTo>
                  <a:pt x="24557" y="60722"/>
                  <a:pt x="31254" y="58043"/>
                  <a:pt x="33933" y="56257"/>
                </a:cubicBezTo>
                <a:cubicBezTo>
                  <a:pt x="42862" y="52239"/>
                  <a:pt x="50006" y="52239"/>
                  <a:pt x="53132" y="52239"/>
                </a:cubicBezTo>
                <a:cubicBezTo>
                  <a:pt x="71438" y="52239"/>
                  <a:pt x="79921" y="59829"/>
                  <a:pt x="84832" y="63847"/>
                </a:cubicBezTo>
                <a:cubicBezTo>
                  <a:pt x="98227" y="75456"/>
                  <a:pt x="98227" y="90190"/>
                  <a:pt x="98227" y="97780"/>
                </a:cubicBezTo>
                <a:cubicBezTo>
                  <a:pt x="98227" y="117425"/>
                  <a:pt x="89743" y="127695"/>
                  <a:pt x="85279" y="132606"/>
                </a:cubicBezTo>
                <a:cubicBezTo>
                  <a:pt x="72777" y="147786"/>
                  <a:pt x="57150" y="147786"/>
                  <a:pt x="49113" y="147786"/>
                </a:cubicBezTo>
                <a:cubicBezTo>
                  <a:pt x="29021" y="147786"/>
                  <a:pt x="19199" y="137517"/>
                  <a:pt x="14288" y="132159"/>
                </a:cubicBezTo>
                <a:cubicBezTo>
                  <a:pt x="0" y="116979"/>
                  <a:pt x="0" y="92869"/>
                  <a:pt x="0" y="80814"/>
                </a:cubicBezTo>
                <a:cubicBezTo>
                  <a:pt x="0" y="54471"/>
                  <a:pt x="4465" y="41970"/>
                  <a:pt x="6697" y="35719"/>
                </a:cubicBezTo>
                <a:cubicBezTo>
                  <a:pt x="19199" y="0"/>
                  <a:pt x="41077" y="0"/>
                  <a:pt x="52239" y="0"/>
                </a:cubicBezTo>
                <a:close/>
                <a:moveTo>
                  <a:pt x="50899" y="131713"/>
                </a:moveTo>
                <a:cubicBezTo>
                  <a:pt x="65187" y="131713"/>
                  <a:pt x="69652" y="125016"/>
                  <a:pt x="71884" y="121890"/>
                </a:cubicBezTo>
                <a:cubicBezTo>
                  <a:pt x="79028" y="112514"/>
                  <a:pt x="79028" y="104031"/>
                  <a:pt x="79028" y="99566"/>
                </a:cubicBezTo>
                <a:cubicBezTo>
                  <a:pt x="79028" y="88404"/>
                  <a:pt x="75009" y="82153"/>
                  <a:pt x="72777" y="78581"/>
                </a:cubicBezTo>
                <a:cubicBezTo>
                  <a:pt x="66526" y="68759"/>
                  <a:pt x="55364" y="68759"/>
                  <a:pt x="50006" y="68759"/>
                </a:cubicBezTo>
                <a:cubicBezTo>
                  <a:pt x="38398" y="68759"/>
                  <a:pt x="32593" y="73670"/>
                  <a:pt x="29468" y="76349"/>
                </a:cubicBezTo>
                <a:cubicBezTo>
                  <a:pt x="20985" y="83939"/>
                  <a:pt x="20985" y="94208"/>
                  <a:pt x="20985" y="99566"/>
                </a:cubicBezTo>
                <a:cubicBezTo>
                  <a:pt x="20985" y="112961"/>
                  <a:pt x="26343" y="119211"/>
                  <a:pt x="29021" y="122337"/>
                </a:cubicBezTo>
                <a:cubicBezTo>
                  <a:pt x="36612" y="131713"/>
                  <a:pt x="45988" y="131713"/>
                  <a:pt x="50899" y="131713"/>
                </a:cubicBezTo>
                <a:close/>
                <a:moveTo>
                  <a:pt x="50899" y="1317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8356D-3975-4BA6-B9F6-A30021E6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30" y="710133"/>
            <a:ext cx="7433407" cy="7433630"/>
          </a:xfrm>
          <a:custGeom xmlns:a="http://schemas.openxmlformats.org/drawingml/2006/main">
            <a:pathLst>
              <a:path w="7433407" h="7433630" fill="none">
                <a:moveTo>
                  <a:pt x="3696891" y="0"/>
                </a:moveTo>
                <a:lnTo>
                  <a:pt x="3548881" y="3683"/>
                </a:lnTo>
                <a:lnTo>
                  <a:pt x="3401095" y="13395"/>
                </a:lnTo>
                <a:lnTo>
                  <a:pt x="3253867" y="28910"/>
                </a:lnTo>
                <a:lnTo>
                  <a:pt x="3107420" y="50229"/>
                </a:lnTo>
                <a:lnTo>
                  <a:pt x="2961977" y="77353"/>
                </a:lnTo>
                <a:lnTo>
                  <a:pt x="2817651" y="110282"/>
                </a:lnTo>
                <a:lnTo>
                  <a:pt x="2674776" y="149014"/>
                </a:lnTo>
                <a:lnTo>
                  <a:pt x="2533576" y="193328"/>
                </a:lnTo>
                <a:lnTo>
                  <a:pt x="2394161" y="243222"/>
                </a:lnTo>
                <a:lnTo>
                  <a:pt x="2256867" y="298698"/>
                </a:lnTo>
                <a:lnTo>
                  <a:pt x="2121917" y="359420"/>
                </a:lnTo>
                <a:lnTo>
                  <a:pt x="1989534" y="425611"/>
                </a:lnTo>
                <a:lnTo>
                  <a:pt x="1859831" y="497049"/>
                </a:lnTo>
                <a:lnTo>
                  <a:pt x="1733029" y="573509"/>
                </a:lnTo>
                <a:lnTo>
                  <a:pt x="1609465" y="654993"/>
                </a:lnTo>
                <a:lnTo>
                  <a:pt x="1489249" y="741276"/>
                </a:lnTo>
                <a:lnTo>
                  <a:pt x="1372493" y="832358"/>
                </a:lnTo>
                <a:lnTo>
                  <a:pt x="1259421" y="928018"/>
                </a:lnTo>
                <a:lnTo>
                  <a:pt x="1150367" y="1028030"/>
                </a:lnTo>
                <a:lnTo>
                  <a:pt x="1045332" y="1132396"/>
                </a:lnTo>
                <a:lnTo>
                  <a:pt x="944538" y="1240780"/>
                </a:lnTo>
                <a:lnTo>
                  <a:pt x="848097" y="1353071"/>
                </a:lnTo>
                <a:lnTo>
                  <a:pt x="756345" y="1469157"/>
                </a:lnTo>
                <a:lnTo>
                  <a:pt x="669168" y="1588815"/>
                </a:lnTo>
                <a:lnTo>
                  <a:pt x="586904" y="1711821"/>
                </a:lnTo>
                <a:lnTo>
                  <a:pt x="509550" y="1838065"/>
                </a:lnTo>
                <a:lnTo>
                  <a:pt x="437220" y="1967210"/>
                </a:lnTo>
                <a:lnTo>
                  <a:pt x="370136" y="2099258"/>
                </a:lnTo>
                <a:lnTo>
                  <a:pt x="308409" y="2233761"/>
                </a:lnTo>
                <a:lnTo>
                  <a:pt x="252152" y="2370720"/>
                </a:lnTo>
                <a:lnTo>
                  <a:pt x="201253" y="2509689"/>
                </a:lnTo>
                <a:lnTo>
                  <a:pt x="155823" y="2650666"/>
                </a:lnTo>
                <a:lnTo>
                  <a:pt x="116309" y="2793206"/>
                </a:lnTo>
                <a:lnTo>
                  <a:pt x="82376" y="2937309"/>
                </a:lnTo>
                <a:lnTo>
                  <a:pt x="54248" y="3082640"/>
                </a:lnTo>
                <a:lnTo>
                  <a:pt x="31812" y="3228975"/>
                </a:lnTo>
                <a:lnTo>
                  <a:pt x="15404" y="3376092"/>
                </a:lnTo>
                <a:lnTo>
                  <a:pt x="4688" y="3523878"/>
                </a:lnTo>
                <a:lnTo>
                  <a:pt x="0" y="3671776"/>
                </a:lnTo>
                <a:lnTo>
                  <a:pt x="1116" y="3819674"/>
                </a:lnTo>
                <a:lnTo>
                  <a:pt x="8148" y="3967683"/>
                </a:lnTo>
                <a:lnTo>
                  <a:pt x="20985" y="4115023"/>
                </a:lnTo>
                <a:lnTo>
                  <a:pt x="39960" y="4261917"/>
                </a:lnTo>
                <a:lnTo>
                  <a:pt x="64405" y="4407917"/>
                </a:lnTo>
                <a:lnTo>
                  <a:pt x="94878" y="4552690"/>
                </a:lnTo>
                <a:lnTo>
                  <a:pt x="131155" y="4696346"/>
                </a:lnTo>
                <a:lnTo>
                  <a:pt x="172901" y="4838328"/>
                </a:lnTo>
                <a:lnTo>
                  <a:pt x="220340" y="4978524"/>
                </a:lnTo>
                <a:lnTo>
                  <a:pt x="273360" y="5116711"/>
                </a:lnTo>
                <a:lnTo>
                  <a:pt x="331850" y="5252777"/>
                </a:lnTo>
                <a:lnTo>
                  <a:pt x="395697" y="5386276"/>
                </a:lnTo>
                <a:lnTo>
                  <a:pt x="464790" y="5517207"/>
                </a:lnTo>
                <a:lnTo>
                  <a:pt x="539130" y="5645237"/>
                </a:lnTo>
                <a:lnTo>
                  <a:pt x="618381" y="5770252"/>
                </a:lnTo>
                <a:lnTo>
                  <a:pt x="702543" y="5891919"/>
                </a:lnTo>
                <a:lnTo>
                  <a:pt x="791617" y="6010349"/>
                </a:lnTo>
                <a:lnTo>
                  <a:pt x="885155" y="6124984"/>
                </a:lnTo>
                <a:lnTo>
                  <a:pt x="983270" y="6235712"/>
                </a:lnTo>
                <a:lnTo>
                  <a:pt x="1085850" y="6342534"/>
                </a:lnTo>
                <a:lnTo>
                  <a:pt x="1192448" y="6445225"/>
                </a:lnTo>
                <a:lnTo>
                  <a:pt x="1303176" y="6543675"/>
                </a:lnTo>
                <a:lnTo>
                  <a:pt x="1417588" y="6637437"/>
                </a:lnTo>
                <a:lnTo>
                  <a:pt x="1535683" y="6726734"/>
                </a:lnTo>
                <a:lnTo>
                  <a:pt x="1657238" y="6811231"/>
                </a:lnTo>
                <a:lnTo>
                  <a:pt x="1782142" y="6890705"/>
                </a:lnTo>
                <a:lnTo>
                  <a:pt x="1909949" y="6965268"/>
                </a:lnTo>
                <a:lnTo>
                  <a:pt x="2040880" y="7034585"/>
                </a:lnTo>
                <a:lnTo>
                  <a:pt x="2174267" y="7098655"/>
                </a:lnTo>
                <a:lnTo>
                  <a:pt x="2310110" y="7157368"/>
                </a:lnTo>
                <a:lnTo>
                  <a:pt x="2448297" y="7210611"/>
                </a:lnTo>
                <a:lnTo>
                  <a:pt x="2588382" y="7258385"/>
                </a:lnTo>
                <a:lnTo>
                  <a:pt x="2730140" y="7300466"/>
                </a:lnTo>
                <a:lnTo>
                  <a:pt x="2873685" y="7336966"/>
                </a:lnTo>
                <a:lnTo>
                  <a:pt x="3018458" y="7367662"/>
                </a:lnTo>
                <a:lnTo>
                  <a:pt x="3164458" y="7392553"/>
                </a:lnTo>
                <a:lnTo>
                  <a:pt x="3311240" y="7411641"/>
                </a:lnTo>
                <a:lnTo>
                  <a:pt x="3458803" y="7424812"/>
                </a:lnTo>
                <a:lnTo>
                  <a:pt x="3606589" y="7432179"/>
                </a:lnTo>
                <a:lnTo>
                  <a:pt x="3754487" y="7433630"/>
                </a:lnTo>
                <a:lnTo>
                  <a:pt x="3902608" y="7429165"/>
                </a:lnTo>
                <a:lnTo>
                  <a:pt x="4050171" y="7418896"/>
                </a:lnTo>
                <a:lnTo>
                  <a:pt x="4197288" y="7402599"/>
                </a:lnTo>
                <a:lnTo>
                  <a:pt x="4343623" y="7380498"/>
                </a:lnTo>
                <a:lnTo>
                  <a:pt x="4489066" y="7352705"/>
                </a:lnTo>
                <a:lnTo>
                  <a:pt x="4633280" y="7318995"/>
                </a:lnTo>
                <a:lnTo>
                  <a:pt x="4775932" y="7279704"/>
                </a:lnTo>
                <a:lnTo>
                  <a:pt x="4916909" y="7234610"/>
                </a:lnTo>
                <a:lnTo>
                  <a:pt x="5056101" y="7184045"/>
                </a:lnTo>
                <a:lnTo>
                  <a:pt x="5193171" y="7128011"/>
                </a:lnTo>
                <a:lnTo>
                  <a:pt x="5327675" y="7066397"/>
                </a:lnTo>
                <a:lnTo>
                  <a:pt x="5459946" y="6999647"/>
                </a:lnTo>
                <a:lnTo>
                  <a:pt x="5589203" y="6927652"/>
                </a:lnTo>
                <a:lnTo>
                  <a:pt x="5715558" y="6850521"/>
                </a:lnTo>
                <a:lnTo>
                  <a:pt x="5838788" y="6768480"/>
                </a:lnTo>
                <a:lnTo>
                  <a:pt x="5958557" y="6681527"/>
                </a:lnTo>
                <a:lnTo>
                  <a:pt x="6074755" y="6589886"/>
                </a:lnTo>
                <a:lnTo>
                  <a:pt x="6187380" y="6493780"/>
                </a:lnTo>
                <a:lnTo>
                  <a:pt x="6295988" y="6393210"/>
                </a:lnTo>
                <a:lnTo>
                  <a:pt x="6400577" y="6288286"/>
                </a:lnTo>
                <a:lnTo>
                  <a:pt x="6500701" y="6179455"/>
                </a:lnTo>
                <a:lnTo>
                  <a:pt x="6596583" y="6066606"/>
                </a:lnTo>
                <a:lnTo>
                  <a:pt x="6687889" y="5950074"/>
                </a:lnTo>
                <a:lnTo>
                  <a:pt x="6774507" y="5829970"/>
                </a:lnTo>
                <a:lnTo>
                  <a:pt x="6856214" y="5706517"/>
                </a:lnTo>
                <a:lnTo>
                  <a:pt x="6932898" y="5579938"/>
                </a:lnTo>
                <a:lnTo>
                  <a:pt x="7004558" y="5450458"/>
                </a:lnTo>
                <a:lnTo>
                  <a:pt x="7070973" y="5318075"/>
                </a:lnTo>
                <a:lnTo>
                  <a:pt x="7132141" y="5183237"/>
                </a:lnTo>
                <a:lnTo>
                  <a:pt x="7187729" y="5046166"/>
                </a:lnTo>
                <a:lnTo>
                  <a:pt x="7237958" y="4906863"/>
                </a:lnTo>
                <a:lnTo>
                  <a:pt x="7282495" y="4765663"/>
                </a:lnTo>
                <a:lnTo>
                  <a:pt x="7321451" y="4622899"/>
                </a:lnTo>
                <a:lnTo>
                  <a:pt x="7354602" y="4478685"/>
                </a:lnTo>
                <a:lnTo>
                  <a:pt x="7382061" y="4333131"/>
                </a:lnTo>
                <a:lnTo>
                  <a:pt x="7403716" y="4186684"/>
                </a:lnTo>
                <a:lnTo>
                  <a:pt x="7419454" y="4039456"/>
                </a:lnTo>
                <a:lnTo>
                  <a:pt x="7429388" y="3891781"/>
                </a:lnTo>
                <a:lnTo>
                  <a:pt x="7433407" y="3743771"/>
                </a:lnTo>
                <a:lnTo>
                  <a:pt x="7431621" y="3595874"/>
                </a:lnTo>
                <a:lnTo>
                  <a:pt x="7423807" y="3448087"/>
                </a:lnTo>
                <a:lnTo>
                  <a:pt x="7410190" y="3300636"/>
                </a:lnTo>
                <a:lnTo>
                  <a:pt x="7390656" y="3153854"/>
                </a:lnTo>
                <a:lnTo>
                  <a:pt x="7365318" y="3008077"/>
                </a:lnTo>
                <a:lnTo>
                  <a:pt x="7334176" y="2863193"/>
                </a:lnTo>
                <a:lnTo>
                  <a:pt x="7297341" y="2719983"/>
                </a:lnTo>
                <a:lnTo>
                  <a:pt x="7254813" y="2578112"/>
                </a:lnTo>
                <a:lnTo>
                  <a:pt x="7206704" y="2438140"/>
                </a:lnTo>
                <a:lnTo>
                  <a:pt x="7152903" y="2300176"/>
                </a:lnTo>
                <a:lnTo>
                  <a:pt x="7093855" y="2164556"/>
                </a:lnTo>
                <a:lnTo>
                  <a:pt x="7029338" y="2031281"/>
                </a:lnTo>
                <a:lnTo>
                  <a:pt x="6959575" y="1900684"/>
                </a:lnTo>
                <a:lnTo>
                  <a:pt x="6884677" y="1772989"/>
                </a:lnTo>
                <a:lnTo>
                  <a:pt x="6804757" y="1648420"/>
                </a:lnTo>
                <a:lnTo>
                  <a:pt x="6720036" y="1526977"/>
                </a:lnTo>
                <a:lnTo>
                  <a:pt x="6630405" y="1409216"/>
                </a:lnTo>
                <a:lnTo>
                  <a:pt x="6536196" y="1295028"/>
                </a:lnTo>
                <a:lnTo>
                  <a:pt x="6437523" y="1184635"/>
                </a:lnTo>
                <a:lnTo>
                  <a:pt x="6334497" y="1078371"/>
                </a:lnTo>
                <a:lnTo>
                  <a:pt x="6227452" y="976238"/>
                </a:lnTo>
                <a:lnTo>
                  <a:pt x="6116278" y="878458"/>
                </a:lnTo>
                <a:lnTo>
                  <a:pt x="6001308" y="785143"/>
                </a:lnTo>
                <a:lnTo>
                  <a:pt x="5882878" y="696404"/>
                </a:lnTo>
                <a:lnTo>
                  <a:pt x="5760765" y="612577"/>
                </a:lnTo>
                <a:lnTo>
                  <a:pt x="5635526" y="533549"/>
                </a:lnTo>
                <a:lnTo>
                  <a:pt x="5507273" y="459767"/>
                </a:lnTo>
                <a:lnTo>
                  <a:pt x="5376230" y="391009"/>
                </a:lnTo>
                <a:lnTo>
                  <a:pt x="5242396" y="327496"/>
                </a:lnTo>
                <a:lnTo>
                  <a:pt x="5106219" y="269565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709C9-D3D9-4B4B-BEB8-E2B4120F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08" y="530089"/>
            <a:ext cx="7792938" cy="7793831"/>
          </a:xfrm>
          <a:custGeom xmlns:a="http://schemas.openxmlformats.org/drawingml/2006/main">
            <a:pathLst>
              <a:path w="7792938" h="7793831" fill="none">
                <a:moveTo>
                  <a:pt x="3875819" y="0"/>
                </a:moveTo>
                <a:lnTo>
                  <a:pt x="3728591" y="3572"/>
                </a:lnTo>
                <a:lnTo>
                  <a:pt x="3581586" y="12725"/>
                </a:lnTo>
                <a:lnTo>
                  <a:pt x="3435028" y="27236"/>
                </a:lnTo>
                <a:lnTo>
                  <a:pt x="3289139" y="47439"/>
                </a:lnTo>
                <a:lnTo>
                  <a:pt x="3144255" y="73223"/>
                </a:lnTo>
                <a:lnTo>
                  <a:pt x="3000375" y="104366"/>
                </a:lnTo>
                <a:lnTo>
                  <a:pt x="2857723" y="140977"/>
                </a:lnTo>
                <a:lnTo>
                  <a:pt x="2716523" y="182835"/>
                </a:lnTo>
                <a:lnTo>
                  <a:pt x="2577108" y="230051"/>
                </a:lnTo>
                <a:lnTo>
                  <a:pt x="2439479" y="282513"/>
                </a:lnTo>
                <a:lnTo>
                  <a:pt x="2303859" y="340109"/>
                </a:lnTo>
                <a:lnTo>
                  <a:pt x="2170695" y="402841"/>
                </a:lnTo>
                <a:lnTo>
                  <a:pt x="2039987" y="470483"/>
                </a:lnTo>
                <a:lnTo>
                  <a:pt x="1911846" y="543148"/>
                </a:lnTo>
                <a:lnTo>
                  <a:pt x="1786607" y="620502"/>
                </a:lnTo>
                <a:lnTo>
                  <a:pt x="1664271" y="702543"/>
                </a:lnTo>
                <a:lnTo>
                  <a:pt x="1545171" y="789161"/>
                </a:lnTo>
                <a:lnTo>
                  <a:pt x="1429420" y="880244"/>
                </a:lnTo>
                <a:lnTo>
                  <a:pt x="1317352" y="975457"/>
                </a:lnTo>
                <a:lnTo>
                  <a:pt x="1208745" y="1075023"/>
                </a:lnTo>
                <a:lnTo>
                  <a:pt x="1104044" y="1178607"/>
                </a:lnTo>
                <a:lnTo>
                  <a:pt x="1003362" y="1286098"/>
                </a:lnTo>
                <a:lnTo>
                  <a:pt x="906810" y="1397161"/>
                </a:lnTo>
                <a:lnTo>
                  <a:pt x="814499" y="1511908"/>
                </a:lnTo>
                <a:lnTo>
                  <a:pt x="726653" y="1630114"/>
                </a:lnTo>
                <a:lnTo>
                  <a:pt x="643272" y="1751447"/>
                </a:lnTo>
                <a:lnTo>
                  <a:pt x="564468" y="1875792"/>
                </a:lnTo>
                <a:lnTo>
                  <a:pt x="490463" y="2003152"/>
                </a:lnTo>
                <a:lnTo>
                  <a:pt x="421481" y="2133191"/>
                </a:lnTo>
                <a:lnTo>
                  <a:pt x="357187" y="2265797"/>
                </a:lnTo>
                <a:lnTo>
                  <a:pt x="298140" y="2400635"/>
                </a:lnTo>
                <a:lnTo>
                  <a:pt x="244115" y="2537594"/>
                </a:lnTo>
                <a:lnTo>
                  <a:pt x="195449" y="2676562"/>
                </a:lnTo>
                <a:lnTo>
                  <a:pt x="152028" y="2817093"/>
                </a:lnTo>
                <a:lnTo>
                  <a:pt x="113854" y="2959410"/>
                </a:lnTo>
                <a:lnTo>
                  <a:pt x="81149" y="3102955"/>
                </a:lnTo>
                <a:lnTo>
                  <a:pt x="53913" y="3247616"/>
                </a:lnTo>
                <a:lnTo>
                  <a:pt x="32147" y="3393281"/>
                </a:lnTo>
                <a:lnTo>
                  <a:pt x="15850" y="3539728"/>
                </a:lnTo>
                <a:lnTo>
                  <a:pt x="5135" y="3686510"/>
                </a:lnTo>
                <a:lnTo>
                  <a:pt x="0" y="3833626"/>
                </a:lnTo>
                <a:lnTo>
                  <a:pt x="335" y="3980855"/>
                </a:lnTo>
                <a:lnTo>
                  <a:pt x="6251" y="4127971"/>
                </a:lnTo>
                <a:lnTo>
                  <a:pt x="17748" y="4274865"/>
                </a:lnTo>
                <a:lnTo>
                  <a:pt x="34826" y="4421088"/>
                </a:lnTo>
                <a:lnTo>
                  <a:pt x="57373" y="4566531"/>
                </a:lnTo>
                <a:lnTo>
                  <a:pt x="85390" y="4711080"/>
                </a:lnTo>
                <a:lnTo>
                  <a:pt x="118988" y="4854513"/>
                </a:lnTo>
                <a:lnTo>
                  <a:pt x="157832" y="4996607"/>
                </a:lnTo>
                <a:lnTo>
                  <a:pt x="201923" y="5137026"/>
                </a:lnTo>
                <a:lnTo>
                  <a:pt x="251482" y="5275771"/>
                </a:lnTo>
                <a:lnTo>
                  <a:pt x="306177" y="5412395"/>
                </a:lnTo>
                <a:lnTo>
                  <a:pt x="366006" y="5547010"/>
                </a:lnTo>
                <a:lnTo>
                  <a:pt x="430857" y="5679170"/>
                </a:lnTo>
                <a:lnTo>
                  <a:pt x="500621" y="5808873"/>
                </a:lnTo>
                <a:lnTo>
                  <a:pt x="575295" y="5935787"/>
                </a:lnTo>
                <a:lnTo>
                  <a:pt x="654658" y="6059798"/>
                </a:lnTo>
                <a:lnTo>
                  <a:pt x="738597" y="6180683"/>
                </a:lnTo>
                <a:lnTo>
                  <a:pt x="827224" y="6298220"/>
                </a:lnTo>
                <a:lnTo>
                  <a:pt x="920204" y="6412520"/>
                </a:lnTo>
                <a:lnTo>
                  <a:pt x="1017315" y="6523248"/>
                </a:lnTo>
                <a:lnTo>
                  <a:pt x="1118555" y="6629958"/>
                </a:lnTo>
                <a:lnTo>
                  <a:pt x="1223702" y="6733096"/>
                </a:lnTo>
                <a:lnTo>
                  <a:pt x="1332867" y="6831992"/>
                </a:lnTo>
                <a:lnTo>
                  <a:pt x="1445605" y="6926759"/>
                </a:lnTo>
                <a:lnTo>
                  <a:pt x="1561802" y="7017172"/>
                </a:lnTo>
                <a:lnTo>
                  <a:pt x="1681349" y="7103120"/>
                </a:lnTo>
                <a:lnTo>
                  <a:pt x="1804020" y="7184492"/>
                </a:lnTo>
                <a:lnTo>
                  <a:pt x="1929705" y="7261287"/>
                </a:lnTo>
                <a:lnTo>
                  <a:pt x="2058181" y="7333171"/>
                </a:lnTo>
                <a:lnTo>
                  <a:pt x="2189225" y="7400032"/>
                </a:lnTo>
                <a:lnTo>
                  <a:pt x="2322947" y="7462093"/>
                </a:lnTo>
                <a:lnTo>
                  <a:pt x="2458678" y="7519020"/>
                </a:lnTo>
                <a:lnTo>
                  <a:pt x="2596530" y="7570701"/>
                </a:lnTo>
                <a:lnTo>
                  <a:pt x="2736279" y="7617135"/>
                </a:lnTo>
                <a:lnTo>
                  <a:pt x="2877703" y="7658435"/>
                </a:lnTo>
                <a:lnTo>
                  <a:pt x="3020467" y="7694154"/>
                </a:lnTo>
                <a:lnTo>
                  <a:pt x="3164570" y="7724626"/>
                </a:lnTo>
                <a:lnTo>
                  <a:pt x="3309677" y="7749518"/>
                </a:lnTo>
                <a:lnTo>
                  <a:pt x="3455566" y="7768940"/>
                </a:lnTo>
                <a:lnTo>
                  <a:pt x="3602236" y="7782781"/>
                </a:lnTo>
                <a:lnTo>
                  <a:pt x="3749241" y="7791152"/>
                </a:lnTo>
                <a:lnTo>
                  <a:pt x="3896469" y="7793831"/>
                </a:lnTo>
                <a:lnTo>
                  <a:pt x="4043697" y="7791152"/>
                </a:lnTo>
                <a:lnTo>
                  <a:pt x="4190702" y="7782781"/>
                </a:lnTo>
                <a:lnTo>
                  <a:pt x="4337261" y="7768940"/>
                </a:lnTo>
                <a:lnTo>
                  <a:pt x="4483150" y="7749518"/>
                </a:lnTo>
                <a:lnTo>
                  <a:pt x="4628369" y="7724626"/>
                </a:lnTo>
                <a:lnTo>
                  <a:pt x="4772360" y="7694154"/>
                </a:lnTo>
                <a:lnTo>
                  <a:pt x="4915235" y="7658435"/>
                </a:lnTo>
                <a:lnTo>
                  <a:pt x="5056547" y="7617135"/>
                </a:lnTo>
                <a:lnTo>
                  <a:pt x="5196297" y="7570701"/>
                </a:lnTo>
                <a:lnTo>
                  <a:pt x="5334260" y="7519020"/>
                </a:lnTo>
                <a:lnTo>
                  <a:pt x="5469992" y="7462093"/>
                </a:lnTo>
                <a:lnTo>
                  <a:pt x="5603491" y="7400032"/>
                </a:lnTo>
                <a:lnTo>
                  <a:pt x="5734645" y="7333171"/>
                </a:lnTo>
                <a:lnTo>
                  <a:pt x="5863233" y="7261287"/>
                </a:lnTo>
                <a:lnTo>
                  <a:pt x="5988918" y="7184492"/>
                </a:lnTo>
                <a:lnTo>
                  <a:pt x="6111590" y="7103120"/>
                </a:lnTo>
                <a:lnTo>
                  <a:pt x="6231136" y="7017172"/>
                </a:lnTo>
                <a:lnTo>
                  <a:pt x="6347333" y="6926759"/>
                </a:lnTo>
                <a:lnTo>
                  <a:pt x="6460071" y="6831992"/>
                </a:lnTo>
                <a:lnTo>
                  <a:pt x="6569013" y="6733096"/>
                </a:lnTo>
                <a:lnTo>
                  <a:pt x="6674272" y="6629958"/>
                </a:lnTo>
                <a:lnTo>
                  <a:pt x="6775512" y="6523248"/>
                </a:lnTo>
                <a:lnTo>
                  <a:pt x="6872734" y="6412520"/>
                </a:lnTo>
                <a:lnTo>
                  <a:pt x="6965603" y="6298220"/>
                </a:lnTo>
                <a:lnTo>
                  <a:pt x="7054118" y="6180683"/>
                </a:lnTo>
                <a:lnTo>
                  <a:pt x="7138169" y="6059798"/>
                </a:lnTo>
                <a:lnTo>
                  <a:pt x="7217643" y="5935787"/>
                </a:lnTo>
                <a:lnTo>
                  <a:pt x="7292206" y="5808873"/>
                </a:lnTo>
                <a:lnTo>
                  <a:pt x="7362081" y="5679170"/>
                </a:lnTo>
                <a:lnTo>
                  <a:pt x="7426933" y="5547010"/>
                </a:lnTo>
                <a:lnTo>
                  <a:pt x="7486650" y="5412395"/>
                </a:lnTo>
                <a:lnTo>
                  <a:pt x="7541456" y="5275771"/>
                </a:lnTo>
                <a:lnTo>
                  <a:pt x="7590904" y="5137026"/>
                </a:lnTo>
                <a:lnTo>
                  <a:pt x="7635106" y="4996607"/>
                </a:lnTo>
                <a:lnTo>
                  <a:pt x="7673950" y="4854513"/>
                </a:lnTo>
                <a:lnTo>
                  <a:pt x="7707437" y="4711080"/>
                </a:lnTo>
                <a:lnTo>
                  <a:pt x="7735453" y="4566531"/>
                </a:lnTo>
                <a:lnTo>
                  <a:pt x="7758001" y="4421088"/>
                </a:lnTo>
                <a:lnTo>
                  <a:pt x="7775079" y="4274865"/>
                </a:lnTo>
                <a:lnTo>
                  <a:pt x="7786576" y="4127971"/>
                </a:lnTo>
                <a:lnTo>
                  <a:pt x="7792603" y="3980855"/>
                </a:lnTo>
                <a:lnTo>
                  <a:pt x="7792938" y="3833626"/>
                </a:lnTo>
                <a:lnTo>
                  <a:pt x="7787804" y="3686510"/>
                </a:lnTo>
                <a:lnTo>
                  <a:pt x="7777088" y="3539728"/>
                </a:lnTo>
                <a:lnTo>
                  <a:pt x="7760791" y="3393281"/>
                </a:lnTo>
                <a:lnTo>
                  <a:pt x="7738914" y="3247616"/>
                </a:lnTo>
                <a:lnTo>
                  <a:pt x="7711790" y="3102955"/>
                </a:lnTo>
                <a:lnTo>
                  <a:pt x="7678973" y="2959410"/>
                </a:lnTo>
                <a:lnTo>
                  <a:pt x="7640910" y="2817093"/>
                </a:lnTo>
                <a:lnTo>
                  <a:pt x="7597490" y="2676562"/>
                </a:lnTo>
                <a:lnTo>
                  <a:pt x="7548600" y="2537594"/>
                </a:lnTo>
                <a:lnTo>
                  <a:pt x="7494798" y="2400635"/>
                </a:lnTo>
                <a:lnTo>
                  <a:pt x="7435528" y="2265685"/>
                </a:lnTo>
                <a:lnTo>
                  <a:pt x="7371457" y="2133191"/>
                </a:lnTo>
                <a:lnTo>
                  <a:pt x="7302252" y="2003152"/>
                </a:lnTo>
                <a:lnTo>
                  <a:pt x="7228359" y="1875792"/>
                </a:lnTo>
                <a:lnTo>
                  <a:pt x="7149666" y="1751447"/>
                </a:lnTo>
                <a:lnTo>
                  <a:pt x="7066285" y="1630114"/>
                </a:lnTo>
                <a:lnTo>
                  <a:pt x="6978328" y="1511908"/>
                </a:lnTo>
                <a:lnTo>
                  <a:pt x="6886129" y="1397161"/>
                </a:lnTo>
                <a:lnTo>
                  <a:pt x="6789465" y="1286098"/>
                </a:lnTo>
                <a:lnTo>
                  <a:pt x="6688894" y="1178607"/>
                </a:lnTo>
                <a:lnTo>
                  <a:pt x="6584082" y="1075023"/>
                </a:lnTo>
                <a:lnTo>
                  <a:pt x="6475586" y="975457"/>
                </a:lnTo>
                <a:lnTo>
                  <a:pt x="6363407" y="880244"/>
                </a:lnTo>
                <a:lnTo>
                  <a:pt x="6247656" y="789161"/>
                </a:lnTo>
                <a:lnTo>
                  <a:pt x="6128556" y="702543"/>
                </a:lnTo>
                <a:lnTo>
                  <a:pt x="6006331" y="620502"/>
                </a:lnTo>
                <a:lnTo>
                  <a:pt x="5880981" y="543148"/>
                </a:lnTo>
                <a:lnTo>
                  <a:pt x="5752951" y="470483"/>
                </a:lnTo>
                <a:lnTo>
                  <a:pt x="5622131" y="402841"/>
                </a:lnTo>
                <a:lnTo>
                  <a:pt x="5488856" y="340109"/>
                </a:lnTo>
                <a:lnTo>
                  <a:pt x="5353459" y="282513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E95DF-5844-4321-9C38-EAF2A725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17" y="350044"/>
            <a:ext cx="8153921" cy="8153921"/>
          </a:xfrm>
          <a:custGeom xmlns:a="http://schemas.openxmlformats.org/drawingml/2006/main">
            <a:pathLst>
              <a:path w="8153921" h="8153921" fill="none">
                <a:moveTo>
                  <a:pt x="4055306" y="0"/>
                </a:moveTo>
                <a:lnTo>
                  <a:pt x="3907854" y="3460"/>
                </a:lnTo>
                <a:lnTo>
                  <a:pt x="3760738" y="12278"/>
                </a:lnTo>
                <a:lnTo>
                  <a:pt x="3613956" y="26343"/>
                </a:lnTo>
                <a:lnTo>
                  <a:pt x="3467844" y="45653"/>
                </a:lnTo>
                <a:lnTo>
                  <a:pt x="3322402" y="70321"/>
                </a:lnTo>
                <a:lnTo>
                  <a:pt x="3178076" y="100124"/>
                </a:lnTo>
                <a:lnTo>
                  <a:pt x="3034866" y="135285"/>
                </a:lnTo>
                <a:lnTo>
                  <a:pt x="2892996" y="175580"/>
                </a:lnTo>
                <a:lnTo>
                  <a:pt x="2752799" y="220898"/>
                </a:lnTo>
                <a:lnTo>
                  <a:pt x="2614166" y="271351"/>
                </a:lnTo>
                <a:lnTo>
                  <a:pt x="2477542" y="326603"/>
                </a:lnTo>
                <a:lnTo>
                  <a:pt x="2342927" y="386990"/>
                </a:lnTo>
                <a:lnTo>
                  <a:pt x="2210767" y="452065"/>
                </a:lnTo>
                <a:lnTo>
                  <a:pt x="2080840" y="521829"/>
                </a:lnTo>
                <a:lnTo>
                  <a:pt x="1953592" y="596392"/>
                </a:lnTo>
                <a:lnTo>
                  <a:pt x="1829246" y="675419"/>
                </a:lnTo>
                <a:lnTo>
                  <a:pt x="1707691" y="758912"/>
                </a:lnTo>
                <a:lnTo>
                  <a:pt x="1589261" y="846758"/>
                </a:lnTo>
                <a:lnTo>
                  <a:pt x="1474180" y="938845"/>
                </a:lnTo>
                <a:lnTo>
                  <a:pt x="1362335" y="1034951"/>
                </a:lnTo>
                <a:lnTo>
                  <a:pt x="1254175" y="1135187"/>
                </a:lnTo>
                <a:lnTo>
                  <a:pt x="1149586" y="1239106"/>
                </a:lnTo>
                <a:lnTo>
                  <a:pt x="1048903" y="1346820"/>
                </a:lnTo>
                <a:lnTo>
                  <a:pt x="952240" y="1457995"/>
                </a:lnTo>
                <a:lnTo>
                  <a:pt x="859482" y="1572741"/>
                </a:lnTo>
                <a:lnTo>
                  <a:pt x="771079" y="1690836"/>
                </a:lnTo>
                <a:lnTo>
                  <a:pt x="687028" y="1811834"/>
                </a:lnTo>
                <a:lnTo>
                  <a:pt x="607219" y="1935956"/>
                </a:lnTo>
                <a:lnTo>
                  <a:pt x="532209" y="2062758"/>
                </a:lnTo>
                <a:lnTo>
                  <a:pt x="461665" y="2192238"/>
                </a:lnTo>
                <a:lnTo>
                  <a:pt x="395920" y="2324174"/>
                </a:lnTo>
                <a:lnTo>
                  <a:pt x="334975" y="2458455"/>
                </a:lnTo>
                <a:lnTo>
                  <a:pt x="278829" y="2594744"/>
                </a:lnTo>
                <a:lnTo>
                  <a:pt x="227707" y="2733042"/>
                </a:lnTo>
                <a:lnTo>
                  <a:pt x="181719" y="2873015"/>
                </a:lnTo>
                <a:lnTo>
                  <a:pt x="140643" y="3014774"/>
                </a:lnTo>
                <a:lnTo>
                  <a:pt x="104812" y="3157761"/>
                </a:lnTo>
                <a:lnTo>
                  <a:pt x="74116" y="3301975"/>
                </a:lnTo>
                <a:lnTo>
                  <a:pt x="48778" y="3447194"/>
                </a:lnTo>
                <a:lnTo>
                  <a:pt x="28687" y="3593195"/>
                </a:lnTo>
                <a:lnTo>
                  <a:pt x="13729" y="3739976"/>
                </a:lnTo>
                <a:lnTo>
                  <a:pt x="4242" y="3887093"/>
                </a:lnTo>
                <a:lnTo>
                  <a:pt x="0" y="4034433"/>
                </a:lnTo>
                <a:lnTo>
                  <a:pt x="1116" y="4181884"/>
                </a:lnTo>
                <a:lnTo>
                  <a:pt x="7590" y="4329112"/>
                </a:lnTo>
                <a:lnTo>
                  <a:pt x="19422" y="4476117"/>
                </a:lnTo>
                <a:lnTo>
                  <a:pt x="36500" y="4622564"/>
                </a:lnTo>
                <a:lnTo>
                  <a:pt x="58824" y="4768230"/>
                </a:lnTo>
                <a:lnTo>
                  <a:pt x="86506" y="4913114"/>
                </a:lnTo>
                <a:lnTo>
                  <a:pt x="119323" y="5056770"/>
                </a:lnTo>
                <a:lnTo>
                  <a:pt x="157386" y="5199199"/>
                </a:lnTo>
                <a:lnTo>
                  <a:pt x="200471" y="5340288"/>
                </a:lnTo>
                <a:lnTo>
                  <a:pt x="248692" y="5479591"/>
                </a:lnTo>
                <a:lnTo>
                  <a:pt x="301935" y="5617108"/>
                </a:lnTo>
                <a:lnTo>
                  <a:pt x="360090" y="5752505"/>
                </a:lnTo>
                <a:lnTo>
                  <a:pt x="423044" y="5885780"/>
                </a:lnTo>
                <a:lnTo>
                  <a:pt x="490910" y="6016823"/>
                </a:lnTo>
                <a:lnTo>
                  <a:pt x="563352" y="6145076"/>
                </a:lnTo>
                <a:lnTo>
                  <a:pt x="640482" y="6270873"/>
                </a:lnTo>
                <a:lnTo>
                  <a:pt x="721965" y="6393656"/>
                </a:lnTo>
                <a:lnTo>
                  <a:pt x="808025" y="6513426"/>
                </a:lnTo>
                <a:lnTo>
                  <a:pt x="898215" y="6629958"/>
                </a:lnTo>
                <a:lnTo>
                  <a:pt x="992535" y="6743254"/>
                </a:lnTo>
                <a:lnTo>
                  <a:pt x="1090985" y="6853089"/>
                </a:lnTo>
                <a:lnTo>
                  <a:pt x="1193229" y="6959240"/>
                </a:lnTo>
                <a:lnTo>
                  <a:pt x="1299381" y="7061597"/>
                </a:lnTo>
                <a:lnTo>
                  <a:pt x="1409216" y="7160047"/>
                </a:lnTo>
                <a:lnTo>
                  <a:pt x="1522400" y="7254478"/>
                </a:lnTo>
                <a:lnTo>
                  <a:pt x="1638933" y="7344891"/>
                </a:lnTo>
                <a:lnTo>
                  <a:pt x="1758590" y="7430839"/>
                </a:lnTo>
                <a:lnTo>
                  <a:pt x="1881374" y="7512434"/>
                </a:lnTo>
                <a:lnTo>
                  <a:pt x="2007059" y="7589565"/>
                </a:lnTo>
                <a:lnTo>
                  <a:pt x="2135423" y="7662118"/>
                </a:lnTo>
                <a:lnTo>
                  <a:pt x="2266355" y="7729984"/>
                </a:lnTo>
                <a:lnTo>
                  <a:pt x="2399630" y="7793050"/>
                </a:lnTo>
                <a:lnTo>
                  <a:pt x="2535027" y="7851204"/>
                </a:lnTo>
                <a:lnTo>
                  <a:pt x="2672544" y="7904559"/>
                </a:lnTo>
                <a:lnTo>
                  <a:pt x="2811847" y="7952891"/>
                </a:lnTo>
                <a:lnTo>
                  <a:pt x="2952824" y="7996089"/>
                </a:lnTo>
                <a:lnTo>
                  <a:pt x="3095141" y="8034040"/>
                </a:lnTo>
                <a:lnTo>
                  <a:pt x="3238909" y="8066968"/>
                </a:lnTo>
                <a:lnTo>
                  <a:pt x="3383793" y="8094650"/>
                </a:lnTo>
                <a:lnTo>
                  <a:pt x="3529459" y="8117198"/>
                </a:lnTo>
                <a:lnTo>
                  <a:pt x="3675906" y="8134276"/>
                </a:lnTo>
                <a:lnTo>
                  <a:pt x="3822911" y="8146219"/>
                </a:lnTo>
                <a:lnTo>
                  <a:pt x="3970139" y="8152693"/>
                </a:lnTo>
                <a:lnTo>
                  <a:pt x="4117591" y="8153921"/>
                </a:lnTo>
                <a:lnTo>
                  <a:pt x="4264930" y="8149791"/>
                </a:lnTo>
                <a:lnTo>
                  <a:pt x="4412047" y="8140303"/>
                </a:lnTo>
                <a:lnTo>
                  <a:pt x="4558829" y="8125458"/>
                </a:lnTo>
                <a:lnTo>
                  <a:pt x="4704829" y="8105366"/>
                </a:lnTo>
                <a:lnTo>
                  <a:pt x="4850160" y="8080139"/>
                </a:lnTo>
                <a:lnTo>
                  <a:pt x="4994374" y="8049444"/>
                </a:lnTo>
                <a:lnTo>
                  <a:pt x="5137361" y="8013725"/>
                </a:lnTo>
                <a:lnTo>
                  <a:pt x="5278896" y="7972871"/>
                </a:lnTo>
                <a:lnTo>
                  <a:pt x="5419092" y="7926772"/>
                </a:lnTo>
                <a:lnTo>
                  <a:pt x="5557391" y="7875761"/>
                </a:lnTo>
                <a:lnTo>
                  <a:pt x="5693792" y="7819727"/>
                </a:lnTo>
                <a:lnTo>
                  <a:pt x="5828072" y="7758894"/>
                </a:lnTo>
                <a:lnTo>
                  <a:pt x="5960008" y="7693149"/>
                </a:lnTo>
                <a:lnTo>
                  <a:pt x="6089489" y="7622716"/>
                </a:lnTo>
                <a:lnTo>
                  <a:pt x="6216402" y="7547595"/>
                </a:lnTo>
                <a:lnTo>
                  <a:pt x="6340413" y="7468009"/>
                </a:lnTo>
                <a:lnTo>
                  <a:pt x="6461522" y="7383959"/>
                </a:lnTo>
                <a:lnTo>
                  <a:pt x="6579617" y="7295555"/>
                </a:lnTo>
                <a:lnTo>
                  <a:pt x="6694363" y="7202909"/>
                </a:lnTo>
                <a:lnTo>
                  <a:pt x="6805650" y="7106357"/>
                </a:lnTo>
                <a:lnTo>
                  <a:pt x="6913364" y="7005675"/>
                </a:lnTo>
                <a:lnTo>
                  <a:pt x="7017395" y="6901086"/>
                </a:lnTo>
                <a:lnTo>
                  <a:pt x="7117631" y="6792925"/>
                </a:lnTo>
                <a:lnTo>
                  <a:pt x="7213848" y="6681192"/>
                </a:lnTo>
                <a:lnTo>
                  <a:pt x="7305935" y="6566111"/>
                </a:lnTo>
                <a:lnTo>
                  <a:pt x="7393781" y="6447792"/>
                </a:lnTo>
                <a:lnTo>
                  <a:pt x="7477385" y="6326237"/>
                </a:lnTo>
                <a:lnTo>
                  <a:pt x="7556525" y="6201891"/>
                </a:lnTo>
                <a:lnTo>
                  <a:pt x="7631088" y="6074755"/>
                </a:lnTo>
                <a:lnTo>
                  <a:pt x="7700962" y="5944828"/>
                </a:lnTo>
                <a:lnTo>
                  <a:pt x="7766149" y="5812668"/>
                </a:lnTo>
                <a:lnTo>
                  <a:pt x="7826425" y="5678053"/>
                </a:lnTo>
                <a:lnTo>
                  <a:pt x="7881900" y="5541541"/>
                </a:lnTo>
                <a:lnTo>
                  <a:pt x="7932353" y="5403019"/>
                </a:lnTo>
                <a:lnTo>
                  <a:pt x="7977783" y="5262711"/>
                </a:lnTo>
                <a:lnTo>
                  <a:pt x="8018078" y="5120953"/>
                </a:lnTo>
                <a:lnTo>
                  <a:pt x="8053239" y="4977743"/>
                </a:lnTo>
                <a:lnTo>
                  <a:pt x="8083265" y="4833305"/>
                </a:lnTo>
                <a:lnTo>
                  <a:pt x="8108045" y="4687974"/>
                </a:lnTo>
                <a:lnTo>
                  <a:pt x="8127355" y="4541862"/>
                </a:lnTo>
                <a:lnTo>
                  <a:pt x="8141531" y="4395081"/>
                </a:lnTo>
                <a:lnTo>
                  <a:pt x="8150461" y="4247964"/>
                </a:lnTo>
                <a:lnTo>
                  <a:pt x="8153921" y="4100513"/>
                </a:lnTo>
                <a:lnTo>
                  <a:pt x="8152135" y="3953173"/>
                </a:lnTo>
                <a:lnTo>
                  <a:pt x="8144991" y="3805833"/>
                </a:lnTo>
                <a:lnTo>
                  <a:pt x="8132490" y="3658939"/>
                </a:lnTo>
                <a:lnTo>
                  <a:pt x="8114742" y="3512604"/>
                </a:lnTo>
                <a:lnTo>
                  <a:pt x="8091748" y="3366939"/>
                </a:lnTo>
                <a:lnTo>
                  <a:pt x="8063396" y="3222278"/>
                </a:lnTo>
                <a:lnTo>
                  <a:pt x="8029910" y="3078733"/>
                </a:lnTo>
                <a:lnTo>
                  <a:pt x="7991177" y="2936416"/>
                </a:lnTo>
                <a:lnTo>
                  <a:pt x="7947422" y="2795662"/>
                </a:lnTo>
                <a:lnTo>
                  <a:pt x="7898643" y="2656582"/>
                </a:lnTo>
                <a:lnTo>
                  <a:pt x="7844730" y="2519288"/>
                </a:lnTo>
                <a:lnTo>
                  <a:pt x="7785906" y="2384115"/>
                </a:lnTo>
                <a:lnTo>
                  <a:pt x="7722282" y="2251063"/>
                </a:lnTo>
                <a:lnTo>
                  <a:pt x="7653970" y="2120578"/>
                </a:lnTo>
                <a:lnTo>
                  <a:pt x="7580858" y="1992437"/>
                </a:lnTo>
                <a:lnTo>
                  <a:pt x="7503282" y="1867086"/>
                </a:lnTo>
                <a:lnTo>
                  <a:pt x="7421017" y="1744638"/>
                </a:lnTo>
                <a:lnTo>
                  <a:pt x="7334510" y="1625315"/>
                </a:lnTo>
                <a:lnTo>
                  <a:pt x="7243762" y="1509117"/>
                </a:lnTo>
                <a:lnTo>
                  <a:pt x="7148885" y="1396380"/>
                </a:lnTo>
                <a:lnTo>
                  <a:pt x="7049877" y="1286991"/>
                </a:lnTo>
                <a:lnTo>
                  <a:pt x="6947185" y="1181398"/>
                </a:lnTo>
                <a:lnTo>
                  <a:pt x="6840587" y="1079488"/>
                </a:lnTo>
                <a:lnTo>
                  <a:pt x="6730305" y="981484"/>
                </a:lnTo>
                <a:lnTo>
                  <a:pt x="6616787" y="887499"/>
                </a:lnTo>
                <a:lnTo>
                  <a:pt x="6499696" y="797756"/>
                </a:lnTo>
                <a:lnTo>
                  <a:pt x="6379592" y="712366"/>
                </a:lnTo>
                <a:lnTo>
                  <a:pt x="6256362" y="631329"/>
                </a:lnTo>
                <a:lnTo>
                  <a:pt x="6130454" y="554868"/>
                </a:lnTo>
                <a:lnTo>
                  <a:pt x="6001755" y="482873"/>
                </a:lnTo>
                <a:lnTo>
                  <a:pt x="5870488" y="415565"/>
                </a:lnTo>
                <a:lnTo>
                  <a:pt x="5736989" y="353058"/>
                </a:lnTo>
                <a:lnTo>
                  <a:pt x="5601146" y="295573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72F89-02EC-4306-A2BC-CF70CC02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1" y="169887"/>
            <a:ext cx="8514011" cy="8513676"/>
          </a:xfrm>
          <a:custGeom xmlns:a="http://schemas.openxmlformats.org/drawingml/2006/main">
            <a:pathLst>
              <a:path w="8514011" h="8513676" fill="none">
                <a:moveTo>
                  <a:pt x="4234458" y="0"/>
                </a:moveTo>
                <a:lnTo>
                  <a:pt x="4086895" y="3460"/>
                </a:lnTo>
                <a:lnTo>
                  <a:pt x="3939555" y="11832"/>
                </a:lnTo>
                <a:lnTo>
                  <a:pt x="3792550" y="25450"/>
                </a:lnTo>
                <a:lnTo>
                  <a:pt x="3646103" y="44090"/>
                </a:lnTo>
                <a:lnTo>
                  <a:pt x="3500437" y="67754"/>
                </a:lnTo>
                <a:lnTo>
                  <a:pt x="3355553" y="96552"/>
                </a:lnTo>
                <a:lnTo>
                  <a:pt x="3212009" y="130150"/>
                </a:lnTo>
                <a:lnTo>
                  <a:pt x="3069580" y="168883"/>
                </a:lnTo>
                <a:lnTo>
                  <a:pt x="2928491" y="212638"/>
                </a:lnTo>
                <a:lnTo>
                  <a:pt x="2789076" y="261082"/>
                </a:lnTo>
                <a:lnTo>
                  <a:pt x="2651447" y="314325"/>
                </a:lnTo>
                <a:lnTo>
                  <a:pt x="2515605" y="372480"/>
                </a:lnTo>
                <a:lnTo>
                  <a:pt x="2382106" y="435099"/>
                </a:lnTo>
                <a:lnTo>
                  <a:pt x="2250616" y="502518"/>
                </a:lnTo>
                <a:lnTo>
                  <a:pt x="2121694" y="574291"/>
                </a:lnTo>
                <a:lnTo>
                  <a:pt x="1995339" y="650416"/>
                </a:lnTo>
                <a:lnTo>
                  <a:pt x="1871662" y="731007"/>
                </a:lnTo>
                <a:lnTo>
                  <a:pt x="1750888" y="815839"/>
                </a:lnTo>
                <a:lnTo>
                  <a:pt x="1633128" y="904801"/>
                </a:lnTo>
                <a:lnTo>
                  <a:pt x="1518382" y="997781"/>
                </a:lnTo>
                <a:lnTo>
                  <a:pt x="1407096" y="1094780"/>
                </a:lnTo>
                <a:lnTo>
                  <a:pt x="1299158" y="1195462"/>
                </a:lnTo>
                <a:lnTo>
                  <a:pt x="1194792" y="1299828"/>
                </a:lnTo>
                <a:lnTo>
                  <a:pt x="1094110" y="1407765"/>
                </a:lnTo>
                <a:lnTo>
                  <a:pt x="997223" y="1519163"/>
                </a:lnTo>
                <a:lnTo>
                  <a:pt x="904354" y="1633798"/>
                </a:lnTo>
                <a:lnTo>
                  <a:pt x="815280" y="1751670"/>
                </a:lnTo>
                <a:lnTo>
                  <a:pt x="730560" y="1872332"/>
                </a:lnTo>
                <a:lnTo>
                  <a:pt x="650081" y="1996008"/>
                </a:lnTo>
                <a:lnTo>
                  <a:pt x="573732" y="2122475"/>
                </a:lnTo>
                <a:lnTo>
                  <a:pt x="501960" y="2251509"/>
                </a:lnTo>
                <a:lnTo>
                  <a:pt x="434764" y="2382887"/>
                </a:lnTo>
                <a:lnTo>
                  <a:pt x="372033" y="2516498"/>
                </a:lnTo>
                <a:lnTo>
                  <a:pt x="313990" y="2652229"/>
                </a:lnTo>
                <a:lnTo>
                  <a:pt x="260747" y="2789858"/>
                </a:lnTo>
                <a:lnTo>
                  <a:pt x="212303" y="2929272"/>
                </a:lnTo>
                <a:lnTo>
                  <a:pt x="168659" y="3070250"/>
                </a:lnTo>
                <a:lnTo>
                  <a:pt x="130039" y="3212790"/>
                </a:lnTo>
                <a:lnTo>
                  <a:pt x="96217" y="3356446"/>
                </a:lnTo>
                <a:lnTo>
                  <a:pt x="67531" y="3501219"/>
                </a:lnTo>
                <a:lnTo>
                  <a:pt x="43755" y="3646884"/>
                </a:lnTo>
                <a:lnTo>
                  <a:pt x="25338" y="3793443"/>
                </a:lnTo>
                <a:lnTo>
                  <a:pt x="11720" y="3940448"/>
                </a:lnTo>
                <a:lnTo>
                  <a:pt x="3237" y="4087788"/>
                </a:lnTo>
                <a:lnTo>
                  <a:pt x="0" y="4235351"/>
                </a:lnTo>
                <a:lnTo>
                  <a:pt x="1786" y="4382914"/>
                </a:lnTo>
                <a:lnTo>
                  <a:pt x="8706" y="4530365"/>
                </a:lnTo>
                <a:lnTo>
                  <a:pt x="20762" y="4677482"/>
                </a:lnTo>
                <a:lnTo>
                  <a:pt x="37840" y="4824152"/>
                </a:lnTo>
                <a:lnTo>
                  <a:pt x="60052" y="4970041"/>
                </a:lnTo>
                <a:lnTo>
                  <a:pt x="87176" y="5115148"/>
                </a:lnTo>
                <a:lnTo>
                  <a:pt x="119435" y="5259139"/>
                </a:lnTo>
                <a:lnTo>
                  <a:pt x="156716" y="5402014"/>
                </a:lnTo>
                <a:lnTo>
                  <a:pt x="198909" y="5543438"/>
                </a:lnTo>
                <a:lnTo>
                  <a:pt x="245901" y="5683300"/>
                </a:lnTo>
                <a:lnTo>
                  <a:pt x="297693" y="5821487"/>
                </a:lnTo>
                <a:lnTo>
                  <a:pt x="354397" y="5957888"/>
                </a:lnTo>
                <a:lnTo>
                  <a:pt x="415677" y="6092168"/>
                </a:lnTo>
                <a:lnTo>
                  <a:pt x="481645" y="6224215"/>
                </a:lnTo>
                <a:lnTo>
                  <a:pt x="552078" y="6353919"/>
                </a:lnTo>
                <a:lnTo>
                  <a:pt x="627087" y="6481056"/>
                </a:lnTo>
                <a:lnTo>
                  <a:pt x="706338" y="6605625"/>
                </a:lnTo>
                <a:lnTo>
                  <a:pt x="789831" y="6727292"/>
                </a:lnTo>
                <a:lnTo>
                  <a:pt x="877565" y="6845945"/>
                </a:lnTo>
                <a:lnTo>
                  <a:pt x="969429" y="6961584"/>
                </a:lnTo>
                <a:lnTo>
                  <a:pt x="1065088" y="7073875"/>
                </a:lnTo>
                <a:lnTo>
                  <a:pt x="1164654" y="7182929"/>
                </a:lnTo>
                <a:lnTo>
                  <a:pt x="1267904" y="7288411"/>
                </a:lnTo>
                <a:lnTo>
                  <a:pt x="1374837" y="7390209"/>
                </a:lnTo>
                <a:lnTo>
                  <a:pt x="1485119" y="7488213"/>
                </a:lnTo>
                <a:lnTo>
                  <a:pt x="1598861" y="7582421"/>
                </a:lnTo>
                <a:lnTo>
                  <a:pt x="1715728" y="7672611"/>
                </a:lnTo>
                <a:lnTo>
                  <a:pt x="1835721" y="7758559"/>
                </a:lnTo>
                <a:lnTo>
                  <a:pt x="1958504" y="7840377"/>
                </a:lnTo>
                <a:lnTo>
                  <a:pt x="2084077" y="7917954"/>
                </a:lnTo>
                <a:lnTo>
                  <a:pt x="2212330" y="7991066"/>
                </a:lnTo>
                <a:lnTo>
                  <a:pt x="2343038" y="8059824"/>
                </a:lnTo>
                <a:lnTo>
                  <a:pt x="2475979" y="8123783"/>
                </a:lnTo>
                <a:lnTo>
                  <a:pt x="2611152" y="8183166"/>
                </a:lnTo>
                <a:lnTo>
                  <a:pt x="2748223" y="8237860"/>
                </a:lnTo>
                <a:lnTo>
                  <a:pt x="2887080" y="8287866"/>
                </a:lnTo>
                <a:lnTo>
                  <a:pt x="3027722" y="8332961"/>
                </a:lnTo>
                <a:lnTo>
                  <a:pt x="3169704" y="8373145"/>
                </a:lnTo>
                <a:lnTo>
                  <a:pt x="3313137" y="8408305"/>
                </a:lnTo>
                <a:lnTo>
                  <a:pt x="3457575" y="8438555"/>
                </a:lnTo>
                <a:lnTo>
                  <a:pt x="3603017" y="8463781"/>
                </a:lnTo>
                <a:lnTo>
                  <a:pt x="3749241" y="8483873"/>
                </a:lnTo>
                <a:lnTo>
                  <a:pt x="3896023" y="8498942"/>
                </a:lnTo>
                <a:lnTo>
                  <a:pt x="4043363" y="8508876"/>
                </a:lnTo>
                <a:lnTo>
                  <a:pt x="4190814" y="8513676"/>
                </a:lnTo>
                <a:lnTo>
                  <a:pt x="4338377" y="8513452"/>
                </a:lnTo>
                <a:lnTo>
                  <a:pt x="4486052" y="8508206"/>
                </a:lnTo>
                <a:lnTo>
                  <a:pt x="4633168" y="8497602"/>
                </a:lnTo>
                <a:lnTo>
                  <a:pt x="4779950" y="8482087"/>
                </a:lnTo>
                <a:lnTo>
                  <a:pt x="4926062" y="8461437"/>
                </a:lnTo>
                <a:lnTo>
                  <a:pt x="5071504" y="8435653"/>
                </a:lnTo>
                <a:lnTo>
                  <a:pt x="5215942" y="8404845"/>
                </a:lnTo>
                <a:lnTo>
                  <a:pt x="5359040" y="8369126"/>
                </a:lnTo>
                <a:lnTo>
                  <a:pt x="5500911" y="8328496"/>
                </a:lnTo>
                <a:lnTo>
                  <a:pt x="5641330" y="8282955"/>
                </a:lnTo>
                <a:lnTo>
                  <a:pt x="5780075" y="8232502"/>
                </a:lnTo>
                <a:lnTo>
                  <a:pt x="5917034" y="8177250"/>
                </a:lnTo>
                <a:lnTo>
                  <a:pt x="6051872" y="8117421"/>
                </a:lnTo>
                <a:lnTo>
                  <a:pt x="6184702" y="8052904"/>
                </a:lnTo>
                <a:lnTo>
                  <a:pt x="6315187" y="7983699"/>
                </a:lnTo>
                <a:lnTo>
                  <a:pt x="6442993" y="7910252"/>
                </a:lnTo>
                <a:lnTo>
                  <a:pt x="6568343" y="7832229"/>
                </a:lnTo>
                <a:lnTo>
                  <a:pt x="6690903" y="7749964"/>
                </a:lnTo>
                <a:lnTo>
                  <a:pt x="6810561" y="7663458"/>
                </a:lnTo>
                <a:lnTo>
                  <a:pt x="6927205" y="7572821"/>
                </a:lnTo>
                <a:lnTo>
                  <a:pt x="7040500" y="7478278"/>
                </a:lnTo>
                <a:lnTo>
                  <a:pt x="7150447" y="7379940"/>
                </a:lnTo>
                <a:lnTo>
                  <a:pt x="7256934" y="7277695"/>
                </a:lnTo>
                <a:lnTo>
                  <a:pt x="7359960" y="7171990"/>
                </a:lnTo>
                <a:lnTo>
                  <a:pt x="7459080" y="7062601"/>
                </a:lnTo>
                <a:lnTo>
                  <a:pt x="7554404" y="6949864"/>
                </a:lnTo>
                <a:lnTo>
                  <a:pt x="7645710" y="6834001"/>
                </a:lnTo>
                <a:lnTo>
                  <a:pt x="7733109" y="6715013"/>
                </a:lnTo>
                <a:lnTo>
                  <a:pt x="7816155" y="6592900"/>
                </a:lnTo>
                <a:lnTo>
                  <a:pt x="7895072" y="6468219"/>
                </a:lnTo>
                <a:lnTo>
                  <a:pt x="7969523" y="6340636"/>
                </a:lnTo>
                <a:lnTo>
                  <a:pt x="8039509" y="6210821"/>
                </a:lnTo>
                <a:lnTo>
                  <a:pt x="8105031" y="6078438"/>
                </a:lnTo>
                <a:lnTo>
                  <a:pt x="8165864" y="5943935"/>
                </a:lnTo>
                <a:lnTo>
                  <a:pt x="8221898" y="5807422"/>
                </a:lnTo>
                <a:lnTo>
                  <a:pt x="8273244" y="5669124"/>
                </a:lnTo>
                <a:lnTo>
                  <a:pt x="8319790" y="5529039"/>
                </a:lnTo>
                <a:lnTo>
                  <a:pt x="8361425" y="5387392"/>
                </a:lnTo>
                <a:lnTo>
                  <a:pt x="8398259" y="5244405"/>
                </a:lnTo>
                <a:lnTo>
                  <a:pt x="8429848" y="5100303"/>
                </a:lnTo>
                <a:lnTo>
                  <a:pt x="8456637" y="4955084"/>
                </a:lnTo>
                <a:lnTo>
                  <a:pt x="8478292" y="4809083"/>
                </a:lnTo>
                <a:lnTo>
                  <a:pt x="8494923" y="4662413"/>
                </a:lnTo>
                <a:lnTo>
                  <a:pt x="8506309" y="4515296"/>
                </a:lnTo>
                <a:lnTo>
                  <a:pt x="8512894" y="4367845"/>
                </a:lnTo>
                <a:lnTo>
                  <a:pt x="8514011" y="4220170"/>
                </a:lnTo>
                <a:lnTo>
                  <a:pt x="8510215" y="4072607"/>
                </a:lnTo>
                <a:lnTo>
                  <a:pt x="8501286" y="3925267"/>
                </a:lnTo>
                <a:lnTo>
                  <a:pt x="8487221" y="3778374"/>
                </a:lnTo>
                <a:lnTo>
                  <a:pt x="8468134" y="3632039"/>
                </a:lnTo>
                <a:lnTo>
                  <a:pt x="8443913" y="3486373"/>
                </a:lnTo>
                <a:lnTo>
                  <a:pt x="8414668" y="3341601"/>
                </a:lnTo>
                <a:lnTo>
                  <a:pt x="8380400" y="3198168"/>
                </a:lnTo>
                <a:lnTo>
                  <a:pt x="8341221" y="3055851"/>
                </a:lnTo>
                <a:lnTo>
                  <a:pt x="8297019" y="2914873"/>
                </a:lnTo>
                <a:lnTo>
                  <a:pt x="8248129" y="2775682"/>
                </a:lnTo>
                <a:lnTo>
                  <a:pt x="8194439" y="2638276"/>
                </a:lnTo>
                <a:lnTo>
                  <a:pt x="8135838" y="2502657"/>
                </a:lnTo>
                <a:lnTo>
                  <a:pt x="8072772" y="2369269"/>
                </a:lnTo>
                <a:lnTo>
                  <a:pt x="8005018" y="2238115"/>
                </a:lnTo>
                <a:lnTo>
                  <a:pt x="7932688" y="2109304"/>
                </a:lnTo>
                <a:lnTo>
                  <a:pt x="7856116" y="1983284"/>
                </a:lnTo>
                <a:lnTo>
                  <a:pt x="7775191" y="1859831"/>
                </a:lnTo>
                <a:lnTo>
                  <a:pt x="7689912" y="1739392"/>
                </a:lnTo>
                <a:lnTo>
                  <a:pt x="7600504" y="1621854"/>
                </a:lnTo>
                <a:lnTo>
                  <a:pt x="7507188" y="1507554"/>
                </a:lnTo>
                <a:lnTo>
                  <a:pt x="7409855" y="1396492"/>
                </a:lnTo>
                <a:lnTo>
                  <a:pt x="7308838" y="1288889"/>
                </a:lnTo>
                <a:lnTo>
                  <a:pt x="7204025" y="1184970"/>
                </a:lnTo>
                <a:lnTo>
                  <a:pt x="7095753" y="1084511"/>
                </a:lnTo>
                <a:lnTo>
                  <a:pt x="6984132" y="988070"/>
                </a:lnTo>
                <a:lnTo>
                  <a:pt x="6869162" y="895536"/>
                </a:lnTo>
                <a:lnTo>
                  <a:pt x="6751067" y="806909"/>
                </a:lnTo>
                <a:lnTo>
                  <a:pt x="6629958" y="722635"/>
                </a:lnTo>
                <a:lnTo>
                  <a:pt x="6505947" y="642491"/>
                </a:lnTo>
                <a:lnTo>
                  <a:pt x="6379257" y="566700"/>
                </a:lnTo>
                <a:lnTo>
                  <a:pt x="6250112" y="495263"/>
                </a:lnTo>
                <a:lnTo>
                  <a:pt x="6118510" y="428513"/>
                </a:lnTo>
                <a:lnTo>
                  <a:pt x="5984565" y="366229"/>
                </a:lnTo>
                <a:lnTo>
                  <a:pt x="5848722" y="308744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8C31F-43D4-4CEF-B655-3C23D5A7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418" y="169887"/>
            <a:ext cx="2902" cy="540246"/>
          </a:xfrm>
          <a:custGeom xmlns:a="http://schemas.openxmlformats.org/drawingml/2006/main">
            <a:pathLst>
              <a:path w="2902" h="540246" fill="none">
                <a:moveTo>
                  <a:pt x="2902" y="540246"/>
                </a:moveTo>
                <a:lnTo>
                  <a:pt x="2009" y="360201"/>
                </a:lnTo>
                <a:lnTo>
                  <a:pt x="1005" y="1801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2E0E6-6218-4DAE-ABB7-496223AD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648" y="478631"/>
            <a:ext cx="202034" cy="501067"/>
          </a:xfrm>
          <a:custGeom xmlns:a="http://schemas.openxmlformats.org/drawingml/2006/main">
            <a:pathLst>
              <a:path w="202034" h="501067" fill="none">
                <a:moveTo>
                  <a:pt x="0" y="501067"/>
                </a:moveTo>
                <a:lnTo>
                  <a:pt x="67419" y="333970"/>
                </a:lnTo>
                <a:lnTo>
                  <a:pt x="134615" y="166985"/>
                </a:lnTo>
                <a:lnTo>
                  <a:pt x="2020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4F20F-8BBB-4C7E-81F1-BE750B7C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884" y="899666"/>
            <a:ext cx="220228" cy="197123"/>
          </a:xfrm>
          <a:custGeom xmlns:a="http://schemas.openxmlformats.org/drawingml/2006/main">
            <a:pathLst>
              <a:path w="220228" h="197123">
                <a:moveTo>
                  <a:pt x="0" y="122113"/>
                </a:moveTo>
                <a:lnTo>
                  <a:pt x="53243" y="0"/>
                </a:lnTo>
                <a:lnTo>
                  <a:pt x="220228" y="77912"/>
                </a:lnTo>
                <a:lnTo>
                  <a:pt x="161069" y="197123"/>
                </a:lnTo>
                <a:lnTo>
                  <a:pt x="0" y="122113"/>
                </a:lnTo>
                <a:close/>
                <a:moveTo>
                  <a:pt x="0" y="122113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D06AF-E56B-49A6-80C3-9C5FC9E2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84" y="6137709"/>
            <a:ext cx="247241" cy="247241"/>
          </a:xfrm>
          <a:custGeom xmlns:a="http://schemas.openxmlformats.org/drawingml/2006/main">
            <a:pathLst>
              <a:path w="247241" h="247241">
                <a:moveTo>
                  <a:pt x="247241" y="155711"/>
                </a:moveTo>
                <a:lnTo>
                  <a:pt x="89743" y="247241"/>
                </a:lnTo>
                <a:lnTo>
                  <a:pt x="0" y="83827"/>
                </a:lnTo>
                <a:lnTo>
                  <a:pt x="161739" y="0"/>
                </a:lnTo>
                <a:lnTo>
                  <a:pt x="247241" y="155711"/>
                </a:lnTo>
                <a:close/>
                <a:moveTo>
                  <a:pt x="247241" y="155711"/>
                </a:moveTo>
              </a:path>
            </a:pathLst>
          </a:custGeom>
          <a:solidFill xmlns:a="http://schemas.openxmlformats.org/drawingml/2006/main">
            <a:srgbClr val="A7C7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B37A0-32E5-4725-8ADE-08A97169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924" y="7934474"/>
            <a:ext cx="186519" cy="105035"/>
          </a:xfrm>
          <a:custGeom xmlns:a="http://schemas.openxmlformats.org/drawingml/2006/main">
            <a:pathLst>
              <a:path w="186519" h="105035">
                <a:moveTo>
                  <a:pt x="169218" y="0"/>
                </a:moveTo>
                <a:lnTo>
                  <a:pt x="186519" y="49448"/>
                </a:lnTo>
                <a:lnTo>
                  <a:pt x="14957" y="105035"/>
                </a:lnTo>
                <a:lnTo>
                  <a:pt x="0" y="54918"/>
                </a:lnTo>
                <a:lnTo>
                  <a:pt x="169218" y="0"/>
                </a:lnTo>
                <a:close/>
                <a:moveTo>
                  <a:pt x="169218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0576A-BED6-4149-8D1D-415D0ED3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822" y="2500871"/>
            <a:ext cx="159395" cy="197234"/>
          </a:xfrm>
          <a:custGeom xmlns:a="http://schemas.openxmlformats.org/drawingml/2006/main">
            <a:pathLst>
              <a:path w="159395" h="197234">
                <a:moveTo>
                  <a:pt x="72889" y="197234"/>
                </a:moveTo>
                <a:lnTo>
                  <a:pt x="0" y="158837"/>
                </a:lnTo>
                <a:lnTo>
                  <a:pt x="88292" y="0"/>
                </a:lnTo>
                <a:lnTo>
                  <a:pt x="159395" y="41746"/>
                </a:lnTo>
                <a:lnTo>
                  <a:pt x="72889" y="197234"/>
                </a:lnTo>
                <a:close/>
                <a:moveTo>
                  <a:pt x="72889" y="197234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32861-9CF0-49CF-A564-53C11C54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880" y="6672932"/>
            <a:ext cx="239985" cy="243111"/>
          </a:xfrm>
          <a:custGeom xmlns:a="http://schemas.openxmlformats.org/drawingml/2006/main">
            <a:pathLst>
              <a:path w="239985" h="243111">
                <a:moveTo>
                  <a:pt x="110840" y="0"/>
                </a:moveTo>
                <a:lnTo>
                  <a:pt x="239985" y="98003"/>
                </a:lnTo>
                <a:lnTo>
                  <a:pt x="124234" y="243111"/>
                </a:lnTo>
                <a:lnTo>
                  <a:pt x="0" y="139080"/>
                </a:lnTo>
                <a:lnTo>
                  <a:pt x="110840" y="0"/>
                </a:lnTo>
                <a:close/>
                <a:moveTo>
                  <a:pt x="110840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4AD62-F536-40B4-98CE-386DB44C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74" y="5777954"/>
            <a:ext cx="174129" cy="210183"/>
          </a:xfrm>
          <a:custGeom xmlns:a="http://schemas.openxmlformats.org/drawingml/2006/main">
            <a:pathLst>
              <a:path w="174129" h="210183">
                <a:moveTo>
                  <a:pt x="174129" y="163860"/>
                </a:moveTo>
                <a:lnTo>
                  <a:pt x="70545" y="210183"/>
                </a:lnTo>
                <a:lnTo>
                  <a:pt x="0" y="41077"/>
                </a:lnTo>
                <a:lnTo>
                  <a:pt x="105594" y="0"/>
                </a:lnTo>
                <a:lnTo>
                  <a:pt x="174129" y="163860"/>
                </a:lnTo>
                <a:close/>
                <a:moveTo>
                  <a:pt x="174129" y="163860"/>
                </a:moveTo>
              </a:path>
            </a:pathLst>
          </a:custGeom>
          <a:solidFill xmlns:a="http://schemas.openxmlformats.org/drawingml/2006/main">
            <a:srgbClr val="F48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257BC-C7EF-415C-AFCF-4F667BD7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446" y="7464661"/>
            <a:ext cx="235297" cy="227261"/>
          </a:xfrm>
          <a:custGeom xmlns:a="http://schemas.openxmlformats.org/drawingml/2006/main">
            <a:pathLst>
              <a:path w="235297" h="227261">
                <a:moveTo>
                  <a:pt x="235297" y="99008"/>
                </a:moveTo>
                <a:lnTo>
                  <a:pt x="153702" y="227261"/>
                </a:lnTo>
                <a:lnTo>
                  <a:pt x="0" y="124234"/>
                </a:lnTo>
                <a:lnTo>
                  <a:pt x="87623" y="0"/>
                </a:lnTo>
                <a:lnTo>
                  <a:pt x="235297" y="99008"/>
                </a:lnTo>
                <a:close/>
                <a:moveTo>
                  <a:pt x="235297" y="99008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A785A-4707-483B-9ADD-59A2ECA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33" y="6795492"/>
            <a:ext cx="211634" cy="217215"/>
          </a:xfrm>
          <a:custGeom xmlns:a="http://schemas.openxmlformats.org/drawingml/2006/main">
            <a:pathLst>
              <a:path w="211634" h="217215">
                <a:moveTo>
                  <a:pt x="211634" y="134280"/>
                </a:moveTo>
                <a:lnTo>
                  <a:pt x="120439" y="217215"/>
                </a:lnTo>
                <a:lnTo>
                  <a:pt x="0" y="78581"/>
                </a:lnTo>
                <a:lnTo>
                  <a:pt x="95213" y="0"/>
                </a:lnTo>
                <a:lnTo>
                  <a:pt x="211634" y="134280"/>
                </a:lnTo>
                <a:close/>
                <a:moveTo>
                  <a:pt x="211634" y="134280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11CC9-7403-4160-88FD-8881121A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89" y="3422972"/>
            <a:ext cx="144103" cy="199913"/>
          </a:xfrm>
          <a:custGeom xmlns:a="http://schemas.openxmlformats.org/drawingml/2006/main">
            <a:pathLst>
              <a:path w="144103" h="199913">
                <a:moveTo>
                  <a:pt x="101464" y="199913"/>
                </a:moveTo>
                <a:lnTo>
                  <a:pt x="0" y="177478"/>
                </a:lnTo>
                <a:lnTo>
                  <a:pt x="43755" y="0"/>
                </a:lnTo>
                <a:lnTo>
                  <a:pt x="144103" y="27347"/>
                </a:lnTo>
                <a:lnTo>
                  <a:pt x="101464" y="199913"/>
                </a:lnTo>
                <a:close/>
                <a:moveTo>
                  <a:pt x="101464" y="199913"/>
                </a:moveTo>
              </a:path>
            </a:pathLst>
          </a:custGeom>
          <a:solidFill xmlns:a="http://schemas.openxmlformats.org/drawingml/2006/main">
            <a:srgbClr val="31F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80B73-5FA8-46A9-8B77-1433BFB4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246" y="7574273"/>
            <a:ext cx="253938" cy="256840"/>
          </a:xfrm>
          <a:custGeom xmlns:a="http://schemas.openxmlformats.org/drawingml/2006/main">
            <a:pathLst>
              <a:path w="253938" h="256840">
                <a:moveTo>
                  <a:pt x="253938" y="90860"/>
                </a:moveTo>
                <a:lnTo>
                  <a:pt x="160511" y="256840"/>
                </a:lnTo>
                <a:lnTo>
                  <a:pt x="0" y="161293"/>
                </a:lnTo>
                <a:lnTo>
                  <a:pt x="101240" y="0"/>
                </a:lnTo>
                <a:lnTo>
                  <a:pt x="253938" y="90860"/>
                </a:lnTo>
                <a:close/>
                <a:moveTo>
                  <a:pt x="253938" y="90860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B475A-E958-4257-BC03-2FF67C59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919" y="898996"/>
            <a:ext cx="212192" cy="179822"/>
          </a:xfrm>
          <a:custGeom xmlns:a="http://schemas.openxmlformats.org/drawingml/2006/main">
            <a:pathLst>
              <a:path w="212192" h="179822">
                <a:moveTo>
                  <a:pt x="50341" y="179822"/>
                </a:moveTo>
                <a:lnTo>
                  <a:pt x="0" y="75567"/>
                </a:lnTo>
                <a:lnTo>
                  <a:pt x="167097" y="0"/>
                </a:lnTo>
                <a:lnTo>
                  <a:pt x="212192" y="106487"/>
                </a:lnTo>
                <a:lnTo>
                  <a:pt x="50341" y="179822"/>
                </a:lnTo>
                <a:close/>
                <a:moveTo>
                  <a:pt x="50341" y="179822"/>
                </a:moveTo>
              </a:path>
            </a:pathLst>
          </a:custGeom>
          <a:solidFill xmlns:a="http://schemas.openxmlformats.org/drawingml/2006/main">
            <a:srgbClr val="1C15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7705B-4D26-4739-B9BE-87BF1691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73" y="3804717"/>
            <a:ext cx="222238" cy="207838"/>
          </a:xfrm>
          <a:custGeom xmlns:a="http://schemas.openxmlformats.org/drawingml/2006/main">
            <a:pathLst>
              <a:path w="222238" h="207838">
                <a:moveTo>
                  <a:pt x="198239" y="207838"/>
                </a:moveTo>
                <a:lnTo>
                  <a:pt x="0" y="185514"/>
                </a:lnTo>
                <a:lnTo>
                  <a:pt x="25338" y="0"/>
                </a:lnTo>
                <a:lnTo>
                  <a:pt x="222238" y="31700"/>
                </a:lnTo>
                <a:lnTo>
                  <a:pt x="198239" y="207838"/>
                </a:lnTo>
                <a:close/>
                <a:moveTo>
                  <a:pt x="198239" y="207838"/>
                </a:moveTo>
              </a:path>
            </a:pathLst>
          </a:custGeom>
          <a:solidFill xmlns:a="http://schemas.openxmlformats.org/drawingml/2006/main">
            <a:srgbClr val="FD42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EB01C-5740-488C-82F5-C9E485EB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697" y="2311226"/>
            <a:ext cx="194109" cy="214424"/>
          </a:xfrm>
          <a:custGeom xmlns:a="http://schemas.openxmlformats.org/drawingml/2006/main">
            <a:pathLst>
              <a:path w="194109" h="214424">
                <a:moveTo>
                  <a:pt x="99454" y="214424"/>
                </a:moveTo>
                <a:lnTo>
                  <a:pt x="0" y="155153"/>
                </a:lnTo>
                <a:lnTo>
                  <a:pt x="97557" y="0"/>
                </a:lnTo>
                <a:lnTo>
                  <a:pt x="194109" y="63847"/>
                </a:lnTo>
                <a:lnTo>
                  <a:pt x="99454" y="214424"/>
                </a:lnTo>
                <a:close/>
                <a:moveTo>
                  <a:pt x="99454" y="214424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CC8EE-4061-4E19-8AD0-6767C5A8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33" y="2595972"/>
            <a:ext cx="314325" cy="279388"/>
          </a:xfrm>
          <a:custGeom xmlns:a="http://schemas.openxmlformats.org/drawingml/2006/main">
            <a:pathLst>
              <a:path w="314325" h="279388">
                <a:moveTo>
                  <a:pt x="236302" y="279388"/>
                </a:moveTo>
                <a:lnTo>
                  <a:pt x="0" y="170780"/>
                </a:lnTo>
                <a:lnTo>
                  <a:pt x="83604" y="0"/>
                </a:lnTo>
                <a:lnTo>
                  <a:pt x="314325" y="119658"/>
                </a:lnTo>
                <a:lnTo>
                  <a:pt x="236302" y="279388"/>
                </a:lnTo>
                <a:close/>
                <a:moveTo>
                  <a:pt x="236302" y="279388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C65C5-1A52-4269-976A-01D6D990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208" y="881695"/>
            <a:ext cx="186742" cy="116086"/>
          </a:xfrm>
          <a:custGeom xmlns:a="http://schemas.openxmlformats.org/drawingml/2006/main">
            <a:pathLst>
              <a:path w="186742" h="116086">
                <a:moveTo>
                  <a:pt x="21096" y="116086"/>
                </a:moveTo>
                <a:lnTo>
                  <a:pt x="0" y="65522"/>
                </a:lnTo>
                <a:lnTo>
                  <a:pt x="168101" y="0"/>
                </a:lnTo>
                <a:lnTo>
                  <a:pt x="186742" y="51457"/>
                </a:lnTo>
                <a:lnTo>
                  <a:pt x="21096" y="116086"/>
                </a:lnTo>
                <a:close/>
                <a:moveTo>
                  <a:pt x="21096" y="116086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90D0D7-9A26-449F-82EF-71C24D5E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727" y="7983029"/>
            <a:ext cx="212192" cy="183840"/>
          </a:xfrm>
          <a:custGeom xmlns:a="http://schemas.openxmlformats.org/drawingml/2006/main">
            <a:pathLst>
              <a:path w="212192" h="183840">
                <a:moveTo>
                  <a:pt x="212192" y="47662"/>
                </a:moveTo>
                <a:lnTo>
                  <a:pt x="177701" y="183840"/>
                </a:lnTo>
                <a:lnTo>
                  <a:pt x="0" y="134392"/>
                </a:lnTo>
                <a:lnTo>
                  <a:pt x="40853" y="0"/>
                </a:lnTo>
                <a:lnTo>
                  <a:pt x="212192" y="47662"/>
                </a:lnTo>
                <a:close/>
                <a:moveTo>
                  <a:pt x="212192" y="47662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C6219-2F50-4599-A28F-2DB97D3C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505" y="7346677"/>
            <a:ext cx="204378" cy="188416"/>
          </a:xfrm>
          <a:custGeom xmlns:a="http://schemas.openxmlformats.org/drawingml/2006/main">
            <a:pathLst>
              <a:path w="204378" h="188416">
                <a:moveTo>
                  <a:pt x="204378" y="106598"/>
                </a:moveTo>
                <a:lnTo>
                  <a:pt x="146112" y="188416"/>
                </a:lnTo>
                <a:lnTo>
                  <a:pt x="0" y="79028"/>
                </a:lnTo>
                <a:lnTo>
                  <a:pt x="62285" y="0"/>
                </a:lnTo>
                <a:lnTo>
                  <a:pt x="204378" y="106598"/>
                </a:lnTo>
                <a:close/>
                <a:moveTo>
                  <a:pt x="204378" y="106598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47711-46B2-4BBF-B1F0-B80F84D2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846" y="7784232"/>
            <a:ext cx="211075" cy="177031"/>
          </a:xfrm>
          <a:custGeom xmlns:a="http://schemas.openxmlformats.org/drawingml/2006/main">
            <a:pathLst>
              <a:path w="211075" h="177031">
                <a:moveTo>
                  <a:pt x="162409" y="0"/>
                </a:moveTo>
                <a:lnTo>
                  <a:pt x="211075" y="102357"/>
                </a:lnTo>
                <a:lnTo>
                  <a:pt x="43867" y="177031"/>
                </a:lnTo>
                <a:lnTo>
                  <a:pt x="0" y="72442"/>
                </a:lnTo>
                <a:lnTo>
                  <a:pt x="162409" y="0"/>
                </a:lnTo>
                <a:close/>
                <a:moveTo>
                  <a:pt x="162409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E9FAE-597C-4DD3-BD04-EEDAA738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03" y="1306413"/>
            <a:ext cx="223354" cy="213866"/>
          </a:xfrm>
          <a:custGeom xmlns:a="http://schemas.openxmlformats.org/drawingml/2006/main">
            <a:pathLst>
              <a:path w="223354" h="213866">
                <a:moveTo>
                  <a:pt x="0" y="106375"/>
                </a:moveTo>
                <a:lnTo>
                  <a:pt x="76795" y="0"/>
                </a:lnTo>
                <a:lnTo>
                  <a:pt x="223354" y="111175"/>
                </a:lnTo>
                <a:lnTo>
                  <a:pt x="141536" y="213866"/>
                </a:lnTo>
                <a:lnTo>
                  <a:pt x="0" y="106375"/>
                </a:lnTo>
                <a:close/>
                <a:moveTo>
                  <a:pt x="0" y="106375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A35D9-F0C5-4CB5-AFF7-343BA5D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083" y="8131262"/>
            <a:ext cx="185626" cy="109500"/>
          </a:xfrm>
          <a:custGeom xmlns:a="http://schemas.openxmlformats.org/drawingml/2006/main">
            <a:pathLst>
              <a:path w="185626" h="109500">
                <a:moveTo>
                  <a:pt x="185626" y="10492"/>
                </a:moveTo>
                <a:lnTo>
                  <a:pt x="182166" y="109500"/>
                </a:lnTo>
                <a:lnTo>
                  <a:pt x="0" y="98785"/>
                </a:lnTo>
                <a:lnTo>
                  <a:pt x="8148" y="0"/>
                </a:lnTo>
                <a:lnTo>
                  <a:pt x="185626" y="10492"/>
                </a:lnTo>
                <a:close/>
                <a:moveTo>
                  <a:pt x="185626" y="10492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D27B1-EADB-4B6C-9C2A-C56BD3FB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10" y="3595762"/>
            <a:ext cx="250813" cy="221121"/>
          </a:xfrm>
          <a:custGeom xmlns:a="http://schemas.openxmlformats.org/drawingml/2006/main">
            <a:pathLst>
              <a:path w="250813" h="221121">
                <a:moveTo>
                  <a:pt x="217438" y="221121"/>
                </a:moveTo>
                <a:lnTo>
                  <a:pt x="0" y="184956"/>
                </a:lnTo>
                <a:lnTo>
                  <a:pt x="35384" y="0"/>
                </a:lnTo>
                <a:lnTo>
                  <a:pt x="250813" y="46546"/>
                </a:lnTo>
                <a:lnTo>
                  <a:pt x="217438" y="221121"/>
                </a:lnTo>
                <a:close/>
                <a:moveTo>
                  <a:pt x="217438" y="221121"/>
                </a:moveTo>
              </a:path>
            </a:pathLst>
          </a:custGeom>
          <a:solidFill xmlns:a="http://schemas.openxmlformats.org/drawingml/2006/main">
            <a:srgbClr val="0DD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7C651-0021-4BE9-9956-C9E8D0A2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98" y="4820915"/>
            <a:ext cx="288875" cy="217438"/>
          </a:xfrm>
          <a:custGeom xmlns:a="http://schemas.openxmlformats.org/drawingml/2006/main">
            <a:pathLst>
              <a:path w="288875" h="217438">
                <a:moveTo>
                  <a:pt x="288875" y="176361"/>
                </a:moveTo>
                <a:lnTo>
                  <a:pt x="24780" y="217438"/>
                </a:lnTo>
                <a:lnTo>
                  <a:pt x="0" y="28463"/>
                </a:lnTo>
                <a:lnTo>
                  <a:pt x="265881" y="0"/>
                </a:lnTo>
                <a:lnTo>
                  <a:pt x="288875" y="176361"/>
                </a:lnTo>
                <a:close/>
                <a:moveTo>
                  <a:pt x="288875" y="176361"/>
                </a:moveTo>
              </a:path>
            </a:pathLst>
          </a:custGeom>
          <a:solidFill xmlns:a="http://schemas.openxmlformats.org/drawingml/2006/main">
            <a:srgbClr val="EFE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707A0-DE6C-43EC-94BA-80F4C01D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334" y="6174209"/>
            <a:ext cx="174910" cy="205606"/>
          </a:xfrm>
          <a:custGeom xmlns:a="http://schemas.openxmlformats.org/drawingml/2006/main">
            <a:pathLst>
              <a:path w="174910" h="205606">
                <a:moveTo>
                  <a:pt x="87288" y="0"/>
                </a:moveTo>
                <a:lnTo>
                  <a:pt x="174910" y="46546"/>
                </a:lnTo>
                <a:lnTo>
                  <a:pt x="85279" y="205606"/>
                </a:lnTo>
                <a:lnTo>
                  <a:pt x="0" y="154818"/>
                </a:lnTo>
                <a:lnTo>
                  <a:pt x="87288" y="0"/>
                </a:lnTo>
                <a:close/>
                <a:moveTo>
                  <a:pt x="87288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048A6-757D-44EC-8CA8-28D06444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329" y="8035491"/>
            <a:ext cx="200248" cy="147675"/>
          </a:xfrm>
          <a:custGeom xmlns:a="http://schemas.openxmlformats.org/drawingml/2006/main">
            <a:pathLst>
              <a:path w="200248" h="147675">
                <a:moveTo>
                  <a:pt x="200248" y="38509"/>
                </a:moveTo>
                <a:lnTo>
                  <a:pt x="178817" y="147675"/>
                </a:lnTo>
                <a:lnTo>
                  <a:pt x="0" y="107938"/>
                </a:lnTo>
                <a:lnTo>
                  <a:pt x="26677" y="0"/>
                </a:lnTo>
                <a:lnTo>
                  <a:pt x="200248" y="38509"/>
                </a:lnTo>
                <a:close/>
                <a:moveTo>
                  <a:pt x="200248" y="38509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46398-1BAC-4D22-80B8-86EFA24D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384" y="4861992"/>
            <a:ext cx="180491" cy="201699"/>
          </a:xfrm>
          <a:custGeom xmlns:a="http://schemas.openxmlformats.org/drawingml/2006/main">
            <a:pathLst>
              <a:path w="180491" h="201699">
                <a:moveTo>
                  <a:pt x="25115" y="0"/>
                </a:moveTo>
                <a:lnTo>
                  <a:pt x="180491" y="18306"/>
                </a:lnTo>
                <a:lnTo>
                  <a:pt x="154372" y="201699"/>
                </a:lnTo>
                <a:lnTo>
                  <a:pt x="0" y="176026"/>
                </a:lnTo>
                <a:lnTo>
                  <a:pt x="25115" y="0"/>
                </a:lnTo>
                <a:close/>
                <a:moveTo>
                  <a:pt x="25115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51F91-10EF-42B7-8FC0-5FB74A17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5" y="5210919"/>
            <a:ext cx="230721" cy="222684"/>
          </a:xfrm>
          <a:custGeom xmlns:a="http://schemas.openxmlformats.org/drawingml/2006/main">
            <a:pathLst>
              <a:path w="230721" h="222684">
                <a:moveTo>
                  <a:pt x="230721" y="172789"/>
                </a:moveTo>
                <a:lnTo>
                  <a:pt x="43755" y="222684"/>
                </a:lnTo>
                <a:lnTo>
                  <a:pt x="0" y="40742"/>
                </a:lnTo>
                <a:lnTo>
                  <a:pt x="189086" y="0"/>
                </a:lnTo>
                <a:lnTo>
                  <a:pt x="230721" y="172789"/>
                </a:lnTo>
                <a:close/>
                <a:moveTo>
                  <a:pt x="230721" y="172789"/>
                </a:moveTo>
              </a:path>
            </a:pathLst>
          </a:custGeom>
          <a:solidFill xmlns:a="http://schemas.openxmlformats.org/drawingml/2006/main">
            <a:srgbClr val="C65D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26B940-BEF1-4F76-954C-F461E32B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059" y="8045314"/>
            <a:ext cx="197346" cy="137071"/>
          </a:xfrm>
          <a:custGeom xmlns:a="http://schemas.openxmlformats.org/drawingml/2006/main">
            <a:pathLst>
              <a:path w="197346" h="137071">
                <a:moveTo>
                  <a:pt x="173906" y="0"/>
                </a:moveTo>
                <a:lnTo>
                  <a:pt x="197346" y="99454"/>
                </a:lnTo>
                <a:lnTo>
                  <a:pt x="18529" y="137071"/>
                </a:lnTo>
                <a:lnTo>
                  <a:pt x="0" y="36500"/>
                </a:lnTo>
                <a:lnTo>
                  <a:pt x="173906" y="0"/>
                </a:lnTo>
                <a:close/>
                <a:moveTo>
                  <a:pt x="173906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3CFCE-98FC-4C82-BEAC-C6C20F04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88" y="3217255"/>
            <a:ext cx="186742" cy="214089"/>
          </a:xfrm>
          <a:custGeom xmlns:a="http://schemas.openxmlformats.org/drawingml/2006/main">
            <a:pathLst>
              <a:path w="186742" h="214089">
                <a:moveTo>
                  <a:pt x="134950" y="214089"/>
                </a:moveTo>
                <a:lnTo>
                  <a:pt x="0" y="176473"/>
                </a:lnTo>
                <a:lnTo>
                  <a:pt x="53690" y="0"/>
                </a:lnTo>
                <a:lnTo>
                  <a:pt x="186742" y="43979"/>
                </a:lnTo>
                <a:lnTo>
                  <a:pt x="134950" y="214089"/>
                </a:lnTo>
                <a:close/>
                <a:moveTo>
                  <a:pt x="134950" y="214089"/>
                </a:moveTo>
              </a:path>
            </a:pathLst>
          </a:custGeom>
          <a:solidFill xmlns:a="http://schemas.openxmlformats.org/drawingml/2006/main">
            <a:srgbClr val="F988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1BFD7-C9B4-452E-9654-C81C135B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381" y="8115077"/>
            <a:ext cx="190202" cy="124346"/>
          </a:xfrm>
          <a:custGeom xmlns:a="http://schemas.openxmlformats.org/drawingml/2006/main">
            <a:pathLst>
              <a:path w="190202" h="124346">
                <a:moveTo>
                  <a:pt x="176808" y="0"/>
                </a:moveTo>
                <a:lnTo>
                  <a:pt x="190202" y="105928"/>
                </a:lnTo>
                <a:lnTo>
                  <a:pt x="8148" y="124346"/>
                </a:lnTo>
                <a:lnTo>
                  <a:pt x="0" y="17859"/>
                </a:lnTo>
                <a:lnTo>
                  <a:pt x="176808" y="0"/>
                </a:lnTo>
                <a:close/>
                <a:moveTo>
                  <a:pt x="176808" y="0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08F95-A94F-472D-9C8A-B584A3EB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623" y="2822339"/>
            <a:ext cx="319794" cy="273025"/>
          </a:xfrm>
          <a:custGeom xmlns:a="http://schemas.openxmlformats.org/drawingml/2006/main">
            <a:pathLst>
              <a:path w="319794" h="273025">
                <a:moveTo>
                  <a:pt x="0" y="108607"/>
                </a:moveTo>
                <a:lnTo>
                  <a:pt x="247241" y="0"/>
                </a:lnTo>
                <a:lnTo>
                  <a:pt x="319794" y="176361"/>
                </a:lnTo>
                <a:lnTo>
                  <a:pt x="67642" y="273025"/>
                </a:lnTo>
                <a:lnTo>
                  <a:pt x="0" y="108607"/>
                </a:lnTo>
                <a:close/>
                <a:moveTo>
                  <a:pt x="0" y="108607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B9B4CF-3A29-4BBA-912B-DF2CA4AC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302" y="1721532"/>
            <a:ext cx="329617" cy="321134"/>
          </a:xfrm>
          <a:custGeom xmlns:a="http://schemas.openxmlformats.org/drawingml/2006/main">
            <a:pathLst>
              <a:path w="329617" h="321134">
                <a:moveTo>
                  <a:pt x="212303" y="321134"/>
                </a:moveTo>
                <a:lnTo>
                  <a:pt x="0" y="143545"/>
                </a:lnTo>
                <a:lnTo>
                  <a:pt x="125909" y="0"/>
                </a:lnTo>
                <a:lnTo>
                  <a:pt x="329617" y="187635"/>
                </a:lnTo>
                <a:lnTo>
                  <a:pt x="212303" y="321134"/>
                </a:lnTo>
                <a:close/>
                <a:moveTo>
                  <a:pt x="212303" y="321134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A2A01-6524-4916-B06B-689CB2AF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762" y="6974532"/>
            <a:ext cx="174241" cy="175245"/>
          </a:xfrm>
          <a:custGeom xmlns:a="http://schemas.openxmlformats.org/drawingml/2006/main">
            <a:pathLst>
              <a:path w="174241" h="175245">
                <a:moveTo>
                  <a:pt x="124904" y="0"/>
                </a:moveTo>
                <a:lnTo>
                  <a:pt x="174241" y="46434"/>
                </a:lnTo>
                <a:lnTo>
                  <a:pt x="46992" y="175245"/>
                </a:lnTo>
                <a:lnTo>
                  <a:pt x="0" y="126467"/>
                </a:lnTo>
                <a:lnTo>
                  <a:pt x="124904" y="0"/>
                </a:lnTo>
                <a:close/>
                <a:moveTo>
                  <a:pt x="124904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E723D-D6DD-44A0-9EB5-7A0B9061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59" y="4215705"/>
            <a:ext cx="256282" cy="191095"/>
          </a:xfrm>
          <a:custGeom xmlns:a="http://schemas.openxmlformats.org/drawingml/2006/main">
            <a:pathLst>
              <a:path w="256282" h="191095">
                <a:moveTo>
                  <a:pt x="251147" y="191095"/>
                </a:moveTo>
                <a:lnTo>
                  <a:pt x="0" y="189756"/>
                </a:lnTo>
                <a:lnTo>
                  <a:pt x="5581" y="0"/>
                </a:lnTo>
                <a:lnTo>
                  <a:pt x="256282" y="13395"/>
                </a:lnTo>
                <a:lnTo>
                  <a:pt x="251147" y="191095"/>
                </a:lnTo>
                <a:close/>
                <a:moveTo>
                  <a:pt x="251147" y="191095"/>
                </a:moveTo>
              </a:path>
            </a:pathLst>
          </a:custGeom>
          <a:solidFill xmlns:a="http://schemas.openxmlformats.org/drawingml/2006/main">
            <a:srgbClr val="FD0D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41E1E-8A3C-435B-A84F-53C13515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394" y="7766372"/>
            <a:ext cx="210741" cy="177031"/>
          </a:xfrm>
          <a:custGeom xmlns:a="http://schemas.openxmlformats.org/drawingml/2006/main">
            <a:pathLst>
              <a:path w="210741" h="177031">
                <a:moveTo>
                  <a:pt x="210741" y="74228"/>
                </a:moveTo>
                <a:lnTo>
                  <a:pt x="166427" y="177031"/>
                </a:lnTo>
                <a:lnTo>
                  <a:pt x="0" y="100571"/>
                </a:lnTo>
                <a:lnTo>
                  <a:pt x="49225" y="0"/>
                </a:lnTo>
                <a:lnTo>
                  <a:pt x="210741" y="74228"/>
                </a:lnTo>
                <a:close/>
                <a:moveTo>
                  <a:pt x="210741" y="74228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C1BD05-5177-48A2-A87D-7C999D0C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46" y="636240"/>
            <a:ext cx="195337" cy="136178"/>
          </a:xfrm>
          <a:custGeom xmlns:a="http://schemas.openxmlformats.org/drawingml/2006/main">
            <a:pathLst>
              <a:path w="195337" h="136178">
                <a:moveTo>
                  <a:pt x="19869" y="136178"/>
                </a:moveTo>
                <a:lnTo>
                  <a:pt x="0" y="29133"/>
                </a:lnTo>
                <a:lnTo>
                  <a:pt x="180603" y="0"/>
                </a:lnTo>
                <a:lnTo>
                  <a:pt x="195337" y="107938"/>
                </a:lnTo>
                <a:lnTo>
                  <a:pt x="19869" y="136178"/>
                </a:lnTo>
                <a:close/>
                <a:moveTo>
                  <a:pt x="19869" y="136178"/>
                </a:moveTo>
              </a:path>
            </a:pathLst>
          </a:custGeom>
          <a:solidFill xmlns:a="http://schemas.openxmlformats.org/drawingml/2006/main">
            <a:srgbClr val="C90D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FBA12-4FF4-482F-AEA3-E7294EAD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163" y="92422"/>
            <a:ext cx="258961" cy="649077"/>
          </a:xfrm>
          <a:custGeom xmlns:a="http://schemas.openxmlformats.org/drawingml/2006/main">
            <a:pathLst>
              <a:path w="258961" h="649077">
                <a:moveTo>
                  <a:pt x="82153" y="649077"/>
                </a:moveTo>
                <a:lnTo>
                  <a:pt x="61615" y="492361"/>
                </a:lnTo>
                <a:lnTo>
                  <a:pt x="41188" y="335645"/>
                </a:lnTo>
                <a:lnTo>
                  <a:pt x="20650" y="178929"/>
                </a:lnTo>
                <a:lnTo>
                  <a:pt x="0" y="22213"/>
                </a:lnTo>
                <a:lnTo>
                  <a:pt x="206946" y="0"/>
                </a:lnTo>
                <a:lnTo>
                  <a:pt x="219894" y="157609"/>
                </a:lnTo>
                <a:lnTo>
                  <a:pt x="233065" y="315218"/>
                </a:lnTo>
                <a:lnTo>
                  <a:pt x="246013" y="472715"/>
                </a:lnTo>
                <a:lnTo>
                  <a:pt x="258961" y="63032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312A7-2D7A-4B2C-AE8A-AFDF5444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029" y="1064530"/>
            <a:ext cx="222238" cy="204267"/>
          </a:xfrm>
          <a:custGeom xmlns:a="http://schemas.openxmlformats.org/drawingml/2006/main">
            <a:pathLst>
              <a:path w="222238" h="204267">
                <a:moveTo>
                  <a:pt x="68982" y="204267"/>
                </a:moveTo>
                <a:lnTo>
                  <a:pt x="0" y="93204"/>
                </a:lnTo>
                <a:lnTo>
                  <a:pt x="158614" y="0"/>
                </a:lnTo>
                <a:lnTo>
                  <a:pt x="222238" y="114188"/>
                </a:lnTo>
                <a:lnTo>
                  <a:pt x="68982" y="204267"/>
                </a:lnTo>
                <a:close/>
                <a:moveTo>
                  <a:pt x="68982" y="204267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9A087-8140-47E4-B3C5-E53DCA83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275" y="2117675"/>
            <a:ext cx="284969" cy="275481"/>
          </a:xfrm>
          <a:custGeom xmlns:a="http://schemas.openxmlformats.org/drawingml/2006/main">
            <a:pathLst>
              <a:path w="284969" h="275481">
                <a:moveTo>
                  <a:pt x="0" y="128922"/>
                </a:moveTo>
                <a:lnTo>
                  <a:pt x="178147" y="0"/>
                </a:lnTo>
                <a:lnTo>
                  <a:pt x="284969" y="155042"/>
                </a:lnTo>
                <a:lnTo>
                  <a:pt x="100794" y="275481"/>
                </a:lnTo>
                <a:lnTo>
                  <a:pt x="0" y="128922"/>
                </a:lnTo>
                <a:close/>
                <a:moveTo>
                  <a:pt x="0" y="128922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98E5F6-F3AD-494F-9C8C-5D1F554E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633" y="707120"/>
            <a:ext cx="204155" cy="157832"/>
          </a:xfrm>
          <a:custGeom xmlns:a="http://schemas.openxmlformats.org/drawingml/2006/main">
            <a:pathLst>
              <a:path w="204155" h="157832">
                <a:moveTo>
                  <a:pt x="32705" y="157832"/>
                </a:moveTo>
                <a:lnTo>
                  <a:pt x="0" y="48109"/>
                </a:lnTo>
                <a:lnTo>
                  <a:pt x="176808" y="0"/>
                </a:lnTo>
                <a:lnTo>
                  <a:pt x="204155" y="111175"/>
                </a:lnTo>
                <a:lnTo>
                  <a:pt x="32705" y="157832"/>
                </a:lnTo>
                <a:close/>
                <a:moveTo>
                  <a:pt x="32705" y="157832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60B00-B13E-47D2-AE3A-01801723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349" y="2719425"/>
            <a:ext cx="142763" cy="193439"/>
          </a:xfrm>
          <a:custGeom xmlns:a="http://schemas.openxmlformats.org/drawingml/2006/main">
            <a:pathLst>
              <a:path w="142763" h="193439">
                <a:moveTo>
                  <a:pt x="0" y="32928"/>
                </a:moveTo>
                <a:lnTo>
                  <a:pt x="64963" y="0"/>
                </a:lnTo>
                <a:lnTo>
                  <a:pt x="142763" y="163860"/>
                </a:lnTo>
                <a:lnTo>
                  <a:pt x="76237" y="193439"/>
                </a:lnTo>
                <a:lnTo>
                  <a:pt x="0" y="32928"/>
                </a:lnTo>
                <a:close/>
                <a:moveTo>
                  <a:pt x="0" y="32928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68C1F-8979-4431-BF28-A08B406E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839" y="5442533"/>
            <a:ext cx="547390" cy="333970"/>
          </a:xfrm>
          <a:custGeom xmlns:a="http://schemas.openxmlformats.org/drawingml/2006/main">
            <a:pathLst>
              <a:path w="547390" h="333970">
                <a:moveTo>
                  <a:pt x="52685" y="0"/>
                </a:moveTo>
                <a:lnTo>
                  <a:pt x="217550" y="46992"/>
                </a:lnTo>
                <a:lnTo>
                  <a:pt x="382414" y="93762"/>
                </a:lnTo>
                <a:lnTo>
                  <a:pt x="547390" y="140643"/>
                </a:lnTo>
                <a:lnTo>
                  <a:pt x="487449" y="333970"/>
                </a:lnTo>
                <a:lnTo>
                  <a:pt x="324929" y="279164"/>
                </a:lnTo>
                <a:lnTo>
                  <a:pt x="162520" y="224582"/>
                </a:lnTo>
                <a:lnTo>
                  <a:pt x="0" y="169887"/>
                </a:ln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2070E8-EAEE-4AA6-8EA2-EB778D8E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71" y="6478265"/>
            <a:ext cx="174575" cy="197346"/>
          </a:xfrm>
          <a:custGeom xmlns:a="http://schemas.openxmlformats.org/drawingml/2006/main">
            <a:pathLst>
              <a:path w="174575" h="197346">
                <a:moveTo>
                  <a:pt x="174575" y="145777"/>
                </a:moveTo>
                <a:lnTo>
                  <a:pt x="104031" y="197346"/>
                </a:lnTo>
                <a:lnTo>
                  <a:pt x="0" y="48109"/>
                </a:lnTo>
                <a:lnTo>
                  <a:pt x="72889" y="0"/>
                </a:lnTo>
                <a:lnTo>
                  <a:pt x="174575" y="145777"/>
                </a:lnTo>
                <a:close/>
                <a:moveTo>
                  <a:pt x="174575" y="145777"/>
                </a:moveTo>
              </a:path>
            </a:pathLst>
          </a:custGeom>
          <a:solidFill xmlns:a="http://schemas.openxmlformats.org/drawingml/2006/main">
            <a:srgbClr val="006C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81626-A93D-433F-81EF-2E5636AD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453" y="694283"/>
            <a:ext cx="193328" cy="119323"/>
          </a:xfrm>
          <a:custGeom xmlns:a="http://schemas.openxmlformats.org/drawingml/2006/main">
            <a:pathLst>
              <a:path w="193328" h="119323">
                <a:moveTo>
                  <a:pt x="19645" y="119323"/>
                </a:moveTo>
                <a:lnTo>
                  <a:pt x="0" y="38174"/>
                </a:lnTo>
                <a:lnTo>
                  <a:pt x="177701" y="0"/>
                </a:lnTo>
                <a:lnTo>
                  <a:pt x="193328" y="81818"/>
                </a:lnTo>
                <a:lnTo>
                  <a:pt x="19645" y="119323"/>
                </a:lnTo>
                <a:close/>
                <a:moveTo>
                  <a:pt x="19645" y="119323"/>
                </a:moveTo>
              </a:path>
            </a:pathLst>
          </a:custGeom>
          <a:solidFill xmlns:a="http://schemas.openxmlformats.org/drawingml/2006/main">
            <a:srgbClr val="0DFC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156FE-F753-440E-B646-71321D5E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588" y="2497634"/>
            <a:ext cx="229381" cy="237083"/>
          </a:xfrm>
          <a:custGeom xmlns:a="http://schemas.openxmlformats.org/drawingml/2006/main">
            <a:pathLst>
              <a:path w="229381" h="237083">
                <a:moveTo>
                  <a:pt x="0" y="80702"/>
                </a:moveTo>
                <a:lnTo>
                  <a:pt x="140866" y="0"/>
                </a:lnTo>
                <a:lnTo>
                  <a:pt x="229381" y="163190"/>
                </a:lnTo>
                <a:lnTo>
                  <a:pt x="84720" y="237083"/>
                </a:lnTo>
                <a:lnTo>
                  <a:pt x="0" y="80702"/>
                </a:lnTo>
                <a:close/>
                <a:moveTo>
                  <a:pt x="0" y="80702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B7A14-4F5D-4D4E-BF21-89BF633A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3731" y="4665315"/>
            <a:ext cx="224024" cy="200360"/>
          </a:xfrm>
          <a:custGeom xmlns:a="http://schemas.openxmlformats.org/drawingml/2006/main">
            <a:pathLst>
              <a:path w="224024" h="200360">
                <a:moveTo>
                  <a:pt x="15627" y="0"/>
                </a:moveTo>
                <a:lnTo>
                  <a:pt x="224024" y="13283"/>
                </a:lnTo>
                <a:lnTo>
                  <a:pt x="207392" y="200360"/>
                </a:lnTo>
                <a:lnTo>
                  <a:pt x="0" y="177031"/>
                </a:lnTo>
                <a:lnTo>
                  <a:pt x="15627" y="0"/>
                </a:lnTo>
                <a:close/>
                <a:moveTo>
                  <a:pt x="15627" y="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8BEC9-49D4-46C8-813D-C6D38836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95" y="4426558"/>
            <a:ext cx="201141" cy="187189"/>
          </a:xfrm>
          <a:custGeom xmlns:a="http://schemas.openxmlformats.org/drawingml/2006/main">
            <a:pathLst>
              <a:path w="201141" h="187189">
                <a:moveTo>
                  <a:pt x="201141" y="177812"/>
                </a:moveTo>
                <a:lnTo>
                  <a:pt x="4465" y="187189"/>
                </a:lnTo>
                <a:lnTo>
                  <a:pt x="0" y="0"/>
                </a:lnTo>
                <a:lnTo>
                  <a:pt x="197011" y="0"/>
                </a:lnTo>
                <a:lnTo>
                  <a:pt x="201141" y="177812"/>
                </a:lnTo>
                <a:close/>
                <a:moveTo>
                  <a:pt x="201141" y="177812"/>
                </a:moveTo>
              </a:path>
            </a:pathLst>
          </a:custGeom>
          <a:solidFill xmlns:a="http://schemas.openxmlformats.org/drawingml/2006/main">
            <a:srgbClr val="78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A1676-B884-42BB-A9C8-3F04E9E1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783" y="7864264"/>
            <a:ext cx="199020" cy="145666"/>
          </a:xfrm>
          <a:custGeom xmlns:a="http://schemas.openxmlformats.org/drawingml/2006/main">
            <a:pathLst>
              <a:path w="199020" h="145666">
                <a:moveTo>
                  <a:pt x="165981" y="0"/>
                </a:moveTo>
                <a:lnTo>
                  <a:pt x="199020" y="80367"/>
                </a:lnTo>
                <a:lnTo>
                  <a:pt x="29133" y="145666"/>
                </a:lnTo>
                <a:lnTo>
                  <a:pt x="0" y="63624"/>
                </a:lnTo>
                <a:lnTo>
                  <a:pt x="165981" y="0"/>
                </a:lnTo>
                <a:close/>
                <a:moveTo>
                  <a:pt x="165981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63D46-C923-4074-B10E-FAD909ED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472" y="6944283"/>
            <a:ext cx="196341" cy="198351"/>
          </a:xfrm>
          <a:custGeom xmlns:a="http://schemas.openxmlformats.org/drawingml/2006/main">
            <a:pathLst>
              <a:path w="196341" h="198351">
                <a:moveTo>
                  <a:pt x="196341" y="127918"/>
                </a:moveTo>
                <a:lnTo>
                  <a:pt x="126802" y="198351"/>
                </a:lnTo>
                <a:lnTo>
                  <a:pt x="0" y="67196"/>
                </a:lnTo>
                <a:lnTo>
                  <a:pt x="72777" y="0"/>
                </a:lnTo>
                <a:lnTo>
                  <a:pt x="196341" y="127918"/>
                </a:lnTo>
                <a:close/>
                <a:moveTo>
                  <a:pt x="196341" y="127918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3FADE-28C6-454D-9C60-0F1BBA79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15" y="2837297"/>
            <a:ext cx="195560" cy="219670"/>
          </a:xfrm>
          <a:custGeom xmlns:a="http://schemas.openxmlformats.org/drawingml/2006/main">
            <a:pathLst>
              <a:path w="195560" h="219670">
                <a:moveTo>
                  <a:pt x="126132" y="219670"/>
                </a:moveTo>
                <a:lnTo>
                  <a:pt x="0" y="169664"/>
                </a:lnTo>
                <a:lnTo>
                  <a:pt x="71996" y="0"/>
                </a:lnTo>
                <a:lnTo>
                  <a:pt x="195560" y="56034"/>
                </a:lnTo>
                <a:lnTo>
                  <a:pt x="126132" y="219670"/>
                </a:lnTo>
                <a:close/>
                <a:moveTo>
                  <a:pt x="126132" y="219670"/>
                </a:moveTo>
              </a:path>
            </a:pathLst>
          </a:custGeom>
          <a:solidFill xmlns:a="http://schemas.openxmlformats.org/drawingml/2006/main">
            <a:srgbClr val="FCC2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127C9-7338-43B5-9A58-B2111AB6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165" y="8109719"/>
            <a:ext cx="189421" cy="113519"/>
          </a:xfrm>
          <a:custGeom xmlns:a="http://schemas.openxmlformats.org/drawingml/2006/main">
            <a:pathLst>
              <a:path w="189421" h="113519">
                <a:moveTo>
                  <a:pt x="189421" y="19869"/>
                </a:moveTo>
                <a:lnTo>
                  <a:pt x="181161" y="113519"/>
                </a:lnTo>
                <a:lnTo>
                  <a:pt x="0" y="93204"/>
                </a:lnTo>
                <a:lnTo>
                  <a:pt x="12725" y="0"/>
                </a:lnTo>
                <a:lnTo>
                  <a:pt x="189421" y="19869"/>
                </a:lnTo>
                <a:close/>
                <a:moveTo>
                  <a:pt x="189421" y="19869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34D1E-1B28-4C74-B195-330A8885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458" y="5959897"/>
            <a:ext cx="182724" cy="212861"/>
          </a:xfrm>
          <a:custGeom xmlns:a="http://schemas.openxmlformats.org/drawingml/2006/main">
            <a:pathLst>
              <a:path w="182724" h="212861">
                <a:moveTo>
                  <a:pt x="182724" y="160176"/>
                </a:moveTo>
                <a:lnTo>
                  <a:pt x="79474" y="212861"/>
                </a:lnTo>
                <a:lnTo>
                  <a:pt x="0" y="47774"/>
                </a:lnTo>
                <a:lnTo>
                  <a:pt x="105482" y="0"/>
                </a:lnTo>
                <a:lnTo>
                  <a:pt x="182724" y="160176"/>
                </a:lnTo>
                <a:close/>
                <a:moveTo>
                  <a:pt x="182724" y="160176"/>
                </a:moveTo>
              </a:path>
            </a:pathLst>
          </a:custGeom>
          <a:solidFill xmlns:a="http://schemas.openxmlformats.org/drawingml/2006/main">
            <a:srgbClr val="A7C7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02C8D-5511-411C-9C34-E13FCBA1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959" y="7848191"/>
            <a:ext cx="197569" cy="143433"/>
          </a:xfrm>
          <a:custGeom xmlns:a="http://schemas.openxmlformats.org/drawingml/2006/main">
            <a:pathLst>
              <a:path w="197569" h="143433">
                <a:moveTo>
                  <a:pt x="197569" y="65633"/>
                </a:moveTo>
                <a:lnTo>
                  <a:pt x="168883" y="143433"/>
                </a:lnTo>
                <a:lnTo>
                  <a:pt x="0" y="76460"/>
                </a:lnTo>
                <a:lnTo>
                  <a:pt x="32258" y="0"/>
                </a:lnTo>
                <a:lnTo>
                  <a:pt x="197569" y="65633"/>
                </a:lnTo>
                <a:close/>
                <a:moveTo>
                  <a:pt x="197569" y="65633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28A24-706E-4A03-852D-B5871FD5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586" y="4467858"/>
            <a:ext cx="83939" cy="182277"/>
          </a:xfrm>
          <a:custGeom xmlns:a="http://schemas.openxmlformats.org/drawingml/2006/main">
            <a:pathLst>
              <a:path w="83939" h="182277">
                <a:moveTo>
                  <a:pt x="6139" y="0"/>
                </a:moveTo>
                <a:lnTo>
                  <a:pt x="83939" y="893"/>
                </a:lnTo>
                <a:lnTo>
                  <a:pt x="77577" y="182277"/>
                </a:lnTo>
                <a:lnTo>
                  <a:pt x="0" y="177701"/>
                </a:lnTo>
                <a:lnTo>
                  <a:pt x="6139" y="0"/>
                </a:lnTo>
                <a:close/>
                <a:moveTo>
                  <a:pt x="6139" y="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14D92-8C88-4DA6-B567-79ACCC67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887" y="1991767"/>
            <a:ext cx="193105" cy="205829"/>
          </a:xfrm>
          <a:custGeom xmlns:a="http://schemas.openxmlformats.org/drawingml/2006/main">
            <a:pathLst>
              <a:path w="193105" h="205829">
                <a:moveTo>
                  <a:pt x="83158" y="205829"/>
                </a:moveTo>
                <a:lnTo>
                  <a:pt x="0" y="143433"/>
                </a:lnTo>
                <a:lnTo>
                  <a:pt x="113072" y="0"/>
                </a:lnTo>
                <a:lnTo>
                  <a:pt x="193105" y="66191"/>
                </a:lnTo>
                <a:lnTo>
                  <a:pt x="83158" y="205829"/>
                </a:lnTo>
                <a:close/>
                <a:moveTo>
                  <a:pt x="83158" y="205829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4C92E-1645-4C10-83B3-214B41F9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114" y="7694712"/>
            <a:ext cx="205271" cy="169776"/>
          </a:xfrm>
          <a:custGeom xmlns:a="http://schemas.openxmlformats.org/drawingml/2006/main">
            <a:pathLst>
              <a:path w="205271" h="169776">
                <a:moveTo>
                  <a:pt x="158279" y="0"/>
                </a:moveTo>
                <a:lnTo>
                  <a:pt x="205271" y="86618"/>
                </a:lnTo>
                <a:lnTo>
                  <a:pt x="42751" y="169776"/>
                </a:lnTo>
                <a:lnTo>
                  <a:pt x="0" y="81037"/>
                </a:lnTo>
                <a:lnTo>
                  <a:pt x="158279" y="0"/>
                </a:lnTo>
                <a:close/>
                <a:moveTo>
                  <a:pt x="158279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16F01-5CA2-4D4F-839A-D4C65F54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249" y="1168561"/>
            <a:ext cx="222907" cy="208955"/>
          </a:xfrm>
          <a:custGeom xmlns:a="http://schemas.openxmlformats.org/drawingml/2006/main">
            <a:pathLst>
              <a:path w="222907" h="208955">
                <a:moveTo>
                  <a:pt x="74786" y="208955"/>
                </a:moveTo>
                <a:lnTo>
                  <a:pt x="0" y="101464"/>
                </a:lnTo>
                <a:lnTo>
                  <a:pt x="153367" y="0"/>
                </a:lnTo>
                <a:lnTo>
                  <a:pt x="222907" y="110728"/>
                </a:lnTo>
                <a:lnTo>
                  <a:pt x="74786" y="208955"/>
                </a:lnTo>
                <a:close/>
                <a:moveTo>
                  <a:pt x="74786" y="208955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D704E-C121-4F9B-B745-B0E558A9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282" y="2008622"/>
            <a:ext cx="212750" cy="222126"/>
          </a:xfrm>
          <a:custGeom xmlns:a="http://schemas.openxmlformats.org/drawingml/2006/main">
            <a:pathLst>
              <a:path w="212750" h="222126">
                <a:moveTo>
                  <a:pt x="0" y="81149"/>
                </a:moveTo>
                <a:lnTo>
                  <a:pt x="100571" y="0"/>
                </a:lnTo>
                <a:lnTo>
                  <a:pt x="212750" y="145777"/>
                </a:lnTo>
                <a:lnTo>
                  <a:pt x="108272" y="222126"/>
                </a:lnTo>
                <a:lnTo>
                  <a:pt x="0" y="81149"/>
                </a:lnTo>
                <a:close/>
                <a:moveTo>
                  <a:pt x="0" y="81149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8788F-64A9-401E-9C8D-0100BC1D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75" y="3026271"/>
            <a:ext cx="188416" cy="216210"/>
          </a:xfrm>
          <a:custGeom xmlns:a="http://schemas.openxmlformats.org/drawingml/2006/main">
            <a:pathLst>
              <a:path w="188416" h="216210">
                <a:moveTo>
                  <a:pt x="127806" y="216210"/>
                </a:moveTo>
                <a:lnTo>
                  <a:pt x="0" y="173236"/>
                </a:lnTo>
                <a:lnTo>
                  <a:pt x="62843" y="0"/>
                </a:lnTo>
                <a:lnTo>
                  <a:pt x="188416" y="49113"/>
                </a:lnTo>
                <a:lnTo>
                  <a:pt x="127806" y="216210"/>
                </a:lnTo>
                <a:close/>
                <a:moveTo>
                  <a:pt x="127806" y="216210"/>
                </a:moveTo>
              </a:path>
            </a:pathLst>
          </a:custGeom>
          <a:solidFill xmlns:a="http://schemas.openxmlformats.org/drawingml/2006/main">
            <a:srgbClr val="EAC1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62BA4-DA06-456E-9B2E-C7FD5F70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072" y="1557896"/>
            <a:ext cx="200471" cy="195672"/>
          </a:xfrm>
          <a:custGeom xmlns:a="http://schemas.openxmlformats.org/drawingml/2006/main">
            <a:pathLst>
              <a:path w="200471" h="195672">
                <a:moveTo>
                  <a:pt x="69652" y="195672"/>
                </a:moveTo>
                <a:lnTo>
                  <a:pt x="0" y="123676"/>
                </a:lnTo>
                <a:lnTo>
                  <a:pt x="134280" y="0"/>
                </a:lnTo>
                <a:lnTo>
                  <a:pt x="200471" y="75344"/>
                </a:lnTo>
                <a:lnTo>
                  <a:pt x="69652" y="195672"/>
                </a:lnTo>
                <a:close/>
                <a:moveTo>
                  <a:pt x="69652" y="195672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BD4A7-11DC-4461-8553-B22CE9AA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985" y="7114729"/>
            <a:ext cx="210182" cy="205829"/>
          </a:xfrm>
          <a:custGeom xmlns:a="http://schemas.openxmlformats.org/drawingml/2006/main">
            <a:pathLst>
              <a:path w="210182" h="205829">
                <a:moveTo>
                  <a:pt x="131490" y="0"/>
                </a:moveTo>
                <a:lnTo>
                  <a:pt x="210182" y="82376"/>
                </a:lnTo>
                <a:lnTo>
                  <a:pt x="74786" y="205829"/>
                </a:lnTo>
                <a:lnTo>
                  <a:pt x="0" y="119658"/>
                </a:lnTo>
                <a:lnTo>
                  <a:pt x="131490" y="0"/>
                </a:lnTo>
                <a:close/>
                <a:moveTo>
                  <a:pt x="131490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024E8-3D84-4161-B692-6753537F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67" y="5591994"/>
            <a:ext cx="206946" cy="223131"/>
          </a:xfrm>
          <a:custGeom xmlns:a="http://schemas.openxmlformats.org/drawingml/2006/main">
            <a:pathLst>
              <a:path w="206946" h="223131">
                <a:moveTo>
                  <a:pt x="206946" y="167432"/>
                </a:moveTo>
                <a:lnTo>
                  <a:pt x="62285" y="223131"/>
                </a:lnTo>
                <a:lnTo>
                  <a:pt x="0" y="48555"/>
                </a:lnTo>
                <a:lnTo>
                  <a:pt x="147340" y="0"/>
                </a:lnTo>
                <a:lnTo>
                  <a:pt x="206946" y="167432"/>
                </a:lnTo>
                <a:close/>
                <a:moveTo>
                  <a:pt x="206946" y="167432"/>
                </a:moveTo>
              </a:path>
            </a:pathLst>
          </a:custGeom>
          <a:solidFill xmlns:a="http://schemas.openxmlformats.org/drawingml/2006/main">
            <a:srgbClr val="F48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8D27F-D846-4E96-A466-A7641248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093" y="4065017"/>
            <a:ext cx="99343" cy="185514"/>
          </a:xfrm>
          <a:custGeom xmlns:a="http://schemas.openxmlformats.org/drawingml/2006/main">
            <a:pathLst>
              <a:path w="99343" h="185514">
                <a:moveTo>
                  <a:pt x="0" y="8260"/>
                </a:moveTo>
                <a:lnTo>
                  <a:pt x="86395" y="0"/>
                </a:lnTo>
                <a:lnTo>
                  <a:pt x="99343" y="181496"/>
                </a:lnTo>
                <a:lnTo>
                  <a:pt x="12613" y="185514"/>
                </a:lnTo>
                <a:lnTo>
                  <a:pt x="0" y="8260"/>
                </a:lnTo>
                <a:close/>
                <a:moveTo>
                  <a:pt x="0" y="826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06AD9-5DD1-44BC-8D89-368A45CE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670" y="8142312"/>
            <a:ext cx="183952" cy="131825"/>
          </a:xfrm>
          <a:custGeom xmlns:a="http://schemas.openxmlformats.org/drawingml/2006/main">
            <a:pathLst>
              <a:path w="183952" h="131825">
                <a:moveTo>
                  <a:pt x="181607" y="1005"/>
                </a:moveTo>
                <a:lnTo>
                  <a:pt x="183952" y="131825"/>
                </a:lnTo>
                <a:lnTo>
                  <a:pt x="0" y="130932"/>
                </a:lnTo>
                <a:lnTo>
                  <a:pt x="3795" y="0"/>
                </a:lnTo>
                <a:lnTo>
                  <a:pt x="181607" y="1005"/>
                </a:lnTo>
                <a:close/>
                <a:moveTo>
                  <a:pt x="181607" y="1005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52F9C-1FBC-414C-8D73-B689C3F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148" y="1731913"/>
            <a:ext cx="160511" cy="162632"/>
          </a:xfrm>
          <a:custGeom xmlns:a="http://schemas.openxmlformats.org/drawingml/2006/main">
            <a:pathLst>
              <a:path w="160511" h="162632">
                <a:moveTo>
                  <a:pt x="36277" y="162632"/>
                </a:moveTo>
                <a:lnTo>
                  <a:pt x="0" y="128922"/>
                </a:lnTo>
                <a:lnTo>
                  <a:pt x="125797" y="0"/>
                </a:lnTo>
                <a:lnTo>
                  <a:pt x="160511" y="35384"/>
                </a:lnTo>
                <a:lnTo>
                  <a:pt x="36277" y="162632"/>
                </a:lnTo>
                <a:close/>
                <a:moveTo>
                  <a:pt x="36277" y="162632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4D5C9-BF69-435F-9729-A738C6FA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7488324"/>
            <a:ext cx="206946" cy="184286"/>
          </a:xfrm>
          <a:custGeom xmlns:a="http://schemas.openxmlformats.org/drawingml/2006/main">
            <a:pathLst>
              <a:path w="206946" h="184286">
                <a:moveTo>
                  <a:pt x="148791" y="0"/>
                </a:moveTo>
                <a:lnTo>
                  <a:pt x="206946" y="84386"/>
                </a:lnTo>
                <a:lnTo>
                  <a:pt x="54025" y="184286"/>
                </a:lnTo>
                <a:lnTo>
                  <a:pt x="0" y="97334"/>
                </a:lnTo>
                <a:lnTo>
                  <a:pt x="148791" y="0"/>
                </a:lnTo>
                <a:close/>
                <a:moveTo>
                  <a:pt x="148791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05F98-B29D-4188-818C-D59D4015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172" y="6827193"/>
            <a:ext cx="302047" cy="297135"/>
          </a:xfrm>
          <a:custGeom xmlns:a="http://schemas.openxmlformats.org/drawingml/2006/main">
            <a:pathLst>
              <a:path w="302047" h="297135">
                <a:moveTo>
                  <a:pt x="117983" y="0"/>
                </a:moveTo>
                <a:lnTo>
                  <a:pt x="302047" y="155600"/>
                </a:lnTo>
                <a:lnTo>
                  <a:pt x="176361" y="297135"/>
                </a:lnTo>
                <a:lnTo>
                  <a:pt x="0" y="132829"/>
                </a:lnTo>
                <a:lnTo>
                  <a:pt x="117983" y="0"/>
                </a:lnTo>
                <a:close/>
                <a:moveTo>
                  <a:pt x="117983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96859-39D5-4031-A360-2972E302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871" y="8077795"/>
            <a:ext cx="203485" cy="177143"/>
          </a:xfrm>
          <a:custGeom xmlns:a="http://schemas.openxmlformats.org/drawingml/2006/main">
            <a:pathLst>
              <a:path w="203485" h="177143">
                <a:moveTo>
                  <a:pt x="203485" y="29133"/>
                </a:moveTo>
                <a:lnTo>
                  <a:pt x="182500" y="177143"/>
                </a:lnTo>
                <a:lnTo>
                  <a:pt x="0" y="146670"/>
                </a:lnTo>
                <a:lnTo>
                  <a:pt x="28017" y="0"/>
                </a:lnTo>
                <a:lnTo>
                  <a:pt x="203485" y="29133"/>
                </a:lnTo>
                <a:close/>
                <a:moveTo>
                  <a:pt x="203485" y="29133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C5815-2A51-4D01-9DC4-7A815D44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974" y="5631173"/>
            <a:ext cx="194779" cy="218666"/>
          </a:xfrm>
          <a:custGeom xmlns:a="http://schemas.openxmlformats.org/drawingml/2006/main">
            <a:pathLst>
              <a:path w="194779" h="218666">
                <a:moveTo>
                  <a:pt x="61615" y="0"/>
                </a:moveTo>
                <a:lnTo>
                  <a:pt x="194779" y="45541"/>
                </a:lnTo>
                <a:lnTo>
                  <a:pt x="130708" y="218666"/>
                </a:lnTo>
                <a:lnTo>
                  <a:pt x="0" y="166762"/>
                </a:lnTo>
                <a:lnTo>
                  <a:pt x="61615" y="0"/>
                </a:lnTo>
                <a:close/>
                <a:moveTo>
                  <a:pt x="61615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BD751-E154-4525-8C12-CA00B236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805" y="7596039"/>
            <a:ext cx="207727" cy="179822"/>
          </a:xfrm>
          <a:custGeom xmlns:a="http://schemas.openxmlformats.org/drawingml/2006/main">
            <a:pathLst>
              <a:path w="207727" h="179822">
                <a:moveTo>
                  <a:pt x="153702" y="0"/>
                </a:moveTo>
                <a:lnTo>
                  <a:pt x="207727" y="88069"/>
                </a:lnTo>
                <a:lnTo>
                  <a:pt x="49671" y="179822"/>
                </a:lnTo>
                <a:lnTo>
                  <a:pt x="0" y="89185"/>
                </a:lnTo>
                <a:lnTo>
                  <a:pt x="153702" y="0"/>
                </a:lnTo>
                <a:close/>
                <a:moveTo>
                  <a:pt x="153702" y="0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7EB03-B210-4B45-A23D-F3B18582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450" y="7372015"/>
            <a:ext cx="215205" cy="201699"/>
          </a:xfrm>
          <a:custGeom xmlns:a="http://schemas.openxmlformats.org/drawingml/2006/main">
            <a:pathLst>
              <a:path w="215205" h="201699">
                <a:moveTo>
                  <a:pt x="143321" y="0"/>
                </a:moveTo>
                <a:lnTo>
                  <a:pt x="215205" y="93315"/>
                </a:lnTo>
                <a:lnTo>
                  <a:pt x="67307" y="201699"/>
                </a:lnTo>
                <a:lnTo>
                  <a:pt x="0" y="105035"/>
                </a:lnTo>
                <a:lnTo>
                  <a:pt x="143321" y="0"/>
                </a:lnTo>
                <a:close/>
                <a:moveTo>
                  <a:pt x="143321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774BC-638B-4317-97A2-706D37A7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380" y="7920633"/>
            <a:ext cx="195337" cy="131490"/>
          </a:xfrm>
          <a:custGeom xmlns:a="http://schemas.openxmlformats.org/drawingml/2006/main">
            <a:pathLst>
              <a:path w="195337" h="131490">
                <a:moveTo>
                  <a:pt x="195337" y="56704"/>
                </a:moveTo>
                <a:lnTo>
                  <a:pt x="172120" y="131490"/>
                </a:lnTo>
                <a:lnTo>
                  <a:pt x="0" y="73670"/>
                </a:lnTo>
                <a:lnTo>
                  <a:pt x="26789" y="0"/>
                </a:lnTo>
                <a:lnTo>
                  <a:pt x="195337" y="56704"/>
                </a:lnTo>
                <a:close/>
                <a:moveTo>
                  <a:pt x="195337" y="56704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83FD7-5C3B-45E6-9DE5-59525886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531" y="1590042"/>
            <a:ext cx="196007" cy="192435"/>
          </a:xfrm>
          <a:custGeom xmlns:a="http://schemas.openxmlformats.org/drawingml/2006/main">
            <a:pathLst>
              <a:path w="196007" h="192435">
                <a:moveTo>
                  <a:pt x="0" y="70545"/>
                </a:moveTo>
                <a:lnTo>
                  <a:pt x="63178" y="0"/>
                </a:lnTo>
                <a:lnTo>
                  <a:pt x="196007" y="124904"/>
                </a:lnTo>
                <a:lnTo>
                  <a:pt x="129369" y="192435"/>
                </a:lnTo>
                <a:lnTo>
                  <a:pt x="0" y="70545"/>
                </a:lnTo>
                <a:close/>
                <a:moveTo>
                  <a:pt x="0" y="70545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CA5A7-412B-4399-A982-6DA93AB3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399" y="7247334"/>
            <a:ext cx="233511" cy="228600"/>
          </a:xfrm>
          <a:custGeom xmlns:a="http://schemas.openxmlformats.org/drawingml/2006/main">
            <a:pathLst>
              <a:path w="233511" h="228600">
                <a:moveTo>
                  <a:pt x="137629" y="0"/>
                </a:moveTo>
                <a:lnTo>
                  <a:pt x="233511" y="111733"/>
                </a:lnTo>
                <a:lnTo>
                  <a:pt x="90413" y="228600"/>
                </a:lnTo>
                <a:lnTo>
                  <a:pt x="0" y="112514"/>
                </a:lnTo>
                <a:lnTo>
                  <a:pt x="137629" y="0"/>
                </a:lnTo>
                <a:close/>
                <a:moveTo>
                  <a:pt x="137629" y="0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6B278-9D6F-4FB7-963B-A591EC97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37" y="2116224"/>
            <a:ext cx="237865" cy="242553"/>
          </a:xfrm>
          <a:custGeom xmlns:a="http://schemas.openxmlformats.org/drawingml/2006/main">
            <a:pathLst>
              <a:path w="237865" h="242553">
                <a:moveTo>
                  <a:pt x="135508" y="242553"/>
                </a:moveTo>
                <a:lnTo>
                  <a:pt x="0" y="151693"/>
                </a:lnTo>
                <a:lnTo>
                  <a:pt x="106933" y="0"/>
                </a:lnTo>
                <a:lnTo>
                  <a:pt x="237865" y="97222"/>
                </a:lnTo>
                <a:lnTo>
                  <a:pt x="135508" y="242553"/>
                </a:lnTo>
                <a:close/>
                <a:moveTo>
                  <a:pt x="135508" y="242553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B9D9D-58B5-4713-A15A-2601BBEC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1954" y="1445493"/>
            <a:ext cx="209959" cy="201923"/>
          </a:xfrm>
          <a:custGeom xmlns:a="http://schemas.openxmlformats.org/drawingml/2006/main">
            <a:pathLst>
              <a:path w="209959" h="201923">
                <a:moveTo>
                  <a:pt x="0" y="87176"/>
                </a:moveTo>
                <a:lnTo>
                  <a:pt x="70098" y="0"/>
                </a:lnTo>
                <a:lnTo>
                  <a:pt x="209959" y="118318"/>
                </a:lnTo>
                <a:lnTo>
                  <a:pt x="135731" y="201923"/>
                </a:lnTo>
                <a:lnTo>
                  <a:pt x="0" y="87176"/>
                </a:lnTo>
                <a:close/>
                <a:moveTo>
                  <a:pt x="0" y="87176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69A4A-736D-415E-8E1A-3B5AA74D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48" y="6310499"/>
            <a:ext cx="217773" cy="229939"/>
          </a:xfrm>
          <a:custGeom xmlns:a="http://schemas.openxmlformats.org/drawingml/2006/main">
            <a:pathLst>
              <a:path w="217773" h="229939">
                <a:moveTo>
                  <a:pt x="217773" y="151135"/>
                </a:moveTo>
                <a:lnTo>
                  <a:pt x="97334" y="229939"/>
                </a:lnTo>
                <a:lnTo>
                  <a:pt x="0" y="72889"/>
                </a:lnTo>
                <a:lnTo>
                  <a:pt x="124011" y="0"/>
                </a:lnTo>
                <a:lnTo>
                  <a:pt x="217773" y="151135"/>
                </a:lnTo>
                <a:close/>
                <a:moveTo>
                  <a:pt x="217773" y="151135"/>
                </a:moveTo>
              </a:path>
            </a:pathLst>
          </a:custGeom>
          <a:solidFill xmlns:a="http://schemas.openxmlformats.org/drawingml/2006/main">
            <a:srgbClr val="006C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8C300-AAB1-46AE-80CF-063DC2D2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500" y="7220210"/>
            <a:ext cx="266774" cy="268895"/>
          </a:xfrm>
          <a:custGeom xmlns:a="http://schemas.openxmlformats.org/drawingml/2006/main">
            <a:pathLst>
              <a:path w="266774" h="268895">
                <a:moveTo>
                  <a:pt x="266774" y="114188"/>
                </a:moveTo>
                <a:lnTo>
                  <a:pt x="143545" y="268895"/>
                </a:lnTo>
                <a:lnTo>
                  <a:pt x="0" y="148679"/>
                </a:lnTo>
                <a:lnTo>
                  <a:pt x="130373" y="0"/>
                </a:lnTo>
                <a:lnTo>
                  <a:pt x="266774" y="114188"/>
                </a:lnTo>
                <a:close/>
                <a:moveTo>
                  <a:pt x="266774" y="114188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2914BE-43E4-45A3-8DE6-BFEB9633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604" y="3621546"/>
            <a:ext cx="332631" cy="236079"/>
          </a:xfrm>
          <a:custGeom xmlns:a="http://schemas.openxmlformats.org/drawingml/2006/main">
            <a:pathLst>
              <a:path w="332631" h="236079">
                <a:moveTo>
                  <a:pt x="0" y="61168"/>
                </a:moveTo>
                <a:lnTo>
                  <a:pt x="149349" y="30584"/>
                </a:lnTo>
                <a:lnTo>
                  <a:pt x="298586" y="0"/>
                </a:lnTo>
                <a:lnTo>
                  <a:pt x="332631" y="189421"/>
                </a:lnTo>
                <a:lnTo>
                  <a:pt x="31477" y="236079"/>
                </a:ln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78A29C-D324-4E57-BC15-C25AF70A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830" y="1114202"/>
            <a:ext cx="204713" cy="176696"/>
          </a:xfrm>
          <a:custGeom xmlns:a="http://schemas.openxmlformats.org/drawingml/2006/main">
            <a:pathLst>
              <a:path w="204713" h="176696">
                <a:moveTo>
                  <a:pt x="0" y="84832"/>
                </a:moveTo>
                <a:lnTo>
                  <a:pt x="48444" y="0"/>
                </a:lnTo>
                <a:lnTo>
                  <a:pt x="204713" y="94097"/>
                </a:lnTo>
                <a:lnTo>
                  <a:pt x="152140" y="176696"/>
                </a:lnTo>
                <a:lnTo>
                  <a:pt x="0" y="84832"/>
                </a:lnTo>
                <a:close/>
                <a:moveTo>
                  <a:pt x="0" y="84832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42DD9-090F-463A-A1F3-6AC2993C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590" y="970880"/>
            <a:ext cx="231167" cy="218443"/>
          </a:xfrm>
          <a:custGeom xmlns:a="http://schemas.openxmlformats.org/drawingml/2006/main">
            <a:pathLst>
              <a:path w="231167" h="218443">
                <a:moveTo>
                  <a:pt x="0" y="134838"/>
                </a:moveTo>
                <a:lnTo>
                  <a:pt x="67754" y="0"/>
                </a:lnTo>
                <a:lnTo>
                  <a:pt x="231167" y="86953"/>
                </a:lnTo>
                <a:lnTo>
                  <a:pt x="157051" y="218443"/>
                </a:lnTo>
                <a:lnTo>
                  <a:pt x="0" y="134838"/>
                </a:lnTo>
                <a:close/>
                <a:moveTo>
                  <a:pt x="0" y="134838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8A0B5-28F6-482C-BEB7-1D60194A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156" y="547390"/>
            <a:ext cx="190314" cy="173682"/>
          </a:xfrm>
          <a:custGeom xmlns:a="http://schemas.openxmlformats.org/drawingml/2006/main">
            <a:pathLst>
              <a:path w="190314" h="173682">
                <a:moveTo>
                  <a:pt x="12725" y="173682"/>
                </a:moveTo>
                <a:lnTo>
                  <a:pt x="0" y="9823"/>
                </a:lnTo>
                <a:lnTo>
                  <a:pt x="185514" y="0"/>
                </a:lnTo>
                <a:lnTo>
                  <a:pt x="190314" y="164306"/>
                </a:lnTo>
                <a:lnTo>
                  <a:pt x="12725" y="173682"/>
                </a:lnTo>
                <a:close/>
                <a:moveTo>
                  <a:pt x="12725" y="173682"/>
                </a:moveTo>
              </a:path>
            </a:pathLst>
          </a:custGeom>
          <a:solidFill xmlns:a="http://schemas.openxmlformats.org/drawingml/2006/main">
            <a:srgbClr val="9283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BB3B2-1EC8-4D9A-AFAE-B3CD24E5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10" y="7674843"/>
            <a:ext cx="249362" cy="252152"/>
          </a:xfrm>
          <a:custGeom xmlns:a="http://schemas.openxmlformats.org/drawingml/2006/main">
            <a:pathLst>
              <a:path w="249362" h="252152">
                <a:moveTo>
                  <a:pt x="249362" y="82711"/>
                </a:moveTo>
                <a:lnTo>
                  <a:pt x="165422" y="252152"/>
                </a:lnTo>
                <a:lnTo>
                  <a:pt x="0" y="165199"/>
                </a:lnTo>
                <a:lnTo>
                  <a:pt x="92087" y="0"/>
                </a:lnTo>
                <a:lnTo>
                  <a:pt x="249362" y="82711"/>
                </a:lnTo>
                <a:close/>
                <a:moveTo>
                  <a:pt x="249362" y="82711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DDC83-CA39-4558-BF09-ADE3D879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852" y="1688604"/>
            <a:ext cx="235409" cy="236413"/>
          </a:xfrm>
          <a:custGeom xmlns:a="http://schemas.openxmlformats.org/drawingml/2006/main">
            <a:pathLst>
              <a:path w="235409" h="236413">
                <a:moveTo>
                  <a:pt x="0" y="107826"/>
                </a:moveTo>
                <a:lnTo>
                  <a:pt x="107491" y="0"/>
                </a:lnTo>
                <a:lnTo>
                  <a:pt x="235409" y="133945"/>
                </a:lnTo>
                <a:lnTo>
                  <a:pt x="122783" y="236413"/>
                </a:lnTo>
                <a:lnTo>
                  <a:pt x="0" y="107826"/>
                </a:lnTo>
                <a:close/>
                <a:moveTo>
                  <a:pt x="0" y="107826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FCCAE-72CF-41EF-9122-89599FCB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164" y="7994861"/>
            <a:ext cx="245343" cy="300484"/>
          </a:xfrm>
          <a:custGeom xmlns:a="http://schemas.openxmlformats.org/drawingml/2006/main">
            <a:pathLst>
              <a:path w="245343" h="300484">
                <a:moveTo>
                  <a:pt x="171785" y="0"/>
                </a:moveTo>
                <a:lnTo>
                  <a:pt x="245343" y="251482"/>
                </a:lnTo>
                <a:lnTo>
                  <a:pt x="61392" y="300484"/>
                </a:lnTo>
                <a:lnTo>
                  <a:pt x="0" y="45876"/>
                </a:lnTo>
                <a:lnTo>
                  <a:pt x="171785" y="0"/>
                </a:lnTo>
                <a:close/>
                <a:moveTo>
                  <a:pt x="171785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9BAE0-B1A9-4908-A1FE-52F6C776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507" y="971550"/>
            <a:ext cx="219894" cy="197681"/>
          </a:xfrm>
          <a:custGeom xmlns:a="http://schemas.openxmlformats.org/drawingml/2006/main">
            <a:pathLst>
              <a:path w="219894" h="197681">
                <a:moveTo>
                  <a:pt x="62061" y="197681"/>
                </a:moveTo>
                <a:lnTo>
                  <a:pt x="0" y="84609"/>
                </a:lnTo>
                <a:lnTo>
                  <a:pt x="163302" y="0"/>
                </a:lnTo>
                <a:lnTo>
                  <a:pt x="219894" y="115751"/>
                </a:lnTo>
                <a:lnTo>
                  <a:pt x="62061" y="197681"/>
                </a:lnTo>
                <a:close/>
                <a:moveTo>
                  <a:pt x="62061" y="197681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D49AB-7A69-4C82-86BA-7123CE54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50" y="3247839"/>
            <a:ext cx="217215" cy="223242"/>
          </a:xfrm>
          <a:custGeom xmlns:a="http://schemas.openxmlformats.org/drawingml/2006/main">
            <a:pathLst>
              <a:path w="217215" h="223242">
                <a:moveTo>
                  <a:pt x="0" y="52574"/>
                </a:moveTo>
                <a:lnTo>
                  <a:pt x="165199" y="0"/>
                </a:lnTo>
                <a:lnTo>
                  <a:pt x="217215" y="178705"/>
                </a:lnTo>
                <a:lnTo>
                  <a:pt x="49783" y="223242"/>
                </a:lnTo>
                <a:lnTo>
                  <a:pt x="0" y="52574"/>
                </a:lnTo>
                <a:close/>
                <a:moveTo>
                  <a:pt x="0" y="52574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BE03D9-77D8-4257-A505-5431DE33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937" y="4624015"/>
            <a:ext cx="175133" cy="193551"/>
          </a:xfrm>
          <a:custGeom xmlns:a="http://schemas.openxmlformats.org/drawingml/2006/main">
            <a:pathLst>
              <a:path w="175133" h="193551">
                <a:moveTo>
                  <a:pt x="175133" y="177366"/>
                </a:moveTo>
                <a:lnTo>
                  <a:pt x="14288" y="193551"/>
                </a:lnTo>
                <a:lnTo>
                  <a:pt x="0" y="8595"/>
                </a:lnTo>
                <a:lnTo>
                  <a:pt x="161404" y="0"/>
                </a:lnTo>
                <a:lnTo>
                  <a:pt x="175133" y="177366"/>
                </a:lnTo>
                <a:close/>
                <a:moveTo>
                  <a:pt x="175133" y="177366"/>
                </a:moveTo>
              </a:path>
            </a:pathLst>
          </a:custGeom>
          <a:solidFill xmlns:a="http://schemas.openxmlformats.org/drawingml/2006/main">
            <a:srgbClr val="78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FBA66-D4C6-4133-A81D-47B515B3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834" y="8085274"/>
            <a:ext cx="212638" cy="234628"/>
          </a:xfrm>
          <a:custGeom xmlns:a="http://schemas.openxmlformats.org/drawingml/2006/main">
            <a:pathLst>
              <a:path w="212638" h="234628">
                <a:moveTo>
                  <a:pt x="175692" y="0"/>
                </a:moveTo>
                <a:lnTo>
                  <a:pt x="212638" y="205829"/>
                </a:lnTo>
                <a:lnTo>
                  <a:pt x="27124" y="234628"/>
                </a:lnTo>
                <a:lnTo>
                  <a:pt x="0" y="27347"/>
                </a:lnTo>
                <a:lnTo>
                  <a:pt x="175692" y="0"/>
                </a:lnTo>
                <a:close/>
                <a:moveTo>
                  <a:pt x="175692" y="0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073DB-F475-4A6B-8816-0BC1142B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979" y="766614"/>
            <a:ext cx="205494" cy="159841"/>
          </a:xfrm>
          <a:custGeom xmlns:a="http://schemas.openxmlformats.org/drawingml/2006/main">
            <a:pathLst>
              <a:path w="205494" h="159841">
                <a:moveTo>
                  <a:pt x="36612" y="159841"/>
                </a:moveTo>
                <a:lnTo>
                  <a:pt x="0" y="57373"/>
                </a:lnTo>
                <a:lnTo>
                  <a:pt x="173794" y="0"/>
                </a:lnTo>
                <a:lnTo>
                  <a:pt x="205494" y="104142"/>
                </a:lnTo>
                <a:lnTo>
                  <a:pt x="36612" y="159841"/>
                </a:lnTo>
                <a:close/>
                <a:moveTo>
                  <a:pt x="36612" y="159841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F6953-D9C1-4282-8007-36A652E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186" y="3064780"/>
            <a:ext cx="190984" cy="216880"/>
          </a:xfrm>
          <a:custGeom xmlns:a="http://schemas.openxmlformats.org/drawingml/2006/main">
            <a:pathLst>
              <a:path w="190984" h="216880">
                <a:moveTo>
                  <a:pt x="0" y="49113"/>
                </a:moveTo>
                <a:lnTo>
                  <a:pt x="129927" y="0"/>
                </a:lnTo>
                <a:lnTo>
                  <a:pt x="190984" y="174129"/>
                </a:lnTo>
                <a:lnTo>
                  <a:pt x="58824" y="216880"/>
                </a:lnTo>
                <a:lnTo>
                  <a:pt x="0" y="49113"/>
                </a:lnTo>
                <a:close/>
                <a:moveTo>
                  <a:pt x="0" y="49113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59FC7-1C61-4E23-87EC-A07E110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41" y="7086042"/>
            <a:ext cx="257287" cy="257398"/>
          </a:xfrm>
          <a:custGeom xmlns:a="http://schemas.openxmlformats.org/drawingml/2006/main">
            <a:pathLst>
              <a:path w="257287" h="257398">
                <a:moveTo>
                  <a:pt x="257287" y="121220"/>
                </a:moveTo>
                <a:lnTo>
                  <a:pt x="136401" y="257398"/>
                </a:lnTo>
                <a:lnTo>
                  <a:pt x="0" y="130262"/>
                </a:lnTo>
                <a:lnTo>
                  <a:pt x="127136" y="0"/>
                </a:lnTo>
                <a:lnTo>
                  <a:pt x="257287" y="121220"/>
                </a:lnTo>
                <a:close/>
                <a:moveTo>
                  <a:pt x="257287" y="121220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EAC22C-7B41-4F47-B1ED-597EADB1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93" y="5016810"/>
            <a:ext cx="118876" cy="192770"/>
          </a:xfrm>
          <a:custGeom xmlns:a="http://schemas.openxmlformats.org/drawingml/2006/main">
            <a:pathLst>
              <a:path w="118876" h="192770">
                <a:moveTo>
                  <a:pt x="118876" y="174687"/>
                </a:moveTo>
                <a:lnTo>
                  <a:pt x="33263" y="192770"/>
                </a:lnTo>
                <a:lnTo>
                  <a:pt x="0" y="13953"/>
                </a:lnTo>
                <a:lnTo>
                  <a:pt x="86506" y="0"/>
                </a:lnTo>
                <a:lnTo>
                  <a:pt x="118876" y="174687"/>
                </a:lnTo>
                <a:close/>
                <a:moveTo>
                  <a:pt x="118876" y="174687"/>
                </a:moveTo>
              </a:path>
            </a:pathLst>
          </a:custGeom>
          <a:solidFill xmlns:a="http://schemas.openxmlformats.org/drawingml/2006/main">
            <a:srgbClr val="EFE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8EABE-F66D-42E2-8A54-C81B5F22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174" y="5816240"/>
            <a:ext cx="195225" cy="219447"/>
          </a:xfrm>
          <a:custGeom xmlns:a="http://schemas.openxmlformats.org/drawingml/2006/main">
            <a:pathLst>
              <a:path w="195225" h="219447">
                <a:moveTo>
                  <a:pt x="70433" y="0"/>
                </a:moveTo>
                <a:lnTo>
                  <a:pt x="195225" y="50341"/>
                </a:lnTo>
                <a:lnTo>
                  <a:pt x="122337" y="219447"/>
                </a:lnTo>
                <a:lnTo>
                  <a:pt x="0" y="163302"/>
                </a:lnTo>
                <a:lnTo>
                  <a:pt x="70433" y="0"/>
                </a:lnTo>
                <a:close/>
                <a:moveTo>
                  <a:pt x="70433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E90C7-BBE2-4D90-AC8D-11AFD5A3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067" y="3436925"/>
            <a:ext cx="247352" cy="226368"/>
          </a:xfrm>
          <a:custGeom xmlns:a="http://schemas.openxmlformats.org/drawingml/2006/main">
            <a:pathLst>
              <a:path w="247352" h="226368">
                <a:moveTo>
                  <a:pt x="0" y="53355"/>
                </a:moveTo>
                <a:lnTo>
                  <a:pt x="204378" y="0"/>
                </a:lnTo>
                <a:lnTo>
                  <a:pt x="247352" y="182947"/>
                </a:lnTo>
                <a:lnTo>
                  <a:pt x="40630" y="226368"/>
                </a:lnTo>
                <a:lnTo>
                  <a:pt x="0" y="53355"/>
                </a:lnTo>
                <a:close/>
                <a:moveTo>
                  <a:pt x="0" y="53355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97027-CF74-47A2-B4E4-E609682F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882" y="5251214"/>
            <a:ext cx="176919" cy="209066"/>
          </a:xfrm>
          <a:custGeom xmlns:a="http://schemas.openxmlformats.org/drawingml/2006/main">
            <a:pathLst>
              <a:path w="176919" h="209066">
                <a:moveTo>
                  <a:pt x="43532" y="0"/>
                </a:moveTo>
                <a:lnTo>
                  <a:pt x="176919" y="30249"/>
                </a:lnTo>
                <a:lnTo>
                  <a:pt x="131713" y="209066"/>
                </a:lnTo>
                <a:lnTo>
                  <a:pt x="0" y="172343"/>
                </a:lnTo>
                <a:lnTo>
                  <a:pt x="43532" y="0"/>
                </a:lnTo>
                <a:close/>
                <a:moveTo>
                  <a:pt x="43532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DF8E9-4CBF-4CE3-8E0F-290A509D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22" y="6640004"/>
            <a:ext cx="247910" cy="249473"/>
          </a:xfrm>
          <a:custGeom xmlns:a="http://schemas.openxmlformats.org/drawingml/2006/main">
            <a:pathLst>
              <a:path w="247910" h="249473">
                <a:moveTo>
                  <a:pt x="247910" y="140196"/>
                </a:moveTo>
                <a:lnTo>
                  <a:pt x="114300" y="249473"/>
                </a:lnTo>
                <a:lnTo>
                  <a:pt x="0" y="102691"/>
                </a:lnTo>
                <a:lnTo>
                  <a:pt x="138633" y="0"/>
                </a:lnTo>
                <a:lnTo>
                  <a:pt x="247910" y="140196"/>
                </a:lnTo>
                <a:close/>
                <a:moveTo>
                  <a:pt x="247910" y="140196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255AB-D4DE-48B2-93E3-47FFB176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7852" y="6345994"/>
            <a:ext cx="258738" cy="256282"/>
          </a:xfrm>
          <a:custGeom xmlns:a="http://schemas.openxmlformats.org/drawingml/2006/main">
            <a:pathLst>
              <a:path w="258738" h="256282">
                <a:moveTo>
                  <a:pt x="95436" y="0"/>
                </a:moveTo>
                <a:lnTo>
                  <a:pt x="258738" y="98561"/>
                </a:lnTo>
                <a:lnTo>
                  <a:pt x="158390" y="256282"/>
                </a:lnTo>
                <a:lnTo>
                  <a:pt x="0" y="150019"/>
                </a:lnTo>
                <a:lnTo>
                  <a:pt x="95436" y="0"/>
                </a:lnTo>
                <a:close/>
                <a:moveTo>
                  <a:pt x="95436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BAAE3-E080-45BF-BDE0-0E732ABE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711" y="4267386"/>
            <a:ext cx="73112" cy="181161"/>
          </a:xfrm>
          <a:custGeom xmlns:a="http://schemas.openxmlformats.org/drawingml/2006/main">
            <a:pathLst>
              <a:path w="73112" h="181161">
                <a:moveTo>
                  <a:pt x="0" y="2902"/>
                </a:moveTo>
                <a:lnTo>
                  <a:pt x="69763" y="0"/>
                </a:lnTo>
                <a:lnTo>
                  <a:pt x="73112" y="181161"/>
                </a:lnTo>
                <a:lnTo>
                  <a:pt x="3237" y="180715"/>
                </a:lnTo>
                <a:lnTo>
                  <a:pt x="0" y="2902"/>
                </a:lnTo>
                <a:close/>
                <a:moveTo>
                  <a:pt x="0" y="2902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AC989-FC53-4405-AC0E-E2C46152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552" y="6512533"/>
            <a:ext cx="202369" cy="216433"/>
          </a:xfrm>
          <a:custGeom xmlns:a="http://schemas.openxmlformats.org/drawingml/2006/main">
            <a:pathLst>
              <a:path w="202369" h="216433">
                <a:moveTo>
                  <a:pt x="103250" y="0"/>
                </a:moveTo>
                <a:lnTo>
                  <a:pt x="202369" y="67084"/>
                </a:lnTo>
                <a:lnTo>
                  <a:pt x="95771" y="216433"/>
                </a:lnTo>
                <a:lnTo>
                  <a:pt x="0" y="144661"/>
                </a:lnTo>
                <a:lnTo>
                  <a:pt x="103250" y="0"/>
                </a:lnTo>
                <a:close/>
                <a:moveTo>
                  <a:pt x="103250" y="0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168B1-F841-4147-A805-F85140FD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896" y="2342145"/>
            <a:ext cx="200583" cy="219112"/>
          </a:xfrm>
          <a:custGeom xmlns:a="http://schemas.openxmlformats.org/drawingml/2006/main">
            <a:pathLst>
              <a:path w="200583" h="219112">
                <a:moveTo>
                  <a:pt x="0" y="67642"/>
                </a:moveTo>
                <a:lnTo>
                  <a:pt x="104701" y="0"/>
                </a:lnTo>
                <a:lnTo>
                  <a:pt x="200583" y="156604"/>
                </a:lnTo>
                <a:lnTo>
                  <a:pt x="92869" y="219112"/>
                </a:lnTo>
                <a:lnTo>
                  <a:pt x="0" y="67642"/>
                </a:lnTo>
                <a:close/>
                <a:moveTo>
                  <a:pt x="0" y="67642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D71B1-737E-4F91-BB0F-400E66A2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13" y="1195350"/>
            <a:ext cx="220340" cy="205941"/>
          </a:xfrm>
          <a:custGeom xmlns:a="http://schemas.openxmlformats.org/drawingml/2006/main">
            <a:pathLst>
              <a:path w="220340" h="205941">
                <a:moveTo>
                  <a:pt x="0" y="106152"/>
                </a:moveTo>
                <a:lnTo>
                  <a:pt x="68312" y="0"/>
                </a:lnTo>
                <a:lnTo>
                  <a:pt x="220340" y="103250"/>
                </a:lnTo>
                <a:lnTo>
                  <a:pt x="147117" y="205941"/>
                </a:lnTo>
                <a:lnTo>
                  <a:pt x="0" y="106152"/>
                </a:lnTo>
                <a:close/>
                <a:moveTo>
                  <a:pt x="0" y="106152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96A09-5115-49B0-9CA2-DC9B085B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730" y="1392250"/>
            <a:ext cx="232730" cy="227930"/>
          </a:xfrm>
          <a:custGeom xmlns:a="http://schemas.openxmlformats.org/drawingml/2006/main">
            <a:pathLst>
              <a:path w="232730" h="227930">
                <a:moveTo>
                  <a:pt x="95659" y="227930"/>
                </a:moveTo>
                <a:lnTo>
                  <a:pt x="0" y="117760"/>
                </a:lnTo>
                <a:lnTo>
                  <a:pt x="142429" y="0"/>
                </a:lnTo>
                <a:lnTo>
                  <a:pt x="232730" y="114635"/>
                </a:lnTo>
                <a:lnTo>
                  <a:pt x="95659" y="227930"/>
                </a:lnTo>
                <a:close/>
                <a:moveTo>
                  <a:pt x="95659" y="227930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88CEA-A3C9-46AD-B3AF-2337113D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46" y="4003514"/>
            <a:ext cx="284634" cy="205941"/>
          </a:xfrm>
          <a:custGeom xmlns:a="http://schemas.openxmlformats.org/drawingml/2006/main">
            <a:pathLst>
              <a:path w="284634" h="205941">
                <a:moveTo>
                  <a:pt x="270123" y="205941"/>
                </a:moveTo>
                <a:lnTo>
                  <a:pt x="0" y="189979"/>
                </a:lnTo>
                <a:lnTo>
                  <a:pt x="15627" y="0"/>
                </a:lnTo>
                <a:lnTo>
                  <a:pt x="284634" y="28687"/>
                </a:lnTo>
                <a:lnTo>
                  <a:pt x="270123" y="205941"/>
                </a:lnTo>
                <a:close/>
                <a:moveTo>
                  <a:pt x="270123" y="205941"/>
                </a:moveTo>
              </a:path>
            </a:pathLst>
          </a:custGeom>
          <a:solidFill xmlns:a="http://schemas.openxmlformats.org/drawingml/2006/main">
            <a:srgbClr val="FD0D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7A25F-0EBF-4D8E-9759-A58D3DCA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146" y="8134387"/>
            <a:ext cx="189533" cy="177589"/>
          </a:xfrm>
          <a:custGeom xmlns:a="http://schemas.openxmlformats.org/drawingml/2006/main">
            <a:pathLst>
              <a:path w="189533" h="177589">
                <a:moveTo>
                  <a:pt x="177478" y="0"/>
                </a:moveTo>
                <a:lnTo>
                  <a:pt x="189533" y="168659"/>
                </a:lnTo>
                <a:lnTo>
                  <a:pt x="3907" y="177589"/>
                </a:lnTo>
                <a:lnTo>
                  <a:pt x="0" y="8595"/>
                </a:lnTo>
                <a:lnTo>
                  <a:pt x="177478" y="0"/>
                </a:lnTo>
                <a:close/>
                <a:moveTo>
                  <a:pt x="177478" y="0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34BA3-1B8A-4A59-AD49-46E9A411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950" y="1317017"/>
            <a:ext cx="196788" cy="177701"/>
          </a:xfrm>
          <a:custGeom xmlns:a="http://schemas.openxmlformats.org/drawingml/2006/main">
            <a:pathLst>
              <a:path w="196788" h="177701">
                <a:moveTo>
                  <a:pt x="54025" y="177701"/>
                </a:moveTo>
                <a:lnTo>
                  <a:pt x="0" y="108272"/>
                </a:lnTo>
                <a:lnTo>
                  <a:pt x="146224" y="0"/>
                </a:lnTo>
                <a:lnTo>
                  <a:pt x="196788" y="71772"/>
                </a:lnTo>
                <a:lnTo>
                  <a:pt x="54025" y="177701"/>
                </a:lnTo>
                <a:close/>
                <a:moveTo>
                  <a:pt x="54025" y="177701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C64C9-6396-48D6-BB5C-64719363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9998" y="5997401"/>
            <a:ext cx="208843" cy="226144"/>
          </a:xfrm>
          <a:custGeom xmlns:a="http://schemas.openxmlformats.org/drawingml/2006/main">
            <a:pathLst>
              <a:path w="208843" h="226144">
                <a:moveTo>
                  <a:pt x="78805" y="0"/>
                </a:moveTo>
                <a:lnTo>
                  <a:pt x="208843" y="60610"/>
                </a:lnTo>
                <a:lnTo>
                  <a:pt x="126913" y="226144"/>
                </a:lnTo>
                <a:lnTo>
                  <a:pt x="0" y="159395"/>
                </a:lnTo>
                <a:lnTo>
                  <a:pt x="78805" y="0"/>
                </a:lnTo>
                <a:close/>
                <a:moveTo>
                  <a:pt x="78805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CBF25-457A-49BD-84D2-A59AAF21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768" y="5057552"/>
            <a:ext cx="146112" cy="198909"/>
          </a:xfrm>
          <a:custGeom xmlns:a="http://schemas.openxmlformats.org/drawingml/2006/main">
            <a:pathLst>
              <a:path w="146112" h="198909">
                <a:moveTo>
                  <a:pt x="34268" y="0"/>
                </a:moveTo>
                <a:lnTo>
                  <a:pt x="146112" y="19199"/>
                </a:lnTo>
                <a:lnTo>
                  <a:pt x="110728" y="198909"/>
                </a:lnTo>
                <a:lnTo>
                  <a:pt x="0" y="174352"/>
                </a:lnTo>
                <a:lnTo>
                  <a:pt x="34268" y="0"/>
                </a:lnTo>
                <a:close/>
                <a:moveTo>
                  <a:pt x="34268" y="0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29FE4-5446-4CB8-8B5A-A3B7F236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918" y="1837618"/>
            <a:ext cx="233735" cy="236860"/>
          </a:xfrm>
          <a:custGeom xmlns:a="http://schemas.openxmlformats.org/drawingml/2006/main">
            <a:pathLst>
              <a:path w="233735" h="236860">
                <a:moveTo>
                  <a:pt x="0" y="101910"/>
                </a:moveTo>
                <a:lnTo>
                  <a:pt x="113184" y="0"/>
                </a:lnTo>
                <a:lnTo>
                  <a:pt x="233735" y="140531"/>
                </a:lnTo>
                <a:lnTo>
                  <a:pt x="115751" y="236860"/>
                </a:lnTo>
                <a:lnTo>
                  <a:pt x="0" y="101910"/>
                </a:lnTo>
                <a:close/>
                <a:moveTo>
                  <a:pt x="0" y="101910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64301C-88D4-4850-B955-FC1FC783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75" y="5402907"/>
            <a:ext cx="270793" cy="240655"/>
          </a:xfrm>
          <a:custGeom xmlns:a="http://schemas.openxmlformats.org/drawingml/2006/main">
            <a:pathLst>
              <a:path w="270793" h="240655">
                <a:moveTo>
                  <a:pt x="270793" y="170334"/>
                </a:moveTo>
                <a:lnTo>
                  <a:pt x="53913" y="240655"/>
                </a:lnTo>
                <a:lnTo>
                  <a:pt x="0" y="59717"/>
                </a:lnTo>
                <a:lnTo>
                  <a:pt x="219894" y="0"/>
                </a:lnTo>
                <a:lnTo>
                  <a:pt x="270793" y="170334"/>
                </a:lnTo>
                <a:close/>
                <a:moveTo>
                  <a:pt x="270793" y="170334"/>
                </a:moveTo>
              </a:path>
            </a:pathLst>
          </a:custGeom>
          <a:solidFill xmlns:a="http://schemas.openxmlformats.org/drawingml/2006/main">
            <a:srgbClr val="C65D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9B500-FA17-46BD-A45E-A00461BB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095" y="3847579"/>
            <a:ext cx="221345" cy="206053"/>
          </a:xfrm>
          <a:custGeom xmlns:a="http://schemas.openxmlformats.org/drawingml/2006/main">
            <a:pathLst>
              <a:path w="221345" h="206053">
                <a:moveTo>
                  <a:pt x="0" y="29580"/>
                </a:moveTo>
                <a:lnTo>
                  <a:pt x="198016" y="0"/>
                </a:lnTo>
                <a:lnTo>
                  <a:pt x="221345" y="185849"/>
                </a:lnTo>
                <a:lnTo>
                  <a:pt x="22101" y="206053"/>
                </a:lnTo>
                <a:lnTo>
                  <a:pt x="0" y="29580"/>
                </a:lnTo>
                <a:close/>
                <a:moveTo>
                  <a:pt x="0" y="29580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30C2C-5A46-49B7-A41F-8A9D63E9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418" y="169887"/>
            <a:ext cx="2902" cy="540246"/>
          </a:xfrm>
          <a:custGeom xmlns:a="http://schemas.openxmlformats.org/drawingml/2006/main">
            <a:pathLst>
              <a:path w="2902" h="540246" fill="none">
                <a:moveTo>
                  <a:pt x="2902" y="540246"/>
                </a:moveTo>
                <a:lnTo>
                  <a:pt x="2009" y="360201"/>
                </a:lnTo>
                <a:lnTo>
                  <a:pt x="1005" y="1801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ECDB6-A5F4-45E5-ACFE-7E6A0F77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320" y="710133"/>
            <a:ext cx="11832" cy="10"/>
          </a:xfrm>
          <a:custGeom xmlns:a="http://schemas.openxmlformats.org/drawingml/2006/main">
            <a:pathLst>
              <a:path w="11832" h="1" fill="none">
                <a:moveTo>
                  <a:pt x="0" y="0"/>
                </a:moveTo>
                <a:lnTo>
                  <a:pt x="11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89C41-236F-4E94-B46B-33530566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428" y="530089"/>
            <a:ext cx="12390" cy="10"/>
          </a:xfrm>
          <a:custGeom xmlns:a="http://schemas.openxmlformats.org/drawingml/2006/main">
            <a:pathLst>
              <a:path w="12390" h="1" fill="none">
                <a:moveTo>
                  <a:pt x="0" y="0"/>
                </a:moveTo>
                <a:lnTo>
                  <a:pt x="123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1F841-994E-4B15-9012-9689FF51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423" y="350044"/>
            <a:ext cx="12948" cy="10"/>
          </a:xfrm>
          <a:custGeom xmlns:a="http://schemas.openxmlformats.org/drawingml/2006/main">
            <a:pathLst>
              <a:path w="12948" h="1" fill="none">
                <a:moveTo>
                  <a:pt x="0" y="0"/>
                </a:moveTo>
                <a:lnTo>
                  <a:pt x="129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B9B50-EC65-4BB3-8199-39A01929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418" y="169776"/>
            <a:ext cx="13618" cy="112"/>
          </a:xfrm>
          <a:custGeom xmlns:a="http://schemas.openxmlformats.org/drawingml/2006/main">
            <a:pathLst>
              <a:path w="13618" h="112" fill="none">
                <a:moveTo>
                  <a:pt x="0" y="112"/>
                </a:moveTo>
                <a:lnTo>
                  <a:pt x="136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72" cap="flat">
            <a:solidFill>
              <a:srgbClr val="BDBDBD"/>
            </a:solidFill>
            <a:round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91391-5F0B-407F-A741-30288BAD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640631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7D645-370E-4DC8-9B1D-1F9F53A1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460566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AFCAA-A711-4295-AFB2-4899A8FF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72" y="581563"/>
            <a:ext cx="20985" cy="21878"/>
          </a:xfrm>
          <a:custGeom xmlns:a="http://schemas.openxmlformats.org/drawingml/2006/main">
            <a:pathLst>
              <a:path w="20985" h="21878">
                <a:moveTo>
                  <a:pt x="0" y="0"/>
                </a:moveTo>
                <a:lnTo>
                  <a:pt x="20985" y="0"/>
                </a:lnTo>
                <a:lnTo>
                  <a:pt x="20985" y="21878"/>
                </a:lnTo>
                <a:lnTo>
                  <a:pt x="0" y="2187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2410A-DB7B-41B6-9409-86EA31E7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856" y="460120"/>
            <a:ext cx="98673" cy="143321"/>
          </a:xfrm>
          <a:custGeom xmlns:a="http://schemas.openxmlformats.org/drawingml/2006/main">
            <a:pathLst>
              <a:path w="98673" h="143321">
                <a:moveTo>
                  <a:pt x="0" y="143321"/>
                </a:moveTo>
                <a:cubicBezTo>
                  <a:pt x="893" y="125016"/>
                  <a:pt x="5358" y="116086"/>
                  <a:pt x="7590" y="111175"/>
                </a:cubicBezTo>
                <a:cubicBezTo>
                  <a:pt x="14288" y="97334"/>
                  <a:pt x="27236" y="90190"/>
                  <a:pt x="33486" y="86618"/>
                </a:cubicBezTo>
                <a:lnTo>
                  <a:pt x="52685" y="75009"/>
                </a:lnTo>
                <a:cubicBezTo>
                  <a:pt x="65633" y="67866"/>
                  <a:pt x="69205" y="64294"/>
                  <a:pt x="70991" y="62508"/>
                </a:cubicBezTo>
                <a:cubicBezTo>
                  <a:pt x="79028" y="54025"/>
                  <a:pt x="79028" y="47327"/>
                  <a:pt x="79028" y="43309"/>
                </a:cubicBezTo>
                <a:cubicBezTo>
                  <a:pt x="79028" y="31254"/>
                  <a:pt x="74116" y="26343"/>
                  <a:pt x="71438" y="23664"/>
                </a:cubicBezTo>
                <a:cubicBezTo>
                  <a:pt x="64294" y="16520"/>
                  <a:pt x="55811" y="16520"/>
                  <a:pt x="51792" y="16520"/>
                </a:cubicBezTo>
                <a:cubicBezTo>
                  <a:pt x="33040" y="16520"/>
                  <a:pt x="28129" y="25896"/>
                  <a:pt x="25896" y="30361"/>
                </a:cubicBezTo>
                <a:cubicBezTo>
                  <a:pt x="22324" y="37951"/>
                  <a:pt x="21878" y="46881"/>
                  <a:pt x="21878" y="50899"/>
                </a:cubicBezTo>
                <a:lnTo>
                  <a:pt x="3572" y="50899"/>
                </a:lnTo>
                <a:cubicBezTo>
                  <a:pt x="3572" y="32593"/>
                  <a:pt x="8483" y="24557"/>
                  <a:pt x="10716" y="20538"/>
                </a:cubicBezTo>
                <a:cubicBezTo>
                  <a:pt x="22324" y="0"/>
                  <a:pt x="41970" y="0"/>
                  <a:pt x="51792" y="0"/>
                </a:cubicBezTo>
                <a:cubicBezTo>
                  <a:pt x="76349" y="0"/>
                  <a:pt x="83939" y="8930"/>
                  <a:pt x="87511" y="13395"/>
                </a:cubicBezTo>
                <a:cubicBezTo>
                  <a:pt x="98673" y="26343"/>
                  <a:pt x="98673" y="37505"/>
                  <a:pt x="98673" y="42862"/>
                </a:cubicBezTo>
                <a:cubicBezTo>
                  <a:pt x="98673" y="59829"/>
                  <a:pt x="91083" y="67866"/>
                  <a:pt x="86618" y="72330"/>
                </a:cubicBezTo>
                <a:cubicBezTo>
                  <a:pt x="79921" y="79474"/>
                  <a:pt x="67866" y="85725"/>
                  <a:pt x="62061" y="89297"/>
                </a:cubicBezTo>
                <a:lnTo>
                  <a:pt x="48220" y="96887"/>
                </a:lnTo>
                <a:cubicBezTo>
                  <a:pt x="38398" y="102245"/>
                  <a:pt x="34826" y="105370"/>
                  <a:pt x="32593" y="107156"/>
                </a:cubicBezTo>
                <a:cubicBezTo>
                  <a:pt x="22771" y="116086"/>
                  <a:pt x="20985" y="122783"/>
                  <a:pt x="20092" y="126355"/>
                </a:cubicBezTo>
                <a:lnTo>
                  <a:pt x="98227" y="126355"/>
                </a:lnTo>
                <a:lnTo>
                  <a:pt x="98227" y="143321"/>
                </a:lnTo>
                <a:lnTo>
                  <a:pt x="0" y="143321"/>
                </a:lnTo>
                <a:close/>
                <a:moveTo>
                  <a:pt x="0" y="143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F35D0-9711-4C6F-B7E8-666D6A60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280501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6392B-1041-40CB-B938-B00F2A54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72" y="401499"/>
            <a:ext cx="20985" cy="21878"/>
          </a:xfrm>
          <a:custGeom xmlns:a="http://schemas.openxmlformats.org/drawingml/2006/main">
            <a:pathLst>
              <a:path w="20985" h="21878">
                <a:moveTo>
                  <a:pt x="0" y="0"/>
                </a:moveTo>
                <a:lnTo>
                  <a:pt x="20985" y="0"/>
                </a:lnTo>
                <a:lnTo>
                  <a:pt x="20985" y="21878"/>
                </a:lnTo>
                <a:lnTo>
                  <a:pt x="0" y="2187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CE9C8-FA88-4EB6-9347-BAAEA953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517" y="280055"/>
            <a:ext cx="101798" cy="143321"/>
          </a:xfrm>
          <a:custGeom xmlns:a="http://schemas.openxmlformats.org/drawingml/2006/main">
            <a:pathLst>
              <a:path w="101798" h="143321">
                <a:moveTo>
                  <a:pt x="62508" y="92869"/>
                </a:moveTo>
                <a:lnTo>
                  <a:pt x="62508" y="28129"/>
                </a:lnTo>
                <a:lnTo>
                  <a:pt x="16966" y="92869"/>
                </a:lnTo>
                <a:lnTo>
                  <a:pt x="62508" y="92869"/>
                </a:lnTo>
                <a:close/>
                <a:moveTo>
                  <a:pt x="62954" y="143321"/>
                </a:moveTo>
                <a:lnTo>
                  <a:pt x="62954" y="108496"/>
                </a:lnTo>
                <a:lnTo>
                  <a:pt x="0" y="108496"/>
                </a:lnTo>
                <a:lnTo>
                  <a:pt x="0" y="91083"/>
                </a:lnTo>
                <a:lnTo>
                  <a:pt x="65633" y="0"/>
                </a:lnTo>
                <a:lnTo>
                  <a:pt x="80814" y="0"/>
                </a:lnTo>
                <a:lnTo>
                  <a:pt x="80814" y="92869"/>
                </a:lnTo>
                <a:lnTo>
                  <a:pt x="101798" y="92869"/>
                </a:lnTo>
                <a:lnTo>
                  <a:pt x="101798" y="108496"/>
                </a:lnTo>
                <a:lnTo>
                  <a:pt x="80814" y="108496"/>
                </a:lnTo>
                <a:lnTo>
                  <a:pt x="80814" y="143321"/>
                </a:lnTo>
                <a:lnTo>
                  <a:pt x="62954" y="143321"/>
                </a:lnTo>
                <a:close/>
                <a:moveTo>
                  <a:pt x="62954" y="143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CDEDA-90DF-46C6-AE79-C17BBF50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318" y="100437"/>
            <a:ext cx="98673" cy="146893"/>
          </a:xfrm>
          <a:custGeom xmlns:a="http://schemas.openxmlformats.org/drawingml/2006/main">
            <a:pathLst>
              <a:path w="98673" h="146893">
                <a:moveTo>
                  <a:pt x="49113" y="0"/>
                </a:moveTo>
                <a:cubicBezTo>
                  <a:pt x="76795" y="0"/>
                  <a:pt x="84832" y="15180"/>
                  <a:pt x="88850" y="22771"/>
                </a:cubicBezTo>
                <a:cubicBezTo>
                  <a:pt x="98673" y="40630"/>
                  <a:pt x="98673" y="61168"/>
                  <a:pt x="98673" y="71438"/>
                </a:cubicBezTo>
                <a:cubicBezTo>
                  <a:pt x="98673" y="100459"/>
                  <a:pt x="92869" y="113407"/>
                  <a:pt x="90190" y="119658"/>
                </a:cubicBezTo>
                <a:cubicBezTo>
                  <a:pt x="77242" y="146893"/>
                  <a:pt x="58489" y="146893"/>
                  <a:pt x="49113" y="146893"/>
                </a:cubicBezTo>
                <a:cubicBezTo>
                  <a:pt x="23217" y="146893"/>
                  <a:pt x="14734" y="132159"/>
                  <a:pt x="10716" y="124569"/>
                </a:cubicBezTo>
                <a:cubicBezTo>
                  <a:pt x="0" y="105817"/>
                  <a:pt x="0" y="84832"/>
                  <a:pt x="0" y="74563"/>
                </a:cubicBezTo>
                <a:cubicBezTo>
                  <a:pt x="0" y="50006"/>
                  <a:pt x="4018" y="38398"/>
                  <a:pt x="6251" y="32593"/>
                </a:cubicBezTo>
                <a:cubicBezTo>
                  <a:pt x="18306" y="0"/>
                  <a:pt x="38844" y="0"/>
                  <a:pt x="49113" y="0"/>
                </a:cubicBezTo>
                <a:close/>
                <a:moveTo>
                  <a:pt x="48667" y="130373"/>
                </a:moveTo>
                <a:cubicBezTo>
                  <a:pt x="62508" y="130373"/>
                  <a:pt x="68312" y="122337"/>
                  <a:pt x="70991" y="118318"/>
                </a:cubicBezTo>
                <a:cubicBezTo>
                  <a:pt x="79028" y="105817"/>
                  <a:pt x="79028" y="83046"/>
                  <a:pt x="79028" y="71884"/>
                </a:cubicBezTo>
                <a:cubicBezTo>
                  <a:pt x="79028" y="47774"/>
                  <a:pt x="75456" y="37058"/>
                  <a:pt x="73223" y="31700"/>
                </a:cubicBezTo>
                <a:cubicBezTo>
                  <a:pt x="67419" y="16073"/>
                  <a:pt x="55811" y="16073"/>
                  <a:pt x="50006" y="16073"/>
                </a:cubicBezTo>
                <a:cubicBezTo>
                  <a:pt x="34379" y="16073"/>
                  <a:pt x="29468" y="25896"/>
                  <a:pt x="26789" y="30807"/>
                </a:cubicBezTo>
                <a:cubicBezTo>
                  <a:pt x="19645" y="45988"/>
                  <a:pt x="19645" y="65187"/>
                  <a:pt x="19645" y="75009"/>
                </a:cubicBezTo>
                <a:cubicBezTo>
                  <a:pt x="19645" y="96887"/>
                  <a:pt x="22771" y="105817"/>
                  <a:pt x="24110" y="110282"/>
                </a:cubicBezTo>
                <a:cubicBezTo>
                  <a:pt x="31254" y="130373"/>
                  <a:pt x="42862" y="130373"/>
                  <a:pt x="48667" y="130373"/>
                </a:cubicBezTo>
                <a:close/>
                <a:moveTo>
                  <a:pt x="48667" y="1303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60511-5A31-4AF0-BC23-B093CF19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72" y="221434"/>
            <a:ext cx="20985" cy="21878"/>
          </a:xfrm>
          <a:custGeom xmlns:a="http://schemas.openxmlformats.org/drawingml/2006/main">
            <a:pathLst>
              <a:path w="20985" h="21878">
                <a:moveTo>
                  <a:pt x="0" y="0"/>
                </a:moveTo>
                <a:lnTo>
                  <a:pt x="20985" y="0"/>
                </a:lnTo>
                <a:lnTo>
                  <a:pt x="20985" y="21878"/>
                </a:lnTo>
                <a:lnTo>
                  <a:pt x="0" y="2187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CB4AA-B9DD-4072-843F-8F19B076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96" y="99544"/>
            <a:ext cx="98227" cy="147786"/>
          </a:xfrm>
          <a:custGeom xmlns:a="http://schemas.openxmlformats.org/drawingml/2006/main">
            <a:pathLst>
              <a:path w="98227" h="147786">
                <a:moveTo>
                  <a:pt x="52239" y="0"/>
                </a:moveTo>
                <a:cubicBezTo>
                  <a:pt x="75902" y="0"/>
                  <a:pt x="82600" y="8483"/>
                  <a:pt x="85279" y="12502"/>
                </a:cubicBezTo>
                <a:cubicBezTo>
                  <a:pt x="94655" y="25003"/>
                  <a:pt x="94655" y="33933"/>
                  <a:pt x="94655" y="38398"/>
                </a:cubicBezTo>
                <a:lnTo>
                  <a:pt x="77242" y="38398"/>
                </a:lnTo>
                <a:cubicBezTo>
                  <a:pt x="75456" y="29914"/>
                  <a:pt x="73223" y="26789"/>
                  <a:pt x="72330" y="25003"/>
                </a:cubicBezTo>
                <a:cubicBezTo>
                  <a:pt x="65633" y="16073"/>
                  <a:pt x="56704" y="16073"/>
                  <a:pt x="52239" y="16073"/>
                </a:cubicBezTo>
                <a:cubicBezTo>
                  <a:pt x="37505" y="16073"/>
                  <a:pt x="31254" y="25450"/>
                  <a:pt x="28575" y="29914"/>
                </a:cubicBezTo>
                <a:cubicBezTo>
                  <a:pt x="19645" y="43755"/>
                  <a:pt x="19199" y="61168"/>
                  <a:pt x="18752" y="70098"/>
                </a:cubicBezTo>
                <a:cubicBezTo>
                  <a:pt x="24557" y="60722"/>
                  <a:pt x="31254" y="58043"/>
                  <a:pt x="33933" y="56257"/>
                </a:cubicBezTo>
                <a:cubicBezTo>
                  <a:pt x="42862" y="52239"/>
                  <a:pt x="50006" y="52239"/>
                  <a:pt x="53132" y="52239"/>
                </a:cubicBezTo>
                <a:cubicBezTo>
                  <a:pt x="71438" y="52239"/>
                  <a:pt x="79921" y="59829"/>
                  <a:pt x="84832" y="63847"/>
                </a:cubicBezTo>
                <a:cubicBezTo>
                  <a:pt x="98227" y="75456"/>
                  <a:pt x="98227" y="90190"/>
                  <a:pt x="98227" y="97780"/>
                </a:cubicBezTo>
                <a:cubicBezTo>
                  <a:pt x="98227" y="117425"/>
                  <a:pt x="89743" y="127695"/>
                  <a:pt x="85279" y="132606"/>
                </a:cubicBezTo>
                <a:cubicBezTo>
                  <a:pt x="72777" y="147786"/>
                  <a:pt x="57150" y="147786"/>
                  <a:pt x="49113" y="147786"/>
                </a:cubicBezTo>
                <a:cubicBezTo>
                  <a:pt x="29021" y="147786"/>
                  <a:pt x="19199" y="137517"/>
                  <a:pt x="14288" y="132159"/>
                </a:cubicBezTo>
                <a:cubicBezTo>
                  <a:pt x="0" y="116979"/>
                  <a:pt x="0" y="92869"/>
                  <a:pt x="0" y="80814"/>
                </a:cubicBezTo>
                <a:cubicBezTo>
                  <a:pt x="0" y="54471"/>
                  <a:pt x="4465" y="41970"/>
                  <a:pt x="6697" y="35719"/>
                </a:cubicBezTo>
                <a:cubicBezTo>
                  <a:pt x="19199" y="0"/>
                  <a:pt x="41077" y="0"/>
                  <a:pt x="52239" y="0"/>
                </a:cubicBezTo>
                <a:close/>
                <a:moveTo>
                  <a:pt x="50899" y="131713"/>
                </a:moveTo>
                <a:cubicBezTo>
                  <a:pt x="65187" y="131713"/>
                  <a:pt x="69652" y="125016"/>
                  <a:pt x="71884" y="121890"/>
                </a:cubicBezTo>
                <a:cubicBezTo>
                  <a:pt x="79028" y="112514"/>
                  <a:pt x="79028" y="104031"/>
                  <a:pt x="79028" y="99566"/>
                </a:cubicBezTo>
                <a:cubicBezTo>
                  <a:pt x="79028" y="88404"/>
                  <a:pt x="75009" y="82153"/>
                  <a:pt x="72777" y="78581"/>
                </a:cubicBezTo>
                <a:cubicBezTo>
                  <a:pt x="66526" y="68759"/>
                  <a:pt x="55364" y="68759"/>
                  <a:pt x="50006" y="68759"/>
                </a:cubicBezTo>
                <a:cubicBezTo>
                  <a:pt x="38398" y="68759"/>
                  <a:pt x="32593" y="73670"/>
                  <a:pt x="29468" y="76349"/>
                </a:cubicBezTo>
                <a:cubicBezTo>
                  <a:pt x="20985" y="83939"/>
                  <a:pt x="20985" y="94208"/>
                  <a:pt x="20985" y="99566"/>
                </a:cubicBezTo>
                <a:cubicBezTo>
                  <a:pt x="20985" y="112961"/>
                  <a:pt x="26343" y="119211"/>
                  <a:pt x="29021" y="122337"/>
                </a:cubicBezTo>
                <a:cubicBezTo>
                  <a:pt x="36612" y="131713"/>
                  <a:pt x="45988" y="131713"/>
                  <a:pt x="50899" y="131713"/>
                </a:cubicBezTo>
                <a:close/>
                <a:moveTo>
                  <a:pt x="50899" y="1317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BB56C-8B1E-4E7A-BE5A-6D932B5D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167" y="2587810"/>
            <a:ext cx="156716" cy="197793"/>
          </a:xfrm>
          <a:custGeom xmlns:a="http://schemas.openxmlformats.org/drawingml/2006/main">
            <a:pathLst>
              <a:path w="156716" h="197793">
                <a:moveTo>
                  <a:pt x="0" y="0"/>
                </a:moveTo>
                <a:lnTo>
                  <a:pt x="0" y="197793"/>
                </a:lnTo>
                <a:lnTo>
                  <a:pt x="26343" y="197793"/>
                </a:lnTo>
                <a:lnTo>
                  <a:pt x="26343" y="107156"/>
                </a:lnTo>
                <a:lnTo>
                  <a:pt x="130373" y="107156"/>
                </a:lnTo>
                <a:lnTo>
                  <a:pt x="130373" y="197793"/>
                </a:lnTo>
                <a:lnTo>
                  <a:pt x="156716" y="197793"/>
                </a:lnTo>
                <a:lnTo>
                  <a:pt x="156716" y="0"/>
                </a:lnTo>
                <a:lnTo>
                  <a:pt x="130373" y="0"/>
                </a:lnTo>
                <a:lnTo>
                  <a:pt x="130373" y="85279"/>
                </a:lnTo>
                <a:lnTo>
                  <a:pt x="26343" y="85279"/>
                </a:lnTo>
                <a:lnTo>
                  <a:pt x="26343" y="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308F1-2CC0-4CD6-A2F4-CFEFEBE8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167" y="1832681"/>
            <a:ext cx="131266" cy="197793"/>
          </a:xfrm>
          <a:custGeom xmlns:a="http://schemas.openxmlformats.org/drawingml/2006/main">
            <a:pathLst>
              <a:path w="131266" h="197793">
                <a:moveTo>
                  <a:pt x="0" y="0"/>
                </a:moveTo>
                <a:lnTo>
                  <a:pt x="0" y="197793"/>
                </a:lnTo>
                <a:lnTo>
                  <a:pt x="131266" y="197793"/>
                </a:lnTo>
                <a:lnTo>
                  <a:pt x="131266" y="175468"/>
                </a:lnTo>
                <a:lnTo>
                  <a:pt x="26343" y="175468"/>
                </a:lnTo>
                <a:lnTo>
                  <a:pt x="26343" y="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584E3-D2A8-4678-AA9F-B5512AE7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39" y="1832681"/>
            <a:ext cx="183059" cy="197793"/>
          </a:xfrm>
          <a:custGeom xmlns:a="http://schemas.openxmlformats.org/drawingml/2006/main">
            <a:pathLst>
              <a:path w="183059" h="197793">
                <a:moveTo>
                  <a:pt x="57150" y="116086"/>
                </a:moveTo>
                <a:lnTo>
                  <a:pt x="90636" y="24110"/>
                </a:lnTo>
                <a:lnTo>
                  <a:pt x="91083" y="24110"/>
                </a:lnTo>
                <a:lnTo>
                  <a:pt x="124123" y="116086"/>
                </a:lnTo>
                <a:lnTo>
                  <a:pt x="57150" y="116086"/>
                </a:lnTo>
                <a:close/>
                <a:moveTo>
                  <a:pt x="76795" y="0"/>
                </a:moveTo>
                <a:lnTo>
                  <a:pt x="0" y="197793"/>
                </a:lnTo>
                <a:lnTo>
                  <a:pt x="26789" y="197793"/>
                </a:lnTo>
                <a:lnTo>
                  <a:pt x="49113" y="138410"/>
                </a:lnTo>
                <a:lnTo>
                  <a:pt x="132606" y="138410"/>
                </a:lnTo>
                <a:lnTo>
                  <a:pt x="154037" y="197793"/>
                </a:lnTo>
                <a:lnTo>
                  <a:pt x="183059" y="197793"/>
                </a:lnTo>
                <a:lnTo>
                  <a:pt x="105817" y="0"/>
                </a:lnTo>
                <a:lnTo>
                  <a:pt x="76795" y="0"/>
                </a:lnTo>
                <a:close/>
                <a:moveTo>
                  <a:pt x="767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13290-D1F4-4F90-AFF2-F5673C00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005" y="1073088"/>
            <a:ext cx="158948" cy="206722"/>
          </a:xfrm>
          <a:custGeom xmlns:a="http://schemas.openxmlformats.org/drawingml/2006/main">
            <a:pathLst>
              <a:path w="158948" h="206722">
                <a:moveTo>
                  <a:pt x="125462" y="62508"/>
                </a:moveTo>
                <a:lnTo>
                  <a:pt x="150465" y="62508"/>
                </a:lnTo>
                <a:cubicBezTo>
                  <a:pt x="150019" y="45988"/>
                  <a:pt x="146000" y="38398"/>
                  <a:pt x="144214" y="34379"/>
                </a:cubicBezTo>
                <a:cubicBezTo>
                  <a:pt x="138857" y="22771"/>
                  <a:pt x="132159" y="17413"/>
                  <a:pt x="128588" y="14734"/>
                </a:cubicBezTo>
                <a:cubicBezTo>
                  <a:pt x="119211" y="7144"/>
                  <a:pt x="110282" y="4911"/>
                  <a:pt x="105817" y="3572"/>
                </a:cubicBezTo>
                <a:cubicBezTo>
                  <a:pt x="92869" y="0"/>
                  <a:pt x="82600" y="0"/>
                  <a:pt x="77688" y="0"/>
                </a:cubicBezTo>
                <a:cubicBezTo>
                  <a:pt x="64294" y="0"/>
                  <a:pt x="55811" y="2232"/>
                  <a:pt x="51346" y="3572"/>
                </a:cubicBezTo>
                <a:cubicBezTo>
                  <a:pt x="38398" y="6697"/>
                  <a:pt x="31700" y="11609"/>
                  <a:pt x="28129" y="13841"/>
                </a:cubicBezTo>
                <a:cubicBezTo>
                  <a:pt x="18306" y="20985"/>
                  <a:pt x="14288" y="28575"/>
                  <a:pt x="12055" y="32147"/>
                </a:cubicBezTo>
                <a:cubicBezTo>
                  <a:pt x="6251" y="42862"/>
                  <a:pt x="6251" y="52685"/>
                  <a:pt x="6251" y="57596"/>
                </a:cubicBezTo>
                <a:cubicBezTo>
                  <a:pt x="6251" y="71438"/>
                  <a:pt x="9823" y="77242"/>
                  <a:pt x="11162" y="80367"/>
                </a:cubicBezTo>
                <a:cubicBezTo>
                  <a:pt x="16966" y="89297"/>
                  <a:pt x="22771" y="93315"/>
                  <a:pt x="25896" y="95101"/>
                </a:cubicBezTo>
                <a:cubicBezTo>
                  <a:pt x="34826" y="100459"/>
                  <a:pt x="42416" y="103138"/>
                  <a:pt x="45988" y="104477"/>
                </a:cubicBezTo>
                <a:cubicBezTo>
                  <a:pt x="57596" y="107603"/>
                  <a:pt x="65187" y="109389"/>
                  <a:pt x="69205" y="110282"/>
                </a:cubicBezTo>
                <a:cubicBezTo>
                  <a:pt x="81260" y="112961"/>
                  <a:pt x="88404" y="114300"/>
                  <a:pt x="92422" y="115193"/>
                </a:cubicBezTo>
                <a:cubicBezTo>
                  <a:pt x="103584" y="117872"/>
                  <a:pt x="109389" y="120551"/>
                  <a:pt x="112514" y="121890"/>
                </a:cubicBezTo>
                <a:cubicBezTo>
                  <a:pt x="121890" y="125909"/>
                  <a:pt x="125462" y="130373"/>
                  <a:pt x="127248" y="132159"/>
                </a:cubicBezTo>
                <a:cubicBezTo>
                  <a:pt x="132606" y="138410"/>
                  <a:pt x="132606" y="145554"/>
                  <a:pt x="132606" y="148679"/>
                </a:cubicBezTo>
                <a:cubicBezTo>
                  <a:pt x="132606" y="159841"/>
                  <a:pt x="129480" y="164306"/>
                  <a:pt x="128141" y="166539"/>
                </a:cubicBezTo>
                <a:cubicBezTo>
                  <a:pt x="123676" y="173682"/>
                  <a:pt x="118765" y="176361"/>
                  <a:pt x="116532" y="177701"/>
                </a:cubicBezTo>
                <a:cubicBezTo>
                  <a:pt x="109389" y="181719"/>
                  <a:pt x="103138" y="182612"/>
                  <a:pt x="100012" y="183059"/>
                </a:cubicBezTo>
                <a:cubicBezTo>
                  <a:pt x="91529" y="184845"/>
                  <a:pt x="85279" y="184845"/>
                  <a:pt x="82600" y="184845"/>
                </a:cubicBezTo>
                <a:cubicBezTo>
                  <a:pt x="71438" y="184845"/>
                  <a:pt x="64294" y="183059"/>
                  <a:pt x="60722" y="182166"/>
                </a:cubicBezTo>
                <a:cubicBezTo>
                  <a:pt x="50453" y="179487"/>
                  <a:pt x="45095" y="175468"/>
                  <a:pt x="42416" y="173682"/>
                </a:cubicBezTo>
                <a:cubicBezTo>
                  <a:pt x="34379" y="167878"/>
                  <a:pt x="31254" y="161627"/>
                  <a:pt x="29468" y="158948"/>
                </a:cubicBezTo>
                <a:cubicBezTo>
                  <a:pt x="25003" y="149572"/>
                  <a:pt x="25003" y="141536"/>
                  <a:pt x="25003" y="137071"/>
                </a:cubicBezTo>
                <a:lnTo>
                  <a:pt x="0" y="137071"/>
                </a:lnTo>
                <a:cubicBezTo>
                  <a:pt x="0" y="155377"/>
                  <a:pt x="4018" y="163860"/>
                  <a:pt x="6251" y="168325"/>
                </a:cubicBezTo>
                <a:cubicBezTo>
                  <a:pt x="12948" y="181719"/>
                  <a:pt x="20538" y="187523"/>
                  <a:pt x="24110" y="190202"/>
                </a:cubicBezTo>
                <a:cubicBezTo>
                  <a:pt x="35272" y="198239"/>
                  <a:pt x="45095" y="201364"/>
                  <a:pt x="50006" y="202704"/>
                </a:cubicBezTo>
                <a:cubicBezTo>
                  <a:pt x="65187" y="206722"/>
                  <a:pt x="75902" y="206722"/>
                  <a:pt x="81707" y="206722"/>
                </a:cubicBezTo>
                <a:cubicBezTo>
                  <a:pt x="95101" y="206722"/>
                  <a:pt x="104477" y="204936"/>
                  <a:pt x="108942" y="203597"/>
                </a:cubicBezTo>
                <a:cubicBezTo>
                  <a:pt x="122783" y="200471"/>
                  <a:pt x="129927" y="195560"/>
                  <a:pt x="133499" y="193328"/>
                </a:cubicBezTo>
                <a:cubicBezTo>
                  <a:pt x="144661" y="186184"/>
                  <a:pt x="149572" y="178594"/>
                  <a:pt x="151805" y="175022"/>
                </a:cubicBezTo>
                <a:cubicBezTo>
                  <a:pt x="158948" y="163860"/>
                  <a:pt x="158948" y="153144"/>
                  <a:pt x="158948" y="147786"/>
                </a:cubicBezTo>
                <a:cubicBezTo>
                  <a:pt x="158948" y="133499"/>
                  <a:pt x="155377" y="126802"/>
                  <a:pt x="153144" y="123676"/>
                </a:cubicBezTo>
                <a:cubicBezTo>
                  <a:pt x="148233" y="113854"/>
                  <a:pt x="141982" y="109835"/>
                  <a:pt x="138857" y="107603"/>
                </a:cubicBezTo>
                <a:cubicBezTo>
                  <a:pt x="129927" y="101352"/>
                  <a:pt x="122337" y="98673"/>
                  <a:pt x="118765" y="97780"/>
                </a:cubicBezTo>
                <a:cubicBezTo>
                  <a:pt x="107156" y="93762"/>
                  <a:pt x="99566" y="91976"/>
                  <a:pt x="95548" y="91083"/>
                </a:cubicBezTo>
                <a:cubicBezTo>
                  <a:pt x="83939" y="88404"/>
                  <a:pt x="75902" y="86618"/>
                  <a:pt x="72330" y="86171"/>
                </a:cubicBezTo>
                <a:cubicBezTo>
                  <a:pt x="61168" y="83493"/>
                  <a:pt x="54918" y="81260"/>
                  <a:pt x="51792" y="79921"/>
                </a:cubicBezTo>
                <a:cubicBezTo>
                  <a:pt x="43309" y="76349"/>
                  <a:pt x="39737" y="72777"/>
                  <a:pt x="37505" y="70991"/>
                </a:cubicBezTo>
                <a:cubicBezTo>
                  <a:pt x="32147" y="64740"/>
                  <a:pt x="32147" y="58936"/>
                  <a:pt x="32147" y="55811"/>
                </a:cubicBezTo>
                <a:cubicBezTo>
                  <a:pt x="32147" y="45988"/>
                  <a:pt x="34826" y="41970"/>
                  <a:pt x="36165" y="39737"/>
                </a:cubicBezTo>
                <a:cubicBezTo>
                  <a:pt x="39737" y="33040"/>
                  <a:pt x="44202" y="30807"/>
                  <a:pt x="45988" y="29468"/>
                </a:cubicBezTo>
                <a:cubicBezTo>
                  <a:pt x="52239" y="25450"/>
                  <a:pt x="57596" y="24110"/>
                  <a:pt x="60275" y="23664"/>
                </a:cubicBezTo>
                <a:cubicBezTo>
                  <a:pt x="68312" y="21878"/>
                  <a:pt x="73670" y="21878"/>
                  <a:pt x="76795" y="21878"/>
                </a:cubicBezTo>
                <a:cubicBezTo>
                  <a:pt x="97334" y="21878"/>
                  <a:pt x="105817" y="28575"/>
                  <a:pt x="110282" y="31700"/>
                </a:cubicBezTo>
                <a:cubicBezTo>
                  <a:pt x="123230" y="41077"/>
                  <a:pt x="125016" y="55364"/>
                  <a:pt x="125462" y="62508"/>
                </a:cubicBezTo>
                <a:close/>
                <a:moveTo>
                  <a:pt x="125462" y="625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9F517-5628-4EAB-9591-FF64958F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438" y="1077553"/>
            <a:ext cx="131266" cy="197793"/>
          </a:xfrm>
          <a:custGeom xmlns:a="http://schemas.openxmlformats.org/drawingml/2006/main">
            <a:pathLst>
              <a:path w="131266" h="197793">
                <a:moveTo>
                  <a:pt x="0" y="0"/>
                </a:moveTo>
                <a:lnTo>
                  <a:pt x="0" y="197793"/>
                </a:lnTo>
                <a:lnTo>
                  <a:pt x="131266" y="197793"/>
                </a:lnTo>
                <a:lnTo>
                  <a:pt x="131266" y="175468"/>
                </a:lnTo>
                <a:lnTo>
                  <a:pt x="26343" y="175468"/>
                </a:lnTo>
                <a:lnTo>
                  <a:pt x="26343" y="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27644-1FCC-4AC2-9A88-D963EB38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209" y="1077553"/>
            <a:ext cx="183059" cy="197793"/>
          </a:xfrm>
          <a:custGeom xmlns:a="http://schemas.openxmlformats.org/drawingml/2006/main">
            <a:pathLst>
              <a:path w="183059" h="197793">
                <a:moveTo>
                  <a:pt x="57150" y="116086"/>
                </a:moveTo>
                <a:lnTo>
                  <a:pt x="90636" y="24110"/>
                </a:lnTo>
                <a:lnTo>
                  <a:pt x="91083" y="24110"/>
                </a:lnTo>
                <a:lnTo>
                  <a:pt x="124123" y="116086"/>
                </a:lnTo>
                <a:lnTo>
                  <a:pt x="57150" y="116086"/>
                </a:lnTo>
                <a:close/>
                <a:moveTo>
                  <a:pt x="76795" y="0"/>
                </a:moveTo>
                <a:lnTo>
                  <a:pt x="0" y="197793"/>
                </a:lnTo>
                <a:lnTo>
                  <a:pt x="26789" y="197793"/>
                </a:lnTo>
                <a:lnTo>
                  <a:pt x="49113" y="138410"/>
                </a:lnTo>
                <a:lnTo>
                  <a:pt x="132606" y="138410"/>
                </a:lnTo>
                <a:lnTo>
                  <a:pt x="154037" y="197793"/>
                </a:lnTo>
                <a:lnTo>
                  <a:pt x="183059" y="197793"/>
                </a:lnTo>
                <a:lnTo>
                  <a:pt x="105817" y="0"/>
                </a:lnTo>
                <a:lnTo>
                  <a:pt x="76795" y="0"/>
                </a:lnTo>
                <a:close/>
                <a:moveTo>
                  <a:pt x="767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4A93DC-C52A-4FCE-9715-EC261790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567" y="322424"/>
            <a:ext cx="131266" cy="197793"/>
          </a:xfrm>
          <a:custGeom xmlns:a="http://schemas.openxmlformats.org/drawingml/2006/main">
            <a:pathLst>
              <a:path w="131266" h="197793">
                <a:moveTo>
                  <a:pt x="0" y="0"/>
                </a:moveTo>
                <a:lnTo>
                  <a:pt x="0" y="197793"/>
                </a:lnTo>
                <a:lnTo>
                  <a:pt x="131266" y="197793"/>
                </a:lnTo>
                <a:lnTo>
                  <a:pt x="131266" y="175468"/>
                </a:lnTo>
                <a:lnTo>
                  <a:pt x="26343" y="175468"/>
                </a:lnTo>
                <a:lnTo>
                  <a:pt x="26343" y="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904F4-29D9-4D7C-8A93-6C7AAB0B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385" y="322424"/>
            <a:ext cx="157609" cy="197793"/>
          </a:xfrm>
          <a:custGeom xmlns:a="http://schemas.openxmlformats.org/drawingml/2006/main">
            <a:pathLst>
              <a:path w="157609" h="197793">
                <a:moveTo>
                  <a:pt x="0" y="0"/>
                </a:moveTo>
                <a:lnTo>
                  <a:pt x="0" y="197793"/>
                </a:lnTo>
                <a:lnTo>
                  <a:pt x="25003" y="197793"/>
                </a:lnTo>
                <a:lnTo>
                  <a:pt x="25003" y="39291"/>
                </a:lnTo>
                <a:lnTo>
                  <a:pt x="25450" y="39291"/>
                </a:lnTo>
                <a:lnTo>
                  <a:pt x="128588" y="197793"/>
                </a:lnTo>
                <a:lnTo>
                  <a:pt x="157609" y="197793"/>
                </a:lnTo>
                <a:lnTo>
                  <a:pt x="157609" y="0"/>
                </a:lnTo>
                <a:lnTo>
                  <a:pt x="132606" y="0"/>
                </a:lnTo>
                <a:lnTo>
                  <a:pt x="132606" y="160288"/>
                </a:lnTo>
                <a:lnTo>
                  <a:pt x="131713" y="160288"/>
                </a:lnTo>
                <a:lnTo>
                  <a:pt x="27682" y="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DB7116-FB77-4061-A678-A1946013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4967" y="3027052"/>
            <a:ext cx="1893987" cy="5745473"/>
          </a:xfrm>
          <a:custGeom xmlns:a="http://schemas.openxmlformats.org/drawingml/2006/main">
            <a:pathLst>
              <a:path w="1893987" h="5745473">
                <a:moveTo>
                  <a:pt x="1893987" y="0"/>
                </a:moveTo>
                <a:lnTo>
                  <a:pt x="0" y="0"/>
                </a:lnTo>
                <a:lnTo>
                  <a:pt x="0" y="5745473"/>
                </a:lnTo>
                <a:lnTo>
                  <a:pt x="1893987" y="5745473"/>
                </a:lnTo>
                <a:lnTo>
                  <a:pt x="189398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24EC0-B803-42B7-9EF0-2B74C5F2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4967" y="3027052"/>
            <a:ext cx="1893987" cy="5743798"/>
          </a:xfrm>
          <a:custGeom xmlns:a="http://schemas.openxmlformats.org/drawingml/2006/main">
            <a:pathLst>
              <a:path w="1893987" h="5743798">
                <a:moveTo>
                  <a:pt x="1893987" y="5743798"/>
                </a:moveTo>
                <a:lnTo>
                  <a:pt x="1893987" y="0"/>
                </a:lnTo>
                <a:lnTo>
                  <a:pt x="0" y="0"/>
                </a:lnTo>
                <a:lnTo>
                  <a:pt x="0" y="5743798"/>
                </a:lnTo>
                <a:lnTo>
                  <a:pt x="1893987" y="574379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22669-112A-4ECE-91A5-B398D48C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3027052"/>
            <a:ext cx="236079" cy="2456"/>
          </a:xfrm>
          <a:custGeom xmlns:a="http://schemas.openxmlformats.org/drawingml/2006/main">
            <a:pathLst>
              <a:path w="236079" h="2456">
                <a:moveTo>
                  <a:pt x="236079" y="0"/>
                </a:moveTo>
                <a:lnTo>
                  <a:pt x="0" y="0"/>
                </a:lnTo>
                <a:lnTo>
                  <a:pt x="0" y="2456"/>
                </a:lnTo>
                <a:lnTo>
                  <a:pt x="236079" y="2456"/>
                </a:lnTo>
                <a:lnTo>
                  <a:pt x="23607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FCA9AF15-D1F4-4550-92D4-CD9926BF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873" y="3027052"/>
            <a:ext cx="250699" cy="9766"/>
          </a:xfrm>
          <a:custGeom xmlns:a="http://schemas.openxmlformats.org/drawingml/2006/main">
            <a:pathLst>
              <a:path w="250699" h="9766">
                <a:moveTo>
                  <a:pt x="16" y="2934"/>
                </a:moveTo>
                <a:lnTo>
                  <a:pt x="0" y="2456"/>
                </a:lnTo>
                <a:lnTo>
                  <a:pt x="0" y="0"/>
                </a:lnTo>
                <a:lnTo>
                  <a:pt x="250699" y="0"/>
                </a:lnTo>
                <a:lnTo>
                  <a:pt x="250699" y="2456"/>
                </a:lnTo>
                <a:lnTo>
                  <a:pt x="250683" y="2934"/>
                </a:lnTo>
                <a:lnTo>
                  <a:pt x="250637" y="3410"/>
                </a:lnTo>
                <a:lnTo>
                  <a:pt x="250559" y="3882"/>
                </a:lnTo>
                <a:lnTo>
                  <a:pt x="250450" y="4348"/>
                </a:lnTo>
                <a:lnTo>
                  <a:pt x="250311" y="4805"/>
                </a:lnTo>
                <a:lnTo>
                  <a:pt x="250143" y="5253"/>
                </a:lnTo>
                <a:lnTo>
                  <a:pt x="249945" y="5689"/>
                </a:lnTo>
                <a:lnTo>
                  <a:pt x="249720" y="6111"/>
                </a:lnTo>
                <a:lnTo>
                  <a:pt x="249467" y="6517"/>
                </a:lnTo>
                <a:lnTo>
                  <a:pt x="249188" y="6906"/>
                </a:lnTo>
                <a:lnTo>
                  <a:pt x="248885" y="7276"/>
                </a:lnTo>
                <a:lnTo>
                  <a:pt x="248558" y="7625"/>
                </a:lnTo>
                <a:lnTo>
                  <a:pt x="248209" y="7952"/>
                </a:lnTo>
                <a:lnTo>
                  <a:pt x="247839" y="8255"/>
                </a:lnTo>
                <a:lnTo>
                  <a:pt x="247450" y="8534"/>
                </a:lnTo>
                <a:lnTo>
                  <a:pt x="247044" y="8787"/>
                </a:lnTo>
                <a:lnTo>
                  <a:pt x="246622" y="9012"/>
                </a:lnTo>
                <a:lnTo>
                  <a:pt x="246186" y="9209"/>
                </a:lnTo>
                <a:lnTo>
                  <a:pt x="245739" y="9378"/>
                </a:lnTo>
                <a:lnTo>
                  <a:pt x="245281" y="9517"/>
                </a:lnTo>
                <a:lnTo>
                  <a:pt x="244815" y="9625"/>
                </a:lnTo>
                <a:lnTo>
                  <a:pt x="244343" y="9703"/>
                </a:lnTo>
                <a:lnTo>
                  <a:pt x="243867" y="9750"/>
                </a:lnTo>
                <a:lnTo>
                  <a:pt x="243389" y="9766"/>
                </a:lnTo>
                <a:lnTo>
                  <a:pt x="7310" y="9766"/>
                </a:lnTo>
                <a:lnTo>
                  <a:pt x="6832" y="9750"/>
                </a:lnTo>
                <a:lnTo>
                  <a:pt x="6356" y="9703"/>
                </a:lnTo>
                <a:lnTo>
                  <a:pt x="5884" y="9625"/>
                </a:lnTo>
                <a:lnTo>
                  <a:pt x="5418" y="9517"/>
                </a:lnTo>
                <a:lnTo>
                  <a:pt x="4960" y="9378"/>
                </a:lnTo>
                <a:lnTo>
                  <a:pt x="4513" y="9209"/>
                </a:lnTo>
                <a:lnTo>
                  <a:pt x="4077" y="9012"/>
                </a:lnTo>
                <a:lnTo>
                  <a:pt x="3655" y="8787"/>
                </a:lnTo>
                <a:lnTo>
                  <a:pt x="3249" y="8534"/>
                </a:lnTo>
                <a:lnTo>
                  <a:pt x="2860" y="8255"/>
                </a:lnTo>
                <a:lnTo>
                  <a:pt x="2490" y="7952"/>
                </a:lnTo>
                <a:lnTo>
                  <a:pt x="2141" y="7625"/>
                </a:lnTo>
                <a:lnTo>
                  <a:pt x="1814" y="7276"/>
                </a:lnTo>
                <a:lnTo>
                  <a:pt x="1511" y="6906"/>
                </a:lnTo>
                <a:lnTo>
                  <a:pt x="1232" y="6517"/>
                </a:lnTo>
                <a:lnTo>
                  <a:pt x="979" y="6111"/>
                </a:lnTo>
                <a:lnTo>
                  <a:pt x="754" y="5689"/>
                </a:lnTo>
                <a:lnTo>
                  <a:pt x="556" y="5253"/>
                </a:lnTo>
                <a:lnTo>
                  <a:pt x="388" y="4805"/>
                </a:lnTo>
                <a:lnTo>
                  <a:pt x="249" y="4348"/>
                </a:lnTo>
                <a:lnTo>
                  <a:pt x="140" y="3882"/>
                </a:lnTo>
                <a:lnTo>
                  <a:pt x="63" y="3410"/>
                </a:lnTo>
                <a:lnTo>
                  <a:pt x="16" y="29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2B7944-37AF-4098-8128-87C9C29C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3029508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4A6F911-1C39-45C8-9938-06DC7B82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873" y="3027052"/>
            <a:ext cx="250699" cy="245845"/>
          </a:xfrm>
          <a:custGeom xmlns:a="http://schemas.openxmlformats.org/drawingml/2006/main">
            <a:pathLst>
              <a:path w="250699" h="245845">
                <a:moveTo>
                  <a:pt x="16" y="239012"/>
                </a:moveTo>
                <a:lnTo>
                  <a:pt x="0" y="238534"/>
                </a:lnTo>
                <a:lnTo>
                  <a:pt x="0" y="2456"/>
                </a:lnTo>
                <a:lnTo>
                  <a:pt x="16" y="1978"/>
                </a:lnTo>
                <a:lnTo>
                  <a:pt x="63" y="1501"/>
                </a:lnTo>
                <a:lnTo>
                  <a:pt x="140" y="1030"/>
                </a:lnTo>
                <a:lnTo>
                  <a:pt x="249" y="564"/>
                </a:lnTo>
                <a:lnTo>
                  <a:pt x="388" y="106"/>
                </a:lnTo>
                <a:lnTo>
                  <a:pt x="428" y="0"/>
                </a:lnTo>
                <a:lnTo>
                  <a:pt x="250271" y="0"/>
                </a:lnTo>
                <a:lnTo>
                  <a:pt x="250311" y="106"/>
                </a:lnTo>
                <a:lnTo>
                  <a:pt x="250450" y="564"/>
                </a:lnTo>
                <a:lnTo>
                  <a:pt x="250559" y="1030"/>
                </a:lnTo>
                <a:lnTo>
                  <a:pt x="250637" y="1501"/>
                </a:lnTo>
                <a:lnTo>
                  <a:pt x="250683" y="1978"/>
                </a:lnTo>
                <a:lnTo>
                  <a:pt x="250699" y="2456"/>
                </a:lnTo>
                <a:lnTo>
                  <a:pt x="250699" y="238534"/>
                </a:lnTo>
                <a:lnTo>
                  <a:pt x="250683" y="239012"/>
                </a:lnTo>
                <a:lnTo>
                  <a:pt x="250637" y="239488"/>
                </a:lnTo>
                <a:lnTo>
                  <a:pt x="250559" y="239960"/>
                </a:lnTo>
                <a:lnTo>
                  <a:pt x="250450" y="240426"/>
                </a:lnTo>
                <a:lnTo>
                  <a:pt x="250311" y="240884"/>
                </a:lnTo>
                <a:lnTo>
                  <a:pt x="250143" y="241332"/>
                </a:lnTo>
                <a:lnTo>
                  <a:pt x="249945" y="241768"/>
                </a:lnTo>
                <a:lnTo>
                  <a:pt x="249720" y="242189"/>
                </a:lnTo>
                <a:lnTo>
                  <a:pt x="249467" y="242596"/>
                </a:lnTo>
                <a:lnTo>
                  <a:pt x="249188" y="242984"/>
                </a:lnTo>
                <a:lnTo>
                  <a:pt x="248885" y="243354"/>
                </a:lnTo>
                <a:lnTo>
                  <a:pt x="248558" y="243703"/>
                </a:lnTo>
                <a:lnTo>
                  <a:pt x="248209" y="244030"/>
                </a:lnTo>
                <a:lnTo>
                  <a:pt x="247839" y="244334"/>
                </a:lnTo>
                <a:lnTo>
                  <a:pt x="247450" y="244613"/>
                </a:lnTo>
                <a:lnTo>
                  <a:pt x="247044" y="244865"/>
                </a:lnTo>
                <a:lnTo>
                  <a:pt x="246622" y="245091"/>
                </a:lnTo>
                <a:lnTo>
                  <a:pt x="246186" y="245288"/>
                </a:lnTo>
                <a:lnTo>
                  <a:pt x="245739" y="245457"/>
                </a:lnTo>
                <a:lnTo>
                  <a:pt x="245281" y="245595"/>
                </a:lnTo>
                <a:lnTo>
                  <a:pt x="244815" y="245704"/>
                </a:lnTo>
                <a:lnTo>
                  <a:pt x="244343" y="245782"/>
                </a:lnTo>
                <a:lnTo>
                  <a:pt x="243867" y="245829"/>
                </a:lnTo>
                <a:lnTo>
                  <a:pt x="243389" y="245845"/>
                </a:lnTo>
                <a:lnTo>
                  <a:pt x="7310" y="245845"/>
                </a:lnTo>
                <a:lnTo>
                  <a:pt x="6832" y="245829"/>
                </a:lnTo>
                <a:lnTo>
                  <a:pt x="6356" y="245782"/>
                </a:lnTo>
                <a:lnTo>
                  <a:pt x="5884" y="245704"/>
                </a:lnTo>
                <a:lnTo>
                  <a:pt x="5418" y="245595"/>
                </a:lnTo>
                <a:lnTo>
                  <a:pt x="4960" y="245457"/>
                </a:lnTo>
                <a:lnTo>
                  <a:pt x="4513" y="245288"/>
                </a:lnTo>
                <a:lnTo>
                  <a:pt x="4077" y="245091"/>
                </a:lnTo>
                <a:lnTo>
                  <a:pt x="3655" y="244865"/>
                </a:lnTo>
                <a:lnTo>
                  <a:pt x="3249" y="244613"/>
                </a:lnTo>
                <a:lnTo>
                  <a:pt x="2860" y="244334"/>
                </a:lnTo>
                <a:lnTo>
                  <a:pt x="2490" y="244030"/>
                </a:lnTo>
                <a:lnTo>
                  <a:pt x="2141" y="243703"/>
                </a:lnTo>
                <a:lnTo>
                  <a:pt x="1814" y="243354"/>
                </a:lnTo>
                <a:lnTo>
                  <a:pt x="1511" y="242984"/>
                </a:lnTo>
                <a:lnTo>
                  <a:pt x="1232" y="242596"/>
                </a:lnTo>
                <a:lnTo>
                  <a:pt x="979" y="242189"/>
                </a:lnTo>
                <a:lnTo>
                  <a:pt x="754" y="241768"/>
                </a:lnTo>
                <a:lnTo>
                  <a:pt x="556" y="241332"/>
                </a:lnTo>
                <a:lnTo>
                  <a:pt x="388" y="240884"/>
                </a:lnTo>
                <a:lnTo>
                  <a:pt x="249" y="240426"/>
                </a:lnTo>
                <a:lnTo>
                  <a:pt x="140" y="239960"/>
                </a:lnTo>
                <a:lnTo>
                  <a:pt x="63" y="239488"/>
                </a:lnTo>
                <a:lnTo>
                  <a:pt x="16" y="239012"/>
                </a:lnTo>
                <a:close/>
                <a:moveTo>
                  <a:pt x="14620" y="9766"/>
                </a:moveTo>
                <a:lnTo>
                  <a:pt x="14620" y="231224"/>
                </a:lnTo>
                <a:lnTo>
                  <a:pt x="236079" y="231224"/>
                </a:lnTo>
                <a:lnTo>
                  <a:pt x="236079" y="9766"/>
                </a:lnTo>
                <a:lnTo>
                  <a:pt x="14620" y="97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8E472-35C0-49F6-99A3-AB22A1AB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039108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C65D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C4012-F150-4985-8209-A159EC5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039108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C65D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0F005-85A2-4590-A13B-66C42083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039108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C65D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43601-4176-4B8E-BB28-7C531B98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039108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C65D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B91C6E-33FB-43A2-882B-9F6AF3CA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3265587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CF757C-33CE-4500-856F-A04D69CA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275298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DFC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49969-DD9E-4461-872D-99FC09F5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275298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DFC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DB60E-EE4C-4C0A-8C13-C15D63A8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275298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DFC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399A8-D978-49A4-907C-20A9654A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275298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DFC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874B8-9985-4494-84D9-F13D015B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3501665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256E0-0B2A-424C-B9F3-E6E392AF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511376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3C0F4-208C-4876-B82B-631F2CF9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511376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93BB3-B1FC-4D17-A009-9764E66F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511376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43D2E-6F18-40C3-8905-6107A48F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511376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D466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90F900-2A52-4FB5-AB19-1C8189A8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3737744"/>
            <a:ext cx="236079" cy="236190"/>
          </a:xfrm>
          <a:custGeom xmlns:a="http://schemas.openxmlformats.org/drawingml/2006/main">
            <a:pathLst>
              <a:path w="236079" h="236190">
                <a:moveTo>
                  <a:pt x="0" y="236190"/>
                </a:moveTo>
                <a:lnTo>
                  <a:pt x="236079" y="236190"/>
                </a:lnTo>
                <a:lnTo>
                  <a:pt x="236079" y="0"/>
                </a:lnTo>
                <a:lnTo>
                  <a:pt x="0" y="0"/>
                </a:lnTo>
                <a:lnTo>
                  <a:pt x="0" y="236190"/>
                </a:lnTo>
                <a:close/>
                <a:moveTo>
                  <a:pt x="0" y="236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49DA7-F4B4-43AD-80D3-D469736A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747455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78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27294E-20BC-4132-A2A9-50D1E861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747455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78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E4A6D-6EB2-4E9D-B0A7-5C01DB68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747455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78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C13669-0B83-459B-BB30-675C547C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747455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78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B82D1-D660-4120-B1F2-C8B97CA3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3973934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7C492-4A38-4E91-B053-1BB3BECE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98364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21722-62DC-4632-9C30-6D796144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98364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3A26D-C027-42FA-9D2E-39A630EF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98364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AD385-FB74-4974-9F09-F0C1BC23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398364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D6E8A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06D04-ADC4-4870-B4F1-50BA06EB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4210013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F058A-D2F3-45FD-B196-7FDADC75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219724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95A36-26C2-4432-A9C2-A0BFBC30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219724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E095A-95A1-434F-BBC8-AD6B8CCA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219724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D22B9-0D46-444A-8CB6-B9B110C3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219724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7C97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C3E4A-856B-464A-AB6D-77CC6779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4446091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1DDFD-B786-4810-91AC-B01B63C3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455802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CC2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FA743-427F-49BF-8019-EC22F2B9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455802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CC2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D8714-37C1-497A-B918-0AFCF4BE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455802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CC2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3598B-998D-4465-938C-778E7C85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455802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CC2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2BBD6-3D17-4D2E-B15C-70A02330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4682170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F63819-C9DB-4E67-9A02-13E2A099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691881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4C71E-66F3-43C9-8932-EC51AD34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691881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6E361-E5F1-48A9-AB5A-A4E40CE4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691881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16208-551F-4F2B-8AD9-ABDCD017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691881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79C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DFCA4-7483-461F-B5FA-B6311911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4918249"/>
            <a:ext cx="236079" cy="236190"/>
          </a:xfrm>
          <a:custGeom xmlns:a="http://schemas.openxmlformats.org/drawingml/2006/main">
            <a:pathLst>
              <a:path w="236079" h="236190">
                <a:moveTo>
                  <a:pt x="0" y="236190"/>
                </a:moveTo>
                <a:lnTo>
                  <a:pt x="236079" y="236190"/>
                </a:lnTo>
                <a:lnTo>
                  <a:pt x="236079" y="0"/>
                </a:lnTo>
                <a:lnTo>
                  <a:pt x="0" y="0"/>
                </a:lnTo>
                <a:lnTo>
                  <a:pt x="0" y="236190"/>
                </a:lnTo>
                <a:close/>
                <a:moveTo>
                  <a:pt x="0" y="236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52327-944C-4E25-9B45-9A7A6475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927960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EAC1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9450A-A33D-45F6-BD3A-5DB4B79B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927960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EAC1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DFAF0-71D6-47C3-847B-F6854DB2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927960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EAC1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1907D2-0AA0-442C-9BA9-08BFFCDF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927960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EAC1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64E30-D767-4CBA-8946-6DEAE9CD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5154439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8C425-4F64-4AE4-A3AB-70909658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164150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25158-2B5F-4A53-93B8-ACA943A4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164150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61762-AE14-4BEB-AF89-208821D2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164150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B476F-6C0D-47DD-BC84-D69FDDC0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164150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0FB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553F0-3D2E-493D-BE71-0E9633CD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5390517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E58E4-D5B3-48EF-AB50-6639FDDA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400229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48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5DCAE-6EFB-44DE-9A71-0556518D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400229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48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4BFF2-44A0-4C40-946F-6BF60BA7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400229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48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F397AA-6F99-4666-B3B5-F41644AD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400229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4868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A6D8F-EA9F-456A-9DB8-CE3FBAF7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5626596"/>
            <a:ext cx="236079" cy="236190"/>
          </a:xfrm>
          <a:custGeom xmlns:a="http://schemas.openxmlformats.org/drawingml/2006/main">
            <a:pathLst>
              <a:path w="236079" h="236190">
                <a:moveTo>
                  <a:pt x="0" y="236190"/>
                </a:moveTo>
                <a:lnTo>
                  <a:pt x="236079" y="236190"/>
                </a:lnTo>
                <a:lnTo>
                  <a:pt x="236079" y="0"/>
                </a:lnTo>
                <a:lnTo>
                  <a:pt x="0" y="0"/>
                </a:lnTo>
                <a:lnTo>
                  <a:pt x="0" y="236190"/>
                </a:lnTo>
                <a:close/>
                <a:moveTo>
                  <a:pt x="0" y="236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4B67F-B877-468C-8990-D779155D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636307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21A26-BB3A-4669-B8C3-B45F1FAA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636307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C8663-717D-40C4-91F9-A03A01FA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636307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EEBF5-E68C-4383-A898-FC5F2A97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636307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A5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1805D-D1D9-49E8-9215-90896E20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5862675"/>
            <a:ext cx="236079" cy="236190"/>
          </a:xfrm>
          <a:custGeom xmlns:a="http://schemas.openxmlformats.org/drawingml/2006/main">
            <a:pathLst>
              <a:path w="236079" h="236190">
                <a:moveTo>
                  <a:pt x="0" y="236190"/>
                </a:moveTo>
                <a:lnTo>
                  <a:pt x="236079" y="236190"/>
                </a:lnTo>
                <a:lnTo>
                  <a:pt x="236079" y="0"/>
                </a:lnTo>
                <a:lnTo>
                  <a:pt x="0" y="0"/>
                </a:lnTo>
                <a:lnTo>
                  <a:pt x="0" y="236190"/>
                </a:lnTo>
                <a:close/>
                <a:moveTo>
                  <a:pt x="0" y="236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4D5D4-D8E6-4312-88D4-ED40F8C6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872386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F1FDB-CEC1-453A-96BB-87E43D6B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872386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2932D-6E97-42C8-B776-4F9BFEFC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872386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96BFC9-9936-4B35-8429-5A219018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5872386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4A4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C5011-7A20-4DE5-ADD9-249E7380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6098865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0083B-CB85-474F-9B40-6B94DD38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108576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FAAB8F-DB2E-42A7-BDA5-CA61D01C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108576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9E53E-1208-4CB1-A26B-1B4692CE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108576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0FF2A-9A54-4338-98B1-B048B636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108576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8A556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517E7-5103-4868-B109-E3525652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6334944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58C14-E996-4421-997E-68F2C4EB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34465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06C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73E70-962C-4846-8105-FA25EB68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34465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06C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AE23A-52D1-440F-A8B7-0021D533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34465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06C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D2BF0-F193-4DF8-8B6D-9913B80E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34465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06C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74F14-8BC0-4FA1-B58D-472EA54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6571022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C26A0-2B76-487E-AA98-00C5C365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580733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9283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F335F-3F35-444A-BFFC-5BFD6D64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580733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9283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5E7E9-0D91-471D-A28A-C9BCB074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580733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9283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67AC3-34A2-4D24-A8D6-551708ED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580733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9283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84D56-905C-4731-B0CB-5303466C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6807101"/>
            <a:ext cx="236079" cy="236190"/>
          </a:xfrm>
          <a:custGeom xmlns:a="http://schemas.openxmlformats.org/drawingml/2006/main">
            <a:pathLst>
              <a:path w="236079" h="236190">
                <a:moveTo>
                  <a:pt x="0" y="236190"/>
                </a:moveTo>
                <a:lnTo>
                  <a:pt x="236079" y="236190"/>
                </a:lnTo>
                <a:lnTo>
                  <a:pt x="236079" y="0"/>
                </a:lnTo>
                <a:lnTo>
                  <a:pt x="0" y="0"/>
                </a:lnTo>
                <a:lnTo>
                  <a:pt x="0" y="236190"/>
                </a:lnTo>
                <a:close/>
                <a:moveTo>
                  <a:pt x="0" y="236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B5E4B-2CAF-464D-99D8-D6EC8D81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816812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D42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6B921-581A-4360-AE54-1FC94E47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816812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D42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2AF2C-C64A-407B-BCF3-DB6EA686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816812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D42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0679F-C144-433E-9375-F496489D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816812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D42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CF3E9-25D1-40C1-B0EF-2B34AA21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7043291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EA03D-AD4F-4E34-98D5-1F3ECBC0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053002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951FA-58F1-464B-A096-965F0764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053002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12F6F-9D1F-48A2-830E-CADCB525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053002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03A7B-8734-4EA3-B146-D1605A56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053002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ACEF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FBFABF-8316-4EE0-90B3-7AC1B300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7279370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59D36-8B0A-4EE1-A5F0-FAF47241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289081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65D41-9676-4DDB-818B-E7F3A8CE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289081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5FCE4-1A68-43FC-80DA-914503DC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289081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C37A9-E317-435D-817E-4AFABA7D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289081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612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CECF5-A8E1-4671-8C8C-572A27EC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7515448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046B4-3F89-4704-A49C-19543784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525159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1D051-4C5C-4BC0-AEE4-94B929B6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525159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5EF82-FA69-4FA2-A254-4053735B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525159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5C547-64FE-498E-8730-2FFAA9B1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525159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9A0D9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320B7-52DD-4F7F-B377-81BDA1C7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7751527"/>
            <a:ext cx="236079" cy="236190"/>
          </a:xfrm>
          <a:custGeom xmlns:a="http://schemas.openxmlformats.org/drawingml/2006/main">
            <a:pathLst>
              <a:path w="236079" h="236190">
                <a:moveTo>
                  <a:pt x="0" y="236190"/>
                </a:moveTo>
                <a:lnTo>
                  <a:pt x="236079" y="236190"/>
                </a:lnTo>
                <a:lnTo>
                  <a:pt x="236079" y="0"/>
                </a:lnTo>
                <a:lnTo>
                  <a:pt x="0" y="0"/>
                </a:lnTo>
                <a:lnTo>
                  <a:pt x="0" y="236190"/>
                </a:lnTo>
                <a:close/>
                <a:moveTo>
                  <a:pt x="0" y="236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1EF07-A078-4452-9ED8-A8101BED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761238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7B4BF-03D8-4255-9D72-F29634F6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761238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0B488-5BF3-4171-9F58-7707998F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761238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DCB68-9BAA-4190-ACC4-2B24C753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761238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9225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27400-BA6F-4921-B4C4-BB4B26F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7987717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61A42-CD04-44B7-8531-2C404675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997428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351D3A-8D13-4464-8434-A967B830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997428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8AF56-B8CD-4F83-B07D-5A92A163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997428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70288-6082-481A-A891-927DAB59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7997428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99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F14A5-83C5-4957-A890-B8A2A13D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8223796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7A9AF9-04A0-4659-8855-AF4107B7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8233507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A7C7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DB6D3-0DCD-4AA9-AB14-5EACEE93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8233507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A7C7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1FD94-86BF-4794-8B5C-53D4C89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8233507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A7C7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D6A3C-6447-4115-86F6-2402787F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8233507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A7C7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80D21-E1F8-484C-871F-082249AA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8459874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9470D-8CE7-42FA-9C7A-BD73598D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846958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D0D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BBD22-A1C8-4E50-88B7-652F7FAD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846958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D0D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794E2-FE9A-46E0-AFEB-080C7087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846958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D0D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EDC09-E9BF-48AF-84DC-053726E8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846958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FD0D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4FE6A-89E8-42F3-865C-A9446567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4535" y="3027052"/>
            <a:ext cx="47693" cy="25316"/>
          </a:xfrm>
          <a:custGeom xmlns:a="http://schemas.openxmlformats.org/drawingml/2006/main">
            <a:pathLst>
              <a:path w="47693" h="25316">
                <a:moveTo>
                  <a:pt x="25939" y="136"/>
                </a:moveTo>
                <a:lnTo>
                  <a:pt x="25826" y="312"/>
                </a:lnTo>
                <a:lnTo>
                  <a:pt x="25702" y="498"/>
                </a:lnTo>
                <a:lnTo>
                  <a:pt x="25565" y="693"/>
                </a:lnTo>
                <a:lnTo>
                  <a:pt x="25416" y="895"/>
                </a:lnTo>
                <a:lnTo>
                  <a:pt x="25255" y="1104"/>
                </a:lnTo>
                <a:lnTo>
                  <a:pt x="25080" y="1320"/>
                </a:lnTo>
                <a:lnTo>
                  <a:pt x="24892" y="1540"/>
                </a:lnTo>
                <a:lnTo>
                  <a:pt x="24689" y="1766"/>
                </a:lnTo>
                <a:lnTo>
                  <a:pt x="24472" y="1995"/>
                </a:lnTo>
                <a:lnTo>
                  <a:pt x="24241" y="2227"/>
                </a:lnTo>
                <a:lnTo>
                  <a:pt x="23994" y="2462"/>
                </a:lnTo>
                <a:lnTo>
                  <a:pt x="23732" y="2699"/>
                </a:lnTo>
                <a:lnTo>
                  <a:pt x="23454" y="2936"/>
                </a:lnTo>
                <a:lnTo>
                  <a:pt x="23160" y="3173"/>
                </a:lnTo>
                <a:lnTo>
                  <a:pt x="22849" y="3409"/>
                </a:lnTo>
                <a:lnTo>
                  <a:pt x="22521" y="3644"/>
                </a:lnTo>
                <a:lnTo>
                  <a:pt x="22176" y="3876"/>
                </a:lnTo>
                <a:lnTo>
                  <a:pt x="21813" y="4105"/>
                </a:lnTo>
                <a:lnTo>
                  <a:pt x="21431" y="4331"/>
                </a:lnTo>
                <a:lnTo>
                  <a:pt x="21315" y="4442"/>
                </a:lnTo>
                <a:lnTo>
                  <a:pt x="21188" y="4554"/>
                </a:lnTo>
                <a:lnTo>
                  <a:pt x="21048" y="4664"/>
                </a:lnTo>
                <a:lnTo>
                  <a:pt x="20896" y="4773"/>
                </a:lnTo>
                <a:lnTo>
                  <a:pt x="20729" y="4881"/>
                </a:lnTo>
                <a:lnTo>
                  <a:pt x="20545" y="4987"/>
                </a:lnTo>
                <a:lnTo>
                  <a:pt x="20344" y="5090"/>
                </a:lnTo>
                <a:lnTo>
                  <a:pt x="20125" y="5191"/>
                </a:lnTo>
                <a:lnTo>
                  <a:pt x="19885" y="5288"/>
                </a:lnTo>
                <a:lnTo>
                  <a:pt x="19624" y="5382"/>
                </a:lnTo>
                <a:lnTo>
                  <a:pt x="19340" y="5473"/>
                </a:lnTo>
                <a:lnTo>
                  <a:pt x="19031" y="5559"/>
                </a:lnTo>
                <a:lnTo>
                  <a:pt x="18697" y="5640"/>
                </a:lnTo>
                <a:lnTo>
                  <a:pt x="18337" y="5716"/>
                </a:lnTo>
                <a:lnTo>
                  <a:pt x="17947" y="5787"/>
                </a:lnTo>
                <a:lnTo>
                  <a:pt x="17529" y="5852"/>
                </a:lnTo>
                <a:lnTo>
                  <a:pt x="17079" y="5911"/>
                </a:lnTo>
                <a:lnTo>
                  <a:pt x="16597" y="5963"/>
                </a:lnTo>
                <a:lnTo>
                  <a:pt x="16081" y="6009"/>
                </a:lnTo>
                <a:lnTo>
                  <a:pt x="15530" y="6047"/>
                </a:lnTo>
                <a:lnTo>
                  <a:pt x="14942" y="6077"/>
                </a:lnTo>
                <a:lnTo>
                  <a:pt x="14317" y="6099"/>
                </a:lnTo>
                <a:lnTo>
                  <a:pt x="13653" y="6112"/>
                </a:lnTo>
                <a:lnTo>
                  <a:pt x="12948" y="6117"/>
                </a:lnTo>
                <a:lnTo>
                  <a:pt x="12836" y="6117"/>
                </a:lnTo>
                <a:lnTo>
                  <a:pt x="12724" y="6117"/>
                </a:lnTo>
                <a:lnTo>
                  <a:pt x="12610" y="6117"/>
                </a:lnTo>
                <a:lnTo>
                  <a:pt x="12493" y="6117"/>
                </a:lnTo>
                <a:lnTo>
                  <a:pt x="12374" y="6117"/>
                </a:lnTo>
                <a:lnTo>
                  <a:pt x="12250" y="6117"/>
                </a:lnTo>
                <a:lnTo>
                  <a:pt x="12122" y="6117"/>
                </a:lnTo>
                <a:lnTo>
                  <a:pt x="11989" y="6117"/>
                </a:lnTo>
                <a:lnTo>
                  <a:pt x="11849" y="6117"/>
                </a:lnTo>
                <a:lnTo>
                  <a:pt x="11703" y="6117"/>
                </a:lnTo>
                <a:lnTo>
                  <a:pt x="11548" y="6117"/>
                </a:lnTo>
                <a:lnTo>
                  <a:pt x="11385" y="6117"/>
                </a:lnTo>
                <a:lnTo>
                  <a:pt x="11213" y="6117"/>
                </a:lnTo>
                <a:lnTo>
                  <a:pt x="11031" y="6117"/>
                </a:lnTo>
                <a:lnTo>
                  <a:pt x="10838" y="6117"/>
                </a:lnTo>
                <a:lnTo>
                  <a:pt x="10633" y="6117"/>
                </a:lnTo>
                <a:lnTo>
                  <a:pt x="10416" y="6117"/>
                </a:lnTo>
                <a:lnTo>
                  <a:pt x="10185" y="6117"/>
                </a:lnTo>
                <a:lnTo>
                  <a:pt x="9941" y="6117"/>
                </a:lnTo>
                <a:lnTo>
                  <a:pt x="9682" y="6117"/>
                </a:lnTo>
                <a:lnTo>
                  <a:pt x="9408" y="6117"/>
                </a:lnTo>
                <a:lnTo>
                  <a:pt x="9117" y="6117"/>
                </a:lnTo>
                <a:lnTo>
                  <a:pt x="8809" y="6117"/>
                </a:lnTo>
                <a:lnTo>
                  <a:pt x="8483" y="6117"/>
                </a:lnTo>
                <a:lnTo>
                  <a:pt x="8367" y="6063"/>
                </a:lnTo>
                <a:lnTo>
                  <a:pt x="8240" y="6013"/>
                </a:lnTo>
                <a:lnTo>
                  <a:pt x="8100" y="5967"/>
                </a:lnTo>
                <a:lnTo>
                  <a:pt x="7948" y="5922"/>
                </a:lnTo>
                <a:lnTo>
                  <a:pt x="7781" y="5880"/>
                </a:lnTo>
                <a:lnTo>
                  <a:pt x="7597" y="5838"/>
                </a:lnTo>
                <a:lnTo>
                  <a:pt x="7396" y="5796"/>
                </a:lnTo>
                <a:lnTo>
                  <a:pt x="7177" y="5753"/>
                </a:lnTo>
                <a:lnTo>
                  <a:pt x="6937" y="5709"/>
                </a:lnTo>
                <a:lnTo>
                  <a:pt x="6676" y="5662"/>
                </a:lnTo>
                <a:lnTo>
                  <a:pt x="6392" y="5612"/>
                </a:lnTo>
                <a:lnTo>
                  <a:pt x="6083" y="5559"/>
                </a:lnTo>
                <a:lnTo>
                  <a:pt x="5749" y="5500"/>
                </a:lnTo>
                <a:lnTo>
                  <a:pt x="5389" y="5437"/>
                </a:lnTo>
                <a:lnTo>
                  <a:pt x="4999" y="5367"/>
                </a:lnTo>
                <a:lnTo>
                  <a:pt x="4581" y="5290"/>
                </a:lnTo>
                <a:lnTo>
                  <a:pt x="4131" y="5205"/>
                </a:lnTo>
                <a:lnTo>
                  <a:pt x="3649" y="5112"/>
                </a:lnTo>
                <a:lnTo>
                  <a:pt x="3133" y="5010"/>
                </a:lnTo>
                <a:lnTo>
                  <a:pt x="2582" y="4897"/>
                </a:lnTo>
                <a:lnTo>
                  <a:pt x="1994" y="4774"/>
                </a:lnTo>
                <a:lnTo>
                  <a:pt x="1369" y="4639"/>
                </a:lnTo>
                <a:lnTo>
                  <a:pt x="705" y="4491"/>
                </a:lnTo>
                <a:lnTo>
                  <a:pt x="0" y="4331"/>
                </a:lnTo>
                <a:lnTo>
                  <a:pt x="0" y="23976"/>
                </a:lnTo>
                <a:lnTo>
                  <a:pt x="174" y="23981"/>
                </a:lnTo>
                <a:lnTo>
                  <a:pt x="362" y="23994"/>
                </a:lnTo>
                <a:lnTo>
                  <a:pt x="562" y="24015"/>
                </a:lnTo>
                <a:lnTo>
                  <a:pt x="773" y="24042"/>
                </a:lnTo>
                <a:lnTo>
                  <a:pt x="995" y="24076"/>
                </a:lnTo>
                <a:lnTo>
                  <a:pt x="1228" y="24116"/>
                </a:lnTo>
                <a:lnTo>
                  <a:pt x="1470" y="24160"/>
                </a:lnTo>
                <a:lnTo>
                  <a:pt x="1720" y="24208"/>
                </a:lnTo>
                <a:lnTo>
                  <a:pt x="1978" y="24259"/>
                </a:lnTo>
                <a:lnTo>
                  <a:pt x="2243" y="24312"/>
                </a:lnTo>
                <a:lnTo>
                  <a:pt x="2514" y="24367"/>
                </a:lnTo>
                <a:lnTo>
                  <a:pt x="2791" y="24423"/>
                </a:lnTo>
                <a:lnTo>
                  <a:pt x="3072" y="24478"/>
                </a:lnTo>
                <a:lnTo>
                  <a:pt x="3357" y="24533"/>
                </a:lnTo>
                <a:lnTo>
                  <a:pt x="3645" y="24587"/>
                </a:lnTo>
                <a:lnTo>
                  <a:pt x="3936" y="24638"/>
                </a:lnTo>
                <a:lnTo>
                  <a:pt x="4228" y="24686"/>
                </a:lnTo>
                <a:lnTo>
                  <a:pt x="4521" y="24730"/>
                </a:lnTo>
                <a:lnTo>
                  <a:pt x="4814" y="24769"/>
                </a:lnTo>
                <a:lnTo>
                  <a:pt x="5106" y="24803"/>
                </a:lnTo>
                <a:lnTo>
                  <a:pt x="5396" y="24831"/>
                </a:lnTo>
                <a:lnTo>
                  <a:pt x="5684" y="24852"/>
                </a:lnTo>
                <a:lnTo>
                  <a:pt x="5970" y="24865"/>
                </a:lnTo>
                <a:lnTo>
                  <a:pt x="6251" y="24869"/>
                </a:lnTo>
                <a:lnTo>
                  <a:pt x="6367" y="24923"/>
                </a:lnTo>
                <a:lnTo>
                  <a:pt x="6494" y="24972"/>
                </a:lnTo>
                <a:lnTo>
                  <a:pt x="6631" y="25017"/>
                </a:lnTo>
                <a:lnTo>
                  <a:pt x="6780" y="25057"/>
                </a:lnTo>
                <a:lnTo>
                  <a:pt x="6941" y="25094"/>
                </a:lnTo>
                <a:lnTo>
                  <a:pt x="7116" y="25127"/>
                </a:lnTo>
                <a:lnTo>
                  <a:pt x="7304" y="25157"/>
                </a:lnTo>
                <a:lnTo>
                  <a:pt x="7508" y="25183"/>
                </a:lnTo>
                <a:lnTo>
                  <a:pt x="7726" y="25207"/>
                </a:lnTo>
                <a:lnTo>
                  <a:pt x="7961" y="25227"/>
                </a:lnTo>
                <a:lnTo>
                  <a:pt x="8213" y="25245"/>
                </a:lnTo>
                <a:lnTo>
                  <a:pt x="8483" y="25260"/>
                </a:lnTo>
                <a:lnTo>
                  <a:pt x="8772" y="25273"/>
                </a:lnTo>
                <a:lnTo>
                  <a:pt x="9080" y="25283"/>
                </a:lnTo>
                <a:lnTo>
                  <a:pt x="9408" y="25292"/>
                </a:lnTo>
                <a:lnTo>
                  <a:pt x="9757" y="25299"/>
                </a:lnTo>
                <a:lnTo>
                  <a:pt x="10127" y="25305"/>
                </a:lnTo>
                <a:lnTo>
                  <a:pt x="10520" y="25309"/>
                </a:lnTo>
                <a:lnTo>
                  <a:pt x="10937" y="25312"/>
                </a:lnTo>
                <a:lnTo>
                  <a:pt x="11377" y="25314"/>
                </a:lnTo>
                <a:lnTo>
                  <a:pt x="11842" y="25315"/>
                </a:lnTo>
                <a:lnTo>
                  <a:pt x="12333" y="25315"/>
                </a:lnTo>
                <a:lnTo>
                  <a:pt x="12850" y="25316"/>
                </a:lnTo>
                <a:lnTo>
                  <a:pt x="13395" y="25316"/>
                </a:lnTo>
                <a:lnTo>
                  <a:pt x="14208" y="25315"/>
                </a:lnTo>
                <a:lnTo>
                  <a:pt x="15081" y="25309"/>
                </a:lnTo>
                <a:lnTo>
                  <a:pt x="16010" y="25295"/>
                </a:lnTo>
                <a:lnTo>
                  <a:pt x="16989" y="25266"/>
                </a:lnTo>
                <a:lnTo>
                  <a:pt x="18014" y="25219"/>
                </a:lnTo>
                <a:lnTo>
                  <a:pt x="19080" y="25148"/>
                </a:lnTo>
                <a:lnTo>
                  <a:pt x="20182" y="25050"/>
                </a:lnTo>
                <a:lnTo>
                  <a:pt x="21315" y="24919"/>
                </a:lnTo>
                <a:lnTo>
                  <a:pt x="22475" y="24751"/>
                </a:lnTo>
                <a:lnTo>
                  <a:pt x="23656" y="24540"/>
                </a:lnTo>
                <a:lnTo>
                  <a:pt x="24854" y="24284"/>
                </a:lnTo>
                <a:lnTo>
                  <a:pt x="26064" y="23976"/>
                </a:lnTo>
                <a:lnTo>
                  <a:pt x="27280" y="23613"/>
                </a:lnTo>
                <a:lnTo>
                  <a:pt x="28499" y="23189"/>
                </a:lnTo>
                <a:lnTo>
                  <a:pt x="29715" y="22700"/>
                </a:lnTo>
                <a:lnTo>
                  <a:pt x="30923" y="22141"/>
                </a:lnTo>
                <a:lnTo>
                  <a:pt x="32119" y="21507"/>
                </a:lnTo>
                <a:lnTo>
                  <a:pt x="33298" y="20795"/>
                </a:lnTo>
                <a:lnTo>
                  <a:pt x="34455" y="19999"/>
                </a:lnTo>
                <a:lnTo>
                  <a:pt x="35584" y="19114"/>
                </a:lnTo>
                <a:lnTo>
                  <a:pt x="36682" y="18137"/>
                </a:lnTo>
                <a:lnTo>
                  <a:pt x="37744" y="17062"/>
                </a:lnTo>
                <a:lnTo>
                  <a:pt x="38764" y="15884"/>
                </a:lnTo>
                <a:lnTo>
                  <a:pt x="39737" y="14600"/>
                </a:lnTo>
                <a:lnTo>
                  <a:pt x="40084" y="14132"/>
                </a:lnTo>
                <a:lnTo>
                  <a:pt x="40460" y="13610"/>
                </a:lnTo>
                <a:lnTo>
                  <a:pt x="40869" y="13018"/>
                </a:lnTo>
                <a:lnTo>
                  <a:pt x="41316" y="12339"/>
                </a:lnTo>
                <a:lnTo>
                  <a:pt x="41807" y="11555"/>
                </a:lnTo>
                <a:lnTo>
                  <a:pt x="42346" y="10651"/>
                </a:lnTo>
                <a:lnTo>
                  <a:pt x="42939" y="9610"/>
                </a:lnTo>
                <a:lnTo>
                  <a:pt x="43590" y="8415"/>
                </a:lnTo>
                <a:lnTo>
                  <a:pt x="44305" y="7050"/>
                </a:lnTo>
                <a:lnTo>
                  <a:pt x="45088" y="5497"/>
                </a:lnTo>
                <a:lnTo>
                  <a:pt x="45945" y="3741"/>
                </a:lnTo>
                <a:lnTo>
                  <a:pt x="46881" y="1764"/>
                </a:lnTo>
                <a:lnTo>
                  <a:pt x="47693" y="0"/>
                </a:lnTo>
                <a:lnTo>
                  <a:pt x="26022" y="0"/>
                </a:lnTo>
                <a:lnTo>
                  <a:pt x="25939" y="1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E149E-7796-4D11-92D5-FD51DDFE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768" y="3059426"/>
            <a:ext cx="146000" cy="176361"/>
          </a:xfrm>
          <a:custGeom xmlns:a="http://schemas.openxmlformats.org/drawingml/2006/main">
            <a:pathLst>
              <a:path w="146000" h="176361">
                <a:moveTo>
                  <a:pt x="66526" y="155823"/>
                </a:moveTo>
                <a:cubicBezTo>
                  <a:pt x="78581" y="155823"/>
                  <a:pt x="84386" y="154484"/>
                  <a:pt x="86618" y="153591"/>
                </a:cubicBezTo>
                <a:cubicBezTo>
                  <a:pt x="100459" y="148679"/>
                  <a:pt x="106710" y="139750"/>
                  <a:pt x="109389" y="135731"/>
                </a:cubicBezTo>
                <a:cubicBezTo>
                  <a:pt x="116532" y="125016"/>
                  <a:pt x="118765" y="113407"/>
                  <a:pt x="119658" y="108049"/>
                </a:cubicBezTo>
                <a:cubicBezTo>
                  <a:pt x="121444" y="98227"/>
                  <a:pt x="121444" y="92422"/>
                  <a:pt x="121444" y="89297"/>
                </a:cubicBezTo>
                <a:cubicBezTo>
                  <a:pt x="121444" y="56704"/>
                  <a:pt x="112514" y="44648"/>
                  <a:pt x="108496" y="38398"/>
                </a:cubicBezTo>
                <a:cubicBezTo>
                  <a:pt x="95548" y="20538"/>
                  <a:pt x="75902" y="20538"/>
                  <a:pt x="66526" y="20538"/>
                </a:cubicBezTo>
                <a:lnTo>
                  <a:pt x="24110" y="20538"/>
                </a:lnTo>
                <a:lnTo>
                  <a:pt x="24110" y="155823"/>
                </a:lnTo>
                <a:lnTo>
                  <a:pt x="66526" y="155823"/>
                </a:lnTo>
                <a:close/>
                <a:moveTo>
                  <a:pt x="0" y="0"/>
                </a:moveTo>
                <a:lnTo>
                  <a:pt x="71438" y="0"/>
                </a:lnTo>
                <a:cubicBezTo>
                  <a:pt x="108049" y="0"/>
                  <a:pt x="121444" y="17413"/>
                  <a:pt x="128141" y="25896"/>
                </a:cubicBezTo>
                <a:cubicBezTo>
                  <a:pt x="146000" y="49113"/>
                  <a:pt x="146000" y="73670"/>
                  <a:pt x="146000" y="85725"/>
                </a:cubicBezTo>
                <a:cubicBezTo>
                  <a:pt x="146000" y="113407"/>
                  <a:pt x="138857" y="129034"/>
                  <a:pt x="135285" y="136178"/>
                </a:cubicBezTo>
                <a:cubicBezTo>
                  <a:pt x="116532" y="176361"/>
                  <a:pt x="86171" y="176361"/>
                  <a:pt x="71438" y="176361"/>
                </a:cubicBez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B7D67-F211-4AA8-9833-CAE9DBED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321" y="3059426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80F9FA-1D35-48C4-A9DC-216DC3A1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135" y="3104075"/>
            <a:ext cx="113407" cy="183059"/>
          </a:xfrm>
          <a:custGeom xmlns:a="http://schemas.openxmlformats.org/drawingml/2006/main">
            <a:pathLst>
              <a:path w="113407" h="183059">
                <a:moveTo>
                  <a:pt x="56257" y="116979"/>
                </a:moveTo>
                <a:cubicBezTo>
                  <a:pt x="71438" y="116979"/>
                  <a:pt x="78135" y="108942"/>
                  <a:pt x="81260" y="104477"/>
                </a:cubicBezTo>
                <a:cubicBezTo>
                  <a:pt x="91529" y="91976"/>
                  <a:pt x="91529" y="75009"/>
                  <a:pt x="91529" y="66973"/>
                </a:cubicBezTo>
                <a:cubicBezTo>
                  <a:pt x="91529" y="51346"/>
                  <a:pt x="88404" y="43755"/>
                  <a:pt x="87064" y="40184"/>
                </a:cubicBezTo>
                <a:cubicBezTo>
                  <a:pt x="78581" y="19199"/>
                  <a:pt x="63847" y="19199"/>
                  <a:pt x="56257" y="19199"/>
                </a:cubicBezTo>
                <a:cubicBezTo>
                  <a:pt x="33486" y="19199"/>
                  <a:pt x="28129" y="33933"/>
                  <a:pt x="25450" y="41523"/>
                </a:cubicBezTo>
                <a:cubicBezTo>
                  <a:pt x="20985" y="53578"/>
                  <a:pt x="20985" y="65633"/>
                  <a:pt x="20985" y="71884"/>
                </a:cubicBezTo>
                <a:cubicBezTo>
                  <a:pt x="20985" y="87064"/>
                  <a:pt x="24110" y="93762"/>
                  <a:pt x="25450" y="97334"/>
                </a:cubicBezTo>
                <a:cubicBezTo>
                  <a:pt x="33933" y="116979"/>
                  <a:pt x="48667" y="116979"/>
                  <a:pt x="56257" y="116979"/>
                </a:cubicBezTo>
                <a:close/>
                <a:moveTo>
                  <a:pt x="0" y="3572"/>
                </a:moveTo>
                <a:lnTo>
                  <a:pt x="21431" y="3572"/>
                </a:lnTo>
                <a:lnTo>
                  <a:pt x="21431" y="20985"/>
                </a:lnTo>
                <a:cubicBezTo>
                  <a:pt x="27682" y="12055"/>
                  <a:pt x="33040" y="8930"/>
                  <a:pt x="35272" y="7144"/>
                </a:cubicBezTo>
                <a:cubicBezTo>
                  <a:pt x="46434" y="0"/>
                  <a:pt x="56257" y="0"/>
                  <a:pt x="61168" y="0"/>
                </a:cubicBezTo>
                <a:cubicBezTo>
                  <a:pt x="83046" y="0"/>
                  <a:pt x="93315" y="11162"/>
                  <a:pt x="98227" y="16966"/>
                </a:cubicBezTo>
                <a:cubicBezTo>
                  <a:pt x="113407" y="33486"/>
                  <a:pt x="113407" y="54025"/>
                  <a:pt x="113407" y="64740"/>
                </a:cubicBezTo>
                <a:cubicBezTo>
                  <a:pt x="113407" y="106710"/>
                  <a:pt x="98673" y="118765"/>
                  <a:pt x="91529" y="125016"/>
                </a:cubicBezTo>
                <a:cubicBezTo>
                  <a:pt x="77688" y="136178"/>
                  <a:pt x="65187" y="136178"/>
                  <a:pt x="58936" y="136178"/>
                </a:cubicBezTo>
                <a:cubicBezTo>
                  <a:pt x="44648" y="136178"/>
                  <a:pt x="37951" y="132159"/>
                  <a:pt x="34826" y="129927"/>
                </a:cubicBezTo>
                <a:cubicBezTo>
                  <a:pt x="29021" y="126355"/>
                  <a:pt x="24110" y="120551"/>
                  <a:pt x="21878" y="117425"/>
                </a:cubicBezTo>
                <a:lnTo>
                  <a:pt x="21878" y="183059"/>
                </a:lnTo>
                <a:lnTo>
                  <a:pt x="0" y="183059"/>
                </a:lnTo>
                <a:lnTo>
                  <a:pt x="0" y="3572"/>
                </a:lnTo>
                <a:close/>
                <a:moveTo>
                  <a:pt x="0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87328-4DE5-40A7-8FB0-6196334B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075" y="3104075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99E06-A556-4889-A606-5E441337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833" y="3104075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949D1-2B70-43D1-B7D5-6850ED2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453" y="3103628"/>
            <a:ext cx="110282" cy="136178"/>
          </a:xfrm>
          <a:custGeom xmlns:a="http://schemas.openxmlformats.org/drawingml/2006/main">
            <a:pathLst>
              <a:path w="110282" h="136178">
                <a:moveTo>
                  <a:pt x="58936" y="0"/>
                </a:moveTo>
                <a:cubicBezTo>
                  <a:pt x="80367" y="0"/>
                  <a:pt x="89297" y="7144"/>
                  <a:pt x="93762" y="10269"/>
                </a:cubicBezTo>
                <a:cubicBezTo>
                  <a:pt x="107603" y="20985"/>
                  <a:pt x="109389" y="38398"/>
                  <a:pt x="110282" y="46881"/>
                </a:cubicBezTo>
                <a:lnTo>
                  <a:pt x="89297" y="46881"/>
                </a:lnTo>
                <a:cubicBezTo>
                  <a:pt x="87511" y="34826"/>
                  <a:pt x="83046" y="29914"/>
                  <a:pt x="80814" y="27236"/>
                </a:cubicBezTo>
                <a:cubicBezTo>
                  <a:pt x="73670" y="19199"/>
                  <a:pt x="63847" y="19199"/>
                  <a:pt x="58936" y="19199"/>
                </a:cubicBezTo>
                <a:cubicBezTo>
                  <a:pt x="37951" y="19199"/>
                  <a:pt x="32147" y="32593"/>
                  <a:pt x="29021" y="39291"/>
                </a:cubicBezTo>
                <a:cubicBezTo>
                  <a:pt x="23217" y="52239"/>
                  <a:pt x="23217" y="65187"/>
                  <a:pt x="23217" y="71438"/>
                </a:cubicBezTo>
                <a:cubicBezTo>
                  <a:pt x="23217" y="91083"/>
                  <a:pt x="28575" y="100012"/>
                  <a:pt x="31254" y="104477"/>
                </a:cubicBezTo>
                <a:cubicBezTo>
                  <a:pt x="39737" y="117425"/>
                  <a:pt x="51346" y="117425"/>
                  <a:pt x="57150" y="117425"/>
                </a:cubicBezTo>
                <a:cubicBezTo>
                  <a:pt x="70545" y="117425"/>
                  <a:pt x="75902" y="112068"/>
                  <a:pt x="78581" y="109389"/>
                </a:cubicBezTo>
                <a:cubicBezTo>
                  <a:pt x="86171" y="101352"/>
                  <a:pt x="88404" y="91529"/>
                  <a:pt x="89297" y="86618"/>
                </a:cubicBezTo>
                <a:lnTo>
                  <a:pt x="110282" y="86618"/>
                </a:lnTo>
                <a:cubicBezTo>
                  <a:pt x="106710" y="112068"/>
                  <a:pt x="97334" y="120551"/>
                  <a:pt x="92422" y="124123"/>
                </a:cubicBezTo>
                <a:cubicBezTo>
                  <a:pt x="78135" y="136178"/>
                  <a:pt x="62954" y="136178"/>
                  <a:pt x="55364" y="136178"/>
                </a:cubicBezTo>
                <a:cubicBezTo>
                  <a:pt x="30361" y="136178"/>
                  <a:pt x="20538" y="123676"/>
                  <a:pt x="15180" y="117425"/>
                </a:cubicBezTo>
                <a:cubicBezTo>
                  <a:pt x="0" y="99120"/>
                  <a:pt x="0" y="80814"/>
                  <a:pt x="0" y="71438"/>
                </a:cubicBezTo>
                <a:cubicBezTo>
                  <a:pt x="0" y="37505"/>
                  <a:pt x="11162" y="25003"/>
                  <a:pt x="16520" y="18752"/>
                </a:cubicBezTo>
                <a:cubicBezTo>
                  <a:pt x="33040" y="0"/>
                  <a:pt x="50006" y="0"/>
                  <a:pt x="58936" y="0"/>
                </a:cubicBezTo>
                <a:close/>
                <a:moveTo>
                  <a:pt x="5893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41A49D-2863-495A-AD30-8E2158D0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550" y="3104075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B8E81-78A9-49A0-8403-C6700B01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546" y="3059426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2B6765-DECD-47DF-A774-13E80820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555" y="3104521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8E439-7BEA-465A-B921-2C61E0C0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853" y="3104075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4CCBE-3D96-425E-B488-C6FB0E5E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08" y="3295531"/>
            <a:ext cx="130373" cy="176361"/>
          </a:xfrm>
          <a:custGeom xmlns:a="http://schemas.openxmlformats.org/drawingml/2006/main">
            <a:pathLst>
              <a:path w="130373" h="176361">
                <a:moveTo>
                  <a:pt x="0" y="0"/>
                </a:moveTo>
                <a:lnTo>
                  <a:pt x="128588" y="0"/>
                </a:lnTo>
                <a:lnTo>
                  <a:pt x="128588" y="21431"/>
                </a:lnTo>
                <a:lnTo>
                  <a:pt x="23217" y="21431"/>
                </a:lnTo>
                <a:lnTo>
                  <a:pt x="23217" y="75456"/>
                </a:lnTo>
                <a:lnTo>
                  <a:pt x="120551" y="75456"/>
                </a:lnTo>
                <a:lnTo>
                  <a:pt x="120551" y="95548"/>
                </a:lnTo>
                <a:lnTo>
                  <a:pt x="23217" y="95548"/>
                </a:lnTo>
                <a:lnTo>
                  <a:pt x="23217" y="155377"/>
                </a:lnTo>
                <a:lnTo>
                  <a:pt x="130373" y="155377"/>
                </a:lnTo>
                <a:lnTo>
                  <a:pt x="130373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F41069-FDED-4AC1-8880-4277B741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311" y="3340626"/>
            <a:ext cx="113407" cy="182612"/>
          </a:xfrm>
          <a:custGeom xmlns:a="http://schemas.openxmlformats.org/drawingml/2006/main">
            <a:pathLst>
              <a:path w="113407" h="182612">
                <a:moveTo>
                  <a:pt x="22771" y="68759"/>
                </a:moveTo>
                <a:cubicBezTo>
                  <a:pt x="22771" y="85725"/>
                  <a:pt x="25450" y="93315"/>
                  <a:pt x="27236" y="96887"/>
                </a:cubicBezTo>
                <a:cubicBezTo>
                  <a:pt x="35272" y="116532"/>
                  <a:pt x="49560" y="116532"/>
                  <a:pt x="56704" y="116532"/>
                </a:cubicBezTo>
                <a:cubicBezTo>
                  <a:pt x="79474" y="116532"/>
                  <a:pt x="85279" y="102691"/>
                  <a:pt x="87957" y="95548"/>
                </a:cubicBezTo>
                <a:cubicBezTo>
                  <a:pt x="92869" y="83939"/>
                  <a:pt x="92869" y="71884"/>
                  <a:pt x="92869" y="65633"/>
                </a:cubicBezTo>
                <a:cubicBezTo>
                  <a:pt x="92869" y="49560"/>
                  <a:pt x="89297" y="41523"/>
                  <a:pt x="87511" y="37951"/>
                </a:cubicBezTo>
                <a:cubicBezTo>
                  <a:pt x="78581" y="18752"/>
                  <a:pt x="63847" y="18752"/>
                  <a:pt x="56704" y="18752"/>
                </a:cubicBezTo>
                <a:cubicBezTo>
                  <a:pt x="42416" y="18752"/>
                  <a:pt x="35719" y="27236"/>
                  <a:pt x="32593" y="31254"/>
                </a:cubicBezTo>
                <a:cubicBezTo>
                  <a:pt x="22771" y="43309"/>
                  <a:pt x="22771" y="60275"/>
                  <a:pt x="22771" y="68759"/>
                </a:cubicBezTo>
                <a:close/>
                <a:moveTo>
                  <a:pt x="54471" y="0"/>
                </a:moveTo>
                <a:cubicBezTo>
                  <a:pt x="70545" y="0"/>
                  <a:pt x="77688" y="5358"/>
                  <a:pt x="81260" y="8037"/>
                </a:cubicBezTo>
                <a:cubicBezTo>
                  <a:pt x="87511" y="12055"/>
                  <a:pt x="91083" y="17859"/>
                  <a:pt x="92869" y="20538"/>
                </a:cubicBezTo>
                <a:lnTo>
                  <a:pt x="92869" y="2679"/>
                </a:lnTo>
                <a:lnTo>
                  <a:pt x="113407" y="2679"/>
                </a:lnTo>
                <a:lnTo>
                  <a:pt x="113407" y="182612"/>
                </a:lnTo>
                <a:lnTo>
                  <a:pt x="91529" y="182612"/>
                </a:lnTo>
                <a:lnTo>
                  <a:pt x="91529" y="116532"/>
                </a:lnTo>
                <a:cubicBezTo>
                  <a:pt x="86171" y="125462"/>
                  <a:pt x="79921" y="128588"/>
                  <a:pt x="76795" y="130373"/>
                </a:cubicBezTo>
                <a:cubicBezTo>
                  <a:pt x="66973" y="135285"/>
                  <a:pt x="57596" y="135285"/>
                  <a:pt x="52685" y="135285"/>
                </a:cubicBezTo>
                <a:cubicBezTo>
                  <a:pt x="32593" y="135285"/>
                  <a:pt x="21431" y="124569"/>
                  <a:pt x="16073" y="119658"/>
                </a:cubicBezTo>
                <a:cubicBezTo>
                  <a:pt x="0" y="103138"/>
                  <a:pt x="0" y="81260"/>
                  <a:pt x="0" y="70098"/>
                </a:cubicBezTo>
                <a:cubicBezTo>
                  <a:pt x="0" y="39291"/>
                  <a:pt x="10269" y="26343"/>
                  <a:pt x="15180" y="19645"/>
                </a:cubicBezTo>
                <a:cubicBezTo>
                  <a:pt x="30361" y="0"/>
                  <a:pt x="46434" y="0"/>
                  <a:pt x="54471" y="0"/>
                </a:cubicBezTo>
                <a:close/>
                <a:moveTo>
                  <a:pt x="5447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35D62-8A28-46AF-A213-D3E10968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093" y="3343305"/>
            <a:ext cx="103584" cy="132159"/>
          </a:xfrm>
          <a:custGeom xmlns:a="http://schemas.openxmlformats.org/drawingml/2006/main">
            <a:pathLst>
              <a:path w="103584" h="132159">
                <a:moveTo>
                  <a:pt x="22324" y="0"/>
                </a:moveTo>
                <a:lnTo>
                  <a:pt x="22324" y="85725"/>
                </a:lnTo>
                <a:cubicBezTo>
                  <a:pt x="22324" y="95548"/>
                  <a:pt x="24110" y="99566"/>
                  <a:pt x="25450" y="101352"/>
                </a:cubicBezTo>
                <a:cubicBezTo>
                  <a:pt x="31254" y="112961"/>
                  <a:pt x="41523" y="112961"/>
                  <a:pt x="46881" y="112961"/>
                </a:cubicBezTo>
                <a:cubicBezTo>
                  <a:pt x="69652" y="112961"/>
                  <a:pt x="75009" y="99566"/>
                  <a:pt x="77688" y="92869"/>
                </a:cubicBezTo>
                <a:cubicBezTo>
                  <a:pt x="82153" y="82153"/>
                  <a:pt x="82153" y="69652"/>
                  <a:pt x="82153" y="62954"/>
                </a:cubicBezTo>
                <a:lnTo>
                  <a:pt x="82153" y="0"/>
                </a:lnTo>
                <a:lnTo>
                  <a:pt x="103584" y="0"/>
                </a:lnTo>
                <a:lnTo>
                  <a:pt x="103584" y="128588"/>
                </a:lnTo>
                <a:lnTo>
                  <a:pt x="83046" y="128588"/>
                </a:lnTo>
                <a:lnTo>
                  <a:pt x="83493" y="109835"/>
                </a:lnTo>
                <a:cubicBezTo>
                  <a:pt x="79474" y="116979"/>
                  <a:pt x="75009" y="120551"/>
                  <a:pt x="72777" y="122337"/>
                </a:cubicBezTo>
                <a:cubicBezTo>
                  <a:pt x="60722" y="132159"/>
                  <a:pt x="48667" y="132159"/>
                  <a:pt x="42862" y="132159"/>
                </a:cubicBezTo>
                <a:cubicBezTo>
                  <a:pt x="15627" y="132159"/>
                  <a:pt x="8483" y="120104"/>
                  <a:pt x="5358" y="113854"/>
                </a:cubicBezTo>
                <a:cubicBezTo>
                  <a:pt x="0" y="104031"/>
                  <a:pt x="0" y="92869"/>
                  <a:pt x="0" y="87511"/>
                </a:cubicBezTo>
                <a:lnTo>
                  <a:pt x="0" y="0"/>
                </a:lnTo>
                <a:lnTo>
                  <a:pt x="22324" y="0"/>
                </a:lnTo>
                <a:close/>
                <a:moveTo>
                  <a:pt x="2232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8694B-597B-4A82-851D-4E428844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284" y="3295531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A7600-E41E-4ADB-8F9F-790BFB2D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3293" y="3340179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37611-58EF-4632-B087-E0789E6E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12" y="3340626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32197-01AB-4CEC-879D-1D8D47AC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652" y="3307586"/>
            <a:ext cx="59829" cy="166539"/>
          </a:xfrm>
          <a:custGeom xmlns:a="http://schemas.openxmlformats.org/drawingml/2006/main">
            <a:pathLst>
              <a:path w="59829" h="166539">
                <a:moveTo>
                  <a:pt x="17413" y="0"/>
                </a:moveTo>
                <a:lnTo>
                  <a:pt x="39291" y="0"/>
                </a:lnTo>
                <a:lnTo>
                  <a:pt x="39291" y="35719"/>
                </a:lnTo>
                <a:lnTo>
                  <a:pt x="59829" y="35719"/>
                </a:lnTo>
                <a:lnTo>
                  <a:pt x="59829" y="53578"/>
                </a:lnTo>
                <a:lnTo>
                  <a:pt x="39291" y="53578"/>
                </a:lnTo>
                <a:lnTo>
                  <a:pt x="39291" y="137517"/>
                </a:lnTo>
                <a:cubicBezTo>
                  <a:pt x="39291" y="144214"/>
                  <a:pt x="42416" y="145554"/>
                  <a:pt x="43755" y="146447"/>
                </a:cubicBezTo>
                <a:cubicBezTo>
                  <a:pt x="46434" y="147786"/>
                  <a:pt x="50006" y="147786"/>
                  <a:pt x="52239" y="147786"/>
                </a:cubicBezTo>
                <a:cubicBezTo>
                  <a:pt x="53578" y="147786"/>
                  <a:pt x="54918" y="147786"/>
                  <a:pt x="55811" y="147786"/>
                </a:cubicBezTo>
                <a:cubicBezTo>
                  <a:pt x="57150" y="147786"/>
                  <a:pt x="58936" y="147340"/>
                  <a:pt x="59829" y="147340"/>
                </a:cubicBezTo>
                <a:lnTo>
                  <a:pt x="59829" y="164306"/>
                </a:lnTo>
                <a:cubicBezTo>
                  <a:pt x="56257" y="165646"/>
                  <a:pt x="53578" y="165646"/>
                  <a:pt x="51792" y="166092"/>
                </a:cubicBezTo>
                <a:cubicBezTo>
                  <a:pt x="48220" y="166539"/>
                  <a:pt x="44648" y="166539"/>
                  <a:pt x="43309" y="166539"/>
                </a:cubicBezTo>
                <a:cubicBezTo>
                  <a:pt x="28129" y="166539"/>
                  <a:pt x="24557" y="161181"/>
                  <a:pt x="22771" y="158502"/>
                </a:cubicBezTo>
                <a:cubicBezTo>
                  <a:pt x="17413" y="150912"/>
                  <a:pt x="17413" y="142875"/>
                  <a:pt x="17413" y="138857"/>
                </a:cubicBezTo>
                <a:lnTo>
                  <a:pt x="17413" y="53578"/>
                </a:lnTo>
                <a:lnTo>
                  <a:pt x="0" y="53578"/>
                </a:lnTo>
                <a:lnTo>
                  <a:pt x="0" y="35719"/>
                </a:lnTo>
                <a:lnTo>
                  <a:pt x="17413" y="35719"/>
                </a:lnTo>
                <a:lnTo>
                  <a:pt x="17413" y="0"/>
                </a:lnTo>
                <a:close/>
                <a:moveTo>
                  <a:pt x="174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51167-EE3B-4EE8-B154-910645B7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168" y="3340179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954E5-9CBC-498D-A465-A8BE958F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164" y="3295531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B4684-336D-4328-ADF0-4E0F9950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173" y="3340626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5B914-3AEB-44CE-ACBE-67245C1A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472" y="3340179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11538-3D21-4E14-859B-00F75FBA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08" y="3531636"/>
            <a:ext cx="130373" cy="176361"/>
          </a:xfrm>
          <a:custGeom xmlns:a="http://schemas.openxmlformats.org/drawingml/2006/main">
            <a:pathLst>
              <a:path w="130373" h="176361">
                <a:moveTo>
                  <a:pt x="0" y="0"/>
                </a:moveTo>
                <a:lnTo>
                  <a:pt x="128588" y="0"/>
                </a:lnTo>
                <a:lnTo>
                  <a:pt x="128588" y="21431"/>
                </a:lnTo>
                <a:lnTo>
                  <a:pt x="23217" y="21431"/>
                </a:lnTo>
                <a:lnTo>
                  <a:pt x="23217" y="75456"/>
                </a:lnTo>
                <a:lnTo>
                  <a:pt x="120551" y="75456"/>
                </a:lnTo>
                <a:lnTo>
                  <a:pt x="120551" y="95548"/>
                </a:lnTo>
                <a:lnTo>
                  <a:pt x="23217" y="95548"/>
                </a:lnTo>
                <a:lnTo>
                  <a:pt x="23217" y="155377"/>
                </a:lnTo>
                <a:lnTo>
                  <a:pt x="130373" y="155377"/>
                </a:lnTo>
                <a:lnTo>
                  <a:pt x="130373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E8BFD3-F603-4E96-B59B-33182673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241" y="3576731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63E76-F3F6-4612-B75C-7BA3A000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374" y="3531636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02C64C-9DB5-45BE-8B12-2089EE8D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044" y="3575838"/>
            <a:ext cx="110282" cy="136178"/>
          </a:xfrm>
          <a:custGeom xmlns:a="http://schemas.openxmlformats.org/drawingml/2006/main">
            <a:pathLst>
              <a:path w="110282" h="136178">
                <a:moveTo>
                  <a:pt x="58936" y="0"/>
                </a:moveTo>
                <a:cubicBezTo>
                  <a:pt x="80367" y="0"/>
                  <a:pt x="89297" y="7144"/>
                  <a:pt x="93762" y="10269"/>
                </a:cubicBezTo>
                <a:cubicBezTo>
                  <a:pt x="107603" y="20985"/>
                  <a:pt x="109389" y="38398"/>
                  <a:pt x="110282" y="46881"/>
                </a:cubicBezTo>
                <a:lnTo>
                  <a:pt x="89297" y="46881"/>
                </a:lnTo>
                <a:cubicBezTo>
                  <a:pt x="87511" y="34826"/>
                  <a:pt x="83046" y="29914"/>
                  <a:pt x="80814" y="27236"/>
                </a:cubicBezTo>
                <a:cubicBezTo>
                  <a:pt x="73670" y="19199"/>
                  <a:pt x="63847" y="19199"/>
                  <a:pt x="58936" y="19199"/>
                </a:cubicBezTo>
                <a:cubicBezTo>
                  <a:pt x="37951" y="19199"/>
                  <a:pt x="32147" y="32593"/>
                  <a:pt x="29021" y="39291"/>
                </a:cubicBezTo>
                <a:cubicBezTo>
                  <a:pt x="23217" y="52239"/>
                  <a:pt x="23217" y="65187"/>
                  <a:pt x="23217" y="71438"/>
                </a:cubicBezTo>
                <a:cubicBezTo>
                  <a:pt x="23217" y="91083"/>
                  <a:pt x="28575" y="100012"/>
                  <a:pt x="31254" y="104477"/>
                </a:cubicBezTo>
                <a:cubicBezTo>
                  <a:pt x="39737" y="117425"/>
                  <a:pt x="51346" y="117425"/>
                  <a:pt x="57150" y="117425"/>
                </a:cubicBezTo>
                <a:cubicBezTo>
                  <a:pt x="70545" y="117425"/>
                  <a:pt x="75902" y="112068"/>
                  <a:pt x="78581" y="109389"/>
                </a:cubicBezTo>
                <a:cubicBezTo>
                  <a:pt x="86171" y="101352"/>
                  <a:pt x="88404" y="91529"/>
                  <a:pt x="89297" y="86618"/>
                </a:cubicBezTo>
                <a:lnTo>
                  <a:pt x="110282" y="86618"/>
                </a:lnTo>
                <a:cubicBezTo>
                  <a:pt x="106710" y="112068"/>
                  <a:pt x="97334" y="120551"/>
                  <a:pt x="92422" y="124123"/>
                </a:cubicBezTo>
                <a:cubicBezTo>
                  <a:pt x="78135" y="136178"/>
                  <a:pt x="62954" y="136178"/>
                  <a:pt x="55364" y="136178"/>
                </a:cubicBezTo>
                <a:cubicBezTo>
                  <a:pt x="30361" y="136178"/>
                  <a:pt x="20538" y="123676"/>
                  <a:pt x="15180" y="117425"/>
                </a:cubicBezTo>
                <a:cubicBezTo>
                  <a:pt x="0" y="99120"/>
                  <a:pt x="0" y="80814"/>
                  <a:pt x="0" y="71438"/>
                </a:cubicBezTo>
                <a:cubicBezTo>
                  <a:pt x="0" y="37505"/>
                  <a:pt x="11162" y="25003"/>
                  <a:pt x="16520" y="18752"/>
                </a:cubicBezTo>
                <a:cubicBezTo>
                  <a:pt x="33040" y="0"/>
                  <a:pt x="50006" y="0"/>
                  <a:pt x="58936" y="0"/>
                </a:cubicBezTo>
                <a:close/>
                <a:moveTo>
                  <a:pt x="5893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98D868-F886-4088-B78E-122B8EFD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142" y="3576284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8704D9-718F-424A-9D0D-17502164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137" y="3531636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107B7-7F30-477A-B9C6-3DC11FCA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147" y="3576731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1FC21-EBED-4560-BB99-4E4E3A6B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445" y="3576284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6B59A-6CFF-467D-8579-0377075D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08" y="3767740"/>
            <a:ext cx="122337" cy="176361"/>
          </a:xfrm>
          <a:custGeom xmlns:a="http://schemas.openxmlformats.org/drawingml/2006/main">
            <a:pathLst>
              <a:path w="122337" h="176361">
                <a:moveTo>
                  <a:pt x="0" y="0"/>
                </a:moveTo>
                <a:lnTo>
                  <a:pt x="122337" y="0"/>
                </a:lnTo>
                <a:lnTo>
                  <a:pt x="122337" y="21431"/>
                </a:lnTo>
                <a:lnTo>
                  <a:pt x="23664" y="21431"/>
                </a:lnTo>
                <a:lnTo>
                  <a:pt x="23664" y="75456"/>
                </a:lnTo>
                <a:lnTo>
                  <a:pt x="110282" y="75456"/>
                </a:lnTo>
                <a:lnTo>
                  <a:pt x="110282" y="95994"/>
                </a:lnTo>
                <a:lnTo>
                  <a:pt x="23664" y="95994"/>
                </a:lnTo>
                <a:lnTo>
                  <a:pt x="23664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DD06B-7024-4434-8FEB-E2AAB3B8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923" y="3812389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F343E-68D0-4C2A-8CD8-57CF4891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86" y="3767294"/>
            <a:ext cx="113407" cy="180826"/>
          </a:xfrm>
          <a:custGeom xmlns:a="http://schemas.openxmlformats.org/drawingml/2006/main">
            <a:pathLst>
              <a:path w="113407" h="180826">
                <a:moveTo>
                  <a:pt x="0" y="0"/>
                </a:moveTo>
                <a:lnTo>
                  <a:pt x="21431" y="0"/>
                </a:lnTo>
                <a:lnTo>
                  <a:pt x="21431" y="63847"/>
                </a:lnTo>
                <a:cubicBezTo>
                  <a:pt x="28129" y="54471"/>
                  <a:pt x="34826" y="51346"/>
                  <a:pt x="37951" y="50006"/>
                </a:cubicBezTo>
                <a:cubicBezTo>
                  <a:pt x="47774" y="45095"/>
                  <a:pt x="55811" y="45095"/>
                  <a:pt x="59382" y="45095"/>
                </a:cubicBezTo>
                <a:cubicBezTo>
                  <a:pt x="83493" y="45095"/>
                  <a:pt x="93762" y="55811"/>
                  <a:pt x="98673" y="61615"/>
                </a:cubicBezTo>
                <a:cubicBezTo>
                  <a:pt x="113407" y="78135"/>
                  <a:pt x="113407" y="99120"/>
                  <a:pt x="113407" y="110282"/>
                </a:cubicBezTo>
                <a:cubicBezTo>
                  <a:pt x="113407" y="140643"/>
                  <a:pt x="103584" y="154037"/>
                  <a:pt x="98673" y="160734"/>
                </a:cubicBezTo>
                <a:cubicBezTo>
                  <a:pt x="83939" y="180826"/>
                  <a:pt x="66526" y="180826"/>
                  <a:pt x="57596" y="180826"/>
                </a:cubicBezTo>
                <a:cubicBezTo>
                  <a:pt x="42862" y="180826"/>
                  <a:pt x="36165" y="176361"/>
                  <a:pt x="33040" y="173682"/>
                </a:cubicBezTo>
                <a:cubicBezTo>
                  <a:pt x="26789" y="169664"/>
                  <a:pt x="22324" y="163413"/>
                  <a:pt x="20092" y="160734"/>
                </a:cubicBezTo>
                <a:lnTo>
                  <a:pt x="20092" y="176808"/>
                </a:lnTo>
                <a:lnTo>
                  <a:pt x="0" y="176808"/>
                </a:lnTo>
                <a:lnTo>
                  <a:pt x="0" y="0"/>
                </a:lnTo>
                <a:close/>
                <a:moveTo>
                  <a:pt x="56704" y="161627"/>
                </a:moveTo>
                <a:cubicBezTo>
                  <a:pt x="74116" y="161627"/>
                  <a:pt x="79921" y="152698"/>
                  <a:pt x="82600" y="148233"/>
                </a:cubicBezTo>
                <a:cubicBezTo>
                  <a:pt x="91529" y="133945"/>
                  <a:pt x="91529" y="118765"/>
                  <a:pt x="91529" y="111175"/>
                </a:cubicBezTo>
                <a:cubicBezTo>
                  <a:pt x="91529" y="91083"/>
                  <a:pt x="85725" y="82153"/>
                  <a:pt x="82600" y="77688"/>
                </a:cubicBezTo>
                <a:cubicBezTo>
                  <a:pt x="74116" y="64294"/>
                  <a:pt x="62508" y="64294"/>
                  <a:pt x="57150" y="64294"/>
                </a:cubicBezTo>
                <a:cubicBezTo>
                  <a:pt x="42416" y="64294"/>
                  <a:pt x="34826" y="71438"/>
                  <a:pt x="31254" y="75009"/>
                </a:cubicBezTo>
                <a:cubicBezTo>
                  <a:pt x="20092" y="86171"/>
                  <a:pt x="20092" y="102691"/>
                  <a:pt x="20092" y="111175"/>
                </a:cubicBezTo>
                <a:cubicBezTo>
                  <a:pt x="20092" y="129480"/>
                  <a:pt x="23217" y="137071"/>
                  <a:pt x="24557" y="140643"/>
                </a:cubicBezTo>
                <a:cubicBezTo>
                  <a:pt x="33040" y="161627"/>
                  <a:pt x="48667" y="161627"/>
                  <a:pt x="56704" y="161627"/>
                </a:cubicBezTo>
                <a:close/>
                <a:moveTo>
                  <a:pt x="56704" y="1616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11FCA-972E-48AA-9552-A8A23654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412" y="3812389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464B4-8BB5-48FE-97C9-0155A75F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408" y="3767740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D9DFB2-E6CC-42CD-8F94-3F4A5EFC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417" y="3812835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33749-F196-4B41-B213-EB106C33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716" y="3812389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A44E7-81BE-46CB-88B6-EB1D33B9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08" y="4003845"/>
            <a:ext cx="122337" cy="176361"/>
          </a:xfrm>
          <a:custGeom xmlns:a="http://schemas.openxmlformats.org/drawingml/2006/main">
            <a:pathLst>
              <a:path w="122337" h="176361">
                <a:moveTo>
                  <a:pt x="0" y="0"/>
                </a:moveTo>
                <a:lnTo>
                  <a:pt x="122337" y="0"/>
                </a:lnTo>
                <a:lnTo>
                  <a:pt x="122337" y="21431"/>
                </a:lnTo>
                <a:lnTo>
                  <a:pt x="23664" y="21431"/>
                </a:lnTo>
                <a:lnTo>
                  <a:pt x="23664" y="75456"/>
                </a:lnTo>
                <a:lnTo>
                  <a:pt x="110282" y="75456"/>
                </a:lnTo>
                <a:lnTo>
                  <a:pt x="110282" y="95994"/>
                </a:lnTo>
                <a:lnTo>
                  <a:pt x="23664" y="95994"/>
                </a:lnTo>
                <a:lnTo>
                  <a:pt x="23664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26C42-7509-4659-993E-241BCE01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920" y="4048493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E0FFB-A664-4C60-986E-95D3AD2D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986" y="4049386"/>
            <a:ext cx="112961" cy="185291"/>
          </a:xfrm>
          <a:custGeom xmlns:a="http://schemas.openxmlformats.org/drawingml/2006/main">
            <a:pathLst>
              <a:path w="112961" h="185291">
                <a:moveTo>
                  <a:pt x="54025" y="0"/>
                </a:moveTo>
                <a:cubicBezTo>
                  <a:pt x="69205" y="0"/>
                  <a:pt x="76795" y="4911"/>
                  <a:pt x="80367" y="7590"/>
                </a:cubicBezTo>
                <a:cubicBezTo>
                  <a:pt x="86618" y="11609"/>
                  <a:pt x="90636" y="16966"/>
                  <a:pt x="92869" y="19645"/>
                </a:cubicBezTo>
                <a:lnTo>
                  <a:pt x="92869" y="3572"/>
                </a:lnTo>
                <a:lnTo>
                  <a:pt x="112961" y="3572"/>
                </a:lnTo>
                <a:lnTo>
                  <a:pt x="112961" y="120551"/>
                </a:lnTo>
                <a:cubicBezTo>
                  <a:pt x="112961" y="145107"/>
                  <a:pt x="108049" y="154484"/>
                  <a:pt x="105370" y="158948"/>
                </a:cubicBezTo>
                <a:cubicBezTo>
                  <a:pt x="92422" y="185291"/>
                  <a:pt x="67419" y="185291"/>
                  <a:pt x="54918" y="185291"/>
                </a:cubicBezTo>
                <a:cubicBezTo>
                  <a:pt x="33933" y="185291"/>
                  <a:pt x="24557" y="179040"/>
                  <a:pt x="20092" y="175915"/>
                </a:cubicBezTo>
                <a:cubicBezTo>
                  <a:pt x="5804" y="166539"/>
                  <a:pt x="4465" y="153591"/>
                  <a:pt x="4018" y="146893"/>
                </a:cubicBezTo>
                <a:lnTo>
                  <a:pt x="25896" y="146893"/>
                </a:lnTo>
                <a:cubicBezTo>
                  <a:pt x="27682" y="155823"/>
                  <a:pt x="30807" y="158502"/>
                  <a:pt x="32147" y="160288"/>
                </a:cubicBezTo>
                <a:cubicBezTo>
                  <a:pt x="39737" y="167432"/>
                  <a:pt x="50006" y="167432"/>
                  <a:pt x="55364" y="167432"/>
                </a:cubicBezTo>
                <a:cubicBezTo>
                  <a:pt x="80367" y="167432"/>
                  <a:pt x="85279" y="155823"/>
                  <a:pt x="87957" y="150019"/>
                </a:cubicBezTo>
                <a:cubicBezTo>
                  <a:pt x="92422" y="139750"/>
                  <a:pt x="92422" y="121890"/>
                  <a:pt x="91976" y="112961"/>
                </a:cubicBezTo>
                <a:cubicBezTo>
                  <a:pt x="85725" y="122783"/>
                  <a:pt x="79474" y="126355"/>
                  <a:pt x="76349" y="127695"/>
                </a:cubicBezTo>
                <a:cubicBezTo>
                  <a:pt x="67419" y="132606"/>
                  <a:pt x="57150" y="132606"/>
                  <a:pt x="52239" y="132606"/>
                </a:cubicBezTo>
                <a:cubicBezTo>
                  <a:pt x="31700" y="132606"/>
                  <a:pt x="20985" y="122783"/>
                  <a:pt x="15627" y="117872"/>
                </a:cubicBezTo>
                <a:cubicBezTo>
                  <a:pt x="0" y="102691"/>
                  <a:pt x="0" y="79921"/>
                  <a:pt x="0" y="68759"/>
                </a:cubicBezTo>
                <a:cubicBezTo>
                  <a:pt x="0" y="36165"/>
                  <a:pt x="10716" y="24110"/>
                  <a:pt x="15627" y="18306"/>
                </a:cubicBezTo>
                <a:cubicBezTo>
                  <a:pt x="31700" y="0"/>
                  <a:pt x="46434" y="0"/>
                  <a:pt x="54025" y="0"/>
                </a:cubicBezTo>
                <a:close/>
                <a:moveTo>
                  <a:pt x="92869" y="66080"/>
                </a:moveTo>
                <a:cubicBezTo>
                  <a:pt x="92869" y="42416"/>
                  <a:pt x="86171" y="34379"/>
                  <a:pt x="83046" y="30807"/>
                </a:cubicBezTo>
                <a:cubicBezTo>
                  <a:pt x="73223" y="19199"/>
                  <a:pt x="62954" y="19199"/>
                  <a:pt x="58043" y="19199"/>
                </a:cubicBezTo>
                <a:cubicBezTo>
                  <a:pt x="35272" y="19199"/>
                  <a:pt x="29468" y="33486"/>
                  <a:pt x="26789" y="40630"/>
                </a:cubicBezTo>
                <a:cubicBezTo>
                  <a:pt x="22324" y="51792"/>
                  <a:pt x="22324" y="64294"/>
                  <a:pt x="22324" y="70098"/>
                </a:cubicBezTo>
                <a:cubicBezTo>
                  <a:pt x="22324" y="91976"/>
                  <a:pt x="28129" y="100012"/>
                  <a:pt x="31254" y="103584"/>
                </a:cubicBezTo>
                <a:cubicBezTo>
                  <a:pt x="39737" y="114746"/>
                  <a:pt x="50006" y="114746"/>
                  <a:pt x="54918" y="114746"/>
                </a:cubicBezTo>
                <a:cubicBezTo>
                  <a:pt x="78135" y="114746"/>
                  <a:pt x="84386" y="100905"/>
                  <a:pt x="87511" y="93762"/>
                </a:cubicBezTo>
                <a:cubicBezTo>
                  <a:pt x="92869" y="81707"/>
                  <a:pt x="92869" y="71438"/>
                  <a:pt x="92869" y="66080"/>
                </a:cubicBezTo>
                <a:close/>
                <a:moveTo>
                  <a:pt x="92869" y="660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1D084-997A-46C5-B9A2-5F25DDB4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410" y="4048493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B713C-3CCD-45D8-9FA5-5DF8B955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406" y="4003845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866E4-DBC4-4735-8667-00C3A0C0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415" y="4048940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70A66-3998-46F4-8086-3193E02E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713" y="4048493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054E5-7E72-46F7-9900-F5BAAAF0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731" y="4235485"/>
            <a:ext cx="161181" cy="185738"/>
          </a:xfrm>
          <a:custGeom xmlns:a="http://schemas.openxmlformats.org/drawingml/2006/main">
            <a:pathLst>
              <a:path w="161181" h="185738">
                <a:moveTo>
                  <a:pt x="83493" y="0"/>
                </a:moveTo>
                <a:cubicBezTo>
                  <a:pt x="108049" y="0"/>
                  <a:pt x="120104" y="6251"/>
                  <a:pt x="126355" y="9823"/>
                </a:cubicBezTo>
                <a:cubicBezTo>
                  <a:pt x="152698" y="23217"/>
                  <a:pt x="156270" y="46434"/>
                  <a:pt x="158502" y="58043"/>
                </a:cubicBezTo>
                <a:lnTo>
                  <a:pt x="134838" y="58043"/>
                </a:lnTo>
                <a:cubicBezTo>
                  <a:pt x="130373" y="38844"/>
                  <a:pt x="121444" y="32593"/>
                  <a:pt x="116979" y="29914"/>
                </a:cubicBezTo>
                <a:cubicBezTo>
                  <a:pt x="103138" y="20985"/>
                  <a:pt x="89297" y="20985"/>
                  <a:pt x="82600" y="20985"/>
                </a:cubicBezTo>
                <a:cubicBezTo>
                  <a:pt x="58043" y="20985"/>
                  <a:pt x="46881" y="33040"/>
                  <a:pt x="41523" y="39291"/>
                </a:cubicBezTo>
                <a:cubicBezTo>
                  <a:pt x="24557" y="58043"/>
                  <a:pt x="24557" y="82153"/>
                  <a:pt x="24557" y="93762"/>
                </a:cubicBezTo>
                <a:cubicBezTo>
                  <a:pt x="24557" y="125462"/>
                  <a:pt x="33933" y="138857"/>
                  <a:pt x="38398" y="145554"/>
                </a:cubicBezTo>
                <a:cubicBezTo>
                  <a:pt x="52239" y="165199"/>
                  <a:pt x="73223" y="165199"/>
                  <a:pt x="83493" y="165199"/>
                </a:cubicBezTo>
                <a:cubicBezTo>
                  <a:pt x="107603" y="165199"/>
                  <a:pt x="117872" y="155823"/>
                  <a:pt x="123230" y="151358"/>
                </a:cubicBezTo>
                <a:cubicBezTo>
                  <a:pt x="138857" y="137071"/>
                  <a:pt x="138857" y="116532"/>
                  <a:pt x="139303" y="106263"/>
                </a:cubicBezTo>
                <a:lnTo>
                  <a:pt x="83939" y="106263"/>
                </a:lnTo>
                <a:lnTo>
                  <a:pt x="83939" y="86618"/>
                </a:lnTo>
                <a:lnTo>
                  <a:pt x="161181" y="86618"/>
                </a:lnTo>
                <a:lnTo>
                  <a:pt x="161181" y="180826"/>
                </a:lnTo>
                <a:lnTo>
                  <a:pt x="146000" y="180826"/>
                </a:lnTo>
                <a:lnTo>
                  <a:pt x="140196" y="158055"/>
                </a:lnTo>
                <a:cubicBezTo>
                  <a:pt x="128141" y="171450"/>
                  <a:pt x="121890" y="175022"/>
                  <a:pt x="118765" y="176808"/>
                </a:cubicBezTo>
                <a:cubicBezTo>
                  <a:pt x="103138" y="185738"/>
                  <a:pt x="86618" y="185738"/>
                  <a:pt x="78581" y="185738"/>
                </a:cubicBezTo>
                <a:cubicBezTo>
                  <a:pt x="47327" y="185738"/>
                  <a:pt x="32593" y="172343"/>
                  <a:pt x="25003" y="165199"/>
                </a:cubicBezTo>
                <a:cubicBezTo>
                  <a:pt x="0" y="140196"/>
                  <a:pt x="0" y="110282"/>
                  <a:pt x="0" y="95548"/>
                </a:cubicBezTo>
                <a:cubicBezTo>
                  <a:pt x="0" y="51346"/>
                  <a:pt x="16073" y="33933"/>
                  <a:pt x="24110" y="25003"/>
                </a:cubicBezTo>
                <a:cubicBezTo>
                  <a:pt x="46881" y="0"/>
                  <a:pt x="71438" y="0"/>
                  <a:pt x="83493" y="0"/>
                </a:cubicBezTo>
                <a:close/>
                <a:moveTo>
                  <a:pt x="8349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B9B872-44BE-4932-B8A6-35CEE96B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950" y="4285045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E98F73-5117-4F2F-A5DB-96E24E54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839" y="4285045"/>
            <a:ext cx="104924" cy="131266"/>
          </a:xfrm>
          <a:custGeom xmlns:a="http://schemas.openxmlformats.org/drawingml/2006/main">
            <a:pathLst>
              <a:path w="104924" h="131266">
                <a:moveTo>
                  <a:pt x="0" y="2679"/>
                </a:moveTo>
                <a:lnTo>
                  <a:pt x="20538" y="2679"/>
                </a:lnTo>
                <a:lnTo>
                  <a:pt x="20538" y="20985"/>
                </a:lnTo>
                <a:cubicBezTo>
                  <a:pt x="29914" y="9823"/>
                  <a:pt x="36612" y="6697"/>
                  <a:pt x="40184" y="4911"/>
                </a:cubicBezTo>
                <a:cubicBezTo>
                  <a:pt x="50453" y="0"/>
                  <a:pt x="58489" y="0"/>
                  <a:pt x="62508" y="0"/>
                </a:cubicBezTo>
                <a:cubicBezTo>
                  <a:pt x="90190" y="0"/>
                  <a:pt x="96441" y="12502"/>
                  <a:pt x="99566" y="18752"/>
                </a:cubicBezTo>
                <a:cubicBezTo>
                  <a:pt x="104924" y="29468"/>
                  <a:pt x="104924" y="42416"/>
                  <a:pt x="104924" y="48667"/>
                </a:cubicBezTo>
                <a:lnTo>
                  <a:pt x="104924" y="131266"/>
                </a:lnTo>
                <a:lnTo>
                  <a:pt x="83046" y="131266"/>
                </a:lnTo>
                <a:lnTo>
                  <a:pt x="83046" y="50453"/>
                </a:lnTo>
                <a:cubicBezTo>
                  <a:pt x="83046" y="38398"/>
                  <a:pt x="80367" y="33933"/>
                  <a:pt x="79474" y="31254"/>
                </a:cubicBezTo>
                <a:cubicBezTo>
                  <a:pt x="73670" y="19199"/>
                  <a:pt x="63401" y="19199"/>
                  <a:pt x="58489" y="19199"/>
                </a:cubicBezTo>
                <a:cubicBezTo>
                  <a:pt x="50899" y="19199"/>
                  <a:pt x="47774" y="20538"/>
                  <a:pt x="45988" y="20985"/>
                </a:cubicBezTo>
                <a:cubicBezTo>
                  <a:pt x="37058" y="23664"/>
                  <a:pt x="32593" y="29021"/>
                  <a:pt x="30361" y="31254"/>
                </a:cubicBezTo>
                <a:cubicBezTo>
                  <a:pt x="25003" y="37951"/>
                  <a:pt x="24110" y="42416"/>
                  <a:pt x="23217" y="44648"/>
                </a:cubicBezTo>
                <a:cubicBezTo>
                  <a:pt x="21878" y="51346"/>
                  <a:pt x="21878" y="59829"/>
                  <a:pt x="21878" y="64294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2B693-C851-466F-9287-E6D1A4B4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636" y="4252005"/>
            <a:ext cx="59829" cy="166539"/>
          </a:xfrm>
          <a:custGeom xmlns:a="http://schemas.openxmlformats.org/drawingml/2006/main">
            <a:pathLst>
              <a:path w="59829" h="166539">
                <a:moveTo>
                  <a:pt x="17413" y="0"/>
                </a:moveTo>
                <a:lnTo>
                  <a:pt x="39291" y="0"/>
                </a:lnTo>
                <a:lnTo>
                  <a:pt x="39291" y="35719"/>
                </a:lnTo>
                <a:lnTo>
                  <a:pt x="59829" y="35719"/>
                </a:lnTo>
                <a:lnTo>
                  <a:pt x="59829" y="53578"/>
                </a:lnTo>
                <a:lnTo>
                  <a:pt x="39291" y="53578"/>
                </a:lnTo>
                <a:lnTo>
                  <a:pt x="39291" y="137517"/>
                </a:lnTo>
                <a:cubicBezTo>
                  <a:pt x="39291" y="144214"/>
                  <a:pt x="42416" y="145554"/>
                  <a:pt x="43755" y="146447"/>
                </a:cubicBezTo>
                <a:cubicBezTo>
                  <a:pt x="46434" y="147786"/>
                  <a:pt x="50006" y="147786"/>
                  <a:pt x="52239" y="147786"/>
                </a:cubicBezTo>
                <a:cubicBezTo>
                  <a:pt x="53578" y="147786"/>
                  <a:pt x="54918" y="147786"/>
                  <a:pt x="55811" y="147786"/>
                </a:cubicBezTo>
                <a:cubicBezTo>
                  <a:pt x="57150" y="147786"/>
                  <a:pt x="58936" y="147340"/>
                  <a:pt x="59829" y="147340"/>
                </a:cubicBezTo>
                <a:lnTo>
                  <a:pt x="59829" y="164306"/>
                </a:lnTo>
                <a:cubicBezTo>
                  <a:pt x="56257" y="165646"/>
                  <a:pt x="53578" y="165646"/>
                  <a:pt x="51792" y="166092"/>
                </a:cubicBezTo>
                <a:cubicBezTo>
                  <a:pt x="48220" y="166539"/>
                  <a:pt x="44648" y="166539"/>
                  <a:pt x="43309" y="166539"/>
                </a:cubicBezTo>
                <a:cubicBezTo>
                  <a:pt x="28129" y="166539"/>
                  <a:pt x="24557" y="161181"/>
                  <a:pt x="22771" y="158502"/>
                </a:cubicBezTo>
                <a:cubicBezTo>
                  <a:pt x="17413" y="150912"/>
                  <a:pt x="17413" y="142875"/>
                  <a:pt x="17413" y="138857"/>
                </a:cubicBezTo>
                <a:lnTo>
                  <a:pt x="17413" y="53578"/>
                </a:lnTo>
                <a:lnTo>
                  <a:pt x="0" y="53578"/>
                </a:lnTo>
                <a:lnTo>
                  <a:pt x="0" y="35719"/>
                </a:lnTo>
                <a:lnTo>
                  <a:pt x="17413" y="35719"/>
                </a:lnTo>
                <a:lnTo>
                  <a:pt x="17413" y="0"/>
                </a:lnTo>
                <a:close/>
                <a:moveTo>
                  <a:pt x="174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EBFC2-24F8-4460-B5BE-7061ED19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956" y="4239950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A9908-0278-438A-91F0-176AB7A7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751" y="4284598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292CA-AF1F-4E52-9169-46730FF8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300" y="4285045"/>
            <a:ext cx="104924" cy="131266"/>
          </a:xfrm>
          <a:custGeom xmlns:a="http://schemas.openxmlformats.org/drawingml/2006/main">
            <a:pathLst>
              <a:path w="104924" h="131266">
                <a:moveTo>
                  <a:pt x="0" y="2679"/>
                </a:moveTo>
                <a:lnTo>
                  <a:pt x="20538" y="2679"/>
                </a:lnTo>
                <a:lnTo>
                  <a:pt x="20538" y="20985"/>
                </a:lnTo>
                <a:cubicBezTo>
                  <a:pt x="29914" y="9823"/>
                  <a:pt x="36612" y="6697"/>
                  <a:pt x="40184" y="4911"/>
                </a:cubicBezTo>
                <a:cubicBezTo>
                  <a:pt x="50453" y="0"/>
                  <a:pt x="58489" y="0"/>
                  <a:pt x="62508" y="0"/>
                </a:cubicBezTo>
                <a:cubicBezTo>
                  <a:pt x="90190" y="0"/>
                  <a:pt x="96441" y="12502"/>
                  <a:pt x="99566" y="18752"/>
                </a:cubicBezTo>
                <a:cubicBezTo>
                  <a:pt x="104924" y="29468"/>
                  <a:pt x="104924" y="42416"/>
                  <a:pt x="104924" y="48667"/>
                </a:cubicBezTo>
                <a:lnTo>
                  <a:pt x="104924" y="131266"/>
                </a:lnTo>
                <a:lnTo>
                  <a:pt x="83046" y="131266"/>
                </a:lnTo>
                <a:lnTo>
                  <a:pt x="83046" y="50453"/>
                </a:lnTo>
                <a:cubicBezTo>
                  <a:pt x="83046" y="38398"/>
                  <a:pt x="80367" y="33933"/>
                  <a:pt x="79474" y="31254"/>
                </a:cubicBezTo>
                <a:cubicBezTo>
                  <a:pt x="73670" y="19199"/>
                  <a:pt x="63401" y="19199"/>
                  <a:pt x="58489" y="19199"/>
                </a:cubicBezTo>
                <a:cubicBezTo>
                  <a:pt x="50899" y="19199"/>
                  <a:pt x="47774" y="20538"/>
                  <a:pt x="45988" y="20985"/>
                </a:cubicBezTo>
                <a:cubicBezTo>
                  <a:pt x="37058" y="23664"/>
                  <a:pt x="32593" y="29021"/>
                  <a:pt x="30361" y="31254"/>
                </a:cubicBezTo>
                <a:cubicBezTo>
                  <a:pt x="25003" y="37951"/>
                  <a:pt x="24110" y="42416"/>
                  <a:pt x="23217" y="44648"/>
                </a:cubicBezTo>
                <a:cubicBezTo>
                  <a:pt x="21878" y="51346"/>
                  <a:pt x="21878" y="59829"/>
                  <a:pt x="21878" y="64294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96024F-B886-434B-B311-B2FAA91C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41" y="4284598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AC7B9-358C-4097-BBDA-AE2222AE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237" y="4239950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4C866-F7D6-4600-A031-528538B6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246" y="4285045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896E5-05AA-439E-811F-97EC9E1B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544" y="4284598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51BCC-EBAF-4BEF-B352-4399F972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731" y="4471590"/>
            <a:ext cx="161181" cy="185738"/>
          </a:xfrm>
          <a:custGeom xmlns:a="http://schemas.openxmlformats.org/drawingml/2006/main">
            <a:pathLst>
              <a:path w="161181" h="185738">
                <a:moveTo>
                  <a:pt x="83493" y="0"/>
                </a:moveTo>
                <a:cubicBezTo>
                  <a:pt x="108049" y="0"/>
                  <a:pt x="120104" y="6251"/>
                  <a:pt x="126355" y="9823"/>
                </a:cubicBezTo>
                <a:cubicBezTo>
                  <a:pt x="152698" y="23217"/>
                  <a:pt x="156270" y="46434"/>
                  <a:pt x="158502" y="58043"/>
                </a:cubicBezTo>
                <a:lnTo>
                  <a:pt x="134838" y="58043"/>
                </a:lnTo>
                <a:cubicBezTo>
                  <a:pt x="130373" y="38844"/>
                  <a:pt x="121444" y="32593"/>
                  <a:pt x="116979" y="29914"/>
                </a:cubicBezTo>
                <a:cubicBezTo>
                  <a:pt x="103138" y="20985"/>
                  <a:pt x="89297" y="20985"/>
                  <a:pt x="82600" y="20985"/>
                </a:cubicBezTo>
                <a:cubicBezTo>
                  <a:pt x="58043" y="20985"/>
                  <a:pt x="46881" y="33040"/>
                  <a:pt x="41523" y="39291"/>
                </a:cubicBezTo>
                <a:cubicBezTo>
                  <a:pt x="24557" y="58043"/>
                  <a:pt x="24557" y="82153"/>
                  <a:pt x="24557" y="93762"/>
                </a:cubicBezTo>
                <a:cubicBezTo>
                  <a:pt x="24557" y="125462"/>
                  <a:pt x="33933" y="138857"/>
                  <a:pt x="38398" y="145554"/>
                </a:cubicBezTo>
                <a:cubicBezTo>
                  <a:pt x="52239" y="165199"/>
                  <a:pt x="73223" y="165199"/>
                  <a:pt x="83493" y="165199"/>
                </a:cubicBezTo>
                <a:cubicBezTo>
                  <a:pt x="107603" y="165199"/>
                  <a:pt x="117872" y="155823"/>
                  <a:pt x="123230" y="151358"/>
                </a:cubicBezTo>
                <a:cubicBezTo>
                  <a:pt x="138857" y="137071"/>
                  <a:pt x="138857" y="116532"/>
                  <a:pt x="139303" y="106263"/>
                </a:cubicBezTo>
                <a:lnTo>
                  <a:pt x="83939" y="106263"/>
                </a:lnTo>
                <a:lnTo>
                  <a:pt x="83939" y="86618"/>
                </a:lnTo>
                <a:lnTo>
                  <a:pt x="161181" y="86618"/>
                </a:lnTo>
                <a:lnTo>
                  <a:pt x="161181" y="180826"/>
                </a:lnTo>
                <a:lnTo>
                  <a:pt x="146000" y="180826"/>
                </a:lnTo>
                <a:lnTo>
                  <a:pt x="140196" y="158055"/>
                </a:lnTo>
                <a:cubicBezTo>
                  <a:pt x="128141" y="171450"/>
                  <a:pt x="121890" y="175022"/>
                  <a:pt x="118765" y="176808"/>
                </a:cubicBezTo>
                <a:cubicBezTo>
                  <a:pt x="103138" y="185738"/>
                  <a:pt x="86618" y="185738"/>
                  <a:pt x="78581" y="185738"/>
                </a:cubicBezTo>
                <a:cubicBezTo>
                  <a:pt x="47327" y="185738"/>
                  <a:pt x="32593" y="172343"/>
                  <a:pt x="25003" y="165199"/>
                </a:cubicBezTo>
                <a:cubicBezTo>
                  <a:pt x="0" y="140196"/>
                  <a:pt x="0" y="110282"/>
                  <a:pt x="0" y="95548"/>
                </a:cubicBezTo>
                <a:cubicBezTo>
                  <a:pt x="0" y="51346"/>
                  <a:pt x="16073" y="33933"/>
                  <a:pt x="24110" y="25003"/>
                </a:cubicBezTo>
                <a:cubicBezTo>
                  <a:pt x="46881" y="0"/>
                  <a:pt x="71438" y="0"/>
                  <a:pt x="83493" y="0"/>
                </a:cubicBezTo>
                <a:close/>
                <a:moveTo>
                  <a:pt x="8349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063B6-3932-42C5-88A0-38F28491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950" y="4521149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E8F1D-6DDF-4DAC-9B42-A282A00F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285" y="4521149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E6968-B958-4CEC-B750-6C5F0FA2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473" y="4520703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A1E74-D009-4A35-910C-8409453C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022" y="4521149"/>
            <a:ext cx="104924" cy="131266"/>
          </a:xfrm>
          <a:custGeom xmlns:a="http://schemas.openxmlformats.org/drawingml/2006/main">
            <a:pathLst>
              <a:path w="104924" h="131266">
                <a:moveTo>
                  <a:pt x="0" y="2679"/>
                </a:moveTo>
                <a:lnTo>
                  <a:pt x="20538" y="2679"/>
                </a:lnTo>
                <a:lnTo>
                  <a:pt x="20538" y="20985"/>
                </a:lnTo>
                <a:cubicBezTo>
                  <a:pt x="29914" y="9823"/>
                  <a:pt x="36612" y="6697"/>
                  <a:pt x="40184" y="4911"/>
                </a:cubicBezTo>
                <a:cubicBezTo>
                  <a:pt x="50453" y="0"/>
                  <a:pt x="58489" y="0"/>
                  <a:pt x="62508" y="0"/>
                </a:cubicBezTo>
                <a:cubicBezTo>
                  <a:pt x="90190" y="0"/>
                  <a:pt x="96441" y="12502"/>
                  <a:pt x="99566" y="18752"/>
                </a:cubicBezTo>
                <a:cubicBezTo>
                  <a:pt x="104924" y="29468"/>
                  <a:pt x="104924" y="42416"/>
                  <a:pt x="104924" y="48667"/>
                </a:cubicBezTo>
                <a:lnTo>
                  <a:pt x="104924" y="131266"/>
                </a:lnTo>
                <a:lnTo>
                  <a:pt x="83046" y="131266"/>
                </a:lnTo>
                <a:lnTo>
                  <a:pt x="83046" y="50453"/>
                </a:lnTo>
                <a:cubicBezTo>
                  <a:pt x="83046" y="38398"/>
                  <a:pt x="80367" y="33933"/>
                  <a:pt x="79474" y="31254"/>
                </a:cubicBezTo>
                <a:cubicBezTo>
                  <a:pt x="73670" y="19199"/>
                  <a:pt x="63401" y="19199"/>
                  <a:pt x="58489" y="19199"/>
                </a:cubicBezTo>
                <a:cubicBezTo>
                  <a:pt x="50899" y="19199"/>
                  <a:pt x="47774" y="20538"/>
                  <a:pt x="45988" y="20985"/>
                </a:cubicBezTo>
                <a:cubicBezTo>
                  <a:pt x="37058" y="23664"/>
                  <a:pt x="32593" y="29021"/>
                  <a:pt x="30361" y="31254"/>
                </a:cubicBezTo>
                <a:cubicBezTo>
                  <a:pt x="25003" y="37951"/>
                  <a:pt x="24110" y="42416"/>
                  <a:pt x="23217" y="44648"/>
                </a:cubicBezTo>
                <a:cubicBezTo>
                  <a:pt x="21878" y="51346"/>
                  <a:pt x="21878" y="59829"/>
                  <a:pt x="21878" y="64294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72CB8-C363-423E-B736-BE6BAD40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767" y="4476054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6366B-5F4D-493D-8F31-8B86DFCC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562" y="4520703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DDA57C-3097-44DF-91B5-C74DC4EB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558" y="4476054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F003DC-EAD3-447A-A164-29C6A705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567" y="4521149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2D3A7-A985-4B9B-AFDA-9A17F19B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865" y="4520703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5E12D-DBB5-49C6-AC10-8E0EAE44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1875" y="4712159"/>
            <a:ext cx="112961" cy="176361"/>
          </a:xfrm>
          <a:custGeom xmlns:a="http://schemas.openxmlformats.org/drawingml/2006/main">
            <a:pathLst>
              <a:path w="112961" h="176361">
                <a:moveTo>
                  <a:pt x="0" y="0"/>
                </a:moveTo>
                <a:lnTo>
                  <a:pt x="23664" y="0"/>
                </a:lnTo>
                <a:lnTo>
                  <a:pt x="23664" y="155377"/>
                </a:lnTo>
                <a:lnTo>
                  <a:pt x="112961" y="155377"/>
                </a:lnTo>
                <a:lnTo>
                  <a:pt x="112961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5ADD3-0DCD-44D4-8991-49D59A7F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690" y="4756808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97CD6E-ACA8-434B-BB4F-6A4F7964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239" y="4757254"/>
            <a:ext cx="173236" cy="131266"/>
          </a:xfrm>
          <a:custGeom xmlns:a="http://schemas.openxmlformats.org/drawingml/2006/main">
            <a:pathLst>
              <a:path w="173236" h="131266">
                <a:moveTo>
                  <a:pt x="0" y="2679"/>
                </a:moveTo>
                <a:lnTo>
                  <a:pt x="21431" y="2679"/>
                </a:lnTo>
                <a:lnTo>
                  <a:pt x="21431" y="20985"/>
                </a:lnTo>
                <a:cubicBezTo>
                  <a:pt x="29021" y="11609"/>
                  <a:pt x="33486" y="8483"/>
                  <a:pt x="35719" y="7144"/>
                </a:cubicBezTo>
                <a:cubicBezTo>
                  <a:pt x="45988" y="0"/>
                  <a:pt x="55364" y="0"/>
                  <a:pt x="59829" y="0"/>
                </a:cubicBezTo>
                <a:cubicBezTo>
                  <a:pt x="75009" y="0"/>
                  <a:pt x="81260" y="4911"/>
                  <a:pt x="84386" y="7590"/>
                </a:cubicBezTo>
                <a:cubicBezTo>
                  <a:pt x="89743" y="11609"/>
                  <a:pt x="92422" y="17413"/>
                  <a:pt x="94208" y="20092"/>
                </a:cubicBezTo>
                <a:cubicBezTo>
                  <a:pt x="101352" y="9823"/>
                  <a:pt x="107603" y="6697"/>
                  <a:pt x="111175" y="4911"/>
                </a:cubicBezTo>
                <a:cubicBezTo>
                  <a:pt x="120551" y="0"/>
                  <a:pt x="128588" y="0"/>
                  <a:pt x="133052" y="0"/>
                </a:cubicBezTo>
                <a:cubicBezTo>
                  <a:pt x="158948" y="0"/>
                  <a:pt x="164753" y="12502"/>
                  <a:pt x="168325" y="18752"/>
                </a:cubicBezTo>
                <a:cubicBezTo>
                  <a:pt x="173236" y="28575"/>
                  <a:pt x="173236" y="40184"/>
                  <a:pt x="173236" y="45541"/>
                </a:cubicBezTo>
                <a:lnTo>
                  <a:pt x="173236" y="131266"/>
                </a:lnTo>
                <a:lnTo>
                  <a:pt x="150465" y="131266"/>
                </a:lnTo>
                <a:lnTo>
                  <a:pt x="150465" y="41970"/>
                </a:lnTo>
                <a:cubicBezTo>
                  <a:pt x="150465" y="29021"/>
                  <a:pt x="146447" y="25896"/>
                  <a:pt x="144214" y="24110"/>
                </a:cubicBezTo>
                <a:cubicBezTo>
                  <a:pt x="137964" y="19645"/>
                  <a:pt x="131713" y="19645"/>
                  <a:pt x="128588" y="19645"/>
                </a:cubicBezTo>
                <a:cubicBezTo>
                  <a:pt x="116086" y="19645"/>
                  <a:pt x="109835" y="25450"/>
                  <a:pt x="106710" y="28129"/>
                </a:cubicBezTo>
                <a:cubicBezTo>
                  <a:pt x="97334" y="36612"/>
                  <a:pt x="97334" y="50006"/>
                  <a:pt x="97334" y="56257"/>
                </a:cubicBezTo>
                <a:lnTo>
                  <a:pt x="97334" y="131266"/>
                </a:lnTo>
                <a:lnTo>
                  <a:pt x="75456" y="131266"/>
                </a:lnTo>
                <a:lnTo>
                  <a:pt x="75456" y="47327"/>
                </a:lnTo>
                <a:cubicBezTo>
                  <a:pt x="75456" y="34379"/>
                  <a:pt x="73223" y="30361"/>
                  <a:pt x="72330" y="28575"/>
                </a:cubicBezTo>
                <a:cubicBezTo>
                  <a:pt x="67419" y="19199"/>
                  <a:pt x="58489" y="19199"/>
                  <a:pt x="54025" y="19199"/>
                </a:cubicBezTo>
                <a:cubicBezTo>
                  <a:pt x="41523" y="19199"/>
                  <a:pt x="35272" y="25896"/>
                  <a:pt x="31700" y="29021"/>
                </a:cubicBezTo>
                <a:cubicBezTo>
                  <a:pt x="21878" y="38398"/>
                  <a:pt x="21878" y="54918"/>
                  <a:pt x="21878" y="62954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2FE34-D118-4300-8F3B-687B5C27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111" y="4712159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41A9E-EBD8-4113-AB1E-6163971E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06" y="4756808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610C0-2C26-4032-9432-6519D94D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901" y="4712159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82700C-A8F9-42EB-8B6C-AC47573C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5911" y="4757254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06FA2-37D9-4060-B2EA-06B9F179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209" y="4756808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A3AB8-4046-48FB-AC3D-81D8895A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1875" y="4948264"/>
            <a:ext cx="112961" cy="176361"/>
          </a:xfrm>
          <a:custGeom xmlns:a="http://schemas.openxmlformats.org/drawingml/2006/main">
            <a:pathLst>
              <a:path w="112961" h="176361">
                <a:moveTo>
                  <a:pt x="0" y="0"/>
                </a:moveTo>
                <a:lnTo>
                  <a:pt x="23664" y="0"/>
                </a:lnTo>
                <a:lnTo>
                  <a:pt x="23664" y="155377"/>
                </a:lnTo>
                <a:lnTo>
                  <a:pt x="112961" y="155377"/>
                </a:lnTo>
                <a:lnTo>
                  <a:pt x="112961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22D2ED-7F82-46D1-83F5-E298DD99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690" y="4992912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E0785-E9C8-4CC8-8391-EEEF988A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793" y="4996038"/>
            <a:ext cx="103584" cy="132159"/>
          </a:xfrm>
          <a:custGeom xmlns:a="http://schemas.openxmlformats.org/drawingml/2006/main">
            <a:pathLst>
              <a:path w="103584" h="132159">
                <a:moveTo>
                  <a:pt x="22324" y="0"/>
                </a:moveTo>
                <a:lnTo>
                  <a:pt x="22324" y="85725"/>
                </a:lnTo>
                <a:cubicBezTo>
                  <a:pt x="22324" y="95548"/>
                  <a:pt x="24110" y="99566"/>
                  <a:pt x="25450" y="101352"/>
                </a:cubicBezTo>
                <a:cubicBezTo>
                  <a:pt x="31254" y="112961"/>
                  <a:pt x="41523" y="112961"/>
                  <a:pt x="46881" y="112961"/>
                </a:cubicBezTo>
                <a:cubicBezTo>
                  <a:pt x="69652" y="112961"/>
                  <a:pt x="75009" y="99566"/>
                  <a:pt x="77688" y="92869"/>
                </a:cubicBezTo>
                <a:cubicBezTo>
                  <a:pt x="82153" y="82153"/>
                  <a:pt x="82153" y="69652"/>
                  <a:pt x="82153" y="62954"/>
                </a:cubicBezTo>
                <a:lnTo>
                  <a:pt x="82153" y="0"/>
                </a:lnTo>
                <a:lnTo>
                  <a:pt x="103584" y="0"/>
                </a:lnTo>
                <a:lnTo>
                  <a:pt x="103584" y="128588"/>
                </a:lnTo>
                <a:lnTo>
                  <a:pt x="83046" y="128588"/>
                </a:lnTo>
                <a:lnTo>
                  <a:pt x="83493" y="109835"/>
                </a:lnTo>
                <a:cubicBezTo>
                  <a:pt x="79474" y="116979"/>
                  <a:pt x="75009" y="120551"/>
                  <a:pt x="72777" y="122337"/>
                </a:cubicBezTo>
                <a:cubicBezTo>
                  <a:pt x="60722" y="132159"/>
                  <a:pt x="48667" y="132159"/>
                  <a:pt x="42862" y="132159"/>
                </a:cubicBezTo>
                <a:cubicBezTo>
                  <a:pt x="15627" y="132159"/>
                  <a:pt x="8483" y="120104"/>
                  <a:pt x="5358" y="113854"/>
                </a:cubicBezTo>
                <a:cubicBezTo>
                  <a:pt x="0" y="104031"/>
                  <a:pt x="0" y="92869"/>
                  <a:pt x="0" y="87511"/>
                </a:cubicBezTo>
                <a:lnTo>
                  <a:pt x="0" y="0"/>
                </a:lnTo>
                <a:lnTo>
                  <a:pt x="22324" y="0"/>
                </a:lnTo>
                <a:close/>
                <a:moveTo>
                  <a:pt x="2232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8DEE2-8A0C-4E5B-A981-BA47FC96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431" y="4993359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79D25-9EFD-4610-BC63-93F2556D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619" y="4992912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9F71D-9668-439E-BCA4-427E9A5A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15" y="4948264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1D6B1-7A49-4A96-9049-7C65A649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624" y="4993359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EC9958-2258-447A-8B15-4F4B1DD2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8923" y="4992912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24857-66CA-4C50-AF6F-E1CE8E1D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1875" y="5184368"/>
            <a:ext cx="112961" cy="176361"/>
          </a:xfrm>
          <a:custGeom xmlns:a="http://schemas.openxmlformats.org/drawingml/2006/main">
            <a:pathLst>
              <a:path w="112961" h="176361">
                <a:moveTo>
                  <a:pt x="0" y="0"/>
                </a:moveTo>
                <a:lnTo>
                  <a:pt x="23664" y="0"/>
                </a:lnTo>
                <a:lnTo>
                  <a:pt x="23664" y="155377"/>
                </a:lnTo>
                <a:lnTo>
                  <a:pt x="112961" y="155377"/>
                </a:lnTo>
                <a:lnTo>
                  <a:pt x="112961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42BDF-E9F1-4235-9337-A353EBCF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495" y="5184368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A1455-D600-45E8-9FFA-D67D599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541" y="5184368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4542C-D063-4AC3-9ED5-1C6AB6D6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694" y="5184368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6E14D-BDDC-4308-9607-65902FA0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489" y="5229017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A2BA0-1183-446C-B77E-AAC32C28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484" y="5184368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34249-45F8-4A65-BF11-E580302D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3494" y="5229463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7B11C-158C-4325-81D9-768803A3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792" y="5229017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FE126-556A-43D5-940B-A6BEC44A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982" y="5420473"/>
            <a:ext cx="169218" cy="176361"/>
          </a:xfrm>
          <a:custGeom xmlns:a="http://schemas.openxmlformats.org/drawingml/2006/main">
            <a:pathLst>
              <a:path w="169218" h="176361">
                <a:moveTo>
                  <a:pt x="0" y="0"/>
                </a:moveTo>
                <a:lnTo>
                  <a:pt x="34379" y="0"/>
                </a:lnTo>
                <a:lnTo>
                  <a:pt x="84832" y="149126"/>
                </a:lnTo>
                <a:lnTo>
                  <a:pt x="135285" y="0"/>
                </a:lnTo>
                <a:lnTo>
                  <a:pt x="169218" y="0"/>
                </a:lnTo>
                <a:lnTo>
                  <a:pt x="169218" y="176361"/>
                </a:lnTo>
                <a:lnTo>
                  <a:pt x="146447" y="176361"/>
                </a:lnTo>
                <a:lnTo>
                  <a:pt x="146447" y="72330"/>
                </a:lnTo>
                <a:cubicBezTo>
                  <a:pt x="146447" y="66973"/>
                  <a:pt x="146893" y="58489"/>
                  <a:pt x="146893" y="54471"/>
                </a:cubicBezTo>
                <a:cubicBezTo>
                  <a:pt x="146893" y="41970"/>
                  <a:pt x="146893" y="32593"/>
                  <a:pt x="146893" y="27682"/>
                </a:cubicBezTo>
                <a:lnTo>
                  <a:pt x="96887" y="176361"/>
                </a:lnTo>
                <a:lnTo>
                  <a:pt x="73223" y="176361"/>
                </a:lnTo>
                <a:lnTo>
                  <a:pt x="22324" y="27682"/>
                </a:lnTo>
                <a:lnTo>
                  <a:pt x="22324" y="33040"/>
                </a:lnTo>
                <a:cubicBezTo>
                  <a:pt x="22324" y="39737"/>
                  <a:pt x="22324" y="48220"/>
                  <a:pt x="22771" y="52685"/>
                </a:cubicBezTo>
                <a:cubicBezTo>
                  <a:pt x="22771" y="66080"/>
                  <a:pt x="22771" y="70545"/>
                  <a:pt x="22771" y="72330"/>
                </a:cubicBezTo>
                <a:lnTo>
                  <a:pt x="22771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B615D-9CE9-4294-963C-9AAAA211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17" y="5465122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16EB6-ED77-4543-A4C6-CC9D6C5A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883" y="5466015"/>
            <a:ext cx="112961" cy="185291"/>
          </a:xfrm>
          <a:custGeom xmlns:a="http://schemas.openxmlformats.org/drawingml/2006/main">
            <a:pathLst>
              <a:path w="112961" h="185291">
                <a:moveTo>
                  <a:pt x="54025" y="0"/>
                </a:moveTo>
                <a:cubicBezTo>
                  <a:pt x="69205" y="0"/>
                  <a:pt x="76795" y="4911"/>
                  <a:pt x="80367" y="7590"/>
                </a:cubicBezTo>
                <a:cubicBezTo>
                  <a:pt x="86618" y="11609"/>
                  <a:pt x="90636" y="16966"/>
                  <a:pt x="92869" y="19645"/>
                </a:cubicBezTo>
                <a:lnTo>
                  <a:pt x="92869" y="3572"/>
                </a:lnTo>
                <a:lnTo>
                  <a:pt x="112961" y="3572"/>
                </a:lnTo>
                <a:lnTo>
                  <a:pt x="112961" y="120551"/>
                </a:lnTo>
                <a:cubicBezTo>
                  <a:pt x="112961" y="145107"/>
                  <a:pt x="108049" y="154484"/>
                  <a:pt x="105370" y="158948"/>
                </a:cubicBezTo>
                <a:cubicBezTo>
                  <a:pt x="92422" y="185291"/>
                  <a:pt x="67419" y="185291"/>
                  <a:pt x="54918" y="185291"/>
                </a:cubicBezTo>
                <a:cubicBezTo>
                  <a:pt x="33933" y="185291"/>
                  <a:pt x="24557" y="179040"/>
                  <a:pt x="20092" y="175915"/>
                </a:cubicBezTo>
                <a:cubicBezTo>
                  <a:pt x="5804" y="166539"/>
                  <a:pt x="4465" y="153591"/>
                  <a:pt x="4018" y="146893"/>
                </a:cubicBezTo>
                <a:lnTo>
                  <a:pt x="25896" y="146893"/>
                </a:lnTo>
                <a:cubicBezTo>
                  <a:pt x="27682" y="155823"/>
                  <a:pt x="30807" y="158502"/>
                  <a:pt x="32147" y="160288"/>
                </a:cubicBezTo>
                <a:cubicBezTo>
                  <a:pt x="39737" y="167432"/>
                  <a:pt x="50006" y="167432"/>
                  <a:pt x="55364" y="167432"/>
                </a:cubicBezTo>
                <a:cubicBezTo>
                  <a:pt x="80367" y="167432"/>
                  <a:pt x="85279" y="155823"/>
                  <a:pt x="87957" y="150019"/>
                </a:cubicBezTo>
                <a:cubicBezTo>
                  <a:pt x="92422" y="139750"/>
                  <a:pt x="92422" y="121890"/>
                  <a:pt x="91976" y="112961"/>
                </a:cubicBezTo>
                <a:cubicBezTo>
                  <a:pt x="85725" y="122783"/>
                  <a:pt x="79474" y="126355"/>
                  <a:pt x="76349" y="127695"/>
                </a:cubicBezTo>
                <a:cubicBezTo>
                  <a:pt x="67419" y="132606"/>
                  <a:pt x="57150" y="132606"/>
                  <a:pt x="52239" y="132606"/>
                </a:cubicBezTo>
                <a:cubicBezTo>
                  <a:pt x="31700" y="132606"/>
                  <a:pt x="20985" y="122783"/>
                  <a:pt x="15627" y="117872"/>
                </a:cubicBezTo>
                <a:cubicBezTo>
                  <a:pt x="0" y="102691"/>
                  <a:pt x="0" y="79921"/>
                  <a:pt x="0" y="68759"/>
                </a:cubicBezTo>
                <a:cubicBezTo>
                  <a:pt x="0" y="36165"/>
                  <a:pt x="10716" y="24110"/>
                  <a:pt x="15627" y="18306"/>
                </a:cubicBezTo>
                <a:cubicBezTo>
                  <a:pt x="31700" y="0"/>
                  <a:pt x="46434" y="0"/>
                  <a:pt x="54025" y="0"/>
                </a:cubicBezTo>
                <a:close/>
                <a:moveTo>
                  <a:pt x="92869" y="66080"/>
                </a:moveTo>
                <a:cubicBezTo>
                  <a:pt x="92869" y="42416"/>
                  <a:pt x="86171" y="34379"/>
                  <a:pt x="83046" y="30807"/>
                </a:cubicBezTo>
                <a:cubicBezTo>
                  <a:pt x="73223" y="19199"/>
                  <a:pt x="62954" y="19199"/>
                  <a:pt x="58043" y="19199"/>
                </a:cubicBezTo>
                <a:cubicBezTo>
                  <a:pt x="35272" y="19199"/>
                  <a:pt x="29468" y="33486"/>
                  <a:pt x="26789" y="40630"/>
                </a:cubicBezTo>
                <a:cubicBezTo>
                  <a:pt x="22324" y="51792"/>
                  <a:pt x="22324" y="64294"/>
                  <a:pt x="22324" y="70098"/>
                </a:cubicBezTo>
                <a:cubicBezTo>
                  <a:pt x="22324" y="91976"/>
                  <a:pt x="28129" y="100012"/>
                  <a:pt x="31254" y="103584"/>
                </a:cubicBezTo>
                <a:cubicBezTo>
                  <a:pt x="39737" y="114746"/>
                  <a:pt x="50006" y="114746"/>
                  <a:pt x="54918" y="114746"/>
                </a:cubicBezTo>
                <a:cubicBezTo>
                  <a:pt x="78135" y="114746"/>
                  <a:pt x="84386" y="100905"/>
                  <a:pt x="87511" y="93762"/>
                </a:cubicBezTo>
                <a:cubicBezTo>
                  <a:pt x="92869" y="81707"/>
                  <a:pt x="92869" y="71438"/>
                  <a:pt x="92869" y="66080"/>
                </a:cubicBezTo>
                <a:close/>
                <a:moveTo>
                  <a:pt x="92869" y="660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C4BC9-CF77-4C0F-862A-CD683897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111" y="5465568"/>
            <a:ext cx="104924" cy="131266"/>
          </a:xfrm>
          <a:custGeom xmlns:a="http://schemas.openxmlformats.org/drawingml/2006/main">
            <a:pathLst>
              <a:path w="104924" h="131266">
                <a:moveTo>
                  <a:pt x="0" y="2679"/>
                </a:moveTo>
                <a:lnTo>
                  <a:pt x="20538" y="2679"/>
                </a:lnTo>
                <a:lnTo>
                  <a:pt x="20538" y="20985"/>
                </a:lnTo>
                <a:cubicBezTo>
                  <a:pt x="29914" y="9823"/>
                  <a:pt x="36612" y="6697"/>
                  <a:pt x="40184" y="4911"/>
                </a:cubicBezTo>
                <a:cubicBezTo>
                  <a:pt x="50453" y="0"/>
                  <a:pt x="58489" y="0"/>
                  <a:pt x="62508" y="0"/>
                </a:cubicBezTo>
                <a:cubicBezTo>
                  <a:pt x="90190" y="0"/>
                  <a:pt x="96441" y="12502"/>
                  <a:pt x="99566" y="18752"/>
                </a:cubicBezTo>
                <a:cubicBezTo>
                  <a:pt x="104924" y="29468"/>
                  <a:pt x="104924" y="42416"/>
                  <a:pt x="104924" y="48667"/>
                </a:cubicBezTo>
                <a:lnTo>
                  <a:pt x="104924" y="131266"/>
                </a:lnTo>
                <a:lnTo>
                  <a:pt x="83046" y="131266"/>
                </a:lnTo>
                <a:lnTo>
                  <a:pt x="83046" y="50453"/>
                </a:lnTo>
                <a:cubicBezTo>
                  <a:pt x="83046" y="38398"/>
                  <a:pt x="80367" y="33933"/>
                  <a:pt x="79474" y="31254"/>
                </a:cubicBezTo>
                <a:cubicBezTo>
                  <a:pt x="73670" y="19199"/>
                  <a:pt x="63401" y="19199"/>
                  <a:pt x="58489" y="19199"/>
                </a:cubicBezTo>
                <a:cubicBezTo>
                  <a:pt x="50899" y="19199"/>
                  <a:pt x="47774" y="20538"/>
                  <a:pt x="45988" y="20985"/>
                </a:cubicBezTo>
                <a:cubicBezTo>
                  <a:pt x="37058" y="23664"/>
                  <a:pt x="32593" y="29021"/>
                  <a:pt x="30361" y="31254"/>
                </a:cubicBezTo>
                <a:cubicBezTo>
                  <a:pt x="25003" y="37951"/>
                  <a:pt x="24110" y="42416"/>
                  <a:pt x="23217" y="44648"/>
                </a:cubicBezTo>
                <a:cubicBezTo>
                  <a:pt x="21878" y="51346"/>
                  <a:pt x="21878" y="59829"/>
                  <a:pt x="21878" y="64294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1D9CD4-F8A4-47F8-B00E-7C8151AC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926" y="5464675"/>
            <a:ext cx="120104" cy="137071"/>
          </a:xfrm>
          <a:custGeom xmlns:a="http://schemas.openxmlformats.org/drawingml/2006/main">
            <a:pathLst>
              <a:path w="120104" h="137071">
                <a:moveTo>
                  <a:pt x="59829" y="118318"/>
                </a:moveTo>
                <a:cubicBezTo>
                  <a:pt x="81707" y="118318"/>
                  <a:pt x="87064" y="107603"/>
                  <a:pt x="89297" y="102245"/>
                </a:cubicBezTo>
                <a:cubicBezTo>
                  <a:pt x="97780" y="85725"/>
                  <a:pt x="97780" y="72330"/>
                  <a:pt x="97780" y="65633"/>
                </a:cubicBezTo>
                <a:cubicBezTo>
                  <a:pt x="97780" y="47774"/>
                  <a:pt x="93762" y="40184"/>
                  <a:pt x="91529" y="36612"/>
                </a:cubicBezTo>
                <a:cubicBezTo>
                  <a:pt x="82600" y="18752"/>
                  <a:pt x="67866" y="18752"/>
                  <a:pt x="60275" y="18752"/>
                </a:cubicBezTo>
                <a:cubicBezTo>
                  <a:pt x="40630" y="18752"/>
                  <a:pt x="34379" y="29021"/>
                  <a:pt x="31254" y="33933"/>
                </a:cubicBezTo>
                <a:cubicBezTo>
                  <a:pt x="22771" y="49113"/>
                  <a:pt x="22771" y="63401"/>
                  <a:pt x="22771" y="70545"/>
                </a:cubicBezTo>
                <a:cubicBezTo>
                  <a:pt x="22771" y="91083"/>
                  <a:pt x="28575" y="100012"/>
                  <a:pt x="31254" y="104477"/>
                </a:cubicBezTo>
                <a:cubicBezTo>
                  <a:pt x="40630" y="118318"/>
                  <a:pt x="53578" y="118318"/>
                  <a:pt x="59829" y="118318"/>
                </a:cubicBezTo>
                <a:close/>
                <a:moveTo>
                  <a:pt x="61168" y="0"/>
                </a:moveTo>
                <a:cubicBezTo>
                  <a:pt x="85725" y="0"/>
                  <a:pt x="97334" y="10716"/>
                  <a:pt x="103138" y="16520"/>
                </a:cubicBezTo>
                <a:cubicBezTo>
                  <a:pt x="120104" y="33040"/>
                  <a:pt x="120104" y="54471"/>
                  <a:pt x="120104" y="65187"/>
                </a:cubicBezTo>
                <a:cubicBezTo>
                  <a:pt x="120104" y="96441"/>
                  <a:pt x="110282" y="109835"/>
                  <a:pt x="104924" y="116532"/>
                </a:cubicBezTo>
                <a:cubicBezTo>
                  <a:pt x="90190" y="137071"/>
                  <a:pt x="68759" y="137071"/>
                  <a:pt x="58043" y="137071"/>
                </a:cubicBezTo>
                <a:cubicBezTo>
                  <a:pt x="31254" y="137071"/>
                  <a:pt x="20985" y="125016"/>
                  <a:pt x="16073" y="119211"/>
                </a:cubicBezTo>
                <a:cubicBezTo>
                  <a:pt x="0" y="101352"/>
                  <a:pt x="0" y="80814"/>
                  <a:pt x="0" y="70545"/>
                </a:cubicBezTo>
                <a:cubicBezTo>
                  <a:pt x="0" y="38398"/>
                  <a:pt x="11162" y="25450"/>
                  <a:pt x="16520" y="19199"/>
                </a:cubicBezTo>
                <a:cubicBezTo>
                  <a:pt x="33040" y="0"/>
                  <a:pt x="51792" y="0"/>
                  <a:pt x="61168" y="0"/>
                </a:cubicBezTo>
                <a:close/>
                <a:moveTo>
                  <a:pt x="611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F7979-BCEB-455C-A837-D39BB47B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047" y="5420473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A1D48-9B71-4A17-840D-502880AE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200" y="5420473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3960F-0550-4F34-8C88-A91EB5B7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3995" y="5465122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B522B-2AB9-4C8E-929B-7FF9BAE2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991" y="5420473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C6E6F-C969-465E-ADC4-407A021F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000" y="5465568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91A058-9048-4668-BFE5-9D2042DD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298" y="5465122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95956-1787-4C74-A6FA-32C460B8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982" y="5656578"/>
            <a:ext cx="169218" cy="176361"/>
          </a:xfrm>
          <a:custGeom xmlns:a="http://schemas.openxmlformats.org/drawingml/2006/main">
            <a:pathLst>
              <a:path w="169218" h="176361">
                <a:moveTo>
                  <a:pt x="0" y="0"/>
                </a:moveTo>
                <a:lnTo>
                  <a:pt x="34379" y="0"/>
                </a:lnTo>
                <a:lnTo>
                  <a:pt x="84832" y="149126"/>
                </a:lnTo>
                <a:lnTo>
                  <a:pt x="135285" y="0"/>
                </a:lnTo>
                <a:lnTo>
                  <a:pt x="169218" y="0"/>
                </a:lnTo>
                <a:lnTo>
                  <a:pt x="169218" y="176361"/>
                </a:lnTo>
                <a:lnTo>
                  <a:pt x="146447" y="176361"/>
                </a:lnTo>
                <a:lnTo>
                  <a:pt x="146447" y="72330"/>
                </a:lnTo>
                <a:cubicBezTo>
                  <a:pt x="146447" y="66973"/>
                  <a:pt x="146893" y="58489"/>
                  <a:pt x="146893" y="54471"/>
                </a:cubicBezTo>
                <a:cubicBezTo>
                  <a:pt x="146893" y="41970"/>
                  <a:pt x="146893" y="32593"/>
                  <a:pt x="146893" y="27682"/>
                </a:cubicBezTo>
                <a:lnTo>
                  <a:pt x="96887" y="176361"/>
                </a:lnTo>
                <a:lnTo>
                  <a:pt x="73223" y="176361"/>
                </a:lnTo>
                <a:lnTo>
                  <a:pt x="22324" y="27682"/>
                </a:lnTo>
                <a:lnTo>
                  <a:pt x="22324" y="33040"/>
                </a:lnTo>
                <a:cubicBezTo>
                  <a:pt x="22324" y="39737"/>
                  <a:pt x="22324" y="48220"/>
                  <a:pt x="22771" y="52685"/>
                </a:cubicBezTo>
                <a:cubicBezTo>
                  <a:pt x="22771" y="66080"/>
                  <a:pt x="22771" y="70545"/>
                  <a:pt x="22771" y="72330"/>
                </a:cubicBezTo>
                <a:lnTo>
                  <a:pt x="22771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82AC9-2003-4477-8E57-0AB1E063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17" y="5701226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89071-11A7-43E9-BD0C-4BBB2043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812" y="5656578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F62D1-06B7-4632-8A59-F8A4D55E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179" y="5701226"/>
            <a:ext cx="113407" cy="183059"/>
          </a:xfrm>
          <a:custGeom xmlns:a="http://schemas.openxmlformats.org/drawingml/2006/main">
            <a:pathLst>
              <a:path w="113407" h="183059">
                <a:moveTo>
                  <a:pt x="56257" y="116979"/>
                </a:moveTo>
                <a:cubicBezTo>
                  <a:pt x="71438" y="116979"/>
                  <a:pt x="78135" y="108942"/>
                  <a:pt x="81260" y="104477"/>
                </a:cubicBezTo>
                <a:cubicBezTo>
                  <a:pt x="91529" y="91976"/>
                  <a:pt x="91529" y="75009"/>
                  <a:pt x="91529" y="66973"/>
                </a:cubicBezTo>
                <a:cubicBezTo>
                  <a:pt x="91529" y="51346"/>
                  <a:pt x="88404" y="43755"/>
                  <a:pt x="87064" y="40184"/>
                </a:cubicBezTo>
                <a:cubicBezTo>
                  <a:pt x="78581" y="19199"/>
                  <a:pt x="63847" y="19199"/>
                  <a:pt x="56257" y="19199"/>
                </a:cubicBezTo>
                <a:cubicBezTo>
                  <a:pt x="33486" y="19199"/>
                  <a:pt x="28129" y="33933"/>
                  <a:pt x="25450" y="41523"/>
                </a:cubicBezTo>
                <a:cubicBezTo>
                  <a:pt x="20985" y="53578"/>
                  <a:pt x="20985" y="65633"/>
                  <a:pt x="20985" y="71884"/>
                </a:cubicBezTo>
                <a:cubicBezTo>
                  <a:pt x="20985" y="87064"/>
                  <a:pt x="24110" y="93762"/>
                  <a:pt x="25450" y="97334"/>
                </a:cubicBezTo>
                <a:cubicBezTo>
                  <a:pt x="33933" y="116979"/>
                  <a:pt x="48667" y="116979"/>
                  <a:pt x="56257" y="116979"/>
                </a:cubicBezTo>
                <a:close/>
                <a:moveTo>
                  <a:pt x="0" y="3572"/>
                </a:moveTo>
                <a:lnTo>
                  <a:pt x="21431" y="3572"/>
                </a:lnTo>
                <a:lnTo>
                  <a:pt x="21431" y="20985"/>
                </a:lnTo>
                <a:cubicBezTo>
                  <a:pt x="27682" y="12055"/>
                  <a:pt x="33040" y="8930"/>
                  <a:pt x="35272" y="7144"/>
                </a:cubicBezTo>
                <a:cubicBezTo>
                  <a:pt x="46434" y="0"/>
                  <a:pt x="56257" y="0"/>
                  <a:pt x="61168" y="0"/>
                </a:cubicBezTo>
                <a:cubicBezTo>
                  <a:pt x="83046" y="0"/>
                  <a:pt x="93315" y="11162"/>
                  <a:pt x="98227" y="16966"/>
                </a:cubicBezTo>
                <a:cubicBezTo>
                  <a:pt x="113407" y="33486"/>
                  <a:pt x="113407" y="54025"/>
                  <a:pt x="113407" y="64740"/>
                </a:cubicBezTo>
                <a:cubicBezTo>
                  <a:pt x="113407" y="106710"/>
                  <a:pt x="98673" y="118765"/>
                  <a:pt x="91529" y="125016"/>
                </a:cubicBezTo>
                <a:cubicBezTo>
                  <a:pt x="77688" y="136178"/>
                  <a:pt x="65187" y="136178"/>
                  <a:pt x="58936" y="136178"/>
                </a:cubicBezTo>
                <a:cubicBezTo>
                  <a:pt x="44648" y="136178"/>
                  <a:pt x="37951" y="132159"/>
                  <a:pt x="34826" y="129927"/>
                </a:cubicBezTo>
                <a:cubicBezTo>
                  <a:pt x="29021" y="126355"/>
                  <a:pt x="24110" y="120551"/>
                  <a:pt x="21878" y="117425"/>
                </a:cubicBezTo>
                <a:lnTo>
                  <a:pt x="21878" y="183059"/>
                </a:lnTo>
                <a:lnTo>
                  <a:pt x="0" y="183059"/>
                </a:lnTo>
                <a:lnTo>
                  <a:pt x="0" y="3572"/>
                </a:lnTo>
                <a:close/>
                <a:moveTo>
                  <a:pt x="0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40FA4-2C7A-4786-B3F5-63003AA4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710" y="5656578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E1C54-B1FB-406F-BDC2-C7A94C1B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826" y="5702119"/>
            <a:ext cx="112961" cy="185291"/>
          </a:xfrm>
          <a:custGeom xmlns:a="http://schemas.openxmlformats.org/drawingml/2006/main">
            <a:pathLst>
              <a:path w="112961" h="185291">
                <a:moveTo>
                  <a:pt x="54025" y="0"/>
                </a:moveTo>
                <a:cubicBezTo>
                  <a:pt x="69205" y="0"/>
                  <a:pt x="76795" y="4911"/>
                  <a:pt x="80367" y="7590"/>
                </a:cubicBezTo>
                <a:cubicBezTo>
                  <a:pt x="86618" y="11609"/>
                  <a:pt x="90636" y="16966"/>
                  <a:pt x="92869" y="19645"/>
                </a:cubicBezTo>
                <a:lnTo>
                  <a:pt x="92869" y="3572"/>
                </a:lnTo>
                <a:lnTo>
                  <a:pt x="112961" y="3572"/>
                </a:lnTo>
                <a:lnTo>
                  <a:pt x="112961" y="120551"/>
                </a:lnTo>
                <a:cubicBezTo>
                  <a:pt x="112961" y="145107"/>
                  <a:pt x="108049" y="154484"/>
                  <a:pt x="105370" y="158948"/>
                </a:cubicBezTo>
                <a:cubicBezTo>
                  <a:pt x="92422" y="185291"/>
                  <a:pt x="67419" y="185291"/>
                  <a:pt x="54918" y="185291"/>
                </a:cubicBezTo>
                <a:cubicBezTo>
                  <a:pt x="33933" y="185291"/>
                  <a:pt x="24557" y="179040"/>
                  <a:pt x="20092" y="175915"/>
                </a:cubicBezTo>
                <a:cubicBezTo>
                  <a:pt x="5804" y="166539"/>
                  <a:pt x="4465" y="153591"/>
                  <a:pt x="4018" y="146893"/>
                </a:cubicBezTo>
                <a:lnTo>
                  <a:pt x="25896" y="146893"/>
                </a:lnTo>
                <a:cubicBezTo>
                  <a:pt x="27682" y="155823"/>
                  <a:pt x="30807" y="158502"/>
                  <a:pt x="32147" y="160288"/>
                </a:cubicBezTo>
                <a:cubicBezTo>
                  <a:pt x="39737" y="167432"/>
                  <a:pt x="50006" y="167432"/>
                  <a:pt x="55364" y="167432"/>
                </a:cubicBezTo>
                <a:cubicBezTo>
                  <a:pt x="80367" y="167432"/>
                  <a:pt x="85279" y="155823"/>
                  <a:pt x="87957" y="150019"/>
                </a:cubicBezTo>
                <a:cubicBezTo>
                  <a:pt x="92422" y="139750"/>
                  <a:pt x="92422" y="121890"/>
                  <a:pt x="91976" y="112961"/>
                </a:cubicBezTo>
                <a:cubicBezTo>
                  <a:pt x="85725" y="122783"/>
                  <a:pt x="79474" y="126355"/>
                  <a:pt x="76349" y="127695"/>
                </a:cubicBezTo>
                <a:cubicBezTo>
                  <a:pt x="67419" y="132606"/>
                  <a:pt x="57150" y="132606"/>
                  <a:pt x="52239" y="132606"/>
                </a:cubicBezTo>
                <a:cubicBezTo>
                  <a:pt x="31700" y="132606"/>
                  <a:pt x="20985" y="122783"/>
                  <a:pt x="15627" y="117872"/>
                </a:cubicBezTo>
                <a:cubicBezTo>
                  <a:pt x="0" y="102691"/>
                  <a:pt x="0" y="79921"/>
                  <a:pt x="0" y="68759"/>
                </a:cubicBezTo>
                <a:cubicBezTo>
                  <a:pt x="0" y="36165"/>
                  <a:pt x="10716" y="24110"/>
                  <a:pt x="15627" y="18306"/>
                </a:cubicBezTo>
                <a:cubicBezTo>
                  <a:pt x="31700" y="0"/>
                  <a:pt x="46434" y="0"/>
                  <a:pt x="54025" y="0"/>
                </a:cubicBezTo>
                <a:close/>
                <a:moveTo>
                  <a:pt x="92869" y="66080"/>
                </a:moveTo>
                <a:cubicBezTo>
                  <a:pt x="92869" y="42416"/>
                  <a:pt x="86171" y="34379"/>
                  <a:pt x="83046" y="30807"/>
                </a:cubicBezTo>
                <a:cubicBezTo>
                  <a:pt x="73223" y="19199"/>
                  <a:pt x="62954" y="19199"/>
                  <a:pt x="58043" y="19199"/>
                </a:cubicBezTo>
                <a:cubicBezTo>
                  <a:pt x="35272" y="19199"/>
                  <a:pt x="29468" y="33486"/>
                  <a:pt x="26789" y="40630"/>
                </a:cubicBezTo>
                <a:cubicBezTo>
                  <a:pt x="22324" y="51792"/>
                  <a:pt x="22324" y="64294"/>
                  <a:pt x="22324" y="70098"/>
                </a:cubicBezTo>
                <a:cubicBezTo>
                  <a:pt x="22324" y="91976"/>
                  <a:pt x="28129" y="100012"/>
                  <a:pt x="31254" y="103584"/>
                </a:cubicBezTo>
                <a:cubicBezTo>
                  <a:pt x="39737" y="114746"/>
                  <a:pt x="50006" y="114746"/>
                  <a:pt x="54918" y="114746"/>
                </a:cubicBezTo>
                <a:cubicBezTo>
                  <a:pt x="78135" y="114746"/>
                  <a:pt x="84386" y="100905"/>
                  <a:pt x="87511" y="93762"/>
                </a:cubicBezTo>
                <a:cubicBezTo>
                  <a:pt x="92869" y="81707"/>
                  <a:pt x="92869" y="71438"/>
                  <a:pt x="92869" y="66080"/>
                </a:cubicBezTo>
                <a:close/>
                <a:moveTo>
                  <a:pt x="92869" y="660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643A6-F89B-4B03-B46C-9292D4D0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054" y="5656131"/>
            <a:ext cx="104924" cy="176808"/>
          </a:xfrm>
          <a:custGeom xmlns:a="http://schemas.openxmlformats.org/drawingml/2006/main">
            <a:pathLst>
              <a:path w="104924" h="176808">
                <a:moveTo>
                  <a:pt x="0" y="0"/>
                </a:moveTo>
                <a:lnTo>
                  <a:pt x="21878" y="0"/>
                </a:lnTo>
                <a:lnTo>
                  <a:pt x="21878" y="65633"/>
                </a:lnTo>
                <a:cubicBezTo>
                  <a:pt x="29468" y="55811"/>
                  <a:pt x="33486" y="53132"/>
                  <a:pt x="35719" y="52239"/>
                </a:cubicBezTo>
                <a:cubicBezTo>
                  <a:pt x="45988" y="45095"/>
                  <a:pt x="56257" y="45095"/>
                  <a:pt x="61615" y="45095"/>
                </a:cubicBezTo>
                <a:cubicBezTo>
                  <a:pt x="89743" y="45095"/>
                  <a:pt x="96441" y="58043"/>
                  <a:pt x="99566" y="64740"/>
                </a:cubicBezTo>
                <a:cubicBezTo>
                  <a:pt x="104924" y="75456"/>
                  <a:pt x="104924" y="87957"/>
                  <a:pt x="104924" y="94208"/>
                </a:cubicBezTo>
                <a:lnTo>
                  <a:pt x="104924" y="176808"/>
                </a:lnTo>
                <a:lnTo>
                  <a:pt x="82600" y="176808"/>
                </a:lnTo>
                <a:lnTo>
                  <a:pt x="82600" y="95994"/>
                </a:lnTo>
                <a:cubicBezTo>
                  <a:pt x="82600" y="81707"/>
                  <a:pt x="80367" y="77242"/>
                  <a:pt x="79028" y="75009"/>
                </a:cubicBezTo>
                <a:cubicBezTo>
                  <a:pt x="73223" y="64294"/>
                  <a:pt x="62508" y="64294"/>
                  <a:pt x="57150" y="64294"/>
                </a:cubicBezTo>
                <a:cubicBezTo>
                  <a:pt x="43755" y="64294"/>
                  <a:pt x="36165" y="70991"/>
                  <a:pt x="32593" y="73670"/>
                </a:cubicBezTo>
                <a:cubicBezTo>
                  <a:pt x="21878" y="83046"/>
                  <a:pt x="21878" y="100012"/>
                  <a:pt x="21878" y="108496"/>
                </a:cubicBezTo>
                <a:lnTo>
                  <a:pt x="21878" y="176808"/>
                </a:lnTo>
                <a:lnTo>
                  <a:pt x="0" y="17680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09AD4-36C3-4916-9925-C8C48785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799" y="5656578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F8C4D-F49A-4BE0-ADAA-9301A967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95" y="5701226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E799A-AAF3-4064-8E1E-C78E547E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590" y="5656578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9BE1F-A1E7-45B3-866A-12797700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599" y="5701673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F98C3-FF71-4681-9388-4F234BF7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898" y="5701226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7F61A-B611-43E4-8174-DBA98A69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982" y="5892683"/>
            <a:ext cx="169218" cy="176361"/>
          </a:xfrm>
          <a:custGeom xmlns:a="http://schemas.openxmlformats.org/drawingml/2006/main">
            <a:pathLst>
              <a:path w="169218" h="176361">
                <a:moveTo>
                  <a:pt x="0" y="0"/>
                </a:moveTo>
                <a:lnTo>
                  <a:pt x="34379" y="0"/>
                </a:lnTo>
                <a:lnTo>
                  <a:pt x="84832" y="149126"/>
                </a:lnTo>
                <a:lnTo>
                  <a:pt x="135285" y="0"/>
                </a:lnTo>
                <a:lnTo>
                  <a:pt x="169218" y="0"/>
                </a:lnTo>
                <a:lnTo>
                  <a:pt x="169218" y="176361"/>
                </a:lnTo>
                <a:lnTo>
                  <a:pt x="146447" y="176361"/>
                </a:lnTo>
                <a:lnTo>
                  <a:pt x="146447" y="72330"/>
                </a:lnTo>
                <a:cubicBezTo>
                  <a:pt x="146447" y="66973"/>
                  <a:pt x="146893" y="58489"/>
                  <a:pt x="146893" y="54471"/>
                </a:cubicBezTo>
                <a:cubicBezTo>
                  <a:pt x="146893" y="41970"/>
                  <a:pt x="146893" y="32593"/>
                  <a:pt x="146893" y="27682"/>
                </a:cubicBezTo>
                <a:lnTo>
                  <a:pt x="96887" y="176361"/>
                </a:lnTo>
                <a:lnTo>
                  <a:pt x="73223" y="176361"/>
                </a:lnTo>
                <a:lnTo>
                  <a:pt x="22324" y="27682"/>
                </a:lnTo>
                <a:lnTo>
                  <a:pt x="22324" y="33040"/>
                </a:lnTo>
                <a:cubicBezTo>
                  <a:pt x="22324" y="39737"/>
                  <a:pt x="22324" y="48220"/>
                  <a:pt x="22771" y="52685"/>
                </a:cubicBezTo>
                <a:cubicBezTo>
                  <a:pt x="22771" y="66080"/>
                  <a:pt x="22771" y="70545"/>
                  <a:pt x="22771" y="72330"/>
                </a:cubicBezTo>
                <a:lnTo>
                  <a:pt x="22771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C8966-6C53-4649-8915-A8B3E7FC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17" y="5937331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B4307-4BDA-4BA5-BA72-E7FE4BA5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812" y="5892683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595D4-EE53-4654-B427-A7BFA94C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678" y="5940456"/>
            <a:ext cx="118765" cy="128588"/>
          </a:xfrm>
          <a:custGeom xmlns:a="http://schemas.openxmlformats.org/drawingml/2006/main">
            <a:pathLst>
              <a:path w="118765" h="128588">
                <a:moveTo>
                  <a:pt x="25003" y="0"/>
                </a:moveTo>
                <a:lnTo>
                  <a:pt x="59382" y="104924"/>
                </a:lnTo>
                <a:lnTo>
                  <a:pt x="95548" y="0"/>
                </a:lnTo>
                <a:lnTo>
                  <a:pt x="118765" y="0"/>
                </a:lnTo>
                <a:lnTo>
                  <a:pt x="70098" y="128588"/>
                </a:lnTo>
                <a:lnTo>
                  <a:pt x="47327" y="128588"/>
                </a:lnTo>
                <a:lnTo>
                  <a:pt x="0" y="0"/>
                </a:lnTo>
                <a:lnTo>
                  <a:pt x="25003" y="0"/>
                </a:lnTo>
                <a:close/>
                <a:moveTo>
                  <a:pt x="2500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B7E43-393F-4409-8BA8-6E53035F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985" y="5937331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C67B3-91DE-4948-A8FB-9B37A4CC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981" y="5892683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84DEF-4534-4771-9F42-4752FC6C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990" y="5937777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E3D7C-333E-4989-A689-EE3B49A9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289" y="5937331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172FFD-CAE7-473C-9D7C-2DD5B813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982" y="6128787"/>
            <a:ext cx="169218" cy="176361"/>
          </a:xfrm>
          <a:custGeom xmlns:a="http://schemas.openxmlformats.org/drawingml/2006/main">
            <a:pathLst>
              <a:path w="169218" h="176361">
                <a:moveTo>
                  <a:pt x="0" y="0"/>
                </a:moveTo>
                <a:lnTo>
                  <a:pt x="34379" y="0"/>
                </a:lnTo>
                <a:lnTo>
                  <a:pt x="84832" y="149126"/>
                </a:lnTo>
                <a:lnTo>
                  <a:pt x="135285" y="0"/>
                </a:lnTo>
                <a:lnTo>
                  <a:pt x="169218" y="0"/>
                </a:lnTo>
                <a:lnTo>
                  <a:pt x="169218" y="176361"/>
                </a:lnTo>
                <a:lnTo>
                  <a:pt x="146447" y="176361"/>
                </a:lnTo>
                <a:lnTo>
                  <a:pt x="146447" y="72330"/>
                </a:lnTo>
                <a:cubicBezTo>
                  <a:pt x="146447" y="66973"/>
                  <a:pt x="146893" y="58489"/>
                  <a:pt x="146893" y="54471"/>
                </a:cubicBezTo>
                <a:cubicBezTo>
                  <a:pt x="146893" y="41970"/>
                  <a:pt x="146893" y="32593"/>
                  <a:pt x="146893" y="27682"/>
                </a:cubicBezTo>
                <a:lnTo>
                  <a:pt x="96887" y="176361"/>
                </a:lnTo>
                <a:lnTo>
                  <a:pt x="73223" y="176361"/>
                </a:lnTo>
                <a:lnTo>
                  <a:pt x="22324" y="27682"/>
                </a:lnTo>
                <a:lnTo>
                  <a:pt x="22324" y="33040"/>
                </a:lnTo>
                <a:cubicBezTo>
                  <a:pt x="22324" y="39737"/>
                  <a:pt x="22324" y="48220"/>
                  <a:pt x="22771" y="52685"/>
                </a:cubicBezTo>
                <a:cubicBezTo>
                  <a:pt x="22771" y="66080"/>
                  <a:pt x="22771" y="70545"/>
                  <a:pt x="22771" y="72330"/>
                </a:cubicBezTo>
                <a:lnTo>
                  <a:pt x="22771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C7879-B0DD-448D-8BC3-4F5E7818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73" y="6176561"/>
            <a:ext cx="117425" cy="181273"/>
          </a:xfrm>
          <a:custGeom xmlns:a="http://schemas.openxmlformats.org/drawingml/2006/main">
            <a:pathLst>
              <a:path w="117425" h="181273">
                <a:moveTo>
                  <a:pt x="93315" y="0"/>
                </a:moveTo>
                <a:lnTo>
                  <a:pt x="117425" y="0"/>
                </a:lnTo>
                <a:cubicBezTo>
                  <a:pt x="112514" y="12502"/>
                  <a:pt x="102245" y="41523"/>
                  <a:pt x="96887" y="56704"/>
                </a:cubicBezTo>
                <a:cubicBezTo>
                  <a:pt x="85279" y="89743"/>
                  <a:pt x="79921" y="103584"/>
                  <a:pt x="77242" y="110728"/>
                </a:cubicBezTo>
                <a:cubicBezTo>
                  <a:pt x="58489" y="159841"/>
                  <a:pt x="53578" y="166985"/>
                  <a:pt x="50899" y="170557"/>
                </a:cubicBezTo>
                <a:cubicBezTo>
                  <a:pt x="43309" y="181273"/>
                  <a:pt x="30807" y="181273"/>
                  <a:pt x="24557" y="181273"/>
                </a:cubicBezTo>
                <a:cubicBezTo>
                  <a:pt x="20092" y="181273"/>
                  <a:pt x="18306" y="181273"/>
                  <a:pt x="17413" y="180826"/>
                </a:cubicBezTo>
                <a:cubicBezTo>
                  <a:pt x="15180" y="180826"/>
                  <a:pt x="12502" y="179933"/>
                  <a:pt x="11162" y="179933"/>
                </a:cubicBezTo>
                <a:lnTo>
                  <a:pt x="11162" y="160288"/>
                </a:lnTo>
                <a:cubicBezTo>
                  <a:pt x="16966" y="161627"/>
                  <a:pt x="18752" y="161627"/>
                  <a:pt x="19645" y="162074"/>
                </a:cubicBezTo>
                <a:cubicBezTo>
                  <a:pt x="22324" y="162074"/>
                  <a:pt x="23217" y="162074"/>
                  <a:pt x="24110" y="162074"/>
                </a:cubicBezTo>
                <a:cubicBezTo>
                  <a:pt x="29914" y="162074"/>
                  <a:pt x="31700" y="161181"/>
                  <a:pt x="32593" y="160288"/>
                </a:cubicBezTo>
                <a:cubicBezTo>
                  <a:pt x="35719" y="158502"/>
                  <a:pt x="37058" y="156270"/>
                  <a:pt x="37505" y="155377"/>
                </a:cubicBezTo>
                <a:cubicBezTo>
                  <a:pt x="37951" y="154484"/>
                  <a:pt x="40630" y="148679"/>
                  <a:pt x="41970" y="145554"/>
                </a:cubicBezTo>
                <a:cubicBezTo>
                  <a:pt x="45541" y="136624"/>
                  <a:pt x="46881" y="133945"/>
                  <a:pt x="47327" y="132606"/>
                </a:cubicBezTo>
                <a:lnTo>
                  <a:pt x="0" y="0"/>
                </a:lnTo>
                <a:lnTo>
                  <a:pt x="24110" y="0"/>
                </a:lnTo>
                <a:lnTo>
                  <a:pt x="58936" y="104924"/>
                </a:lnTo>
                <a:lnTo>
                  <a:pt x="93315" y="0"/>
                </a:lnTo>
                <a:close/>
                <a:moveTo>
                  <a:pt x="9331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98FF2-FB4C-497B-834D-D8BF751D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039" y="6173882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78F92F-F442-43E6-87A1-067AA37B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381" y="6140842"/>
            <a:ext cx="59829" cy="166539"/>
          </a:xfrm>
          <a:custGeom xmlns:a="http://schemas.openxmlformats.org/drawingml/2006/main">
            <a:pathLst>
              <a:path w="59829" h="166539">
                <a:moveTo>
                  <a:pt x="17413" y="0"/>
                </a:moveTo>
                <a:lnTo>
                  <a:pt x="39291" y="0"/>
                </a:lnTo>
                <a:lnTo>
                  <a:pt x="39291" y="35719"/>
                </a:lnTo>
                <a:lnTo>
                  <a:pt x="59829" y="35719"/>
                </a:lnTo>
                <a:lnTo>
                  <a:pt x="59829" y="53578"/>
                </a:lnTo>
                <a:lnTo>
                  <a:pt x="39291" y="53578"/>
                </a:lnTo>
                <a:lnTo>
                  <a:pt x="39291" y="137517"/>
                </a:lnTo>
                <a:cubicBezTo>
                  <a:pt x="39291" y="144214"/>
                  <a:pt x="42416" y="145554"/>
                  <a:pt x="43755" y="146447"/>
                </a:cubicBezTo>
                <a:cubicBezTo>
                  <a:pt x="46434" y="147786"/>
                  <a:pt x="50006" y="147786"/>
                  <a:pt x="52239" y="147786"/>
                </a:cubicBezTo>
                <a:cubicBezTo>
                  <a:pt x="53578" y="147786"/>
                  <a:pt x="54918" y="147786"/>
                  <a:pt x="55811" y="147786"/>
                </a:cubicBezTo>
                <a:cubicBezTo>
                  <a:pt x="57150" y="147786"/>
                  <a:pt x="58936" y="147340"/>
                  <a:pt x="59829" y="147340"/>
                </a:cubicBezTo>
                <a:lnTo>
                  <a:pt x="59829" y="164306"/>
                </a:lnTo>
                <a:cubicBezTo>
                  <a:pt x="56257" y="165646"/>
                  <a:pt x="53578" y="165646"/>
                  <a:pt x="51792" y="166092"/>
                </a:cubicBezTo>
                <a:cubicBezTo>
                  <a:pt x="48220" y="166539"/>
                  <a:pt x="44648" y="166539"/>
                  <a:pt x="43309" y="166539"/>
                </a:cubicBezTo>
                <a:cubicBezTo>
                  <a:pt x="28129" y="166539"/>
                  <a:pt x="24557" y="161181"/>
                  <a:pt x="22771" y="158502"/>
                </a:cubicBezTo>
                <a:cubicBezTo>
                  <a:pt x="17413" y="150912"/>
                  <a:pt x="17413" y="142875"/>
                  <a:pt x="17413" y="138857"/>
                </a:cubicBezTo>
                <a:lnTo>
                  <a:pt x="17413" y="53578"/>
                </a:lnTo>
                <a:lnTo>
                  <a:pt x="0" y="53578"/>
                </a:lnTo>
                <a:lnTo>
                  <a:pt x="0" y="35719"/>
                </a:lnTo>
                <a:lnTo>
                  <a:pt x="17413" y="35719"/>
                </a:lnTo>
                <a:lnTo>
                  <a:pt x="17413" y="0"/>
                </a:lnTo>
                <a:close/>
                <a:moveTo>
                  <a:pt x="174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EB032-32AD-4014-869F-D798BE67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897" y="6173436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E8357-3B33-4956-A72C-527FE5EC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893" y="6128787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CA5AE-075C-4D13-86B1-04A939A5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902" y="6173882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B80A32-B21A-4F06-BAE6-282D75DE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200" y="6173436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95861-C144-40C9-B437-F7F359D6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499" y="6359981"/>
            <a:ext cx="172343" cy="186630"/>
          </a:xfrm>
          <a:custGeom xmlns:a="http://schemas.openxmlformats.org/drawingml/2006/main">
            <a:pathLst>
              <a:path w="172343" h="186630">
                <a:moveTo>
                  <a:pt x="85279" y="0"/>
                </a:moveTo>
                <a:cubicBezTo>
                  <a:pt x="132159" y="0"/>
                  <a:pt x="146893" y="20092"/>
                  <a:pt x="154484" y="30361"/>
                </a:cubicBezTo>
                <a:cubicBezTo>
                  <a:pt x="172343" y="53578"/>
                  <a:pt x="172343" y="78135"/>
                  <a:pt x="172343" y="90190"/>
                </a:cubicBezTo>
                <a:cubicBezTo>
                  <a:pt x="172343" y="129480"/>
                  <a:pt x="158502" y="146893"/>
                  <a:pt x="151805" y="155823"/>
                </a:cubicBezTo>
                <a:cubicBezTo>
                  <a:pt x="128588" y="186630"/>
                  <a:pt x="99566" y="186630"/>
                  <a:pt x="84832" y="186630"/>
                </a:cubicBezTo>
                <a:cubicBezTo>
                  <a:pt x="44202" y="186630"/>
                  <a:pt x="28575" y="168771"/>
                  <a:pt x="20985" y="159841"/>
                </a:cubicBezTo>
                <a:cubicBezTo>
                  <a:pt x="0" y="133945"/>
                  <a:pt x="0" y="107156"/>
                  <a:pt x="0" y="94208"/>
                </a:cubicBezTo>
                <a:cubicBezTo>
                  <a:pt x="0" y="58489"/>
                  <a:pt x="12055" y="41077"/>
                  <a:pt x="17859" y="32593"/>
                </a:cubicBezTo>
                <a:cubicBezTo>
                  <a:pt x="40630" y="0"/>
                  <a:pt x="70545" y="0"/>
                  <a:pt x="85279" y="0"/>
                </a:cubicBezTo>
                <a:close/>
                <a:moveTo>
                  <a:pt x="87957" y="165199"/>
                </a:moveTo>
                <a:cubicBezTo>
                  <a:pt x="119211" y="165199"/>
                  <a:pt x="129034" y="150019"/>
                  <a:pt x="133499" y="142429"/>
                </a:cubicBezTo>
                <a:cubicBezTo>
                  <a:pt x="147786" y="119658"/>
                  <a:pt x="147786" y="100459"/>
                  <a:pt x="147786" y="90636"/>
                </a:cubicBezTo>
                <a:cubicBezTo>
                  <a:pt x="147786" y="59382"/>
                  <a:pt x="136624" y="46881"/>
                  <a:pt x="131266" y="40184"/>
                </a:cubicBezTo>
                <a:cubicBezTo>
                  <a:pt x="115193" y="21431"/>
                  <a:pt x="95994" y="21431"/>
                  <a:pt x="86618" y="21431"/>
                </a:cubicBezTo>
                <a:cubicBezTo>
                  <a:pt x="59382" y="21431"/>
                  <a:pt x="47774" y="33933"/>
                  <a:pt x="41970" y="40184"/>
                </a:cubicBezTo>
                <a:cubicBezTo>
                  <a:pt x="25003" y="58936"/>
                  <a:pt x="25003" y="83493"/>
                  <a:pt x="25003" y="95548"/>
                </a:cubicBezTo>
                <a:cubicBezTo>
                  <a:pt x="25003" y="125016"/>
                  <a:pt x="34826" y="138410"/>
                  <a:pt x="39737" y="145107"/>
                </a:cubicBezTo>
                <a:cubicBezTo>
                  <a:pt x="54471" y="165199"/>
                  <a:pt x="76795" y="165199"/>
                  <a:pt x="87957" y="165199"/>
                </a:cubicBezTo>
                <a:close/>
                <a:moveTo>
                  <a:pt x="87957" y="1651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8DEDA-B4CB-4E4A-A9A1-B7AD4BF9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807" y="6412666"/>
            <a:ext cx="117872" cy="128588"/>
          </a:xfrm>
          <a:custGeom xmlns:a="http://schemas.openxmlformats.org/drawingml/2006/main">
            <a:pathLst>
              <a:path w="117872" h="128588">
                <a:moveTo>
                  <a:pt x="2232" y="0"/>
                </a:moveTo>
                <a:lnTo>
                  <a:pt x="30361" y="0"/>
                </a:lnTo>
                <a:lnTo>
                  <a:pt x="59829" y="45541"/>
                </a:lnTo>
                <a:lnTo>
                  <a:pt x="89743" y="0"/>
                </a:lnTo>
                <a:lnTo>
                  <a:pt x="116086" y="446"/>
                </a:lnTo>
                <a:lnTo>
                  <a:pt x="72330" y="62508"/>
                </a:lnTo>
                <a:lnTo>
                  <a:pt x="117872" y="128588"/>
                </a:lnTo>
                <a:lnTo>
                  <a:pt x="90190" y="128588"/>
                </a:lnTo>
                <a:lnTo>
                  <a:pt x="58043" y="80367"/>
                </a:lnTo>
                <a:lnTo>
                  <a:pt x="27236" y="128588"/>
                </a:lnTo>
                <a:lnTo>
                  <a:pt x="0" y="128588"/>
                </a:lnTo>
                <a:lnTo>
                  <a:pt x="45095" y="62508"/>
                </a:lnTo>
                <a:lnTo>
                  <a:pt x="2232" y="0"/>
                </a:lnTo>
                <a:close/>
                <a:moveTo>
                  <a:pt x="223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659F67-4770-4A96-A891-FDE4B6D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262" y="6409540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92A78-87B1-4C10-8605-2389AAB3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257" y="6364892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E5E9BC-2E60-4CBB-80B8-FBD8B00C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410" y="6364892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16AE2-F43E-4557-AD2F-D4ECDAC1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0080" y="6364445"/>
            <a:ext cx="113854" cy="181273"/>
          </a:xfrm>
          <a:custGeom xmlns:a="http://schemas.openxmlformats.org/drawingml/2006/main">
            <a:pathLst>
              <a:path w="113854" h="181273">
                <a:moveTo>
                  <a:pt x="22771" y="113854"/>
                </a:moveTo>
                <a:cubicBezTo>
                  <a:pt x="22771" y="134838"/>
                  <a:pt x="28575" y="144214"/>
                  <a:pt x="31254" y="148679"/>
                </a:cubicBezTo>
                <a:cubicBezTo>
                  <a:pt x="40184" y="162520"/>
                  <a:pt x="53132" y="162520"/>
                  <a:pt x="59829" y="162520"/>
                </a:cubicBezTo>
                <a:cubicBezTo>
                  <a:pt x="74563" y="162520"/>
                  <a:pt x="81260" y="154037"/>
                  <a:pt x="84386" y="149572"/>
                </a:cubicBezTo>
                <a:cubicBezTo>
                  <a:pt x="93762" y="136624"/>
                  <a:pt x="93762" y="120551"/>
                  <a:pt x="93762" y="112514"/>
                </a:cubicBezTo>
                <a:cubicBezTo>
                  <a:pt x="93762" y="88404"/>
                  <a:pt x="87064" y="80367"/>
                  <a:pt x="83939" y="76795"/>
                </a:cubicBezTo>
                <a:cubicBezTo>
                  <a:pt x="74116" y="64740"/>
                  <a:pt x="64294" y="64740"/>
                  <a:pt x="59382" y="64740"/>
                </a:cubicBezTo>
                <a:cubicBezTo>
                  <a:pt x="42862" y="64740"/>
                  <a:pt x="36165" y="73223"/>
                  <a:pt x="33040" y="77242"/>
                </a:cubicBezTo>
                <a:cubicBezTo>
                  <a:pt x="22771" y="89743"/>
                  <a:pt x="22771" y="105817"/>
                  <a:pt x="22771" y="113854"/>
                </a:cubicBezTo>
                <a:close/>
                <a:moveTo>
                  <a:pt x="55364" y="45988"/>
                </a:moveTo>
                <a:cubicBezTo>
                  <a:pt x="70098" y="45988"/>
                  <a:pt x="76795" y="50006"/>
                  <a:pt x="80367" y="52239"/>
                </a:cubicBezTo>
                <a:cubicBezTo>
                  <a:pt x="85725" y="55811"/>
                  <a:pt x="90636" y="62061"/>
                  <a:pt x="93315" y="64740"/>
                </a:cubicBezTo>
                <a:lnTo>
                  <a:pt x="93315" y="0"/>
                </a:lnTo>
                <a:lnTo>
                  <a:pt x="113854" y="0"/>
                </a:lnTo>
                <a:lnTo>
                  <a:pt x="113854" y="176808"/>
                </a:lnTo>
                <a:lnTo>
                  <a:pt x="94208" y="176808"/>
                </a:lnTo>
                <a:lnTo>
                  <a:pt x="94208" y="158948"/>
                </a:lnTo>
                <a:cubicBezTo>
                  <a:pt x="86618" y="171004"/>
                  <a:pt x="79921" y="174129"/>
                  <a:pt x="76349" y="176361"/>
                </a:cubicBezTo>
                <a:cubicBezTo>
                  <a:pt x="66080" y="181273"/>
                  <a:pt x="57150" y="181273"/>
                  <a:pt x="52685" y="181273"/>
                </a:cubicBezTo>
                <a:cubicBezTo>
                  <a:pt x="31254" y="181273"/>
                  <a:pt x="20985" y="169218"/>
                  <a:pt x="15627" y="163413"/>
                </a:cubicBezTo>
                <a:cubicBezTo>
                  <a:pt x="0" y="145107"/>
                  <a:pt x="0" y="125462"/>
                  <a:pt x="0" y="115193"/>
                </a:cubicBezTo>
                <a:cubicBezTo>
                  <a:pt x="0" y="87064"/>
                  <a:pt x="9376" y="73670"/>
                  <a:pt x="14288" y="66526"/>
                </a:cubicBezTo>
                <a:cubicBezTo>
                  <a:pt x="28575" y="45988"/>
                  <a:pt x="46434" y="45988"/>
                  <a:pt x="55364" y="45988"/>
                </a:cubicBezTo>
                <a:close/>
                <a:moveTo>
                  <a:pt x="55364" y="459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DBF13-270D-4356-A69A-6237B9B3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950" y="6409540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AC8D2-CBDC-4C0C-AFDB-F312A744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946" y="6364892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AD169-C0E9-444A-BE8C-7681BA7D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955" y="6409987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7C854-5047-4296-BA0D-8D8ADD85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254" y="6409540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6ED38-F6EE-4DD9-90DB-4C37CD6E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08" y="6600997"/>
            <a:ext cx="131713" cy="176361"/>
          </a:xfrm>
          <a:custGeom xmlns:a="http://schemas.openxmlformats.org/drawingml/2006/main">
            <a:pathLst>
              <a:path w="131713" h="176361">
                <a:moveTo>
                  <a:pt x="0" y="0"/>
                </a:moveTo>
                <a:lnTo>
                  <a:pt x="79474" y="0"/>
                </a:lnTo>
                <a:cubicBezTo>
                  <a:pt x="102691" y="0"/>
                  <a:pt x="112514" y="8930"/>
                  <a:pt x="117425" y="13395"/>
                </a:cubicBezTo>
                <a:cubicBezTo>
                  <a:pt x="131713" y="26343"/>
                  <a:pt x="131713" y="42416"/>
                  <a:pt x="131713" y="50453"/>
                </a:cubicBezTo>
                <a:cubicBezTo>
                  <a:pt x="131713" y="71438"/>
                  <a:pt x="123230" y="81260"/>
                  <a:pt x="118765" y="86618"/>
                </a:cubicBezTo>
                <a:cubicBezTo>
                  <a:pt x="105817" y="101798"/>
                  <a:pt x="88404" y="101798"/>
                  <a:pt x="79474" y="101798"/>
                </a:cubicBezTo>
                <a:lnTo>
                  <a:pt x="23664" y="101798"/>
                </a:lnTo>
                <a:lnTo>
                  <a:pt x="23664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107603" y="50453"/>
                </a:moveTo>
                <a:cubicBezTo>
                  <a:pt x="107603" y="31254"/>
                  <a:pt x="97780" y="26343"/>
                  <a:pt x="93315" y="24110"/>
                </a:cubicBezTo>
                <a:cubicBezTo>
                  <a:pt x="85279" y="20538"/>
                  <a:pt x="75902" y="20538"/>
                  <a:pt x="71438" y="20538"/>
                </a:cubicBezTo>
                <a:lnTo>
                  <a:pt x="23664" y="20538"/>
                </a:lnTo>
                <a:lnTo>
                  <a:pt x="23664" y="81707"/>
                </a:lnTo>
                <a:lnTo>
                  <a:pt x="71438" y="81707"/>
                </a:lnTo>
                <a:cubicBezTo>
                  <a:pt x="87511" y="81707"/>
                  <a:pt x="94208" y="77242"/>
                  <a:pt x="97780" y="74563"/>
                </a:cubicBezTo>
                <a:cubicBezTo>
                  <a:pt x="107603" y="68312"/>
                  <a:pt x="107603" y="56704"/>
                  <a:pt x="107603" y="50453"/>
                </a:cubicBezTo>
                <a:close/>
                <a:moveTo>
                  <a:pt x="107603" y="504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56A9B-6763-4264-9BE2-CD6131F2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794" y="6600997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52FE7-0786-4DFF-B41F-CEEB6218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94" y="6646092"/>
            <a:ext cx="104924" cy="131266"/>
          </a:xfrm>
          <a:custGeom xmlns:a="http://schemas.openxmlformats.org/drawingml/2006/main">
            <a:pathLst>
              <a:path w="104924" h="131266">
                <a:moveTo>
                  <a:pt x="0" y="2679"/>
                </a:moveTo>
                <a:lnTo>
                  <a:pt x="20538" y="2679"/>
                </a:lnTo>
                <a:lnTo>
                  <a:pt x="20538" y="20985"/>
                </a:lnTo>
                <a:cubicBezTo>
                  <a:pt x="29914" y="9823"/>
                  <a:pt x="36612" y="6697"/>
                  <a:pt x="40184" y="4911"/>
                </a:cubicBezTo>
                <a:cubicBezTo>
                  <a:pt x="50453" y="0"/>
                  <a:pt x="58489" y="0"/>
                  <a:pt x="62508" y="0"/>
                </a:cubicBezTo>
                <a:cubicBezTo>
                  <a:pt x="90190" y="0"/>
                  <a:pt x="96441" y="12502"/>
                  <a:pt x="99566" y="18752"/>
                </a:cubicBezTo>
                <a:cubicBezTo>
                  <a:pt x="104924" y="29468"/>
                  <a:pt x="104924" y="42416"/>
                  <a:pt x="104924" y="48667"/>
                </a:cubicBezTo>
                <a:lnTo>
                  <a:pt x="104924" y="131266"/>
                </a:lnTo>
                <a:lnTo>
                  <a:pt x="83046" y="131266"/>
                </a:lnTo>
                <a:lnTo>
                  <a:pt x="83046" y="50453"/>
                </a:lnTo>
                <a:cubicBezTo>
                  <a:pt x="83046" y="38398"/>
                  <a:pt x="80367" y="33933"/>
                  <a:pt x="79474" y="31254"/>
                </a:cubicBezTo>
                <a:cubicBezTo>
                  <a:pt x="73670" y="19199"/>
                  <a:pt x="63401" y="19199"/>
                  <a:pt x="58489" y="19199"/>
                </a:cubicBezTo>
                <a:cubicBezTo>
                  <a:pt x="50899" y="19199"/>
                  <a:pt x="47774" y="20538"/>
                  <a:pt x="45988" y="20985"/>
                </a:cubicBezTo>
                <a:cubicBezTo>
                  <a:pt x="37058" y="23664"/>
                  <a:pt x="32593" y="29021"/>
                  <a:pt x="30361" y="31254"/>
                </a:cubicBezTo>
                <a:cubicBezTo>
                  <a:pt x="25003" y="37951"/>
                  <a:pt x="24110" y="42416"/>
                  <a:pt x="23217" y="44648"/>
                </a:cubicBezTo>
                <a:cubicBezTo>
                  <a:pt x="21878" y="51346"/>
                  <a:pt x="21878" y="59829"/>
                  <a:pt x="21878" y="64294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D2CFB-1CC1-4235-8775-E5F5C7C8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334" y="6645645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90D68-A55F-42BF-9CB0-D1B0CDF8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330" y="6600997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2E000-7522-4411-B9E0-DBE047CA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39" y="6646092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218F7-CEF9-4AC9-B75E-364B0AE3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638" y="6645645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2FA70-CD55-4469-8A6E-0EBBC76F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08" y="6837101"/>
            <a:ext cx="131713" cy="176361"/>
          </a:xfrm>
          <a:custGeom xmlns:a="http://schemas.openxmlformats.org/drawingml/2006/main">
            <a:pathLst>
              <a:path w="131713" h="176361">
                <a:moveTo>
                  <a:pt x="0" y="0"/>
                </a:moveTo>
                <a:lnTo>
                  <a:pt x="79474" y="0"/>
                </a:lnTo>
                <a:cubicBezTo>
                  <a:pt x="102691" y="0"/>
                  <a:pt x="112514" y="8930"/>
                  <a:pt x="117425" y="13395"/>
                </a:cubicBezTo>
                <a:cubicBezTo>
                  <a:pt x="131713" y="26343"/>
                  <a:pt x="131713" y="42416"/>
                  <a:pt x="131713" y="50453"/>
                </a:cubicBezTo>
                <a:cubicBezTo>
                  <a:pt x="131713" y="71438"/>
                  <a:pt x="123230" y="81260"/>
                  <a:pt x="118765" y="86618"/>
                </a:cubicBezTo>
                <a:cubicBezTo>
                  <a:pt x="105817" y="101798"/>
                  <a:pt x="88404" y="101798"/>
                  <a:pt x="79474" y="101798"/>
                </a:cubicBezTo>
                <a:lnTo>
                  <a:pt x="23664" y="101798"/>
                </a:lnTo>
                <a:lnTo>
                  <a:pt x="23664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107603" y="50453"/>
                </a:moveTo>
                <a:cubicBezTo>
                  <a:pt x="107603" y="31254"/>
                  <a:pt x="97780" y="26343"/>
                  <a:pt x="93315" y="24110"/>
                </a:cubicBezTo>
                <a:cubicBezTo>
                  <a:pt x="85279" y="20538"/>
                  <a:pt x="75902" y="20538"/>
                  <a:pt x="71438" y="20538"/>
                </a:cubicBezTo>
                <a:lnTo>
                  <a:pt x="23664" y="20538"/>
                </a:lnTo>
                <a:lnTo>
                  <a:pt x="23664" y="81707"/>
                </a:lnTo>
                <a:lnTo>
                  <a:pt x="71438" y="81707"/>
                </a:lnTo>
                <a:cubicBezTo>
                  <a:pt x="87511" y="81707"/>
                  <a:pt x="94208" y="77242"/>
                  <a:pt x="97780" y="74563"/>
                </a:cubicBezTo>
                <a:cubicBezTo>
                  <a:pt x="107603" y="68312"/>
                  <a:pt x="107603" y="56704"/>
                  <a:pt x="107603" y="50453"/>
                </a:cubicBezTo>
                <a:close/>
                <a:moveTo>
                  <a:pt x="107603" y="504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B9C2AE-4F88-42D3-B438-60574124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794" y="6837101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6897A2-0854-4AFE-AFDE-51A5A2C5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608" y="6881750"/>
            <a:ext cx="113407" cy="183059"/>
          </a:xfrm>
          <a:custGeom xmlns:a="http://schemas.openxmlformats.org/drawingml/2006/main">
            <a:pathLst>
              <a:path w="113407" h="183059">
                <a:moveTo>
                  <a:pt x="56257" y="116979"/>
                </a:moveTo>
                <a:cubicBezTo>
                  <a:pt x="71438" y="116979"/>
                  <a:pt x="78135" y="108942"/>
                  <a:pt x="81260" y="104477"/>
                </a:cubicBezTo>
                <a:cubicBezTo>
                  <a:pt x="91529" y="91976"/>
                  <a:pt x="91529" y="75009"/>
                  <a:pt x="91529" y="66973"/>
                </a:cubicBezTo>
                <a:cubicBezTo>
                  <a:pt x="91529" y="51346"/>
                  <a:pt x="88404" y="43755"/>
                  <a:pt x="87064" y="40184"/>
                </a:cubicBezTo>
                <a:cubicBezTo>
                  <a:pt x="78581" y="19199"/>
                  <a:pt x="63847" y="19199"/>
                  <a:pt x="56257" y="19199"/>
                </a:cubicBezTo>
                <a:cubicBezTo>
                  <a:pt x="33486" y="19199"/>
                  <a:pt x="28129" y="33933"/>
                  <a:pt x="25450" y="41523"/>
                </a:cubicBezTo>
                <a:cubicBezTo>
                  <a:pt x="20985" y="53578"/>
                  <a:pt x="20985" y="65633"/>
                  <a:pt x="20985" y="71884"/>
                </a:cubicBezTo>
                <a:cubicBezTo>
                  <a:pt x="20985" y="87064"/>
                  <a:pt x="24110" y="93762"/>
                  <a:pt x="25450" y="97334"/>
                </a:cubicBezTo>
                <a:cubicBezTo>
                  <a:pt x="33933" y="116979"/>
                  <a:pt x="48667" y="116979"/>
                  <a:pt x="56257" y="116979"/>
                </a:cubicBezTo>
                <a:close/>
                <a:moveTo>
                  <a:pt x="0" y="3572"/>
                </a:moveTo>
                <a:lnTo>
                  <a:pt x="21431" y="3572"/>
                </a:lnTo>
                <a:lnTo>
                  <a:pt x="21431" y="20985"/>
                </a:lnTo>
                <a:cubicBezTo>
                  <a:pt x="27682" y="12055"/>
                  <a:pt x="33040" y="8930"/>
                  <a:pt x="35272" y="7144"/>
                </a:cubicBezTo>
                <a:cubicBezTo>
                  <a:pt x="46434" y="0"/>
                  <a:pt x="56257" y="0"/>
                  <a:pt x="61168" y="0"/>
                </a:cubicBezTo>
                <a:cubicBezTo>
                  <a:pt x="83046" y="0"/>
                  <a:pt x="93315" y="11162"/>
                  <a:pt x="98227" y="16966"/>
                </a:cubicBezTo>
                <a:cubicBezTo>
                  <a:pt x="113407" y="33486"/>
                  <a:pt x="113407" y="54025"/>
                  <a:pt x="113407" y="64740"/>
                </a:cubicBezTo>
                <a:cubicBezTo>
                  <a:pt x="113407" y="106710"/>
                  <a:pt x="98673" y="118765"/>
                  <a:pt x="91529" y="125016"/>
                </a:cubicBezTo>
                <a:cubicBezTo>
                  <a:pt x="77688" y="136178"/>
                  <a:pt x="65187" y="136178"/>
                  <a:pt x="58936" y="136178"/>
                </a:cubicBezTo>
                <a:cubicBezTo>
                  <a:pt x="44648" y="136178"/>
                  <a:pt x="37951" y="132159"/>
                  <a:pt x="34826" y="129927"/>
                </a:cubicBezTo>
                <a:cubicBezTo>
                  <a:pt x="29021" y="126355"/>
                  <a:pt x="24110" y="120551"/>
                  <a:pt x="21878" y="117425"/>
                </a:cubicBezTo>
                <a:lnTo>
                  <a:pt x="21878" y="183059"/>
                </a:lnTo>
                <a:lnTo>
                  <a:pt x="0" y="183059"/>
                </a:lnTo>
                <a:lnTo>
                  <a:pt x="0" y="3572"/>
                </a:lnTo>
                <a:close/>
                <a:moveTo>
                  <a:pt x="0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135C4-4BE2-4CDE-8E9E-E2C4F018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95" y="6882196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942AA-9E2B-4DEA-AF7F-0F7B6584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330" y="6882196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241CF-818E-4FC2-88D3-0C1E6359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520" y="6881750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6FC84-106E-4BE4-A434-A6B889D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515" y="6837101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2DEC5-9895-4DF6-AA27-B978A63D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525" y="6882196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C5E58-DA0D-40B9-B6CD-114125AE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823" y="6881750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7C60F-0715-4F52-ADAE-1FD1EBE4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08" y="7073206"/>
            <a:ext cx="131713" cy="176361"/>
          </a:xfrm>
          <a:custGeom xmlns:a="http://schemas.openxmlformats.org/drawingml/2006/main">
            <a:pathLst>
              <a:path w="131713" h="176361">
                <a:moveTo>
                  <a:pt x="0" y="0"/>
                </a:moveTo>
                <a:lnTo>
                  <a:pt x="79474" y="0"/>
                </a:lnTo>
                <a:cubicBezTo>
                  <a:pt x="102691" y="0"/>
                  <a:pt x="112514" y="8930"/>
                  <a:pt x="117425" y="13395"/>
                </a:cubicBezTo>
                <a:cubicBezTo>
                  <a:pt x="131713" y="26343"/>
                  <a:pt x="131713" y="42416"/>
                  <a:pt x="131713" y="50453"/>
                </a:cubicBezTo>
                <a:cubicBezTo>
                  <a:pt x="131713" y="71438"/>
                  <a:pt x="123230" y="81260"/>
                  <a:pt x="118765" y="86618"/>
                </a:cubicBezTo>
                <a:cubicBezTo>
                  <a:pt x="105817" y="101798"/>
                  <a:pt x="88404" y="101798"/>
                  <a:pt x="79474" y="101798"/>
                </a:cubicBezTo>
                <a:lnTo>
                  <a:pt x="23664" y="101798"/>
                </a:lnTo>
                <a:lnTo>
                  <a:pt x="23664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107603" y="50453"/>
                </a:moveTo>
                <a:cubicBezTo>
                  <a:pt x="107603" y="31254"/>
                  <a:pt x="97780" y="26343"/>
                  <a:pt x="93315" y="24110"/>
                </a:cubicBezTo>
                <a:cubicBezTo>
                  <a:pt x="85279" y="20538"/>
                  <a:pt x="75902" y="20538"/>
                  <a:pt x="71438" y="20538"/>
                </a:cubicBezTo>
                <a:lnTo>
                  <a:pt x="23664" y="20538"/>
                </a:lnTo>
                <a:lnTo>
                  <a:pt x="23664" y="81707"/>
                </a:lnTo>
                <a:lnTo>
                  <a:pt x="71438" y="81707"/>
                </a:lnTo>
                <a:cubicBezTo>
                  <a:pt x="87511" y="81707"/>
                  <a:pt x="94208" y="77242"/>
                  <a:pt x="97780" y="74563"/>
                </a:cubicBezTo>
                <a:cubicBezTo>
                  <a:pt x="107603" y="68312"/>
                  <a:pt x="107603" y="56704"/>
                  <a:pt x="107603" y="50453"/>
                </a:cubicBezTo>
                <a:close/>
                <a:moveTo>
                  <a:pt x="107603" y="504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9AE82B-E3A9-4E79-899E-C1136C4A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66" y="7117408"/>
            <a:ext cx="120104" cy="137071"/>
          </a:xfrm>
          <a:custGeom xmlns:a="http://schemas.openxmlformats.org/drawingml/2006/main">
            <a:pathLst>
              <a:path w="120104" h="137071">
                <a:moveTo>
                  <a:pt x="59829" y="118318"/>
                </a:moveTo>
                <a:cubicBezTo>
                  <a:pt x="81707" y="118318"/>
                  <a:pt x="87064" y="107603"/>
                  <a:pt x="89297" y="102245"/>
                </a:cubicBezTo>
                <a:cubicBezTo>
                  <a:pt x="97780" y="85725"/>
                  <a:pt x="97780" y="72330"/>
                  <a:pt x="97780" y="65633"/>
                </a:cubicBezTo>
                <a:cubicBezTo>
                  <a:pt x="97780" y="47774"/>
                  <a:pt x="93762" y="40184"/>
                  <a:pt x="91529" y="36612"/>
                </a:cubicBezTo>
                <a:cubicBezTo>
                  <a:pt x="82600" y="18752"/>
                  <a:pt x="67866" y="18752"/>
                  <a:pt x="60275" y="18752"/>
                </a:cubicBezTo>
                <a:cubicBezTo>
                  <a:pt x="40630" y="18752"/>
                  <a:pt x="34379" y="29021"/>
                  <a:pt x="31254" y="33933"/>
                </a:cubicBezTo>
                <a:cubicBezTo>
                  <a:pt x="22771" y="49113"/>
                  <a:pt x="22771" y="63401"/>
                  <a:pt x="22771" y="70545"/>
                </a:cubicBezTo>
                <a:cubicBezTo>
                  <a:pt x="22771" y="91083"/>
                  <a:pt x="28575" y="100012"/>
                  <a:pt x="31254" y="104477"/>
                </a:cubicBezTo>
                <a:cubicBezTo>
                  <a:pt x="40630" y="118318"/>
                  <a:pt x="53578" y="118318"/>
                  <a:pt x="59829" y="118318"/>
                </a:cubicBezTo>
                <a:close/>
                <a:moveTo>
                  <a:pt x="61168" y="0"/>
                </a:moveTo>
                <a:cubicBezTo>
                  <a:pt x="85725" y="0"/>
                  <a:pt x="97334" y="10716"/>
                  <a:pt x="103138" y="16520"/>
                </a:cubicBezTo>
                <a:cubicBezTo>
                  <a:pt x="120104" y="33040"/>
                  <a:pt x="120104" y="54471"/>
                  <a:pt x="120104" y="65187"/>
                </a:cubicBezTo>
                <a:cubicBezTo>
                  <a:pt x="120104" y="96441"/>
                  <a:pt x="110282" y="109835"/>
                  <a:pt x="104924" y="116532"/>
                </a:cubicBezTo>
                <a:cubicBezTo>
                  <a:pt x="90190" y="137071"/>
                  <a:pt x="68759" y="137071"/>
                  <a:pt x="58043" y="137071"/>
                </a:cubicBezTo>
                <a:cubicBezTo>
                  <a:pt x="31254" y="137071"/>
                  <a:pt x="20985" y="125016"/>
                  <a:pt x="16073" y="119211"/>
                </a:cubicBezTo>
                <a:cubicBezTo>
                  <a:pt x="0" y="101352"/>
                  <a:pt x="0" y="80814"/>
                  <a:pt x="0" y="70545"/>
                </a:cubicBezTo>
                <a:cubicBezTo>
                  <a:pt x="0" y="38398"/>
                  <a:pt x="11162" y="25450"/>
                  <a:pt x="16520" y="19199"/>
                </a:cubicBezTo>
                <a:cubicBezTo>
                  <a:pt x="33040" y="0"/>
                  <a:pt x="51792" y="0"/>
                  <a:pt x="61168" y="0"/>
                </a:cubicBezTo>
                <a:close/>
                <a:moveTo>
                  <a:pt x="611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6D7CB-6B64-4EDF-BB66-2C9C84A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436" y="7117854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E70D1-F72E-41DF-82D1-61FB93D5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431" y="7073206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3320C-A94D-4AB6-8629-480C3F3F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441" y="7118301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BE017-A3C7-4A91-BE5E-D99C4494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39" y="7117854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924FF-88F2-4C8D-BDE0-A5D241D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08" y="7309311"/>
            <a:ext cx="131713" cy="176361"/>
          </a:xfrm>
          <a:custGeom xmlns:a="http://schemas.openxmlformats.org/drawingml/2006/main">
            <a:pathLst>
              <a:path w="131713" h="176361">
                <a:moveTo>
                  <a:pt x="0" y="0"/>
                </a:moveTo>
                <a:lnTo>
                  <a:pt x="79474" y="0"/>
                </a:lnTo>
                <a:cubicBezTo>
                  <a:pt x="102691" y="0"/>
                  <a:pt x="112514" y="8930"/>
                  <a:pt x="117425" y="13395"/>
                </a:cubicBezTo>
                <a:cubicBezTo>
                  <a:pt x="131713" y="26343"/>
                  <a:pt x="131713" y="42416"/>
                  <a:pt x="131713" y="50453"/>
                </a:cubicBezTo>
                <a:cubicBezTo>
                  <a:pt x="131713" y="71438"/>
                  <a:pt x="123230" y="81260"/>
                  <a:pt x="118765" y="86618"/>
                </a:cubicBezTo>
                <a:cubicBezTo>
                  <a:pt x="105817" y="101798"/>
                  <a:pt x="88404" y="101798"/>
                  <a:pt x="79474" y="101798"/>
                </a:cubicBezTo>
                <a:lnTo>
                  <a:pt x="23664" y="101798"/>
                </a:lnTo>
                <a:lnTo>
                  <a:pt x="23664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107603" y="50453"/>
                </a:moveTo>
                <a:cubicBezTo>
                  <a:pt x="107603" y="31254"/>
                  <a:pt x="97780" y="26343"/>
                  <a:pt x="93315" y="24110"/>
                </a:cubicBezTo>
                <a:cubicBezTo>
                  <a:pt x="85279" y="20538"/>
                  <a:pt x="75902" y="20538"/>
                  <a:pt x="71438" y="20538"/>
                </a:cubicBezTo>
                <a:lnTo>
                  <a:pt x="23664" y="20538"/>
                </a:lnTo>
                <a:lnTo>
                  <a:pt x="23664" y="81707"/>
                </a:lnTo>
                <a:lnTo>
                  <a:pt x="71438" y="81707"/>
                </a:lnTo>
                <a:cubicBezTo>
                  <a:pt x="87511" y="81707"/>
                  <a:pt x="94208" y="77242"/>
                  <a:pt x="97780" y="74563"/>
                </a:cubicBezTo>
                <a:cubicBezTo>
                  <a:pt x="107603" y="68312"/>
                  <a:pt x="107603" y="56704"/>
                  <a:pt x="107603" y="50453"/>
                </a:cubicBezTo>
                <a:close/>
                <a:moveTo>
                  <a:pt x="107603" y="504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DA7BCE-5059-468A-B8C8-DBAB560B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66" y="7353513"/>
            <a:ext cx="120104" cy="137071"/>
          </a:xfrm>
          <a:custGeom xmlns:a="http://schemas.openxmlformats.org/drawingml/2006/main">
            <a:pathLst>
              <a:path w="120104" h="137071">
                <a:moveTo>
                  <a:pt x="59829" y="118318"/>
                </a:moveTo>
                <a:cubicBezTo>
                  <a:pt x="81707" y="118318"/>
                  <a:pt x="87064" y="107603"/>
                  <a:pt x="89297" y="102245"/>
                </a:cubicBezTo>
                <a:cubicBezTo>
                  <a:pt x="97780" y="85725"/>
                  <a:pt x="97780" y="72330"/>
                  <a:pt x="97780" y="65633"/>
                </a:cubicBezTo>
                <a:cubicBezTo>
                  <a:pt x="97780" y="47774"/>
                  <a:pt x="93762" y="40184"/>
                  <a:pt x="91529" y="36612"/>
                </a:cubicBezTo>
                <a:cubicBezTo>
                  <a:pt x="82600" y="18752"/>
                  <a:pt x="67866" y="18752"/>
                  <a:pt x="60275" y="18752"/>
                </a:cubicBezTo>
                <a:cubicBezTo>
                  <a:pt x="40630" y="18752"/>
                  <a:pt x="34379" y="29021"/>
                  <a:pt x="31254" y="33933"/>
                </a:cubicBezTo>
                <a:cubicBezTo>
                  <a:pt x="22771" y="49113"/>
                  <a:pt x="22771" y="63401"/>
                  <a:pt x="22771" y="70545"/>
                </a:cubicBezTo>
                <a:cubicBezTo>
                  <a:pt x="22771" y="91083"/>
                  <a:pt x="28575" y="100012"/>
                  <a:pt x="31254" y="104477"/>
                </a:cubicBezTo>
                <a:cubicBezTo>
                  <a:pt x="40630" y="118318"/>
                  <a:pt x="53578" y="118318"/>
                  <a:pt x="59829" y="118318"/>
                </a:cubicBezTo>
                <a:close/>
                <a:moveTo>
                  <a:pt x="61168" y="0"/>
                </a:moveTo>
                <a:cubicBezTo>
                  <a:pt x="85725" y="0"/>
                  <a:pt x="97334" y="10716"/>
                  <a:pt x="103138" y="16520"/>
                </a:cubicBezTo>
                <a:cubicBezTo>
                  <a:pt x="120104" y="33040"/>
                  <a:pt x="120104" y="54471"/>
                  <a:pt x="120104" y="65187"/>
                </a:cubicBezTo>
                <a:cubicBezTo>
                  <a:pt x="120104" y="96441"/>
                  <a:pt x="110282" y="109835"/>
                  <a:pt x="104924" y="116532"/>
                </a:cubicBezTo>
                <a:cubicBezTo>
                  <a:pt x="90190" y="137071"/>
                  <a:pt x="68759" y="137071"/>
                  <a:pt x="58043" y="137071"/>
                </a:cubicBezTo>
                <a:cubicBezTo>
                  <a:pt x="31254" y="137071"/>
                  <a:pt x="20985" y="125016"/>
                  <a:pt x="16073" y="119211"/>
                </a:cubicBezTo>
                <a:cubicBezTo>
                  <a:pt x="0" y="101352"/>
                  <a:pt x="0" y="80814"/>
                  <a:pt x="0" y="70545"/>
                </a:cubicBezTo>
                <a:cubicBezTo>
                  <a:pt x="0" y="38398"/>
                  <a:pt x="11162" y="25450"/>
                  <a:pt x="16520" y="19199"/>
                </a:cubicBezTo>
                <a:cubicBezTo>
                  <a:pt x="33040" y="0"/>
                  <a:pt x="51792" y="0"/>
                  <a:pt x="61168" y="0"/>
                </a:cubicBezTo>
                <a:close/>
                <a:moveTo>
                  <a:pt x="611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7B8896-7324-4D02-B6F6-116E16D0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687" y="7309311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AE1F8-6D88-4752-B825-747FC43E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892" y="7357084"/>
            <a:ext cx="117425" cy="181273"/>
          </a:xfrm>
          <a:custGeom xmlns:a="http://schemas.openxmlformats.org/drawingml/2006/main">
            <a:pathLst>
              <a:path w="117425" h="181273">
                <a:moveTo>
                  <a:pt x="93315" y="0"/>
                </a:moveTo>
                <a:lnTo>
                  <a:pt x="117425" y="0"/>
                </a:lnTo>
                <a:cubicBezTo>
                  <a:pt x="112514" y="12502"/>
                  <a:pt x="102245" y="41523"/>
                  <a:pt x="96887" y="56704"/>
                </a:cubicBezTo>
                <a:cubicBezTo>
                  <a:pt x="85279" y="89743"/>
                  <a:pt x="79921" y="103584"/>
                  <a:pt x="77242" y="110728"/>
                </a:cubicBezTo>
                <a:cubicBezTo>
                  <a:pt x="58489" y="159841"/>
                  <a:pt x="53578" y="166985"/>
                  <a:pt x="50899" y="170557"/>
                </a:cubicBezTo>
                <a:cubicBezTo>
                  <a:pt x="43309" y="181273"/>
                  <a:pt x="30807" y="181273"/>
                  <a:pt x="24557" y="181273"/>
                </a:cubicBezTo>
                <a:cubicBezTo>
                  <a:pt x="20092" y="181273"/>
                  <a:pt x="18306" y="181273"/>
                  <a:pt x="17413" y="180826"/>
                </a:cubicBezTo>
                <a:cubicBezTo>
                  <a:pt x="15180" y="180826"/>
                  <a:pt x="12502" y="179933"/>
                  <a:pt x="11162" y="179933"/>
                </a:cubicBezTo>
                <a:lnTo>
                  <a:pt x="11162" y="160288"/>
                </a:lnTo>
                <a:cubicBezTo>
                  <a:pt x="16966" y="161627"/>
                  <a:pt x="18752" y="161627"/>
                  <a:pt x="19645" y="162074"/>
                </a:cubicBezTo>
                <a:cubicBezTo>
                  <a:pt x="22324" y="162074"/>
                  <a:pt x="23217" y="162074"/>
                  <a:pt x="24110" y="162074"/>
                </a:cubicBezTo>
                <a:cubicBezTo>
                  <a:pt x="29914" y="162074"/>
                  <a:pt x="31700" y="161181"/>
                  <a:pt x="32593" y="160288"/>
                </a:cubicBezTo>
                <a:cubicBezTo>
                  <a:pt x="35719" y="158502"/>
                  <a:pt x="37058" y="156270"/>
                  <a:pt x="37505" y="155377"/>
                </a:cubicBezTo>
                <a:cubicBezTo>
                  <a:pt x="37951" y="154484"/>
                  <a:pt x="40630" y="148679"/>
                  <a:pt x="41970" y="145554"/>
                </a:cubicBezTo>
                <a:cubicBezTo>
                  <a:pt x="45541" y="136624"/>
                  <a:pt x="46881" y="133945"/>
                  <a:pt x="47327" y="132606"/>
                </a:cubicBezTo>
                <a:lnTo>
                  <a:pt x="0" y="0"/>
                </a:lnTo>
                <a:lnTo>
                  <a:pt x="24110" y="0"/>
                </a:lnTo>
                <a:lnTo>
                  <a:pt x="58936" y="104924"/>
                </a:lnTo>
                <a:lnTo>
                  <a:pt x="93315" y="0"/>
                </a:lnTo>
                <a:close/>
                <a:moveTo>
                  <a:pt x="9331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A896E-4D32-4385-8E2C-EF5FB5EF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026" y="7353959"/>
            <a:ext cx="113407" cy="183059"/>
          </a:xfrm>
          <a:custGeom xmlns:a="http://schemas.openxmlformats.org/drawingml/2006/main">
            <a:pathLst>
              <a:path w="113407" h="183059">
                <a:moveTo>
                  <a:pt x="56257" y="116979"/>
                </a:moveTo>
                <a:cubicBezTo>
                  <a:pt x="71438" y="116979"/>
                  <a:pt x="78135" y="108942"/>
                  <a:pt x="81260" y="104477"/>
                </a:cubicBezTo>
                <a:cubicBezTo>
                  <a:pt x="91529" y="91976"/>
                  <a:pt x="91529" y="75009"/>
                  <a:pt x="91529" y="66973"/>
                </a:cubicBezTo>
                <a:cubicBezTo>
                  <a:pt x="91529" y="51346"/>
                  <a:pt x="88404" y="43755"/>
                  <a:pt x="87064" y="40184"/>
                </a:cubicBezTo>
                <a:cubicBezTo>
                  <a:pt x="78581" y="19199"/>
                  <a:pt x="63847" y="19199"/>
                  <a:pt x="56257" y="19199"/>
                </a:cubicBezTo>
                <a:cubicBezTo>
                  <a:pt x="33486" y="19199"/>
                  <a:pt x="28129" y="33933"/>
                  <a:pt x="25450" y="41523"/>
                </a:cubicBezTo>
                <a:cubicBezTo>
                  <a:pt x="20985" y="53578"/>
                  <a:pt x="20985" y="65633"/>
                  <a:pt x="20985" y="71884"/>
                </a:cubicBezTo>
                <a:cubicBezTo>
                  <a:pt x="20985" y="87064"/>
                  <a:pt x="24110" y="93762"/>
                  <a:pt x="25450" y="97334"/>
                </a:cubicBezTo>
                <a:cubicBezTo>
                  <a:pt x="33933" y="116979"/>
                  <a:pt x="48667" y="116979"/>
                  <a:pt x="56257" y="116979"/>
                </a:cubicBezTo>
                <a:close/>
                <a:moveTo>
                  <a:pt x="0" y="3572"/>
                </a:moveTo>
                <a:lnTo>
                  <a:pt x="21431" y="3572"/>
                </a:lnTo>
                <a:lnTo>
                  <a:pt x="21431" y="20985"/>
                </a:lnTo>
                <a:cubicBezTo>
                  <a:pt x="27682" y="12055"/>
                  <a:pt x="33040" y="8930"/>
                  <a:pt x="35272" y="7144"/>
                </a:cubicBezTo>
                <a:cubicBezTo>
                  <a:pt x="46434" y="0"/>
                  <a:pt x="56257" y="0"/>
                  <a:pt x="61168" y="0"/>
                </a:cubicBezTo>
                <a:cubicBezTo>
                  <a:pt x="83046" y="0"/>
                  <a:pt x="93315" y="11162"/>
                  <a:pt x="98227" y="16966"/>
                </a:cubicBezTo>
                <a:cubicBezTo>
                  <a:pt x="113407" y="33486"/>
                  <a:pt x="113407" y="54025"/>
                  <a:pt x="113407" y="64740"/>
                </a:cubicBezTo>
                <a:cubicBezTo>
                  <a:pt x="113407" y="106710"/>
                  <a:pt x="98673" y="118765"/>
                  <a:pt x="91529" y="125016"/>
                </a:cubicBezTo>
                <a:cubicBezTo>
                  <a:pt x="77688" y="136178"/>
                  <a:pt x="65187" y="136178"/>
                  <a:pt x="58936" y="136178"/>
                </a:cubicBezTo>
                <a:cubicBezTo>
                  <a:pt x="44648" y="136178"/>
                  <a:pt x="37951" y="132159"/>
                  <a:pt x="34826" y="129927"/>
                </a:cubicBezTo>
                <a:cubicBezTo>
                  <a:pt x="29021" y="126355"/>
                  <a:pt x="24110" y="120551"/>
                  <a:pt x="21878" y="117425"/>
                </a:cubicBezTo>
                <a:lnTo>
                  <a:pt x="21878" y="183059"/>
                </a:lnTo>
                <a:lnTo>
                  <a:pt x="0" y="183059"/>
                </a:lnTo>
                <a:lnTo>
                  <a:pt x="0" y="3572"/>
                </a:lnTo>
                <a:close/>
                <a:moveTo>
                  <a:pt x="0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5F30E-13D3-4C08-A2EC-04A05898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627" y="7353513"/>
            <a:ext cx="120104" cy="137071"/>
          </a:xfrm>
          <a:custGeom xmlns:a="http://schemas.openxmlformats.org/drawingml/2006/main">
            <a:pathLst>
              <a:path w="120104" h="137071">
                <a:moveTo>
                  <a:pt x="59829" y="118318"/>
                </a:moveTo>
                <a:cubicBezTo>
                  <a:pt x="81707" y="118318"/>
                  <a:pt x="87064" y="107603"/>
                  <a:pt x="89297" y="102245"/>
                </a:cubicBezTo>
                <a:cubicBezTo>
                  <a:pt x="97780" y="85725"/>
                  <a:pt x="97780" y="72330"/>
                  <a:pt x="97780" y="65633"/>
                </a:cubicBezTo>
                <a:cubicBezTo>
                  <a:pt x="97780" y="47774"/>
                  <a:pt x="93762" y="40184"/>
                  <a:pt x="91529" y="36612"/>
                </a:cubicBezTo>
                <a:cubicBezTo>
                  <a:pt x="82600" y="18752"/>
                  <a:pt x="67866" y="18752"/>
                  <a:pt x="60275" y="18752"/>
                </a:cubicBezTo>
                <a:cubicBezTo>
                  <a:pt x="40630" y="18752"/>
                  <a:pt x="34379" y="29021"/>
                  <a:pt x="31254" y="33933"/>
                </a:cubicBezTo>
                <a:cubicBezTo>
                  <a:pt x="22771" y="49113"/>
                  <a:pt x="22771" y="63401"/>
                  <a:pt x="22771" y="70545"/>
                </a:cubicBezTo>
                <a:cubicBezTo>
                  <a:pt x="22771" y="91083"/>
                  <a:pt x="28575" y="100012"/>
                  <a:pt x="31254" y="104477"/>
                </a:cubicBezTo>
                <a:cubicBezTo>
                  <a:pt x="40630" y="118318"/>
                  <a:pt x="53578" y="118318"/>
                  <a:pt x="59829" y="118318"/>
                </a:cubicBezTo>
                <a:close/>
                <a:moveTo>
                  <a:pt x="61168" y="0"/>
                </a:moveTo>
                <a:cubicBezTo>
                  <a:pt x="85725" y="0"/>
                  <a:pt x="97334" y="10716"/>
                  <a:pt x="103138" y="16520"/>
                </a:cubicBezTo>
                <a:cubicBezTo>
                  <a:pt x="120104" y="33040"/>
                  <a:pt x="120104" y="54471"/>
                  <a:pt x="120104" y="65187"/>
                </a:cubicBezTo>
                <a:cubicBezTo>
                  <a:pt x="120104" y="96441"/>
                  <a:pt x="110282" y="109835"/>
                  <a:pt x="104924" y="116532"/>
                </a:cubicBezTo>
                <a:cubicBezTo>
                  <a:pt x="90190" y="137071"/>
                  <a:pt x="68759" y="137071"/>
                  <a:pt x="58043" y="137071"/>
                </a:cubicBezTo>
                <a:cubicBezTo>
                  <a:pt x="31254" y="137071"/>
                  <a:pt x="20985" y="125016"/>
                  <a:pt x="16073" y="119211"/>
                </a:cubicBezTo>
                <a:cubicBezTo>
                  <a:pt x="0" y="101352"/>
                  <a:pt x="0" y="80814"/>
                  <a:pt x="0" y="70545"/>
                </a:cubicBezTo>
                <a:cubicBezTo>
                  <a:pt x="0" y="38398"/>
                  <a:pt x="11162" y="25450"/>
                  <a:pt x="16520" y="19199"/>
                </a:cubicBezTo>
                <a:cubicBezTo>
                  <a:pt x="33040" y="0"/>
                  <a:pt x="51792" y="0"/>
                  <a:pt x="61168" y="0"/>
                </a:cubicBezTo>
                <a:close/>
                <a:moveTo>
                  <a:pt x="611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0DB98-D371-44E2-9174-BB0A1BFD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372" y="7308864"/>
            <a:ext cx="113854" cy="181273"/>
          </a:xfrm>
          <a:custGeom xmlns:a="http://schemas.openxmlformats.org/drawingml/2006/main">
            <a:pathLst>
              <a:path w="113854" h="181273">
                <a:moveTo>
                  <a:pt x="22771" y="113854"/>
                </a:moveTo>
                <a:cubicBezTo>
                  <a:pt x="22771" y="134838"/>
                  <a:pt x="28575" y="144214"/>
                  <a:pt x="31254" y="148679"/>
                </a:cubicBezTo>
                <a:cubicBezTo>
                  <a:pt x="40184" y="162520"/>
                  <a:pt x="53132" y="162520"/>
                  <a:pt x="59829" y="162520"/>
                </a:cubicBezTo>
                <a:cubicBezTo>
                  <a:pt x="74563" y="162520"/>
                  <a:pt x="81260" y="154037"/>
                  <a:pt x="84386" y="149572"/>
                </a:cubicBezTo>
                <a:cubicBezTo>
                  <a:pt x="93762" y="136624"/>
                  <a:pt x="93762" y="120551"/>
                  <a:pt x="93762" y="112514"/>
                </a:cubicBezTo>
                <a:cubicBezTo>
                  <a:pt x="93762" y="88404"/>
                  <a:pt x="87064" y="80367"/>
                  <a:pt x="83939" y="76795"/>
                </a:cubicBezTo>
                <a:cubicBezTo>
                  <a:pt x="74116" y="64740"/>
                  <a:pt x="64294" y="64740"/>
                  <a:pt x="59382" y="64740"/>
                </a:cubicBezTo>
                <a:cubicBezTo>
                  <a:pt x="42862" y="64740"/>
                  <a:pt x="36165" y="73223"/>
                  <a:pt x="33040" y="77242"/>
                </a:cubicBezTo>
                <a:cubicBezTo>
                  <a:pt x="22771" y="89743"/>
                  <a:pt x="22771" y="105817"/>
                  <a:pt x="22771" y="113854"/>
                </a:cubicBezTo>
                <a:close/>
                <a:moveTo>
                  <a:pt x="55364" y="45988"/>
                </a:moveTo>
                <a:cubicBezTo>
                  <a:pt x="70098" y="45988"/>
                  <a:pt x="76795" y="50006"/>
                  <a:pt x="80367" y="52239"/>
                </a:cubicBezTo>
                <a:cubicBezTo>
                  <a:pt x="85725" y="55811"/>
                  <a:pt x="90636" y="62061"/>
                  <a:pt x="93315" y="64740"/>
                </a:cubicBezTo>
                <a:lnTo>
                  <a:pt x="93315" y="0"/>
                </a:lnTo>
                <a:lnTo>
                  <a:pt x="113854" y="0"/>
                </a:lnTo>
                <a:lnTo>
                  <a:pt x="113854" y="176808"/>
                </a:lnTo>
                <a:lnTo>
                  <a:pt x="94208" y="176808"/>
                </a:lnTo>
                <a:lnTo>
                  <a:pt x="94208" y="158948"/>
                </a:lnTo>
                <a:cubicBezTo>
                  <a:pt x="86618" y="171004"/>
                  <a:pt x="79921" y="174129"/>
                  <a:pt x="76349" y="176361"/>
                </a:cubicBezTo>
                <a:cubicBezTo>
                  <a:pt x="66080" y="181273"/>
                  <a:pt x="57150" y="181273"/>
                  <a:pt x="52685" y="181273"/>
                </a:cubicBezTo>
                <a:cubicBezTo>
                  <a:pt x="31254" y="181273"/>
                  <a:pt x="20985" y="169218"/>
                  <a:pt x="15627" y="163413"/>
                </a:cubicBezTo>
                <a:cubicBezTo>
                  <a:pt x="0" y="145107"/>
                  <a:pt x="0" y="125462"/>
                  <a:pt x="0" y="115193"/>
                </a:cubicBezTo>
                <a:cubicBezTo>
                  <a:pt x="0" y="87064"/>
                  <a:pt x="9376" y="73670"/>
                  <a:pt x="14288" y="66526"/>
                </a:cubicBezTo>
                <a:cubicBezTo>
                  <a:pt x="28575" y="45988"/>
                  <a:pt x="46434" y="45988"/>
                  <a:pt x="55364" y="45988"/>
                </a:cubicBezTo>
                <a:close/>
                <a:moveTo>
                  <a:pt x="55364" y="459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D1F26-4BC4-4D42-8556-7D86B0D1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046" y="7309311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65068-0B38-4F18-A8B5-EAFFB95F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841" y="7353959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618F4-10D6-4806-857B-7D770EF1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837" y="7309311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8CC9D-9DF0-4EDD-B533-21DC6AC3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846" y="7354406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D5ACB-B3F2-4475-9B4B-18C37960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145" y="7353959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DDA69-D9DB-42E5-80DB-7B30A36E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554" y="7545415"/>
            <a:ext cx="146447" cy="176361"/>
          </a:xfrm>
          <a:custGeom xmlns:a="http://schemas.openxmlformats.org/drawingml/2006/main">
            <a:pathLst>
              <a:path w="146447" h="176361">
                <a:moveTo>
                  <a:pt x="79028" y="80814"/>
                </a:moveTo>
                <a:cubicBezTo>
                  <a:pt x="95994" y="80814"/>
                  <a:pt x="102691" y="76349"/>
                  <a:pt x="105817" y="74116"/>
                </a:cubicBezTo>
                <a:cubicBezTo>
                  <a:pt x="115639" y="67419"/>
                  <a:pt x="115639" y="55811"/>
                  <a:pt x="115639" y="50006"/>
                </a:cubicBezTo>
                <a:cubicBezTo>
                  <a:pt x="115639" y="30807"/>
                  <a:pt x="106710" y="26343"/>
                  <a:pt x="101798" y="24110"/>
                </a:cubicBezTo>
                <a:cubicBezTo>
                  <a:pt x="94655" y="20538"/>
                  <a:pt x="86171" y="20538"/>
                  <a:pt x="82600" y="20538"/>
                </a:cubicBezTo>
                <a:lnTo>
                  <a:pt x="24110" y="20538"/>
                </a:lnTo>
                <a:lnTo>
                  <a:pt x="24110" y="80814"/>
                </a:lnTo>
                <a:lnTo>
                  <a:pt x="79028" y="80814"/>
                </a:lnTo>
                <a:close/>
                <a:moveTo>
                  <a:pt x="0" y="0"/>
                </a:moveTo>
                <a:lnTo>
                  <a:pt x="81707" y="0"/>
                </a:lnTo>
                <a:cubicBezTo>
                  <a:pt x="101798" y="0"/>
                  <a:pt x="110728" y="4018"/>
                  <a:pt x="115193" y="5804"/>
                </a:cubicBezTo>
                <a:cubicBezTo>
                  <a:pt x="139750" y="17413"/>
                  <a:pt x="139750" y="37505"/>
                  <a:pt x="139750" y="47774"/>
                </a:cubicBezTo>
                <a:cubicBezTo>
                  <a:pt x="139750" y="63401"/>
                  <a:pt x="135731" y="70098"/>
                  <a:pt x="133499" y="73670"/>
                </a:cubicBezTo>
                <a:cubicBezTo>
                  <a:pt x="126802" y="83493"/>
                  <a:pt x="119211" y="87957"/>
                  <a:pt x="115193" y="89743"/>
                </a:cubicBezTo>
                <a:cubicBezTo>
                  <a:pt x="125462" y="93762"/>
                  <a:pt x="129034" y="98673"/>
                  <a:pt x="130820" y="100905"/>
                </a:cubicBezTo>
                <a:cubicBezTo>
                  <a:pt x="135731" y="107603"/>
                  <a:pt x="136178" y="117872"/>
                  <a:pt x="136624" y="122783"/>
                </a:cubicBezTo>
                <a:lnTo>
                  <a:pt x="137071" y="146447"/>
                </a:lnTo>
                <a:cubicBezTo>
                  <a:pt x="137517" y="156716"/>
                  <a:pt x="138410" y="160288"/>
                  <a:pt x="138857" y="161627"/>
                </a:cubicBezTo>
                <a:cubicBezTo>
                  <a:pt x="141089" y="170111"/>
                  <a:pt x="144661" y="171896"/>
                  <a:pt x="146447" y="172343"/>
                </a:cubicBezTo>
                <a:lnTo>
                  <a:pt x="146447" y="176361"/>
                </a:lnTo>
                <a:lnTo>
                  <a:pt x="117425" y="176361"/>
                </a:lnTo>
                <a:cubicBezTo>
                  <a:pt x="116086" y="174129"/>
                  <a:pt x="115639" y="171896"/>
                  <a:pt x="115193" y="170557"/>
                </a:cubicBezTo>
                <a:cubicBezTo>
                  <a:pt x="114746" y="166985"/>
                  <a:pt x="114300" y="160288"/>
                  <a:pt x="114300" y="156716"/>
                </a:cubicBezTo>
                <a:lnTo>
                  <a:pt x="112514" y="127248"/>
                </a:lnTo>
                <a:cubicBezTo>
                  <a:pt x="112068" y="109835"/>
                  <a:pt x="103584" y="105817"/>
                  <a:pt x="100012" y="104031"/>
                </a:cubicBezTo>
                <a:cubicBezTo>
                  <a:pt x="92869" y="100905"/>
                  <a:pt x="83493" y="100905"/>
                  <a:pt x="78581" y="100905"/>
                </a:cubicBezTo>
                <a:lnTo>
                  <a:pt x="24110" y="100905"/>
                </a:lnTo>
                <a:lnTo>
                  <a:pt x="24110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0E880-4567-402E-A39E-98BD07C5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517" y="7590064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393AA-D6A4-41FE-AD0C-74BBDF07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066" y="7590510"/>
            <a:ext cx="104924" cy="131266"/>
          </a:xfrm>
          <a:custGeom xmlns:a="http://schemas.openxmlformats.org/drawingml/2006/main">
            <a:pathLst>
              <a:path w="104924" h="131266">
                <a:moveTo>
                  <a:pt x="0" y="2679"/>
                </a:moveTo>
                <a:lnTo>
                  <a:pt x="20538" y="2679"/>
                </a:lnTo>
                <a:lnTo>
                  <a:pt x="20538" y="20985"/>
                </a:lnTo>
                <a:cubicBezTo>
                  <a:pt x="29914" y="9823"/>
                  <a:pt x="36612" y="6697"/>
                  <a:pt x="40184" y="4911"/>
                </a:cubicBezTo>
                <a:cubicBezTo>
                  <a:pt x="50453" y="0"/>
                  <a:pt x="58489" y="0"/>
                  <a:pt x="62508" y="0"/>
                </a:cubicBezTo>
                <a:cubicBezTo>
                  <a:pt x="90190" y="0"/>
                  <a:pt x="96441" y="12502"/>
                  <a:pt x="99566" y="18752"/>
                </a:cubicBezTo>
                <a:cubicBezTo>
                  <a:pt x="104924" y="29468"/>
                  <a:pt x="104924" y="42416"/>
                  <a:pt x="104924" y="48667"/>
                </a:cubicBezTo>
                <a:lnTo>
                  <a:pt x="104924" y="131266"/>
                </a:lnTo>
                <a:lnTo>
                  <a:pt x="83046" y="131266"/>
                </a:lnTo>
                <a:lnTo>
                  <a:pt x="83046" y="50453"/>
                </a:lnTo>
                <a:cubicBezTo>
                  <a:pt x="83046" y="38398"/>
                  <a:pt x="80367" y="33933"/>
                  <a:pt x="79474" y="31254"/>
                </a:cubicBezTo>
                <a:cubicBezTo>
                  <a:pt x="73670" y="19199"/>
                  <a:pt x="63401" y="19199"/>
                  <a:pt x="58489" y="19199"/>
                </a:cubicBezTo>
                <a:cubicBezTo>
                  <a:pt x="50899" y="19199"/>
                  <a:pt x="47774" y="20538"/>
                  <a:pt x="45988" y="20985"/>
                </a:cubicBezTo>
                <a:cubicBezTo>
                  <a:pt x="37058" y="23664"/>
                  <a:pt x="32593" y="29021"/>
                  <a:pt x="30361" y="31254"/>
                </a:cubicBezTo>
                <a:cubicBezTo>
                  <a:pt x="25003" y="37951"/>
                  <a:pt x="24110" y="42416"/>
                  <a:pt x="23217" y="44648"/>
                </a:cubicBezTo>
                <a:cubicBezTo>
                  <a:pt x="21878" y="51346"/>
                  <a:pt x="21878" y="59829"/>
                  <a:pt x="21878" y="64294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BAE025-5786-4E66-881C-41CB7824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906" y="7593189"/>
            <a:ext cx="103584" cy="132159"/>
          </a:xfrm>
          <a:custGeom xmlns:a="http://schemas.openxmlformats.org/drawingml/2006/main">
            <a:pathLst>
              <a:path w="103584" h="132159">
                <a:moveTo>
                  <a:pt x="22324" y="0"/>
                </a:moveTo>
                <a:lnTo>
                  <a:pt x="22324" y="85725"/>
                </a:lnTo>
                <a:cubicBezTo>
                  <a:pt x="22324" y="95548"/>
                  <a:pt x="24110" y="99566"/>
                  <a:pt x="25450" y="101352"/>
                </a:cubicBezTo>
                <a:cubicBezTo>
                  <a:pt x="31254" y="112961"/>
                  <a:pt x="41523" y="112961"/>
                  <a:pt x="46881" y="112961"/>
                </a:cubicBezTo>
                <a:cubicBezTo>
                  <a:pt x="69652" y="112961"/>
                  <a:pt x="75009" y="99566"/>
                  <a:pt x="77688" y="92869"/>
                </a:cubicBezTo>
                <a:cubicBezTo>
                  <a:pt x="82153" y="82153"/>
                  <a:pt x="82153" y="69652"/>
                  <a:pt x="82153" y="62954"/>
                </a:cubicBezTo>
                <a:lnTo>
                  <a:pt x="82153" y="0"/>
                </a:lnTo>
                <a:lnTo>
                  <a:pt x="103584" y="0"/>
                </a:lnTo>
                <a:lnTo>
                  <a:pt x="103584" y="128588"/>
                </a:lnTo>
                <a:lnTo>
                  <a:pt x="83046" y="128588"/>
                </a:lnTo>
                <a:lnTo>
                  <a:pt x="83493" y="109835"/>
                </a:lnTo>
                <a:cubicBezTo>
                  <a:pt x="79474" y="116979"/>
                  <a:pt x="75009" y="120551"/>
                  <a:pt x="72777" y="122337"/>
                </a:cubicBezTo>
                <a:cubicBezTo>
                  <a:pt x="60722" y="132159"/>
                  <a:pt x="48667" y="132159"/>
                  <a:pt x="42862" y="132159"/>
                </a:cubicBezTo>
                <a:cubicBezTo>
                  <a:pt x="15627" y="132159"/>
                  <a:pt x="8483" y="120104"/>
                  <a:pt x="5358" y="113854"/>
                </a:cubicBezTo>
                <a:cubicBezTo>
                  <a:pt x="0" y="104031"/>
                  <a:pt x="0" y="92869"/>
                  <a:pt x="0" y="87511"/>
                </a:cubicBezTo>
                <a:lnTo>
                  <a:pt x="0" y="0"/>
                </a:lnTo>
                <a:lnTo>
                  <a:pt x="22324" y="0"/>
                </a:lnTo>
                <a:close/>
                <a:moveTo>
                  <a:pt x="2232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B7C7E-8D39-4383-8307-04E60D62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097" y="7590510"/>
            <a:ext cx="104924" cy="131266"/>
          </a:xfrm>
          <a:custGeom xmlns:a="http://schemas.openxmlformats.org/drawingml/2006/main">
            <a:pathLst>
              <a:path w="104924" h="131266">
                <a:moveTo>
                  <a:pt x="0" y="2679"/>
                </a:moveTo>
                <a:lnTo>
                  <a:pt x="20538" y="2679"/>
                </a:lnTo>
                <a:lnTo>
                  <a:pt x="20538" y="20985"/>
                </a:lnTo>
                <a:cubicBezTo>
                  <a:pt x="29914" y="9823"/>
                  <a:pt x="36612" y="6697"/>
                  <a:pt x="40184" y="4911"/>
                </a:cubicBezTo>
                <a:cubicBezTo>
                  <a:pt x="50453" y="0"/>
                  <a:pt x="58489" y="0"/>
                  <a:pt x="62508" y="0"/>
                </a:cubicBezTo>
                <a:cubicBezTo>
                  <a:pt x="90190" y="0"/>
                  <a:pt x="96441" y="12502"/>
                  <a:pt x="99566" y="18752"/>
                </a:cubicBezTo>
                <a:cubicBezTo>
                  <a:pt x="104924" y="29468"/>
                  <a:pt x="104924" y="42416"/>
                  <a:pt x="104924" y="48667"/>
                </a:cubicBezTo>
                <a:lnTo>
                  <a:pt x="104924" y="131266"/>
                </a:lnTo>
                <a:lnTo>
                  <a:pt x="83046" y="131266"/>
                </a:lnTo>
                <a:lnTo>
                  <a:pt x="83046" y="50453"/>
                </a:lnTo>
                <a:cubicBezTo>
                  <a:pt x="83046" y="38398"/>
                  <a:pt x="80367" y="33933"/>
                  <a:pt x="79474" y="31254"/>
                </a:cubicBezTo>
                <a:cubicBezTo>
                  <a:pt x="73670" y="19199"/>
                  <a:pt x="63401" y="19199"/>
                  <a:pt x="58489" y="19199"/>
                </a:cubicBezTo>
                <a:cubicBezTo>
                  <a:pt x="50899" y="19199"/>
                  <a:pt x="47774" y="20538"/>
                  <a:pt x="45988" y="20985"/>
                </a:cubicBezTo>
                <a:cubicBezTo>
                  <a:pt x="37058" y="23664"/>
                  <a:pt x="32593" y="29021"/>
                  <a:pt x="30361" y="31254"/>
                </a:cubicBezTo>
                <a:cubicBezTo>
                  <a:pt x="25003" y="37951"/>
                  <a:pt x="24110" y="42416"/>
                  <a:pt x="23217" y="44648"/>
                </a:cubicBezTo>
                <a:cubicBezTo>
                  <a:pt x="21878" y="51346"/>
                  <a:pt x="21878" y="59829"/>
                  <a:pt x="21878" y="64294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DC39B-70D3-42F8-BEFA-6B193805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912" y="7589617"/>
            <a:ext cx="110282" cy="136178"/>
          </a:xfrm>
          <a:custGeom xmlns:a="http://schemas.openxmlformats.org/drawingml/2006/main">
            <a:pathLst>
              <a:path w="110282" h="136178">
                <a:moveTo>
                  <a:pt x="58936" y="0"/>
                </a:moveTo>
                <a:cubicBezTo>
                  <a:pt x="80367" y="0"/>
                  <a:pt x="89297" y="7144"/>
                  <a:pt x="93762" y="10269"/>
                </a:cubicBezTo>
                <a:cubicBezTo>
                  <a:pt x="107603" y="20985"/>
                  <a:pt x="109389" y="38398"/>
                  <a:pt x="110282" y="46881"/>
                </a:cubicBezTo>
                <a:lnTo>
                  <a:pt x="89297" y="46881"/>
                </a:lnTo>
                <a:cubicBezTo>
                  <a:pt x="87511" y="34826"/>
                  <a:pt x="83046" y="29914"/>
                  <a:pt x="80814" y="27236"/>
                </a:cubicBezTo>
                <a:cubicBezTo>
                  <a:pt x="73670" y="19199"/>
                  <a:pt x="63847" y="19199"/>
                  <a:pt x="58936" y="19199"/>
                </a:cubicBezTo>
                <a:cubicBezTo>
                  <a:pt x="37951" y="19199"/>
                  <a:pt x="32147" y="32593"/>
                  <a:pt x="29021" y="39291"/>
                </a:cubicBezTo>
                <a:cubicBezTo>
                  <a:pt x="23217" y="52239"/>
                  <a:pt x="23217" y="65187"/>
                  <a:pt x="23217" y="71438"/>
                </a:cubicBezTo>
                <a:cubicBezTo>
                  <a:pt x="23217" y="91083"/>
                  <a:pt x="28575" y="100012"/>
                  <a:pt x="31254" y="104477"/>
                </a:cubicBezTo>
                <a:cubicBezTo>
                  <a:pt x="39737" y="117425"/>
                  <a:pt x="51346" y="117425"/>
                  <a:pt x="57150" y="117425"/>
                </a:cubicBezTo>
                <a:cubicBezTo>
                  <a:pt x="70545" y="117425"/>
                  <a:pt x="75902" y="112068"/>
                  <a:pt x="78581" y="109389"/>
                </a:cubicBezTo>
                <a:cubicBezTo>
                  <a:pt x="86171" y="101352"/>
                  <a:pt x="88404" y="91529"/>
                  <a:pt x="89297" y="86618"/>
                </a:cubicBezTo>
                <a:lnTo>
                  <a:pt x="110282" y="86618"/>
                </a:lnTo>
                <a:cubicBezTo>
                  <a:pt x="106710" y="112068"/>
                  <a:pt x="97334" y="120551"/>
                  <a:pt x="92422" y="124123"/>
                </a:cubicBezTo>
                <a:cubicBezTo>
                  <a:pt x="78135" y="136178"/>
                  <a:pt x="62954" y="136178"/>
                  <a:pt x="55364" y="136178"/>
                </a:cubicBezTo>
                <a:cubicBezTo>
                  <a:pt x="30361" y="136178"/>
                  <a:pt x="20538" y="123676"/>
                  <a:pt x="15180" y="117425"/>
                </a:cubicBezTo>
                <a:cubicBezTo>
                  <a:pt x="0" y="99120"/>
                  <a:pt x="0" y="80814"/>
                  <a:pt x="0" y="71438"/>
                </a:cubicBezTo>
                <a:cubicBezTo>
                  <a:pt x="0" y="37505"/>
                  <a:pt x="11162" y="25003"/>
                  <a:pt x="16520" y="18752"/>
                </a:cubicBezTo>
                <a:cubicBezTo>
                  <a:pt x="33040" y="0"/>
                  <a:pt x="50006" y="0"/>
                  <a:pt x="58936" y="0"/>
                </a:cubicBezTo>
                <a:close/>
                <a:moveTo>
                  <a:pt x="5893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D5CB32-29F1-4806-AD7C-BB0A0AFD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367" y="7593189"/>
            <a:ext cx="103584" cy="132159"/>
          </a:xfrm>
          <a:custGeom xmlns:a="http://schemas.openxmlformats.org/drawingml/2006/main">
            <a:pathLst>
              <a:path w="103584" h="132159">
                <a:moveTo>
                  <a:pt x="22324" y="0"/>
                </a:moveTo>
                <a:lnTo>
                  <a:pt x="22324" y="85725"/>
                </a:lnTo>
                <a:cubicBezTo>
                  <a:pt x="22324" y="95548"/>
                  <a:pt x="24110" y="99566"/>
                  <a:pt x="25450" y="101352"/>
                </a:cubicBezTo>
                <a:cubicBezTo>
                  <a:pt x="31254" y="112961"/>
                  <a:pt x="41523" y="112961"/>
                  <a:pt x="46881" y="112961"/>
                </a:cubicBezTo>
                <a:cubicBezTo>
                  <a:pt x="69652" y="112961"/>
                  <a:pt x="75009" y="99566"/>
                  <a:pt x="77688" y="92869"/>
                </a:cubicBezTo>
                <a:cubicBezTo>
                  <a:pt x="82153" y="82153"/>
                  <a:pt x="82153" y="69652"/>
                  <a:pt x="82153" y="62954"/>
                </a:cubicBezTo>
                <a:lnTo>
                  <a:pt x="82153" y="0"/>
                </a:lnTo>
                <a:lnTo>
                  <a:pt x="103584" y="0"/>
                </a:lnTo>
                <a:lnTo>
                  <a:pt x="103584" y="128588"/>
                </a:lnTo>
                <a:lnTo>
                  <a:pt x="83046" y="128588"/>
                </a:lnTo>
                <a:lnTo>
                  <a:pt x="83493" y="109835"/>
                </a:lnTo>
                <a:cubicBezTo>
                  <a:pt x="79474" y="116979"/>
                  <a:pt x="75009" y="120551"/>
                  <a:pt x="72777" y="122337"/>
                </a:cubicBezTo>
                <a:cubicBezTo>
                  <a:pt x="60722" y="132159"/>
                  <a:pt x="48667" y="132159"/>
                  <a:pt x="42862" y="132159"/>
                </a:cubicBezTo>
                <a:cubicBezTo>
                  <a:pt x="15627" y="132159"/>
                  <a:pt x="8483" y="120104"/>
                  <a:pt x="5358" y="113854"/>
                </a:cubicBezTo>
                <a:cubicBezTo>
                  <a:pt x="0" y="104031"/>
                  <a:pt x="0" y="92869"/>
                  <a:pt x="0" y="87511"/>
                </a:cubicBezTo>
                <a:lnTo>
                  <a:pt x="0" y="0"/>
                </a:lnTo>
                <a:lnTo>
                  <a:pt x="22324" y="0"/>
                </a:lnTo>
                <a:close/>
                <a:moveTo>
                  <a:pt x="2232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6FE77-CE98-45BD-B2F5-D70801CD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005" y="7545415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8E1F12-D329-4F1C-93AF-EECCF860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354" y="7590064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90B4F4-86D9-4682-A534-D2F877D6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2349" y="7545415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54D7F-26B0-4F09-AA25-7E4135EA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359" y="7590510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B755D-F789-476B-9241-1980097F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657" y="7590064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EE4AF-6A42-409C-9AC7-9EE3730F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554" y="7781520"/>
            <a:ext cx="146447" cy="176361"/>
          </a:xfrm>
          <a:custGeom xmlns:a="http://schemas.openxmlformats.org/drawingml/2006/main">
            <a:pathLst>
              <a:path w="146447" h="176361">
                <a:moveTo>
                  <a:pt x="79028" y="80814"/>
                </a:moveTo>
                <a:cubicBezTo>
                  <a:pt x="95994" y="80814"/>
                  <a:pt x="102691" y="76349"/>
                  <a:pt x="105817" y="74116"/>
                </a:cubicBezTo>
                <a:cubicBezTo>
                  <a:pt x="115639" y="67419"/>
                  <a:pt x="115639" y="55811"/>
                  <a:pt x="115639" y="50006"/>
                </a:cubicBezTo>
                <a:cubicBezTo>
                  <a:pt x="115639" y="30807"/>
                  <a:pt x="106710" y="26343"/>
                  <a:pt x="101798" y="24110"/>
                </a:cubicBezTo>
                <a:cubicBezTo>
                  <a:pt x="94655" y="20538"/>
                  <a:pt x="86171" y="20538"/>
                  <a:pt x="82600" y="20538"/>
                </a:cubicBezTo>
                <a:lnTo>
                  <a:pt x="24110" y="20538"/>
                </a:lnTo>
                <a:lnTo>
                  <a:pt x="24110" y="80814"/>
                </a:lnTo>
                <a:lnTo>
                  <a:pt x="79028" y="80814"/>
                </a:lnTo>
                <a:close/>
                <a:moveTo>
                  <a:pt x="0" y="0"/>
                </a:moveTo>
                <a:lnTo>
                  <a:pt x="81707" y="0"/>
                </a:lnTo>
                <a:cubicBezTo>
                  <a:pt x="101798" y="0"/>
                  <a:pt x="110728" y="4018"/>
                  <a:pt x="115193" y="5804"/>
                </a:cubicBezTo>
                <a:cubicBezTo>
                  <a:pt x="139750" y="17413"/>
                  <a:pt x="139750" y="37505"/>
                  <a:pt x="139750" y="47774"/>
                </a:cubicBezTo>
                <a:cubicBezTo>
                  <a:pt x="139750" y="63401"/>
                  <a:pt x="135731" y="70098"/>
                  <a:pt x="133499" y="73670"/>
                </a:cubicBezTo>
                <a:cubicBezTo>
                  <a:pt x="126802" y="83493"/>
                  <a:pt x="119211" y="87957"/>
                  <a:pt x="115193" y="89743"/>
                </a:cubicBezTo>
                <a:cubicBezTo>
                  <a:pt x="125462" y="93762"/>
                  <a:pt x="129034" y="98673"/>
                  <a:pt x="130820" y="100905"/>
                </a:cubicBezTo>
                <a:cubicBezTo>
                  <a:pt x="135731" y="107603"/>
                  <a:pt x="136178" y="117872"/>
                  <a:pt x="136624" y="122783"/>
                </a:cubicBezTo>
                <a:lnTo>
                  <a:pt x="137071" y="146447"/>
                </a:lnTo>
                <a:cubicBezTo>
                  <a:pt x="137517" y="156716"/>
                  <a:pt x="138410" y="160288"/>
                  <a:pt x="138857" y="161627"/>
                </a:cubicBezTo>
                <a:cubicBezTo>
                  <a:pt x="141089" y="170111"/>
                  <a:pt x="144661" y="171896"/>
                  <a:pt x="146447" y="172343"/>
                </a:cubicBezTo>
                <a:lnTo>
                  <a:pt x="146447" y="176361"/>
                </a:lnTo>
                <a:lnTo>
                  <a:pt x="117425" y="176361"/>
                </a:lnTo>
                <a:cubicBezTo>
                  <a:pt x="116086" y="174129"/>
                  <a:pt x="115639" y="171896"/>
                  <a:pt x="115193" y="170557"/>
                </a:cubicBezTo>
                <a:cubicBezTo>
                  <a:pt x="114746" y="166985"/>
                  <a:pt x="114300" y="160288"/>
                  <a:pt x="114300" y="156716"/>
                </a:cubicBezTo>
                <a:lnTo>
                  <a:pt x="112514" y="127248"/>
                </a:lnTo>
                <a:cubicBezTo>
                  <a:pt x="112068" y="109835"/>
                  <a:pt x="103584" y="105817"/>
                  <a:pt x="100012" y="104031"/>
                </a:cubicBezTo>
                <a:cubicBezTo>
                  <a:pt x="92869" y="100905"/>
                  <a:pt x="83493" y="100905"/>
                  <a:pt x="78581" y="100905"/>
                </a:cubicBezTo>
                <a:lnTo>
                  <a:pt x="24110" y="100905"/>
                </a:lnTo>
                <a:lnTo>
                  <a:pt x="24110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CF0FB-14A5-4655-8D9E-06C89532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392" y="7825722"/>
            <a:ext cx="120104" cy="137071"/>
          </a:xfrm>
          <a:custGeom xmlns:a="http://schemas.openxmlformats.org/drawingml/2006/main">
            <a:pathLst>
              <a:path w="120104" h="137071">
                <a:moveTo>
                  <a:pt x="59829" y="118318"/>
                </a:moveTo>
                <a:cubicBezTo>
                  <a:pt x="81707" y="118318"/>
                  <a:pt x="87064" y="107603"/>
                  <a:pt x="89297" y="102245"/>
                </a:cubicBezTo>
                <a:cubicBezTo>
                  <a:pt x="97780" y="85725"/>
                  <a:pt x="97780" y="72330"/>
                  <a:pt x="97780" y="65633"/>
                </a:cubicBezTo>
                <a:cubicBezTo>
                  <a:pt x="97780" y="47774"/>
                  <a:pt x="93762" y="40184"/>
                  <a:pt x="91529" y="36612"/>
                </a:cubicBezTo>
                <a:cubicBezTo>
                  <a:pt x="82600" y="18752"/>
                  <a:pt x="67866" y="18752"/>
                  <a:pt x="60275" y="18752"/>
                </a:cubicBezTo>
                <a:cubicBezTo>
                  <a:pt x="40630" y="18752"/>
                  <a:pt x="34379" y="29021"/>
                  <a:pt x="31254" y="33933"/>
                </a:cubicBezTo>
                <a:cubicBezTo>
                  <a:pt x="22771" y="49113"/>
                  <a:pt x="22771" y="63401"/>
                  <a:pt x="22771" y="70545"/>
                </a:cubicBezTo>
                <a:cubicBezTo>
                  <a:pt x="22771" y="91083"/>
                  <a:pt x="28575" y="100012"/>
                  <a:pt x="31254" y="104477"/>
                </a:cubicBezTo>
                <a:cubicBezTo>
                  <a:pt x="40630" y="118318"/>
                  <a:pt x="53578" y="118318"/>
                  <a:pt x="59829" y="118318"/>
                </a:cubicBezTo>
                <a:close/>
                <a:moveTo>
                  <a:pt x="61168" y="0"/>
                </a:moveTo>
                <a:cubicBezTo>
                  <a:pt x="85725" y="0"/>
                  <a:pt x="97334" y="10716"/>
                  <a:pt x="103138" y="16520"/>
                </a:cubicBezTo>
                <a:cubicBezTo>
                  <a:pt x="120104" y="33040"/>
                  <a:pt x="120104" y="54471"/>
                  <a:pt x="120104" y="65187"/>
                </a:cubicBezTo>
                <a:cubicBezTo>
                  <a:pt x="120104" y="96441"/>
                  <a:pt x="110282" y="109835"/>
                  <a:pt x="104924" y="116532"/>
                </a:cubicBezTo>
                <a:cubicBezTo>
                  <a:pt x="90190" y="137071"/>
                  <a:pt x="68759" y="137071"/>
                  <a:pt x="58043" y="137071"/>
                </a:cubicBezTo>
                <a:cubicBezTo>
                  <a:pt x="31254" y="137071"/>
                  <a:pt x="20985" y="125016"/>
                  <a:pt x="16073" y="119211"/>
                </a:cubicBezTo>
                <a:cubicBezTo>
                  <a:pt x="0" y="101352"/>
                  <a:pt x="0" y="80814"/>
                  <a:pt x="0" y="70545"/>
                </a:cubicBezTo>
                <a:cubicBezTo>
                  <a:pt x="0" y="38398"/>
                  <a:pt x="11162" y="25450"/>
                  <a:pt x="16520" y="19199"/>
                </a:cubicBezTo>
                <a:cubicBezTo>
                  <a:pt x="33040" y="0"/>
                  <a:pt x="51792" y="0"/>
                  <a:pt x="61168" y="0"/>
                </a:cubicBezTo>
                <a:close/>
                <a:moveTo>
                  <a:pt x="611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C844A-513B-41AD-953E-7635D949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476" y="7826168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EB6D85-6B4A-4F36-8AE7-7D9E6C61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234" y="7826168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103BF-379B-4A4E-BF14-AC6AA70C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229" y="7781520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AE825-8CF3-45BB-87C6-11F68F0E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239" y="7826615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7CF49-225B-43E2-9FE9-67D66963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537" y="7826168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62A4B-36B3-4822-94FC-7D514AF2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285" y="8013160"/>
            <a:ext cx="141536" cy="186184"/>
          </a:xfrm>
          <a:custGeom xmlns:a="http://schemas.openxmlformats.org/drawingml/2006/main">
            <a:pathLst>
              <a:path w="141536" h="186184">
                <a:moveTo>
                  <a:pt x="23217" y="124123"/>
                </a:moveTo>
                <a:cubicBezTo>
                  <a:pt x="24110" y="138857"/>
                  <a:pt x="28129" y="145107"/>
                  <a:pt x="30361" y="148233"/>
                </a:cubicBezTo>
                <a:cubicBezTo>
                  <a:pt x="41970" y="165646"/>
                  <a:pt x="62061" y="165646"/>
                  <a:pt x="71884" y="165646"/>
                </a:cubicBezTo>
                <a:cubicBezTo>
                  <a:pt x="85725" y="165646"/>
                  <a:pt x="92869" y="163413"/>
                  <a:pt x="96441" y="162074"/>
                </a:cubicBezTo>
                <a:cubicBezTo>
                  <a:pt x="117872" y="154930"/>
                  <a:pt x="117872" y="141536"/>
                  <a:pt x="117872" y="135285"/>
                </a:cubicBezTo>
                <a:cubicBezTo>
                  <a:pt x="117872" y="120997"/>
                  <a:pt x="111621" y="116979"/>
                  <a:pt x="108942" y="114746"/>
                </a:cubicBezTo>
                <a:cubicBezTo>
                  <a:pt x="99566" y="108942"/>
                  <a:pt x="86618" y="105817"/>
                  <a:pt x="80367" y="104477"/>
                </a:cubicBezTo>
                <a:lnTo>
                  <a:pt x="56704" y="99120"/>
                </a:lnTo>
                <a:cubicBezTo>
                  <a:pt x="33040" y="93762"/>
                  <a:pt x="26343" y="89743"/>
                  <a:pt x="23217" y="87511"/>
                </a:cubicBezTo>
                <a:cubicBezTo>
                  <a:pt x="6697" y="76349"/>
                  <a:pt x="6697" y="61615"/>
                  <a:pt x="6697" y="54471"/>
                </a:cubicBezTo>
                <a:cubicBezTo>
                  <a:pt x="6697" y="30361"/>
                  <a:pt x="17413" y="20538"/>
                  <a:pt x="23217" y="15180"/>
                </a:cubicBezTo>
                <a:cubicBezTo>
                  <a:pt x="39737" y="0"/>
                  <a:pt x="59382" y="0"/>
                  <a:pt x="69652" y="0"/>
                </a:cubicBezTo>
                <a:cubicBezTo>
                  <a:pt x="97334" y="0"/>
                  <a:pt x="110282" y="8930"/>
                  <a:pt x="116979" y="13395"/>
                </a:cubicBezTo>
                <a:cubicBezTo>
                  <a:pt x="136178" y="26789"/>
                  <a:pt x="136178" y="46434"/>
                  <a:pt x="136178" y="56257"/>
                </a:cubicBezTo>
                <a:lnTo>
                  <a:pt x="113407" y="56257"/>
                </a:lnTo>
                <a:cubicBezTo>
                  <a:pt x="111621" y="41970"/>
                  <a:pt x="108049" y="37058"/>
                  <a:pt x="105817" y="34379"/>
                </a:cubicBezTo>
                <a:cubicBezTo>
                  <a:pt x="95101" y="20538"/>
                  <a:pt x="77688" y="20538"/>
                  <a:pt x="68759" y="20538"/>
                </a:cubicBezTo>
                <a:cubicBezTo>
                  <a:pt x="47774" y="20538"/>
                  <a:pt x="41523" y="26789"/>
                  <a:pt x="38398" y="29468"/>
                </a:cubicBezTo>
                <a:cubicBezTo>
                  <a:pt x="29021" y="38398"/>
                  <a:pt x="29021" y="46434"/>
                  <a:pt x="29021" y="50006"/>
                </a:cubicBezTo>
                <a:cubicBezTo>
                  <a:pt x="29021" y="63401"/>
                  <a:pt x="36165" y="66973"/>
                  <a:pt x="40184" y="69205"/>
                </a:cubicBezTo>
                <a:cubicBezTo>
                  <a:pt x="47327" y="73223"/>
                  <a:pt x="63847" y="76795"/>
                  <a:pt x="71884" y="78581"/>
                </a:cubicBezTo>
                <a:lnTo>
                  <a:pt x="96887" y="84386"/>
                </a:lnTo>
                <a:cubicBezTo>
                  <a:pt x="114746" y="88404"/>
                  <a:pt x="120997" y="93315"/>
                  <a:pt x="124569" y="95548"/>
                </a:cubicBezTo>
                <a:cubicBezTo>
                  <a:pt x="141536" y="108049"/>
                  <a:pt x="141536" y="123676"/>
                  <a:pt x="141536" y="131713"/>
                </a:cubicBezTo>
                <a:cubicBezTo>
                  <a:pt x="141536" y="160734"/>
                  <a:pt x="127248" y="169218"/>
                  <a:pt x="120104" y="173236"/>
                </a:cubicBezTo>
                <a:cubicBezTo>
                  <a:pt x="98673" y="186184"/>
                  <a:pt x="79921" y="186184"/>
                  <a:pt x="70545" y="186184"/>
                </a:cubicBezTo>
                <a:cubicBezTo>
                  <a:pt x="37505" y="186184"/>
                  <a:pt x="25003" y="175022"/>
                  <a:pt x="18752" y="169218"/>
                </a:cubicBezTo>
                <a:cubicBezTo>
                  <a:pt x="0" y="152698"/>
                  <a:pt x="446" y="133499"/>
                  <a:pt x="446" y="124123"/>
                </a:cubicBezTo>
                <a:lnTo>
                  <a:pt x="23217" y="124123"/>
                </a:lnTo>
                <a:close/>
                <a:moveTo>
                  <a:pt x="23217" y="1241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B0E45-7006-412F-978A-AA02814F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990" y="8062273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4BA2F-1285-4F38-8AF2-DADA0D2C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753" y="8062273"/>
            <a:ext cx="113407" cy="183059"/>
          </a:xfrm>
          <a:custGeom xmlns:a="http://schemas.openxmlformats.org/drawingml/2006/main">
            <a:pathLst>
              <a:path w="113407" h="183059">
                <a:moveTo>
                  <a:pt x="56257" y="116979"/>
                </a:moveTo>
                <a:cubicBezTo>
                  <a:pt x="71438" y="116979"/>
                  <a:pt x="78135" y="108942"/>
                  <a:pt x="81260" y="104477"/>
                </a:cubicBezTo>
                <a:cubicBezTo>
                  <a:pt x="91529" y="91976"/>
                  <a:pt x="91529" y="75009"/>
                  <a:pt x="91529" y="66973"/>
                </a:cubicBezTo>
                <a:cubicBezTo>
                  <a:pt x="91529" y="51346"/>
                  <a:pt x="88404" y="43755"/>
                  <a:pt x="87064" y="40184"/>
                </a:cubicBezTo>
                <a:cubicBezTo>
                  <a:pt x="78581" y="19199"/>
                  <a:pt x="63847" y="19199"/>
                  <a:pt x="56257" y="19199"/>
                </a:cubicBezTo>
                <a:cubicBezTo>
                  <a:pt x="33486" y="19199"/>
                  <a:pt x="28129" y="33933"/>
                  <a:pt x="25450" y="41523"/>
                </a:cubicBezTo>
                <a:cubicBezTo>
                  <a:pt x="20985" y="53578"/>
                  <a:pt x="20985" y="65633"/>
                  <a:pt x="20985" y="71884"/>
                </a:cubicBezTo>
                <a:cubicBezTo>
                  <a:pt x="20985" y="87064"/>
                  <a:pt x="24110" y="93762"/>
                  <a:pt x="25450" y="97334"/>
                </a:cubicBezTo>
                <a:cubicBezTo>
                  <a:pt x="33933" y="116979"/>
                  <a:pt x="48667" y="116979"/>
                  <a:pt x="56257" y="116979"/>
                </a:cubicBezTo>
                <a:close/>
                <a:moveTo>
                  <a:pt x="0" y="3572"/>
                </a:moveTo>
                <a:lnTo>
                  <a:pt x="21431" y="3572"/>
                </a:lnTo>
                <a:lnTo>
                  <a:pt x="21431" y="20985"/>
                </a:lnTo>
                <a:cubicBezTo>
                  <a:pt x="27682" y="12055"/>
                  <a:pt x="33040" y="8930"/>
                  <a:pt x="35272" y="7144"/>
                </a:cubicBezTo>
                <a:cubicBezTo>
                  <a:pt x="46434" y="0"/>
                  <a:pt x="56257" y="0"/>
                  <a:pt x="61168" y="0"/>
                </a:cubicBezTo>
                <a:cubicBezTo>
                  <a:pt x="83046" y="0"/>
                  <a:pt x="93315" y="11162"/>
                  <a:pt x="98227" y="16966"/>
                </a:cubicBezTo>
                <a:cubicBezTo>
                  <a:pt x="113407" y="33486"/>
                  <a:pt x="113407" y="54025"/>
                  <a:pt x="113407" y="64740"/>
                </a:cubicBezTo>
                <a:cubicBezTo>
                  <a:pt x="113407" y="106710"/>
                  <a:pt x="98673" y="118765"/>
                  <a:pt x="91529" y="125016"/>
                </a:cubicBezTo>
                <a:cubicBezTo>
                  <a:pt x="77688" y="136178"/>
                  <a:pt x="65187" y="136178"/>
                  <a:pt x="58936" y="136178"/>
                </a:cubicBezTo>
                <a:cubicBezTo>
                  <a:pt x="44648" y="136178"/>
                  <a:pt x="37951" y="132159"/>
                  <a:pt x="34826" y="129927"/>
                </a:cubicBezTo>
                <a:cubicBezTo>
                  <a:pt x="29021" y="126355"/>
                  <a:pt x="24110" y="120551"/>
                  <a:pt x="21878" y="117425"/>
                </a:cubicBezTo>
                <a:lnTo>
                  <a:pt x="21878" y="183059"/>
                </a:lnTo>
                <a:lnTo>
                  <a:pt x="0" y="183059"/>
                </a:lnTo>
                <a:lnTo>
                  <a:pt x="0" y="3572"/>
                </a:lnTo>
                <a:close/>
                <a:moveTo>
                  <a:pt x="0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B0304-FD64-4C94-85E4-A9BDC2FD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284" y="8017625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46C92-D176-4DDB-B5C3-66B1B8BC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883" y="8062720"/>
            <a:ext cx="104924" cy="131266"/>
          </a:xfrm>
          <a:custGeom xmlns:a="http://schemas.openxmlformats.org/drawingml/2006/main">
            <a:pathLst>
              <a:path w="104924" h="131266">
                <a:moveTo>
                  <a:pt x="0" y="2679"/>
                </a:moveTo>
                <a:lnTo>
                  <a:pt x="20538" y="2679"/>
                </a:lnTo>
                <a:lnTo>
                  <a:pt x="20538" y="20985"/>
                </a:lnTo>
                <a:cubicBezTo>
                  <a:pt x="29914" y="9823"/>
                  <a:pt x="36612" y="6697"/>
                  <a:pt x="40184" y="4911"/>
                </a:cubicBezTo>
                <a:cubicBezTo>
                  <a:pt x="50453" y="0"/>
                  <a:pt x="58489" y="0"/>
                  <a:pt x="62508" y="0"/>
                </a:cubicBezTo>
                <a:cubicBezTo>
                  <a:pt x="90190" y="0"/>
                  <a:pt x="96441" y="12502"/>
                  <a:pt x="99566" y="18752"/>
                </a:cubicBezTo>
                <a:cubicBezTo>
                  <a:pt x="104924" y="29468"/>
                  <a:pt x="104924" y="42416"/>
                  <a:pt x="104924" y="48667"/>
                </a:cubicBezTo>
                <a:lnTo>
                  <a:pt x="104924" y="131266"/>
                </a:lnTo>
                <a:lnTo>
                  <a:pt x="83046" y="131266"/>
                </a:lnTo>
                <a:lnTo>
                  <a:pt x="83046" y="50453"/>
                </a:lnTo>
                <a:cubicBezTo>
                  <a:pt x="83046" y="38398"/>
                  <a:pt x="80367" y="33933"/>
                  <a:pt x="79474" y="31254"/>
                </a:cubicBezTo>
                <a:cubicBezTo>
                  <a:pt x="73670" y="19199"/>
                  <a:pt x="63401" y="19199"/>
                  <a:pt x="58489" y="19199"/>
                </a:cubicBezTo>
                <a:cubicBezTo>
                  <a:pt x="50899" y="19199"/>
                  <a:pt x="47774" y="20538"/>
                  <a:pt x="45988" y="20985"/>
                </a:cubicBezTo>
                <a:cubicBezTo>
                  <a:pt x="37058" y="23664"/>
                  <a:pt x="32593" y="29021"/>
                  <a:pt x="30361" y="31254"/>
                </a:cubicBezTo>
                <a:cubicBezTo>
                  <a:pt x="25003" y="37951"/>
                  <a:pt x="24110" y="42416"/>
                  <a:pt x="23217" y="44648"/>
                </a:cubicBezTo>
                <a:cubicBezTo>
                  <a:pt x="21878" y="51346"/>
                  <a:pt x="21878" y="59829"/>
                  <a:pt x="21878" y="64294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7CC283-BF92-4C7C-8963-8258C12F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699" y="8017178"/>
            <a:ext cx="113854" cy="181273"/>
          </a:xfrm>
          <a:custGeom xmlns:a="http://schemas.openxmlformats.org/drawingml/2006/main">
            <a:pathLst>
              <a:path w="113854" h="181273">
                <a:moveTo>
                  <a:pt x="22771" y="113854"/>
                </a:moveTo>
                <a:cubicBezTo>
                  <a:pt x="22771" y="134838"/>
                  <a:pt x="28575" y="144214"/>
                  <a:pt x="31254" y="148679"/>
                </a:cubicBezTo>
                <a:cubicBezTo>
                  <a:pt x="40184" y="162520"/>
                  <a:pt x="53132" y="162520"/>
                  <a:pt x="59829" y="162520"/>
                </a:cubicBezTo>
                <a:cubicBezTo>
                  <a:pt x="74563" y="162520"/>
                  <a:pt x="81260" y="154037"/>
                  <a:pt x="84386" y="149572"/>
                </a:cubicBezTo>
                <a:cubicBezTo>
                  <a:pt x="93762" y="136624"/>
                  <a:pt x="93762" y="120551"/>
                  <a:pt x="93762" y="112514"/>
                </a:cubicBezTo>
                <a:cubicBezTo>
                  <a:pt x="93762" y="88404"/>
                  <a:pt x="87064" y="80367"/>
                  <a:pt x="83939" y="76795"/>
                </a:cubicBezTo>
                <a:cubicBezTo>
                  <a:pt x="74116" y="64740"/>
                  <a:pt x="64294" y="64740"/>
                  <a:pt x="59382" y="64740"/>
                </a:cubicBezTo>
                <a:cubicBezTo>
                  <a:pt x="42862" y="64740"/>
                  <a:pt x="36165" y="73223"/>
                  <a:pt x="33040" y="77242"/>
                </a:cubicBezTo>
                <a:cubicBezTo>
                  <a:pt x="22771" y="89743"/>
                  <a:pt x="22771" y="105817"/>
                  <a:pt x="22771" y="113854"/>
                </a:cubicBezTo>
                <a:close/>
                <a:moveTo>
                  <a:pt x="55364" y="45988"/>
                </a:moveTo>
                <a:cubicBezTo>
                  <a:pt x="70098" y="45988"/>
                  <a:pt x="76795" y="50006"/>
                  <a:pt x="80367" y="52239"/>
                </a:cubicBezTo>
                <a:cubicBezTo>
                  <a:pt x="85725" y="55811"/>
                  <a:pt x="90636" y="62061"/>
                  <a:pt x="93315" y="64740"/>
                </a:cubicBezTo>
                <a:lnTo>
                  <a:pt x="93315" y="0"/>
                </a:lnTo>
                <a:lnTo>
                  <a:pt x="113854" y="0"/>
                </a:lnTo>
                <a:lnTo>
                  <a:pt x="113854" y="176808"/>
                </a:lnTo>
                <a:lnTo>
                  <a:pt x="94208" y="176808"/>
                </a:lnTo>
                <a:lnTo>
                  <a:pt x="94208" y="158948"/>
                </a:lnTo>
                <a:cubicBezTo>
                  <a:pt x="86618" y="171004"/>
                  <a:pt x="79921" y="174129"/>
                  <a:pt x="76349" y="176361"/>
                </a:cubicBezTo>
                <a:cubicBezTo>
                  <a:pt x="66080" y="181273"/>
                  <a:pt x="57150" y="181273"/>
                  <a:pt x="52685" y="181273"/>
                </a:cubicBezTo>
                <a:cubicBezTo>
                  <a:pt x="31254" y="181273"/>
                  <a:pt x="20985" y="169218"/>
                  <a:pt x="15627" y="163413"/>
                </a:cubicBezTo>
                <a:cubicBezTo>
                  <a:pt x="0" y="145107"/>
                  <a:pt x="0" y="125462"/>
                  <a:pt x="0" y="115193"/>
                </a:cubicBezTo>
                <a:cubicBezTo>
                  <a:pt x="0" y="87064"/>
                  <a:pt x="9376" y="73670"/>
                  <a:pt x="14288" y="66526"/>
                </a:cubicBezTo>
                <a:cubicBezTo>
                  <a:pt x="28575" y="45988"/>
                  <a:pt x="46434" y="45988"/>
                  <a:pt x="55364" y="45988"/>
                </a:cubicBezTo>
                <a:close/>
                <a:moveTo>
                  <a:pt x="55364" y="459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7FC39-11D6-4D54-99B7-0B63393E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569" y="8062273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D32A3-2BEE-4A50-A97F-FCA78613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564" y="8017625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5A9FB-1A9E-403B-9B9F-1580A9F1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574" y="8062720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82E4C-4320-4C24-92D3-AE9D0E92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872" y="8062273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60EB9-5420-4E11-9DF7-C40F1B21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285" y="8249265"/>
            <a:ext cx="141536" cy="186184"/>
          </a:xfrm>
          <a:custGeom xmlns:a="http://schemas.openxmlformats.org/drawingml/2006/main">
            <a:pathLst>
              <a:path w="141536" h="186184">
                <a:moveTo>
                  <a:pt x="23217" y="124123"/>
                </a:moveTo>
                <a:cubicBezTo>
                  <a:pt x="24110" y="138857"/>
                  <a:pt x="28129" y="145107"/>
                  <a:pt x="30361" y="148233"/>
                </a:cubicBezTo>
                <a:cubicBezTo>
                  <a:pt x="41970" y="165646"/>
                  <a:pt x="62061" y="165646"/>
                  <a:pt x="71884" y="165646"/>
                </a:cubicBezTo>
                <a:cubicBezTo>
                  <a:pt x="85725" y="165646"/>
                  <a:pt x="92869" y="163413"/>
                  <a:pt x="96441" y="162074"/>
                </a:cubicBezTo>
                <a:cubicBezTo>
                  <a:pt x="117872" y="154930"/>
                  <a:pt x="117872" y="141536"/>
                  <a:pt x="117872" y="135285"/>
                </a:cubicBezTo>
                <a:cubicBezTo>
                  <a:pt x="117872" y="120997"/>
                  <a:pt x="111621" y="116979"/>
                  <a:pt x="108942" y="114746"/>
                </a:cubicBezTo>
                <a:cubicBezTo>
                  <a:pt x="99566" y="108942"/>
                  <a:pt x="86618" y="105817"/>
                  <a:pt x="80367" y="104477"/>
                </a:cubicBezTo>
                <a:lnTo>
                  <a:pt x="56704" y="99120"/>
                </a:lnTo>
                <a:cubicBezTo>
                  <a:pt x="33040" y="93762"/>
                  <a:pt x="26343" y="89743"/>
                  <a:pt x="23217" y="87511"/>
                </a:cubicBezTo>
                <a:cubicBezTo>
                  <a:pt x="6697" y="76349"/>
                  <a:pt x="6697" y="61615"/>
                  <a:pt x="6697" y="54471"/>
                </a:cubicBezTo>
                <a:cubicBezTo>
                  <a:pt x="6697" y="30361"/>
                  <a:pt x="17413" y="20538"/>
                  <a:pt x="23217" y="15180"/>
                </a:cubicBezTo>
                <a:cubicBezTo>
                  <a:pt x="39737" y="0"/>
                  <a:pt x="59382" y="0"/>
                  <a:pt x="69652" y="0"/>
                </a:cubicBezTo>
                <a:cubicBezTo>
                  <a:pt x="97334" y="0"/>
                  <a:pt x="110282" y="8930"/>
                  <a:pt x="116979" y="13395"/>
                </a:cubicBezTo>
                <a:cubicBezTo>
                  <a:pt x="136178" y="26789"/>
                  <a:pt x="136178" y="46434"/>
                  <a:pt x="136178" y="56257"/>
                </a:cubicBezTo>
                <a:lnTo>
                  <a:pt x="113407" y="56257"/>
                </a:lnTo>
                <a:cubicBezTo>
                  <a:pt x="111621" y="41970"/>
                  <a:pt x="108049" y="37058"/>
                  <a:pt x="105817" y="34379"/>
                </a:cubicBezTo>
                <a:cubicBezTo>
                  <a:pt x="95101" y="20538"/>
                  <a:pt x="77688" y="20538"/>
                  <a:pt x="68759" y="20538"/>
                </a:cubicBezTo>
                <a:cubicBezTo>
                  <a:pt x="47774" y="20538"/>
                  <a:pt x="41523" y="26789"/>
                  <a:pt x="38398" y="29468"/>
                </a:cubicBezTo>
                <a:cubicBezTo>
                  <a:pt x="29021" y="38398"/>
                  <a:pt x="29021" y="46434"/>
                  <a:pt x="29021" y="50006"/>
                </a:cubicBezTo>
                <a:cubicBezTo>
                  <a:pt x="29021" y="63401"/>
                  <a:pt x="36165" y="66973"/>
                  <a:pt x="40184" y="69205"/>
                </a:cubicBezTo>
                <a:cubicBezTo>
                  <a:pt x="47327" y="73223"/>
                  <a:pt x="63847" y="76795"/>
                  <a:pt x="71884" y="78581"/>
                </a:cubicBezTo>
                <a:lnTo>
                  <a:pt x="96887" y="84386"/>
                </a:lnTo>
                <a:cubicBezTo>
                  <a:pt x="114746" y="88404"/>
                  <a:pt x="120997" y="93315"/>
                  <a:pt x="124569" y="95548"/>
                </a:cubicBezTo>
                <a:cubicBezTo>
                  <a:pt x="141536" y="108049"/>
                  <a:pt x="141536" y="123676"/>
                  <a:pt x="141536" y="131713"/>
                </a:cubicBezTo>
                <a:cubicBezTo>
                  <a:pt x="141536" y="160734"/>
                  <a:pt x="127248" y="169218"/>
                  <a:pt x="120104" y="173236"/>
                </a:cubicBezTo>
                <a:cubicBezTo>
                  <a:pt x="98673" y="186184"/>
                  <a:pt x="79921" y="186184"/>
                  <a:pt x="70545" y="186184"/>
                </a:cubicBezTo>
                <a:cubicBezTo>
                  <a:pt x="37505" y="186184"/>
                  <a:pt x="25003" y="175022"/>
                  <a:pt x="18752" y="169218"/>
                </a:cubicBezTo>
                <a:cubicBezTo>
                  <a:pt x="0" y="152698"/>
                  <a:pt x="446" y="133499"/>
                  <a:pt x="446" y="124123"/>
                </a:cubicBezTo>
                <a:lnTo>
                  <a:pt x="23217" y="124123"/>
                </a:lnTo>
                <a:close/>
                <a:moveTo>
                  <a:pt x="23217" y="1241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0C9F5-E64E-4F39-9C6C-481759A0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990" y="8298378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B61F4-9001-493C-A8F6-B23F7E50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252" y="8301503"/>
            <a:ext cx="117872" cy="128588"/>
          </a:xfrm>
          <a:custGeom xmlns:a="http://schemas.openxmlformats.org/drawingml/2006/main">
            <a:pathLst>
              <a:path w="117872" h="128588">
                <a:moveTo>
                  <a:pt x="2232" y="0"/>
                </a:moveTo>
                <a:lnTo>
                  <a:pt x="30361" y="0"/>
                </a:lnTo>
                <a:lnTo>
                  <a:pt x="59829" y="45541"/>
                </a:lnTo>
                <a:lnTo>
                  <a:pt x="89743" y="0"/>
                </a:lnTo>
                <a:lnTo>
                  <a:pt x="116086" y="446"/>
                </a:lnTo>
                <a:lnTo>
                  <a:pt x="72330" y="62508"/>
                </a:lnTo>
                <a:lnTo>
                  <a:pt x="117872" y="128588"/>
                </a:lnTo>
                <a:lnTo>
                  <a:pt x="90190" y="128588"/>
                </a:lnTo>
                <a:lnTo>
                  <a:pt x="58043" y="80367"/>
                </a:lnTo>
                <a:lnTo>
                  <a:pt x="27236" y="128588"/>
                </a:lnTo>
                <a:lnTo>
                  <a:pt x="0" y="128588"/>
                </a:lnTo>
                <a:lnTo>
                  <a:pt x="45095" y="62508"/>
                </a:lnTo>
                <a:lnTo>
                  <a:pt x="2232" y="0"/>
                </a:lnTo>
                <a:close/>
                <a:moveTo>
                  <a:pt x="223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375A6-62E4-4905-9196-71422665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511" y="8253729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C6F9E-9CDB-47B8-AB0F-1DEA899C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4609" y="8251051"/>
            <a:ext cx="61168" cy="179040"/>
          </a:xfrm>
          <a:custGeom xmlns:a="http://schemas.openxmlformats.org/drawingml/2006/main">
            <a:pathLst>
              <a:path w="61168" h="179040">
                <a:moveTo>
                  <a:pt x="17859" y="30807"/>
                </a:moveTo>
                <a:cubicBezTo>
                  <a:pt x="18306" y="17413"/>
                  <a:pt x="21431" y="13395"/>
                  <a:pt x="22771" y="11162"/>
                </a:cubicBezTo>
                <a:cubicBezTo>
                  <a:pt x="30361" y="0"/>
                  <a:pt x="44648" y="0"/>
                  <a:pt x="51792" y="0"/>
                </a:cubicBezTo>
                <a:cubicBezTo>
                  <a:pt x="54025" y="0"/>
                  <a:pt x="55364" y="0"/>
                  <a:pt x="56257" y="0"/>
                </a:cubicBezTo>
                <a:cubicBezTo>
                  <a:pt x="58489" y="446"/>
                  <a:pt x="60275" y="893"/>
                  <a:pt x="61168" y="893"/>
                </a:cubicBezTo>
                <a:lnTo>
                  <a:pt x="61168" y="20538"/>
                </a:lnTo>
                <a:cubicBezTo>
                  <a:pt x="57596" y="20092"/>
                  <a:pt x="56704" y="20092"/>
                  <a:pt x="56257" y="20092"/>
                </a:cubicBezTo>
                <a:cubicBezTo>
                  <a:pt x="54471" y="20092"/>
                  <a:pt x="53578" y="20092"/>
                  <a:pt x="53132" y="20092"/>
                </a:cubicBezTo>
                <a:cubicBezTo>
                  <a:pt x="43309" y="20092"/>
                  <a:pt x="41970" y="23217"/>
                  <a:pt x="41523" y="25003"/>
                </a:cubicBezTo>
                <a:cubicBezTo>
                  <a:pt x="39737" y="30361"/>
                  <a:pt x="39737" y="44202"/>
                  <a:pt x="39737" y="50899"/>
                </a:cubicBezTo>
                <a:lnTo>
                  <a:pt x="61168" y="50899"/>
                </a:lnTo>
                <a:lnTo>
                  <a:pt x="61168" y="68312"/>
                </a:lnTo>
                <a:lnTo>
                  <a:pt x="39291" y="68312"/>
                </a:lnTo>
                <a:lnTo>
                  <a:pt x="39291" y="179040"/>
                </a:lnTo>
                <a:lnTo>
                  <a:pt x="17859" y="179040"/>
                </a:lnTo>
                <a:lnTo>
                  <a:pt x="17859" y="68312"/>
                </a:lnTo>
                <a:lnTo>
                  <a:pt x="0" y="68312"/>
                </a:lnTo>
                <a:lnTo>
                  <a:pt x="0" y="50899"/>
                </a:lnTo>
                <a:lnTo>
                  <a:pt x="17859" y="50899"/>
                </a:lnTo>
                <a:lnTo>
                  <a:pt x="17859" y="30807"/>
                </a:lnTo>
                <a:close/>
                <a:moveTo>
                  <a:pt x="17859" y="308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2208DF-F817-45AF-8D79-CC019BAB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929" y="8298824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E5138-557C-4AA2-A316-F94EF482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118" y="8298378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27C56-153B-4E09-B9DD-6D7292E5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184" y="8299271"/>
            <a:ext cx="112961" cy="185291"/>
          </a:xfrm>
          <a:custGeom xmlns:a="http://schemas.openxmlformats.org/drawingml/2006/main">
            <a:pathLst>
              <a:path w="112961" h="185291">
                <a:moveTo>
                  <a:pt x="54025" y="0"/>
                </a:moveTo>
                <a:cubicBezTo>
                  <a:pt x="69205" y="0"/>
                  <a:pt x="76795" y="4911"/>
                  <a:pt x="80367" y="7590"/>
                </a:cubicBezTo>
                <a:cubicBezTo>
                  <a:pt x="86618" y="11609"/>
                  <a:pt x="90636" y="16966"/>
                  <a:pt x="92869" y="19645"/>
                </a:cubicBezTo>
                <a:lnTo>
                  <a:pt x="92869" y="3572"/>
                </a:lnTo>
                <a:lnTo>
                  <a:pt x="112961" y="3572"/>
                </a:lnTo>
                <a:lnTo>
                  <a:pt x="112961" y="120551"/>
                </a:lnTo>
                <a:cubicBezTo>
                  <a:pt x="112961" y="145107"/>
                  <a:pt x="108049" y="154484"/>
                  <a:pt x="105370" y="158948"/>
                </a:cubicBezTo>
                <a:cubicBezTo>
                  <a:pt x="92422" y="185291"/>
                  <a:pt x="67419" y="185291"/>
                  <a:pt x="54918" y="185291"/>
                </a:cubicBezTo>
                <a:cubicBezTo>
                  <a:pt x="33933" y="185291"/>
                  <a:pt x="24557" y="179040"/>
                  <a:pt x="20092" y="175915"/>
                </a:cubicBezTo>
                <a:cubicBezTo>
                  <a:pt x="5804" y="166539"/>
                  <a:pt x="4465" y="153591"/>
                  <a:pt x="4018" y="146893"/>
                </a:cubicBezTo>
                <a:lnTo>
                  <a:pt x="25896" y="146893"/>
                </a:lnTo>
                <a:cubicBezTo>
                  <a:pt x="27682" y="155823"/>
                  <a:pt x="30807" y="158502"/>
                  <a:pt x="32147" y="160288"/>
                </a:cubicBezTo>
                <a:cubicBezTo>
                  <a:pt x="39737" y="167432"/>
                  <a:pt x="50006" y="167432"/>
                  <a:pt x="55364" y="167432"/>
                </a:cubicBezTo>
                <a:cubicBezTo>
                  <a:pt x="80367" y="167432"/>
                  <a:pt x="85279" y="155823"/>
                  <a:pt x="87957" y="150019"/>
                </a:cubicBezTo>
                <a:cubicBezTo>
                  <a:pt x="92422" y="139750"/>
                  <a:pt x="92422" y="121890"/>
                  <a:pt x="91976" y="112961"/>
                </a:cubicBezTo>
                <a:cubicBezTo>
                  <a:pt x="85725" y="122783"/>
                  <a:pt x="79474" y="126355"/>
                  <a:pt x="76349" y="127695"/>
                </a:cubicBezTo>
                <a:cubicBezTo>
                  <a:pt x="67419" y="132606"/>
                  <a:pt x="57150" y="132606"/>
                  <a:pt x="52239" y="132606"/>
                </a:cubicBezTo>
                <a:cubicBezTo>
                  <a:pt x="31700" y="132606"/>
                  <a:pt x="20985" y="122783"/>
                  <a:pt x="15627" y="117872"/>
                </a:cubicBezTo>
                <a:cubicBezTo>
                  <a:pt x="0" y="102691"/>
                  <a:pt x="0" y="79921"/>
                  <a:pt x="0" y="68759"/>
                </a:cubicBezTo>
                <a:cubicBezTo>
                  <a:pt x="0" y="36165"/>
                  <a:pt x="10716" y="24110"/>
                  <a:pt x="15627" y="18306"/>
                </a:cubicBezTo>
                <a:cubicBezTo>
                  <a:pt x="31700" y="0"/>
                  <a:pt x="46434" y="0"/>
                  <a:pt x="54025" y="0"/>
                </a:cubicBezTo>
                <a:close/>
                <a:moveTo>
                  <a:pt x="92869" y="66080"/>
                </a:moveTo>
                <a:cubicBezTo>
                  <a:pt x="92869" y="42416"/>
                  <a:pt x="86171" y="34379"/>
                  <a:pt x="83046" y="30807"/>
                </a:cubicBezTo>
                <a:cubicBezTo>
                  <a:pt x="73223" y="19199"/>
                  <a:pt x="62954" y="19199"/>
                  <a:pt x="58043" y="19199"/>
                </a:cubicBezTo>
                <a:cubicBezTo>
                  <a:pt x="35272" y="19199"/>
                  <a:pt x="29468" y="33486"/>
                  <a:pt x="26789" y="40630"/>
                </a:cubicBezTo>
                <a:cubicBezTo>
                  <a:pt x="22324" y="51792"/>
                  <a:pt x="22324" y="64294"/>
                  <a:pt x="22324" y="70098"/>
                </a:cubicBezTo>
                <a:cubicBezTo>
                  <a:pt x="22324" y="91976"/>
                  <a:pt x="28129" y="100012"/>
                  <a:pt x="31254" y="103584"/>
                </a:cubicBezTo>
                <a:cubicBezTo>
                  <a:pt x="39737" y="114746"/>
                  <a:pt x="50006" y="114746"/>
                  <a:pt x="54918" y="114746"/>
                </a:cubicBezTo>
                <a:cubicBezTo>
                  <a:pt x="78135" y="114746"/>
                  <a:pt x="84386" y="100905"/>
                  <a:pt x="87511" y="93762"/>
                </a:cubicBezTo>
                <a:cubicBezTo>
                  <a:pt x="92869" y="81707"/>
                  <a:pt x="92869" y="71438"/>
                  <a:pt x="92869" y="66080"/>
                </a:cubicBezTo>
                <a:close/>
                <a:moveTo>
                  <a:pt x="92869" y="660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9CB68-70CD-404F-820B-E74A7A8C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608" y="8298378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7986C7-9142-407E-AE4D-AD45859F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604" y="8253729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F767F-4E0D-4D63-ABFC-10AF2419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613" y="8298824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445F6-7340-46A4-982F-6CACF682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911" y="8298378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5B49B-2844-44D2-B87C-6C2AC7AD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285" y="8485369"/>
            <a:ext cx="141536" cy="186184"/>
          </a:xfrm>
          <a:custGeom xmlns:a="http://schemas.openxmlformats.org/drawingml/2006/main">
            <a:pathLst>
              <a:path w="141536" h="186184">
                <a:moveTo>
                  <a:pt x="23217" y="124123"/>
                </a:moveTo>
                <a:cubicBezTo>
                  <a:pt x="24110" y="138857"/>
                  <a:pt x="28129" y="145107"/>
                  <a:pt x="30361" y="148233"/>
                </a:cubicBezTo>
                <a:cubicBezTo>
                  <a:pt x="41970" y="165646"/>
                  <a:pt x="62061" y="165646"/>
                  <a:pt x="71884" y="165646"/>
                </a:cubicBezTo>
                <a:cubicBezTo>
                  <a:pt x="85725" y="165646"/>
                  <a:pt x="92869" y="163413"/>
                  <a:pt x="96441" y="162074"/>
                </a:cubicBezTo>
                <a:cubicBezTo>
                  <a:pt x="117872" y="154930"/>
                  <a:pt x="117872" y="141536"/>
                  <a:pt x="117872" y="135285"/>
                </a:cubicBezTo>
                <a:cubicBezTo>
                  <a:pt x="117872" y="120997"/>
                  <a:pt x="111621" y="116979"/>
                  <a:pt x="108942" y="114746"/>
                </a:cubicBezTo>
                <a:cubicBezTo>
                  <a:pt x="99566" y="108942"/>
                  <a:pt x="86618" y="105817"/>
                  <a:pt x="80367" y="104477"/>
                </a:cubicBezTo>
                <a:lnTo>
                  <a:pt x="56704" y="99120"/>
                </a:lnTo>
                <a:cubicBezTo>
                  <a:pt x="33040" y="93762"/>
                  <a:pt x="26343" y="89743"/>
                  <a:pt x="23217" y="87511"/>
                </a:cubicBezTo>
                <a:cubicBezTo>
                  <a:pt x="6697" y="76349"/>
                  <a:pt x="6697" y="61615"/>
                  <a:pt x="6697" y="54471"/>
                </a:cubicBezTo>
                <a:cubicBezTo>
                  <a:pt x="6697" y="30361"/>
                  <a:pt x="17413" y="20538"/>
                  <a:pt x="23217" y="15180"/>
                </a:cubicBezTo>
                <a:cubicBezTo>
                  <a:pt x="39737" y="0"/>
                  <a:pt x="59382" y="0"/>
                  <a:pt x="69652" y="0"/>
                </a:cubicBezTo>
                <a:cubicBezTo>
                  <a:pt x="97334" y="0"/>
                  <a:pt x="110282" y="8930"/>
                  <a:pt x="116979" y="13395"/>
                </a:cubicBezTo>
                <a:cubicBezTo>
                  <a:pt x="136178" y="26789"/>
                  <a:pt x="136178" y="46434"/>
                  <a:pt x="136178" y="56257"/>
                </a:cubicBezTo>
                <a:lnTo>
                  <a:pt x="113407" y="56257"/>
                </a:lnTo>
                <a:cubicBezTo>
                  <a:pt x="111621" y="41970"/>
                  <a:pt x="108049" y="37058"/>
                  <a:pt x="105817" y="34379"/>
                </a:cubicBezTo>
                <a:cubicBezTo>
                  <a:pt x="95101" y="20538"/>
                  <a:pt x="77688" y="20538"/>
                  <a:pt x="68759" y="20538"/>
                </a:cubicBezTo>
                <a:cubicBezTo>
                  <a:pt x="47774" y="20538"/>
                  <a:pt x="41523" y="26789"/>
                  <a:pt x="38398" y="29468"/>
                </a:cubicBezTo>
                <a:cubicBezTo>
                  <a:pt x="29021" y="38398"/>
                  <a:pt x="29021" y="46434"/>
                  <a:pt x="29021" y="50006"/>
                </a:cubicBezTo>
                <a:cubicBezTo>
                  <a:pt x="29021" y="63401"/>
                  <a:pt x="36165" y="66973"/>
                  <a:pt x="40184" y="69205"/>
                </a:cubicBezTo>
                <a:cubicBezTo>
                  <a:pt x="47327" y="73223"/>
                  <a:pt x="63847" y="76795"/>
                  <a:pt x="71884" y="78581"/>
                </a:cubicBezTo>
                <a:lnTo>
                  <a:pt x="96887" y="84386"/>
                </a:lnTo>
                <a:cubicBezTo>
                  <a:pt x="114746" y="88404"/>
                  <a:pt x="120997" y="93315"/>
                  <a:pt x="124569" y="95548"/>
                </a:cubicBezTo>
                <a:cubicBezTo>
                  <a:pt x="141536" y="108049"/>
                  <a:pt x="141536" y="123676"/>
                  <a:pt x="141536" y="131713"/>
                </a:cubicBezTo>
                <a:cubicBezTo>
                  <a:pt x="141536" y="160734"/>
                  <a:pt x="127248" y="169218"/>
                  <a:pt x="120104" y="173236"/>
                </a:cubicBezTo>
                <a:cubicBezTo>
                  <a:pt x="98673" y="186184"/>
                  <a:pt x="79921" y="186184"/>
                  <a:pt x="70545" y="186184"/>
                </a:cubicBezTo>
                <a:cubicBezTo>
                  <a:pt x="37505" y="186184"/>
                  <a:pt x="25003" y="175022"/>
                  <a:pt x="18752" y="169218"/>
                </a:cubicBezTo>
                <a:cubicBezTo>
                  <a:pt x="0" y="152698"/>
                  <a:pt x="446" y="133499"/>
                  <a:pt x="446" y="124123"/>
                </a:cubicBezTo>
                <a:lnTo>
                  <a:pt x="23217" y="124123"/>
                </a:lnTo>
                <a:close/>
                <a:moveTo>
                  <a:pt x="23217" y="1241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9CEFC-EB59-497E-8187-7EF23EB9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3865" y="8534036"/>
            <a:ext cx="120104" cy="137071"/>
          </a:xfrm>
          <a:custGeom xmlns:a="http://schemas.openxmlformats.org/drawingml/2006/main">
            <a:pathLst>
              <a:path w="120104" h="137071">
                <a:moveTo>
                  <a:pt x="59829" y="118318"/>
                </a:moveTo>
                <a:cubicBezTo>
                  <a:pt x="81707" y="118318"/>
                  <a:pt x="87064" y="107603"/>
                  <a:pt x="89297" y="102245"/>
                </a:cubicBezTo>
                <a:cubicBezTo>
                  <a:pt x="97780" y="85725"/>
                  <a:pt x="97780" y="72330"/>
                  <a:pt x="97780" y="65633"/>
                </a:cubicBezTo>
                <a:cubicBezTo>
                  <a:pt x="97780" y="47774"/>
                  <a:pt x="93762" y="40184"/>
                  <a:pt x="91529" y="36612"/>
                </a:cubicBezTo>
                <a:cubicBezTo>
                  <a:pt x="82600" y="18752"/>
                  <a:pt x="67866" y="18752"/>
                  <a:pt x="60275" y="18752"/>
                </a:cubicBezTo>
                <a:cubicBezTo>
                  <a:pt x="40630" y="18752"/>
                  <a:pt x="34379" y="29021"/>
                  <a:pt x="31254" y="33933"/>
                </a:cubicBezTo>
                <a:cubicBezTo>
                  <a:pt x="22771" y="49113"/>
                  <a:pt x="22771" y="63401"/>
                  <a:pt x="22771" y="70545"/>
                </a:cubicBezTo>
                <a:cubicBezTo>
                  <a:pt x="22771" y="91083"/>
                  <a:pt x="28575" y="100012"/>
                  <a:pt x="31254" y="104477"/>
                </a:cubicBezTo>
                <a:cubicBezTo>
                  <a:pt x="40630" y="118318"/>
                  <a:pt x="53578" y="118318"/>
                  <a:pt x="59829" y="118318"/>
                </a:cubicBezTo>
                <a:close/>
                <a:moveTo>
                  <a:pt x="61168" y="0"/>
                </a:moveTo>
                <a:cubicBezTo>
                  <a:pt x="85725" y="0"/>
                  <a:pt x="97334" y="10716"/>
                  <a:pt x="103138" y="16520"/>
                </a:cubicBezTo>
                <a:cubicBezTo>
                  <a:pt x="120104" y="33040"/>
                  <a:pt x="120104" y="54471"/>
                  <a:pt x="120104" y="65187"/>
                </a:cubicBezTo>
                <a:cubicBezTo>
                  <a:pt x="120104" y="96441"/>
                  <a:pt x="110282" y="109835"/>
                  <a:pt x="104924" y="116532"/>
                </a:cubicBezTo>
                <a:cubicBezTo>
                  <a:pt x="90190" y="137071"/>
                  <a:pt x="68759" y="137071"/>
                  <a:pt x="58043" y="137071"/>
                </a:cubicBezTo>
                <a:cubicBezTo>
                  <a:pt x="31254" y="137071"/>
                  <a:pt x="20985" y="125016"/>
                  <a:pt x="16073" y="119211"/>
                </a:cubicBezTo>
                <a:cubicBezTo>
                  <a:pt x="0" y="101352"/>
                  <a:pt x="0" y="80814"/>
                  <a:pt x="0" y="70545"/>
                </a:cubicBezTo>
                <a:cubicBezTo>
                  <a:pt x="0" y="38398"/>
                  <a:pt x="11162" y="25450"/>
                  <a:pt x="16520" y="19199"/>
                </a:cubicBezTo>
                <a:cubicBezTo>
                  <a:pt x="33040" y="0"/>
                  <a:pt x="51792" y="0"/>
                  <a:pt x="61168" y="0"/>
                </a:cubicBezTo>
                <a:close/>
                <a:moveTo>
                  <a:pt x="611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30B2E-4DCA-48A9-AD3B-CE3BD96E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986" y="8489834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98E0D-C7BC-4066-96DA-5582D7C9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334" y="8534483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9E960-8FC4-4D10-AF89-E7BC7F95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883" y="8534929"/>
            <a:ext cx="104924" cy="131266"/>
          </a:xfrm>
          <a:custGeom xmlns:a="http://schemas.openxmlformats.org/drawingml/2006/main">
            <a:pathLst>
              <a:path w="104924" h="131266">
                <a:moveTo>
                  <a:pt x="0" y="2679"/>
                </a:moveTo>
                <a:lnTo>
                  <a:pt x="20538" y="2679"/>
                </a:lnTo>
                <a:lnTo>
                  <a:pt x="20538" y="20985"/>
                </a:lnTo>
                <a:cubicBezTo>
                  <a:pt x="29914" y="9823"/>
                  <a:pt x="36612" y="6697"/>
                  <a:pt x="40184" y="4911"/>
                </a:cubicBezTo>
                <a:cubicBezTo>
                  <a:pt x="50453" y="0"/>
                  <a:pt x="58489" y="0"/>
                  <a:pt x="62508" y="0"/>
                </a:cubicBezTo>
                <a:cubicBezTo>
                  <a:pt x="90190" y="0"/>
                  <a:pt x="96441" y="12502"/>
                  <a:pt x="99566" y="18752"/>
                </a:cubicBezTo>
                <a:cubicBezTo>
                  <a:pt x="104924" y="29468"/>
                  <a:pt x="104924" y="42416"/>
                  <a:pt x="104924" y="48667"/>
                </a:cubicBezTo>
                <a:lnTo>
                  <a:pt x="104924" y="131266"/>
                </a:lnTo>
                <a:lnTo>
                  <a:pt x="83046" y="131266"/>
                </a:lnTo>
                <a:lnTo>
                  <a:pt x="83046" y="50453"/>
                </a:lnTo>
                <a:cubicBezTo>
                  <a:pt x="83046" y="38398"/>
                  <a:pt x="80367" y="33933"/>
                  <a:pt x="79474" y="31254"/>
                </a:cubicBezTo>
                <a:cubicBezTo>
                  <a:pt x="73670" y="19199"/>
                  <a:pt x="63401" y="19199"/>
                  <a:pt x="58489" y="19199"/>
                </a:cubicBezTo>
                <a:cubicBezTo>
                  <a:pt x="50899" y="19199"/>
                  <a:pt x="47774" y="20538"/>
                  <a:pt x="45988" y="20985"/>
                </a:cubicBezTo>
                <a:cubicBezTo>
                  <a:pt x="37058" y="23664"/>
                  <a:pt x="32593" y="29021"/>
                  <a:pt x="30361" y="31254"/>
                </a:cubicBezTo>
                <a:cubicBezTo>
                  <a:pt x="25003" y="37951"/>
                  <a:pt x="24110" y="42416"/>
                  <a:pt x="23217" y="44648"/>
                </a:cubicBezTo>
                <a:cubicBezTo>
                  <a:pt x="21878" y="51346"/>
                  <a:pt x="21878" y="59829"/>
                  <a:pt x="21878" y="64294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C466A-E7DA-4F87-B114-866B1143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824" y="8534483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2E322-FD38-4F62-90E0-9B5F8392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820" y="8489834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EA2AB-95DB-4563-AE8B-6B50751C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829" y="8534929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98549-D16C-4F93-95AB-3958AC8E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7" y="8534483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D5CFCE-EA81-49E0-A828-97159AD9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4967" y="94320"/>
            <a:ext cx="1985070" cy="2935300"/>
          </a:xfrm>
          <a:custGeom xmlns:a="http://schemas.openxmlformats.org/drawingml/2006/main">
            <a:pathLst>
              <a:path w="1985070" h="2935300">
                <a:moveTo>
                  <a:pt x="1985070" y="0"/>
                </a:moveTo>
                <a:lnTo>
                  <a:pt x="0" y="0"/>
                </a:lnTo>
                <a:lnTo>
                  <a:pt x="0" y="2935300"/>
                </a:lnTo>
                <a:lnTo>
                  <a:pt x="1985070" y="2935300"/>
                </a:lnTo>
                <a:lnTo>
                  <a:pt x="1985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224E1-F09F-49A4-A96D-3FB3F20B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4967" y="94320"/>
            <a:ext cx="1985070" cy="2935300"/>
          </a:xfrm>
          <a:custGeom xmlns:a="http://schemas.openxmlformats.org/drawingml/2006/main">
            <a:pathLst>
              <a:path w="1985070" h="2935300">
                <a:moveTo>
                  <a:pt x="1985070" y="0"/>
                </a:moveTo>
                <a:lnTo>
                  <a:pt x="0" y="0"/>
                </a:lnTo>
                <a:lnTo>
                  <a:pt x="0" y="2935300"/>
                </a:lnTo>
                <a:lnTo>
                  <a:pt x="1985070" y="2935300"/>
                </a:lnTo>
                <a:lnTo>
                  <a:pt x="1985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74F6A-4B04-4D08-8AC3-E7F30584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857" y="123273"/>
            <a:ext cx="191095" cy="206722"/>
          </a:xfrm>
          <a:custGeom xmlns:a="http://schemas.openxmlformats.org/drawingml/2006/main">
            <a:pathLst>
              <a:path w="191095" h="206722">
                <a:moveTo>
                  <a:pt x="94655" y="0"/>
                </a:moveTo>
                <a:cubicBezTo>
                  <a:pt x="146447" y="0"/>
                  <a:pt x="162967" y="21878"/>
                  <a:pt x="171450" y="33040"/>
                </a:cubicBezTo>
                <a:cubicBezTo>
                  <a:pt x="191095" y="58936"/>
                  <a:pt x="191095" y="86171"/>
                  <a:pt x="191095" y="99566"/>
                </a:cubicBezTo>
                <a:cubicBezTo>
                  <a:pt x="191095" y="143321"/>
                  <a:pt x="175915" y="162967"/>
                  <a:pt x="168325" y="172343"/>
                </a:cubicBezTo>
                <a:cubicBezTo>
                  <a:pt x="142429" y="206722"/>
                  <a:pt x="110282" y="206722"/>
                  <a:pt x="93762" y="206722"/>
                </a:cubicBezTo>
                <a:cubicBezTo>
                  <a:pt x="48667" y="206722"/>
                  <a:pt x="31700" y="187077"/>
                  <a:pt x="22771" y="176808"/>
                </a:cubicBezTo>
                <a:cubicBezTo>
                  <a:pt x="0" y="148233"/>
                  <a:pt x="0" y="118765"/>
                  <a:pt x="0" y="104031"/>
                </a:cubicBezTo>
                <a:cubicBezTo>
                  <a:pt x="0" y="64294"/>
                  <a:pt x="12948" y="45541"/>
                  <a:pt x="19645" y="35719"/>
                </a:cubicBezTo>
                <a:cubicBezTo>
                  <a:pt x="45095" y="0"/>
                  <a:pt x="78135" y="0"/>
                  <a:pt x="94655" y="0"/>
                </a:cubicBezTo>
                <a:close/>
                <a:moveTo>
                  <a:pt x="97334" y="183059"/>
                </a:moveTo>
                <a:cubicBezTo>
                  <a:pt x="132159" y="183059"/>
                  <a:pt x="142875" y="166092"/>
                  <a:pt x="148233" y="158055"/>
                </a:cubicBezTo>
                <a:cubicBezTo>
                  <a:pt x="163413" y="132606"/>
                  <a:pt x="163413" y="111175"/>
                  <a:pt x="163413" y="100012"/>
                </a:cubicBezTo>
                <a:cubicBezTo>
                  <a:pt x="163413" y="65187"/>
                  <a:pt x="151805" y="51346"/>
                  <a:pt x="145554" y="44202"/>
                </a:cubicBezTo>
                <a:cubicBezTo>
                  <a:pt x="127695" y="23217"/>
                  <a:pt x="106710" y="23217"/>
                  <a:pt x="95994" y="23217"/>
                </a:cubicBezTo>
                <a:cubicBezTo>
                  <a:pt x="65633" y="23217"/>
                  <a:pt x="53132" y="37058"/>
                  <a:pt x="46434" y="44202"/>
                </a:cubicBezTo>
                <a:cubicBezTo>
                  <a:pt x="27236" y="65187"/>
                  <a:pt x="27236" y="91976"/>
                  <a:pt x="27236" y="105817"/>
                </a:cubicBezTo>
                <a:cubicBezTo>
                  <a:pt x="27236" y="138410"/>
                  <a:pt x="38398" y="153591"/>
                  <a:pt x="43755" y="160734"/>
                </a:cubicBezTo>
                <a:cubicBezTo>
                  <a:pt x="60275" y="183059"/>
                  <a:pt x="84832" y="183059"/>
                  <a:pt x="97334" y="183059"/>
                </a:cubicBezTo>
                <a:close/>
                <a:moveTo>
                  <a:pt x="97334" y="1830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A337A-CAD1-4FEB-82BF-513A6BC8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607" y="178190"/>
            <a:ext cx="69652" cy="146000"/>
          </a:xfrm>
          <a:custGeom xmlns:a="http://schemas.openxmlformats.org/drawingml/2006/main">
            <a:pathLst>
              <a:path w="69652" h="146000">
                <a:moveTo>
                  <a:pt x="0" y="3572"/>
                </a:moveTo>
                <a:lnTo>
                  <a:pt x="23217" y="3572"/>
                </a:lnTo>
                <a:lnTo>
                  <a:pt x="23217" y="28129"/>
                </a:lnTo>
                <a:cubicBezTo>
                  <a:pt x="25896" y="20985"/>
                  <a:pt x="33040" y="13841"/>
                  <a:pt x="36612" y="10269"/>
                </a:cubicBezTo>
                <a:cubicBezTo>
                  <a:pt x="47774" y="0"/>
                  <a:pt x="57150" y="0"/>
                  <a:pt x="62061" y="0"/>
                </a:cubicBezTo>
                <a:cubicBezTo>
                  <a:pt x="62954" y="0"/>
                  <a:pt x="63847" y="0"/>
                  <a:pt x="64294" y="0"/>
                </a:cubicBezTo>
                <a:cubicBezTo>
                  <a:pt x="66080" y="446"/>
                  <a:pt x="68312" y="446"/>
                  <a:pt x="69652" y="446"/>
                </a:cubicBezTo>
                <a:lnTo>
                  <a:pt x="69652" y="25896"/>
                </a:lnTo>
                <a:cubicBezTo>
                  <a:pt x="67866" y="25896"/>
                  <a:pt x="66526" y="25450"/>
                  <a:pt x="65633" y="25450"/>
                </a:cubicBezTo>
                <a:cubicBezTo>
                  <a:pt x="64294" y="25450"/>
                  <a:pt x="62954" y="25450"/>
                  <a:pt x="62061" y="25450"/>
                </a:cubicBezTo>
                <a:cubicBezTo>
                  <a:pt x="43755" y="25450"/>
                  <a:pt x="37505" y="33040"/>
                  <a:pt x="33933" y="37058"/>
                </a:cubicBezTo>
                <a:cubicBezTo>
                  <a:pt x="24110" y="48667"/>
                  <a:pt x="24110" y="58936"/>
                  <a:pt x="24110" y="63847"/>
                </a:cubicBezTo>
                <a:lnTo>
                  <a:pt x="24110" y="146000"/>
                </a:lnTo>
                <a:lnTo>
                  <a:pt x="0" y="146000"/>
                </a:lnTo>
                <a:lnTo>
                  <a:pt x="0" y="3572"/>
                </a:lnTo>
                <a:close/>
                <a:moveTo>
                  <a:pt x="0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9C80A-B888-4AC6-842B-31E65388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337" y="127738"/>
            <a:ext cx="126355" cy="201811"/>
          </a:xfrm>
          <a:custGeom xmlns:a="http://schemas.openxmlformats.org/drawingml/2006/main">
            <a:pathLst>
              <a:path w="126355" h="201811">
                <a:moveTo>
                  <a:pt x="25003" y="126802"/>
                </a:moveTo>
                <a:cubicBezTo>
                  <a:pt x="25003" y="149572"/>
                  <a:pt x="31700" y="160288"/>
                  <a:pt x="34826" y="165199"/>
                </a:cubicBezTo>
                <a:cubicBezTo>
                  <a:pt x="44648" y="180826"/>
                  <a:pt x="58936" y="180826"/>
                  <a:pt x="66080" y="180826"/>
                </a:cubicBezTo>
                <a:cubicBezTo>
                  <a:pt x="83046" y="180826"/>
                  <a:pt x="89743" y="171004"/>
                  <a:pt x="93315" y="166539"/>
                </a:cubicBezTo>
                <a:cubicBezTo>
                  <a:pt x="104031" y="151805"/>
                  <a:pt x="104031" y="133945"/>
                  <a:pt x="104031" y="125016"/>
                </a:cubicBezTo>
                <a:cubicBezTo>
                  <a:pt x="104031" y="98227"/>
                  <a:pt x="96887" y="89297"/>
                  <a:pt x="93315" y="85279"/>
                </a:cubicBezTo>
                <a:cubicBezTo>
                  <a:pt x="82153" y="72330"/>
                  <a:pt x="70991" y="72330"/>
                  <a:pt x="66080" y="72330"/>
                </a:cubicBezTo>
                <a:cubicBezTo>
                  <a:pt x="47774" y="72330"/>
                  <a:pt x="40184" y="81260"/>
                  <a:pt x="36612" y="86171"/>
                </a:cubicBezTo>
                <a:cubicBezTo>
                  <a:pt x="25003" y="99566"/>
                  <a:pt x="25003" y="117872"/>
                  <a:pt x="25003" y="126802"/>
                </a:cubicBezTo>
                <a:close/>
                <a:moveTo>
                  <a:pt x="61168" y="50899"/>
                </a:moveTo>
                <a:cubicBezTo>
                  <a:pt x="77688" y="50899"/>
                  <a:pt x="84832" y="55811"/>
                  <a:pt x="88850" y="58043"/>
                </a:cubicBezTo>
                <a:cubicBezTo>
                  <a:pt x="95101" y="62061"/>
                  <a:pt x="100459" y="68759"/>
                  <a:pt x="103138" y="72330"/>
                </a:cubicBezTo>
                <a:lnTo>
                  <a:pt x="103138" y="0"/>
                </a:lnTo>
                <a:lnTo>
                  <a:pt x="126355" y="0"/>
                </a:lnTo>
                <a:lnTo>
                  <a:pt x="126355" y="196453"/>
                </a:lnTo>
                <a:lnTo>
                  <a:pt x="104924" y="196453"/>
                </a:lnTo>
                <a:lnTo>
                  <a:pt x="104924" y="176808"/>
                </a:lnTo>
                <a:cubicBezTo>
                  <a:pt x="96441" y="189756"/>
                  <a:pt x="88404" y="193774"/>
                  <a:pt x="84832" y="196007"/>
                </a:cubicBezTo>
                <a:cubicBezTo>
                  <a:pt x="73223" y="201811"/>
                  <a:pt x="63401" y="201811"/>
                  <a:pt x="58489" y="201811"/>
                </a:cubicBezTo>
                <a:cubicBezTo>
                  <a:pt x="34826" y="201811"/>
                  <a:pt x="23217" y="188416"/>
                  <a:pt x="17413" y="181719"/>
                </a:cubicBezTo>
                <a:cubicBezTo>
                  <a:pt x="0" y="161627"/>
                  <a:pt x="0" y="139303"/>
                  <a:pt x="0" y="128141"/>
                </a:cubicBezTo>
                <a:cubicBezTo>
                  <a:pt x="0" y="96887"/>
                  <a:pt x="10269" y="81707"/>
                  <a:pt x="15627" y="74116"/>
                </a:cubicBezTo>
                <a:cubicBezTo>
                  <a:pt x="31700" y="50899"/>
                  <a:pt x="51346" y="50899"/>
                  <a:pt x="61168" y="50899"/>
                </a:cubicBezTo>
                <a:close/>
                <a:moveTo>
                  <a:pt x="61168" y="50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9E199-8166-47B1-89E5-EDBD6B60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063" y="178190"/>
            <a:ext cx="130373" cy="151358"/>
          </a:xfrm>
          <a:custGeom xmlns:a="http://schemas.openxmlformats.org/drawingml/2006/main">
            <a:pathLst>
              <a:path w="130373" h="151358">
                <a:moveTo>
                  <a:pt x="67866" y="0"/>
                </a:moveTo>
                <a:cubicBezTo>
                  <a:pt x="82600" y="0"/>
                  <a:pt x="92422" y="4911"/>
                  <a:pt x="97334" y="7144"/>
                </a:cubicBezTo>
                <a:cubicBezTo>
                  <a:pt x="111621" y="14288"/>
                  <a:pt x="116532" y="21878"/>
                  <a:pt x="118765" y="25896"/>
                </a:cubicBezTo>
                <a:cubicBezTo>
                  <a:pt x="126355" y="36612"/>
                  <a:pt x="127695" y="45988"/>
                  <a:pt x="128141" y="50899"/>
                </a:cubicBezTo>
                <a:cubicBezTo>
                  <a:pt x="130373" y="60722"/>
                  <a:pt x="130373" y="75009"/>
                  <a:pt x="130373" y="82153"/>
                </a:cubicBezTo>
                <a:lnTo>
                  <a:pt x="25896" y="82153"/>
                </a:lnTo>
                <a:cubicBezTo>
                  <a:pt x="26343" y="104031"/>
                  <a:pt x="33040" y="112961"/>
                  <a:pt x="36165" y="117425"/>
                </a:cubicBezTo>
                <a:cubicBezTo>
                  <a:pt x="45988" y="130373"/>
                  <a:pt x="59382" y="130373"/>
                  <a:pt x="65633" y="130373"/>
                </a:cubicBezTo>
                <a:cubicBezTo>
                  <a:pt x="84832" y="130373"/>
                  <a:pt x="92422" y="122337"/>
                  <a:pt x="95994" y="117872"/>
                </a:cubicBezTo>
                <a:cubicBezTo>
                  <a:pt x="102245" y="110728"/>
                  <a:pt x="104031" y="104477"/>
                  <a:pt x="104924" y="101352"/>
                </a:cubicBezTo>
                <a:lnTo>
                  <a:pt x="128588" y="101352"/>
                </a:lnTo>
                <a:cubicBezTo>
                  <a:pt x="127695" y="108942"/>
                  <a:pt x="124123" y="115639"/>
                  <a:pt x="122337" y="118765"/>
                </a:cubicBezTo>
                <a:cubicBezTo>
                  <a:pt x="116979" y="128588"/>
                  <a:pt x="112961" y="132606"/>
                  <a:pt x="110728" y="134838"/>
                </a:cubicBezTo>
                <a:cubicBezTo>
                  <a:pt x="99566" y="145554"/>
                  <a:pt x="88850" y="147786"/>
                  <a:pt x="83493" y="149126"/>
                </a:cubicBezTo>
                <a:cubicBezTo>
                  <a:pt x="74563" y="151358"/>
                  <a:pt x="67419" y="151358"/>
                  <a:pt x="63847" y="151358"/>
                </a:cubicBezTo>
                <a:cubicBezTo>
                  <a:pt x="37058" y="151358"/>
                  <a:pt x="24557" y="138410"/>
                  <a:pt x="18752" y="131713"/>
                </a:cubicBezTo>
                <a:cubicBezTo>
                  <a:pt x="0" y="112514"/>
                  <a:pt x="0" y="89297"/>
                  <a:pt x="0" y="77242"/>
                </a:cubicBezTo>
                <a:cubicBezTo>
                  <a:pt x="0" y="42862"/>
                  <a:pt x="12502" y="28575"/>
                  <a:pt x="18752" y="21431"/>
                </a:cubicBezTo>
                <a:cubicBezTo>
                  <a:pt x="37505" y="0"/>
                  <a:pt x="57596" y="0"/>
                  <a:pt x="67866" y="0"/>
                </a:cubicBezTo>
                <a:close/>
                <a:moveTo>
                  <a:pt x="105817" y="63401"/>
                </a:moveTo>
                <a:cubicBezTo>
                  <a:pt x="104477" y="47774"/>
                  <a:pt x="100905" y="41523"/>
                  <a:pt x="99120" y="38398"/>
                </a:cubicBezTo>
                <a:cubicBezTo>
                  <a:pt x="89297" y="20985"/>
                  <a:pt x="74116" y="20985"/>
                  <a:pt x="66080" y="20985"/>
                </a:cubicBezTo>
                <a:cubicBezTo>
                  <a:pt x="49560" y="20985"/>
                  <a:pt x="41970" y="29021"/>
                  <a:pt x="38398" y="33040"/>
                </a:cubicBezTo>
                <a:cubicBezTo>
                  <a:pt x="27236" y="45095"/>
                  <a:pt x="26789" y="57150"/>
                  <a:pt x="26343" y="63401"/>
                </a:cubicBezTo>
                <a:lnTo>
                  <a:pt x="105817" y="63401"/>
                </a:lnTo>
                <a:close/>
                <a:moveTo>
                  <a:pt x="105817" y="634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42840-98A8-4296-90F5-5E64D5E2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485" y="178190"/>
            <a:ext cx="69652" cy="146000"/>
          </a:xfrm>
          <a:custGeom xmlns:a="http://schemas.openxmlformats.org/drawingml/2006/main">
            <a:pathLst>
              <a:path w="69652" h="146000">
                <a:moveTo>
                  <a:pt x="0" y="3572"/>
                </a:moveTo>
                <a:lnTo>
                  <a:pt x="23217" y="3572"/>
                </a:lnTo>
                <a:lnTo>
                  <a:pt x="23217" y="28129"/>
                </a:lnTo>
                <a:cubicBezTo>
                  <a:pt x="25896" y="20985"/>
                  <a:pt x="33040" y="13841"/>
                  <a:pt x="36612" y="10269"/>
                </a:cubicBezTo>
                <a:cubicBezTo>
                  <a:pt x="47774" y="0"/>
                  <a:pt x="57150" y="0"/>
                  <a:pt x="62061" y="0"/>
                </a:cubicBezTo>
                <a:cubicBezTo>
                  <a:pt x="62954" y="0"/>
                  <a:pt x="63847" y="0"/>
                  <a:pt x="64294" y="0"/>
                </a:cubicBezTo>
                <a:cubicBezTo>
                  <a:pt x="66080" y="446"/>
                  <a:pt x="68312" y="446"/>
                  <a:pt x="69652" y="446"/>
                </a:cubicBezTo>
                <a:lnTo>
                  <a:pt x="69652" y="25896"/>
                </a:lnTo>
                <a:cubicBezTo>
                  <a:pt x="67866" y="25896"/>
                  <a:pt x="66526" y="25450"/>
                  <a:pt x="65633" y="25450"/>
                </a:cubicBezTo>
                <a:cubicBezTo>
                  <a:pt x="64294" y="25450"/>
                  <a:pt x="62954" y="25450"/>
                  <a:pt x="62061" y="25450"/>
                </a:cubicBezTo>
                <a:cubicBezTo>
                  <a:pt x="43755" y="25450"/>
                  <a:pt x="37505" y="33040"/>
                  <a:pt x="33933" y="37058"/>
                </a:cubicBezTo>
                <a:cubicBezTo>
                  <a:pt x="24110" y="48667"/>
                  <a:pt x="24110" y="58936"/>
                  <a:pt x="24110" y="63847"/>
                </a:cubicBezTo>
                <a:lnTo>
                  <a:pt x="24110" y="146000"/>
                </a:lnTo>
                <a:lnTo>
                  <a:pt x="0" y="146000"/>
                </a:lnTo>
                <a:lnTo>
                  <a:pt x="0" y="3572"/>
                </a:lnTo>
                <a:close/>
                <a:moveTo>
                  <a:pt x="0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4A6FF-8447-4D94-B5AB-00FD61F3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429071"/>
            <a:ext cx="236079" cy="236190"/>
          </a:xfrm>
          <a:custGeom xmlns:a="http://schemas.openxmlformats.org/drawingml/2006/main">
            <a:pathLst>
              <a:path w="236079" h="236190">
                <a:moveTo>
                  <a:pt x="0" y="236190"/>
                </a:moveTo>
                <a:lnTo>
                  <a:pt x="236079" y="236190"/>
                </a:lnTo>
                <a:lnTo>
                  <a:pt x="236079" y="0"/>
                </a:lnTo>
                <a:lnTo>
                  <a:pt x="0" y="0"/>
                </a:lnTo>
                <a:lnTo>
                  <a:pt x="0" y="236190"/>
                </a:lnTo>
                <a:close/>
                <a:moveTo>
                  <a:pt x="0" y="236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595F4-010C-4DD6-BC02-B992A3A5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38783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A9E1D-A116-4F75-B306-AA3B4CEC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38783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22DFE-58B0-49AB-8EC8-7617C4D0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38783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6EFAD-F1A2-4FE0-B408-C1D2284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438783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4635C-59F7-4B9B-A553-79B5508F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665262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B5464-6E0D-4F4D-82BF-C4280C28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74973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31F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AB1D5-DAE8-4A21-BF08-7075DD2A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74973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31F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DC77D-FA0E-4D58-881C-FF6332B0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74973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31F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0E0D6-952F-4298-8BF5-45CF7BB4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674973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31F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93C79-F379-4938-8CD4-980B2B7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901340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06259-8670-4F14-8F54-A0277A8C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911051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1C15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03A08-739D-40D0-98D8-8B8E42B3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911051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1C15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5E757-9046-4694-8EB8-02246778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911051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1C15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4E81B-F21C-4D4C-AF7D-866C07AA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911051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1C15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EC404-91CC-4FE0-A79F-6A813B35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1137419"/>
            <a:ext cx="236079" cy="236190"/>
          </a:xfrm>
          <a:custGeom xmlns:a="http://schemas.openxmlformats.org/drawingml/2006/main">
            <a:pathLst>
              <a:path w="236079" h="236190">
                <a:moveTo>
                  <a:pt x="0" y="236190"/>
                </a:moveTo>
                <a:lnTo>
                  <a:pt x="236079" y="236190"/>
                </a:lnTo>
                <a:lnTo>
                  <a:pt x="236079" y="0"/>
                </a:lnTo>
                <a:lnTo>
                  <a:pt x="0" y="0"/>
                </a:lnTo>
                <a:lnTo>
                  <a:pt x="0" y="236190"/>
                </a:lnTo>
                <a:close/>
                <a:moveTo>
                  <a:pt x="0" y="236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ABDCE-8EB7-42CB-ACBA-0C7F42EA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147130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88D9E-8002-452B-BF39-C54B8912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147130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8EF68-C7B3-4655-B3B9-1CE8232A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147130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10A9C-BE9C-4E4E-A85C-2D514CC3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147130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FCA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0BED5-63EA-4FFB-94AC-E7537506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1373498"/>
            <a:ext cx="236079" cy="236190"/>
          </a:xfrm>
          <a:custGeom xmlns:a="http://schemas.openxmlformats.org/drawingml/2006/main">
            <a:pathLst>
              <a:path w="236079" h="236190">
                <a:moveTo>
                  <a:pt x="0" y="236190"/>
                </a:moveTo>
                <a:lnTo>
                  <a:pt x="236079" y="236190"/>
                </a:lnTo>
                <a:lnTo>
                  <a:pt x="236079" y="0"/>
                </a:lnTo>
                <a:lnTo>
                  <a:pt x="0" y="0"/>
                </a:lnTo>
                <a:lnTo>
                  <a:pt x="0" y="236190"/>
                </a:lnTo>
                <a:close/>
                <a:moveTo>
                  <a:pt x="0" y="236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C20B4-C5DD-42DD-9B47-88AB659D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383209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191C1-D7B4-4F7A-9322-2DE81895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383209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CB931-9A50-4869-9895-5D270AC2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383209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AF07D-3A08-4A1D-865B-187E291A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383209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D00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5B3A6-11D6-41B7-819A-EAA66C1B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1609688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1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E0716E-3262-47F8-968B-A71B6458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619399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DD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5FB38-AD62-48D6-9E58-4AA52218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619399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DD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F2012-3F3F-48CA-835B-75259B69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619399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DD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BC990-1815-4E3B-8463-85C48D4A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619399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0DD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1F5093-F2DF-458D-A57F-8ED3BAFC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1845766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1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15E32-C37C-439C-BA66-CD90ADCE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855477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EFE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BA71F-9882-4903-A225-3EA680F3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855477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EFE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ED037-F45A-421A-BE66-079A336B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855477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EFE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9CBD1-E1CF-4E62-AAB0-D62AD7D6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1855477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EFE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8C58F-C383-48D8-8612-92AC1441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2081845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3F9DF-3C2D-4A29-A1CA-F479D842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091556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029D2-4179-4488-9948-68C00A97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091556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704A4-E4FC-43FB-9C25-96F196D3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091556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F0359-A13F-4865-ABBC-4C8445CC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091556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0D81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57778-8521-4C93-87AA-0C91A8D7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2317924"/>
            <a:ext cx="236079" cy="236190"/>
          </a:xfrm>
          <a:custGeom xmlns:a="http://schemas.openxmlformats.org/drawingml/2006/main">
            <a:pathLst>
              <a:path w="236079" h="236190">
                <a:moveTo>
                  <a:pt x="0" y="236190"/>
                </a:moveTo>
                <a:lnTo>
                  <a:pt x="236079" y="236190"/>
                </a:lnTo>
                <a:lnTo>
                  <a:pt x="236079" y="0"/>
                </a:lnTo>
                <a:lnTo>
                  <a:pt x="0" y="0"/>
                </a:lnTo>
                <a:lnTo>
                  <a:pt x="0" y="236190"/>
                </a:lnTo>
                <a:close/>
                <a:moveTo>
                  <a:pt x="0" y="236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385F9-3C4D-45A0-8876-C1EF30F2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327635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988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3BF2B-4AD2-40ED-9AAB-B61E9F46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327635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988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8E10C5-14B4-4F8C-BD98-16B029E0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327635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988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309FA7-FC7E-4098-B158-FFD0E2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327635"/>
            <a:ext cx="216768" cy="216768"/>
          </a:xfrm>
          <a:custGeom xmlns:a="http://schemas.openxmlformats.org/drawingml/2006/main">
            <a:pathLst>
              <a:path w="216768" h="216768">
                <a:moveTo>
                  <a:pt x="0" y="216768"/>
                </a:moveTo>
                <a:lnTo>
                  <a:pt x="216768" y="216768"/>
                </a:lnTo>
                <a:lnTo>
                  <a:pt x="216768" y="0"/>
                </a:lnTo>
                <a:lnTo>
                  <a:pt x="0" y="0"/>
                </a:lnTo>
                <a:lnTo>
                  <a:pt x="0" y="216768"/>
                </a:lnTo>
                <a:close/>
                <a:moveTo>
                  <a:pt x="0" y="216768"/>
                </a:moveTo>
              </a:path>
            </a:pathLst>
          </a:custGeom>
          <a:solidFill xmlns:a="http://schemas.openxmlformats.org/drawingml/2006/main">
            <a:srgbClr val="F988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0E150-CFC3-454B-BA8C-EF45621E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2554114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620" cap="rnd">
            <a:solidFill>
              <a:srgbClr val="FFFFFF"/>
            </a:solidFill>
            <a:round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C4E00-D7C0-4A81-BE5A-5798C61B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56382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626C5-BAAA-40C9-AF72-FDDE4421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56382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17B01-78F0-48DF-B5DD-54EC57FF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56382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CFAC2-D1E3-4093-AAA8-B787B280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563825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613A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D3143-D7E5-418F-AF63-95D951D4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2790192"/>
            <a:ext cx="236079" cy="236079"/>
          </a:xfrm>
          <a:custGeom xmlns:a="http://schemas.openxmlformats.org/drawingml/2006/main">
            <a:pathLst>
              <a:path w="236079" h="236079">
                <a:moveTo>
                  <a:pt x="0" y="236079"/>
                </a:moveTo>
                <a:lnTo>
                  <a:pt x="236079" y="236079"/>
                </a:lnTo>
                <a:lnTo>
                  <a:pt x="236079" y="0"/>
                </a:lnTo>
                <a:lnTo>
                  <a:pt x="0" y="0"/>
                </a:lnTo>
                <a:lnTo>
                  <a:pt x="0" y="236079"/>
                </a:lnTo>
                <a:close/>
                <a:moveTo>
                  <a:pt x="0" y="236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36A245D-1E3C-407A-BF4D-23621116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873" y="2782882"/>
            <a:ext cx="250699" cy="246737"/>
          </a:xfrm>
          <a:custGeom xmlns:a="http://schemas.openxmlformats.org/drawingml/2006/main">
            <a:pathLst>
              <a:path w="250699" h="246737">
                <a:moveTo>
                  <a:pt x="16" y="243867"/>
                </a:moveTo>
                <a:lnTo>
                  <a:pt x="0" y="243389"/>
                </a:lnTo>
                <a:lnTo>
                  <a:pt x="0" y="7310"/>
                </a:lnTo>
                <a:lnTo>
                  <a:pt x="16" y="6832"/>
                </a:lnTo>
                <a:lnTo>
                  <a:pt x="63" y="6356"/>
                </a:lnTo>
                <a:lnTo>
                  <a:pt x="140" y="5884"/>
                </a:lnTo>
                <a:lnTo>
                  <a:pt x="249" y="5418"/>
                </a:lnTo>
                <a:lnTo>
                  <a:pt x="388" y="4960"/>
                </a:lnTo>
                <a:lnTo>
                  <a:pt x="556" y="4513"/>
                </a:lnTo>
                <a:lnTo>
                  <a:pt x="754" y="4077"/>
                </a:lnTo>
                <a:lnTo>
                  <a:pt x="979" y="3655"/>
                </a:lnTo>
                <a:lnTo>
                  <a:pt x="1232" y="3249"/>
                </a:lnTo>
                <a:lnTo>
                  <a:pt x="1511" y="2860"/>
                </a:lnTo>
                <a:lnTo>
                  <a:pt x="1814" y="2490"/>
                </a:lnTo>
                <a:lnTo>
                  <a:pt x="2141" y="2141"/>
                </a:lnTo>
                <a:lnTo>
                  <a:pt x="2490" y="1814"/>
                </a:lnTo>
                <a:lnTo>
                  <a:pt x="2860" y="1511"/>
                </a:lnTo>
                <a:lnTo>
                  <a:pt x="3249" y="1232"/>
                </a:lnTo>
                <a:lnTo>
                  <a:pt x="3655" y="979"/>
                </a:lnTo>
                <a:lnTo>
                  <a:pt x="4077" y="754"/>
                </a:lnTo>
                <a:lnTo>
                  <a:pt x="4513" y="556"/>
                </a:lnTo>
                <a:lnTo>
                  <a:pt x="4960" y="388"/>
                </a:lnTo>
                <a:lnTo>
                  <a:pt x="5418" y="249"/>
                </a:lnTo>
                <a:lnTo>
                  <a:pt x="5884" y="140"/>
                </a:lnTo>
                <a:lnTo>
                  <a:pt x="6356" y="63"/>
                </a:lnTo>
                <a:lnTo>
                  <a:pt x="6832" y="16"/>
                </a:lnTo>
                <a:lnTo>
                  <a:pt x="7310" y="0"/>
                </a:lnTo>
                <a:lnTo>
                  <a:pt x="243389" y="0"/>
                </a:lnTo>
                <a:lnTo>
                  <a:pt x="243867" y="16"/>
                </a:lnTo>
                <a:lnTo>
                  <a:pt x="244343" y="63"/>
                </a:lnTo>
                <a:lnTo>
                  <a:pt x="244815" y="140"/>
                </a:lnTo>
                <a:lnTo>
                  <a:pt x="245281" y="249"/>
                </a:lnTo>
                <a:lnTo>
                  <a:pt x="245739" y="388"/>
                </a:lnTo>
                <a:lnTo>
                  <a:pt x="246186" y="556"/>
                </a:lnTo>
                <a:lnTo>
                  <a:pt x="246622" y="754"/>
                </a:lnTo>
                <a:lnTo>
                  <a:pt x="247044" y="979"/>
                </a:lnTo>
                <a:lnTo>
                  <a:pt x="247450" y="1232"/>
                </a:lnTo>
                <a:lnTo>
                  <a:pt x="247839" y="1511"/>
                </a:lnTo>
                <a:lnTo>
                  <a:pt x="248209" y="1814"/>
                </a:lnTo>
                <a:lnTo>
                  <a:pt x="248558" y="2141"/>
                </a:lnTo>
                <a:lnTo>
                  <a:pt x="248885" y="2490"/>
                </a:lnTo>
                <a:lnTo>
                  <a:pt x="249188" y="2860"/>
                </a:lnTo>
                <a:lnTo>
                  <a:pt x="249467" y="3249"/>
                </a:lnTo>
                <a:lnTo>
                  <a:pt x="249720" y="3655"/>
                </a:lnTo>
                <a:lnTo>
                  <a:pt x="249945" y="4077"/>
                </a:lnTo>
                <a:lnTo>
                  <a:pt x="250143" y="4513"/>
                </a:lnTo>
                <a:lnTo>
                  <a:pt x="250311" y="4960"/>
                </a:lnTo>
                <a:lnTo>
                  <a:pt x="250450" y="5418"/>
                </a:lnTo>
                <a:lnTo>
                  <a:pt x="250559" y="5884"/>
                </a:lnTo>
                <a:lnTo>
                  <a:pt x="250637" y="6356"/>
                </a:lnTo>
                <a:lnTo>
                  <a:pt x="250683" y="6832"/>
                </a:lnTo>
                <a:lnTo>
                  <a:pt x="250699" y="7310"/>
                </a:lnTo>
                <a:lnTo>
                  <a:pt x="250699" y="243389"/>
                </a:lnTo>
                <a:lnTo>
                  <a:pt x="250683" y="243867"/>
                </a:lnTo>
                <a:lnTo>
                  <a:pt x="250637" y="244343"/>
                </a:lnTo>
                <a:lnTo>
                  <a:pt x="250559" y="244815"/>
                </a:lnTo>
                <a:lnTo>
                  <a:pt x="250450" y="245281"/>
                </a:lnTo>
                <a:lnTo>
                  <a:pt x="250311" y="245739"/>
                </a:lnTo>
                <a:lnTo>
                  <a:pt x="250143" y="246186"/>
                </a:lnTo>
                <a:lnTo>
                  <a:pt x="249945" y="246622"/>
                </a:lnTo>
                <a:lnTo>
                  <a:pt x="249884" y="246737"/>
                </a:lnTo>
                <a:lnTo>
                  <a:pt x="816" y="246737"/>
                </a:lnTo>
                <a:lnTo>
                  <a:pt x="754" y="246622"/>
                </a:lnTo>
                <a:lnTo>
                  <a:pt x="556" y="246186"/>
                </a:lnTo>
                <a:lnTo>
                  <a:pt x="388" y="245739"/>
                </a:lnTo>
                <a:lnTo>
                  <a:pt x="249" y="245281"/>
                </a:lnTo>
                <a:lnTo>
                  <a:pt x="140" y="244815"/>
                </a:lnTo>
                <a:lnTo>
                  <a:pt x="63" y="244343"/>
                </a:lnTo>
                <a:lnTo>
                  <a:pt x="16" y="243867"/>
                </a:lnTo>
                <a:close/>
                <a:moveTo>
                  <a:pt x="14620" y="14620"/>
                </a:moveTo>
                <a:lnTo>
                  <a:pt x="14620" y="236079"/>
                </a:lnTo>
                <a:lnTo>
                  <a:pt x="236079" y="236079"/>
                </a:lnTo>
                <a:lnTo>
                  <a:pt x="236079" y="14620"/>
                </a:lnTo>
                <a:lnTo>
                  <a:pt x="14620" y="146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6699C-D0D2-4339-9FE8-0582F908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799904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C90D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28A63-A782-4A77-91DC-3CFEA67C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799904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C90D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6CFCC-A171-4470-8E33-B4E0C2D1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799904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C90D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D7738-D445-4E91-9F4F-FB6E9D95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71" y="2799904"/>
            <a:ext cx="216768" cy="216657"/>
          </a:xfrm>
          <a:custGeom xmlns:a="http://schemas.openxmlformats.org/drawingml/2006/main">
            <a:pathLst>
              <a:path w="216768" h="216657">
                <a:moveTo>
                  <a:pt x="0" y="216657"/>
                </a:moveTo>
                <a:lnTo>
                  <a:pt x="216768" y="216657"/>
                </a:lnTo>
                <a:lnTo>
                  <a:pt x="216768" y="0"/>
                </a:lnTo>
                <a:lnTo>
                  <a:pt x="0" y="0"/>
                </a:lnTo>
                <a:lnTo>
                  <a:pt x="0" y="216657"/>
                </a:lnTo>
                <a:close/>
                <a:moveTo>
                  <a:pt x="0" y="216657"/>
                </a:moveTo>
              </a:path>
            </a:pathLst>
          </a:custGeom>
          <a:solidFill xmlns:a="http://schemas.openxmlformats.org/drawingml/2006/main">
            <a:srgbClr val="C90D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88DB5-9712-4324-9B44-44906B60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183" y="3026271"/>
            <a:ext cx="236079" cy="3349"/>
          </a:xfrm>
          <a:custGeom xmlns:a="http://schemas.openxmlformats.org/drawingml/2006/main">
            <a:pathLst>
              <a:path w="236079" h="3349">
                <a:moveTo>
                  <a:pt x="236079" y="0"/>
                </a:moveTo>
                <a:lnTo>
                  <a:pt x="0" y="0"/>
                </a:lnTo>
                <a:lnTo>
                  <a:pt x="0" y="3349"/>
                </a:lnTo>
                <a:lnTo>
                  <a:pt x="236079" y="3349"/>
                </a:lnTo>
                <a:lnTo>
                  <a:pt x="23607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5BD4F4D-6A7C-4C5E-BED5-94651388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873" y="3018961"/>
            <a:ext cx="250699" cy="10659"/>
          </a:xfrm>
          <a:custGeom xmlns:a="http://schemas.openxmlformats.org/drawingml/2006/main">
            <a:pathLst>
              <a:path w="250699" h="10659">
                <a:moveTo>
                  <a:pt x="250699" y="7310"/>
                </a:moveTo>
                <a:lnTo>
                  <a:pt x="250699" y="10659"/>
                </a:lnTo>
                <a:lnTo>
                  <a:pt x="0" y="10659"/>
                </a:lnTo>
                <a:lnTo>
                  <a:pt x="0" y="7310"/>
                </a:lnTo>
                <a:lnTo>
                  <a:pt x="16" y="6832"/>
                </a:lnTo>
                <a:lnTo>
                  <a:pt x="63" y="6356"/>
                </a:lnTo>
                <a:lnTo>
                  <a:pt x="140" y="5884"/>
                </a:lnTo>
                <a:lnTo>
                  <a:pt x="249" y="5418"/>
                </a:lnTo>
                <a:lnTo>
                  <a:pt x="388" y="4960"/>
                </a:lnTo>
                <a:lnTo>
                  <a:pt x="556" y="4513"/>
                </a:lnTo>
                <a:lnTo>
                  <a:pt x="754" y="4077"/>
                </a:lnTo>
                <a:lnTo>
                  <a:pt x="979" y="3655"/>
                </a:lnTo>
                <a:lnTo>
                  <a:pt x="1232" y="3249"/>
                </a:lnTo>
                <a:lnTo>
                  <a:pt x="1511" y="2860"/>
                </a:lnTo>
                <a:lnTo>
                  <a:pt x="1814" y="2490"/>
                </a:lnTo>
                <a:lnTo>
                  <a:pt x="2141" y="2141"/>
                </a:lnTo>
                <a:lnTo>
                  <a:pt x="2490" y="1814"/>
                </a:lnTo>
                <a:lnTo>
                  <a:pt x="2860" y="1511"/>
                </a:lnTo>
                <a:lnTo>
                  <a:pt x="3249" y="1232"/>
                </a:lnTo>
                <a:lnTo>
                  <a:pt x="3655" y="979"/>
                </a:lnTo>
                <a:lnTo>
                  <a:pt x="4077" y="754"/>
                </a:lnTo>
                <a:lnTo>
                  <a:pt x="4513" y="556"/>
                </a:lnTo>
                <a:lnTo>
                  <a:pt x="4960" y="388"/>
                </a:lnTo>
                <a:lnTo>
                  <a:pt x="5418" y="249"/>
                </a:lnTo>
                <a:lnTo>
                  <a:pt x="5884" y="140"/>
                </a:lnTo>
                <a:lnTo>
                  <a:pt x="6356" y="63"/>
                </a:lnTo>
                <a:lnTo>
                  <a:pt x="6832" y="16"/>
                </a:lnTo>
                <a:lnTo>
                  <a:pt x="7310" y="0"/>
                </a:lnTo>
                <a:lnTo>
                  <a:pt x="243389" y="0"/>
                </a:lnTo>
                <a:lnTo>
                  <a:pt x="243867" y="16"/>
                </a:lnTo>
                <a:lnTo>
                  <a:pt x="244343" y="63"/>
                </a:lnTo>
                <a:lnTo>
                  <a:pt x="244815" y="140"/>
                </a:lnTo>
                <a:lnTo>
                  <a:pt x="245281" y="249"/>
                </a:lnTo>
                <a:lnTo>
                  <a:pt x="245739" y="388"/>
                </a:lnTo>
                <a:lnTo>
                  <a:pt x="246186" y="556"/>
                </a:lnTo>
                <a:lnTo>
                  <a:pt x="246622" y="754"/>
                </a:lnTo>
                <a:lnTo>
                  <a:pt x="247044" y="979"/>
                </a:lnTo>
                <a:lnTo>
                  <a:pt x="247450" y="1232"/>
                </a:lnTo>
                <a:lnTo>
                  <a:pt x="247839" y="1511"/>
                </a:lnTo>
                <a:lnTo>
                  <a:pt x="248209" y="1814"/>
                </a:lnTo>
                <a:lnTo>
                  <a:pt x="248558" y="2141"/>
                </a:lnTo>
                <a:lnTo>
                  <a:pt x="248885" y="2490"/>
                </a:lnTo>
                <a:lnTo>
                  <a:pt x="249188" y="2860"/>
                </a:lnTo>
                <a:lnTo>
                  <a:pt x="249467" y="3249"/>
                </a:lnTo>
                <a:lnTo>
                  <a:pt x="249720" y="3655"/>
                </a:lnTo>
                <a:lnTo>
                  <a:pt x="249945" y="4077"/>
                </a:lnTo>
                <a:lnTo>
                  <a:pt x="250143" y="4513"/>
                </a:lnTo>
                <a:lnTo>
                  <a:pt x="250311" y="4960"/>
                </a:lnTo>
                <a:lnTo>
                  <a:pt x="250450" y="5418"/>
                </a:lnTo>
                <a:lnTo>
                  <a:pt x="250559" y="5884"/>
                </a:lnTo>
                <a:lnTo>
                  <a:pt x="250637" y="6356"/>
                </a:lnTo>
                <a:lnTo>
                  <a:pt x="250683" y="6832"/>
                </a:lnTo>
                <a:lnTo>
                  <a:pt x="250699" y="73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9ABE3-FB05-4333-B000-A464DA91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695" y="459087"/>
            <a:ext cx="157163" cy="176361"/>
          </a:xfrm>
          <a:custGeom xmlns:a="http://schemas.openxmlformats.org/drawingml/2006/main">
            <a:pathLst>
              <a:path w="157162" h="176361">
                <a:moveTo>
                  <a:pt x="105817" y="104477"/>
                </a:moveTo>
                <a:lnTo>
                  <a:pt x="79028" y="26343"/>
                </a:lnTo>
                <a:lnTo>
                  <a:pt x="50453" y="104477"/>
                </a:lnTo>
                <a:lnTo>
                  <a:pt x="105817" y="104477"/>
                </a:lnTo>
                <a:close/>
                <a:moveTo>
                  <a:pt x="66080" y="0"/>
                </a:moveTo>
                <a:lnTo>
                  <a:pt x="93315" y="0"/>
                </a:lnTo>
                <a:lnTo>
                  <a:pt x="157162" y="176361"/>
                </a:lnTo>
                <a:lnTo>
                  <a:pt x="131266" y="176361"/>
                </a:lnTo>
                <a:lnTo>
                  <a:pt x="113407" y="123676"/>
                </a:lnTo>
                <a:lnTo>
                  <a:pt x="43309" y="123676"/>
                </a:lnTo>
                <a:lnTo>
                  <a:pt x="24557" y="176361"/>
                </a:lnTo>
                <a:lnTo>
                  <a:pt x="0" y="176361"/>
                </a:lnTo>
                <a:lnTo>
                  <a:pt x="66080" y="0"/>
                </a:lnTo>
                <a:close/>
                <a:moveTo>
                  <a:pt x="660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508DB-B551-4BCA-8C43-FD268B99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008" y="503736"/>
            <a:ext cx="113407" cy="183059"/>
          </a:xfrm>
          <a:custGeom xmlns:a="http://schemas.openxmlformats.org/drawingml/2006/main">
            <a:pathLst>
              <a:path w="113407" h="183059">
                <a:moveTo>
                  <a:pt x="56257" y="116979"/>
                </a:moveTo>
                <a:cubicBezTo>
                  <a:pt x="71438" y="116979"/>
                  <a:pt x="78135" y="108942"/>
                  <a:pt x="81260" y="104477"/>
                </a:cubicBezTo>
                <a:cubicBezTo>
                  <a:pt x="91529" y="91976"/>
                  <a:pt x="91529" y="75009"/>
                  <a:pt x="91529" y="66973"/>
                </a:cubicBezTo>
                <a:cubicBezTo>
                  <a:pt x="91529" y="51346"/>
                  <a:pt x="88404" y="43755"/>
                  <a:pt x="87064" y="40184"/>
                </a:cubicBezTo>
                <a:cubicBezTo>
                  <a:pt x="78581" y="19199"/>
                  <a:pt x="63847" y="19199"/>
                  <a:pt x="56257" y="19199"/>
                </a:cubicBezTo>
                <a:cubicBezTo>
                  <a:pt x="33486" y="19199"/>
                  <a:pt x="28129" y="33933"/>
                  <a:pt x="25450" y="41523"/>
                </a:cubicBezTo>
                <a:cubicBezTo>
                  <a:pt x="20985" y="53578"/>
                  <a:pt x="20985" y="65633"/>
                  <a:pt x="20985" y="71884"/>
                </a:cubicBezTo>
                <a:cubicBezTo>
                  <a:pt x="20985" y="87064"/>
                  <a:pt x="24110" y="93762"/>
                  <a:pt x="25450" y="97334"/>
                </a:cubicBezTo>
                <a:cubicBezTo>
                  <a:pt x="33933" y="116979"/>
                  <a:pt x="48667" y="116979"/>
                  <a:pt x="56257" y="116979"/>
                </a:cubicBezTo>
                <a:close/>
                <a:moveTo>
                  <a:pt x="0" y="3572"/>
                </a:moveTo>
                <a:lnTo>
                  <a:pt x="21431" y="3572"/>
                </a:lnTo>
                <a:lnTo>
                  <a:pt x="21431" y="20985"/>
                </a:lnTo>
                <a:cubicBezTo>
                  <a:pt x="27682" y="12055"/>
                  <a:pt x="33040" y="8930"/>
                  <a:pt x="35272" y="7144"/>
                </a:cubicBezTo>
                <a:cubicBezTo>
                  <a:pt x="46434" y="0"/>
                  <a:pt x="56257" y="0"/>
                  <a:pt x="61168" y="0"/>
                </a:cubicBezTo>
                <a:cubicBezTo>
                  <a:pt x="83046" y="0"/>
                  <a:pt x="93315" y="11162"/>
                  <a:pt x="98227" y="16966"/>
                </a:cubicBezTo>
                <a:cubicBezTo>
                  <a:pt x="113407" y="33486"/>
                  <a:pt x="113407" y="54025"/>
                  <a:pt x="113407" y="64740"/>
                </a:cubicBezTo>
                <a:cubicBezTo>
                  <a:pt x="113407" y="106710"/>
                  <a:pt x="98673" y="118765"/>
                  <a:pt x="91529" y="125016"/>
                </a:cubicBezTo>
                <a:cubicBezTo>
                  <a:pt x="77688" y="136178"/>
                  <a:pt x="65187" y="136178"/>
                  <a:pt x="58936" y="136178"/>
                </a:cubicBezTo>
                <a:cubicBezTo>
                  <a:pt x="44648" y="136178"/>
                  <a:pt x="37951" y="132159"/>
                  <a:pt x="34826" y="129927"/>
                </a:cubicBezTo>
                <a:cubicBezTo>
                  <a:pt x="29021" y="126355"/>
                  <a:pt x="24110" y="120551"/>
                  <a:pt x="21878" y="117425"/>
                </a:cubicBezTo>
                <a:lnTo>
                  <a:pt x="21878" y="183059"/>
                </a:lnTo>
                <a:lnTo>
                  <a:pt x="0" y="183059"/>
                </a:lnTo>
                <a:lnTo>
                  <a:pt x="0" y="3572"/>
                </a:lnTo>
                <a:close/>
                <a:moveTo>
                  <a:pt x="0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AF165-44BE-4892-950C-8EC918DD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539" y="459087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BABD1-4C4D-44F0-97BD-4113E3C9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334" y="503736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C9B6C-27FA-4FB2-93D0-95BD2E27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330" y="459087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B24EA-0A0E-49C5-9D3B-08A1AB95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39" y="504182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877639-B49A-4ED7-9CE6-DD85BD93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638" y="503736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75783-6EFC-4896-A1C1-2D2ACE33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695" y="695192"/>
            <a:ext cx="157163" cy="176361"/>
          </a:xfrm>
          <a:custGeom xmlns:a="http://schemas.openxmlformats.org/drawingml/2006/main">
            <a:pathLst>
              <a:path w="157162" h="176361">
                <a:moveTo>
                  <a:pt x="105817" y="104477"/>
                </a:moveTo>
                <a:lnTo>
                  <a:pt x="79028" y="26343"/>
                </a:lnTo>
                <a:lnTo>
                  <a:pt x="50453" y="104477"/>
                </a:lnTo>
                <a:lnTo>
                  <a:pt x="105817" y="104477"/>
                </a:lnTo>
                <a:close/>
                <a:moveTo>
                  <a:pt x="66080" y="0"/>
                </a:moveTo>
                <a:lnTo>
                  <a:pt x="93315" y="0"/>
                </a:lnTo>
                <a:lnTo>
                  <a:pt x="157162" y="176361"/>
                </a:lnTo>
                <a:lnTo>
                  <a:pt x="131266" y="176361"/>
                </a:lnTo>
                <a:lnTo>
                  <a:pt x="113407" y="123676"/>
                </a:lnTo>
                <a:lnTo>
                  <a:pt x="43309" y="123676"/>
                </a:lnTo>
                <a:lnTo>
                  <a:pt x="24557" y="176361"/>
                </a:lnTo>
                <a:lnTo>
                  <a:pt x="0" y="176361"/>
                </a:lnTo>
                <a:lnTo>
                  <a:pt x="66080" y="0"/>
                </a:lnTo>
                <a:close/>
                <a:moveTo>
                  <a:pt x="660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472C3-FC7D-4A9E-830E-2E6B4EC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311" y="740287"/>
            <a:ext cx="113407" cy="182612"/>
          </a:xfrm>
          <a:custGeom xmlns:a="http://schemas.openxmlformats.org/drawingml/2006/main">
            <a:pathLst>
              <a:path w="113407" h="182612">
                <a:moveTo>
                  <a:pt x="22771" y="68759"/>
                </a:moveTo>
                <a:cubicBezTo>
                  <a:pt x="22771" y="85725"/>
                  <a:pt x="25450" y="93315"/>
                  <a:pt x="27236" y="96887"/>
                </a:cubicBezTo>
                <a:cubicBezTo>
                  <a:pt x="35272" y="116532"/>
                  <a:pt x="49560" y="116532"/>
                  <a:pt x="56704" y="116532"/>
                </a:cubicBezTo>
                <a:cubicBezTo>
                  <a:pt x="79474" y="116532"/>
                  <a:pt x="85279" y="102691"/>
                  <a:pt x="87957" y="95548"/>
                </a:cubicBezTo>
                <a:cubicBezTo>
                  <a:pt x="92869" y="83939"/>
                  <a:pt x="92869" y="71884"/>
                  <a:pt x="92869" y="65633"/>
                </a:cubicBezTo>
                <a:cubicBezTo>
                  <a:pt x="92869" y="49560"/>
                  <a:pt x="89297" y="41523"/>
                  <a:pt x="87511" y="37951"/>
                </a:cubicBezTo>
                <a:cubicBezTo>
                  <a:pt x="78581" y="18752"/>
                  <a:pt x="63847" y="18752"/>
                  <a:pt x="56704" y="18752"/>
                </a:cubicBezTo>
                <a:cubicBezTo>
                  <a:pt x="42416" y="18752"/>
                  <a:pt x="35719" y="27236"/>
                  <a:pt x="32593" y="31254"/>
                </a:cubicBezTo>
                <a:cubicBezTo>
                  <a:pt x="22771" y="43309"/>
                  <a:pt x="22771" y="60275"/>
                  <a:pt x="22771" y="68759"/>
                </a:cubicBezTo>
                <a:close/>
                <a:moveTo>
                  <a:pt x="54471" y="0"/>
                </a:moveTo>
                <a:cubicBezTo>
                  <a:pt x="70545" y="0"/>
                  <a:pt x="77688" y="5358"/>
                  <a:pt x="81260" y="8037"/>
                </a:cubicBezTo>
                <a:cubicBezTo>
                  <a:pt x="87511" y="12055"/>
                  <a:pt x="91083" y="17859"/>
                  <a:pt x="92869" y="20538"/>
                </a:cubicBezTo>
                <a:lnTo>
                  <a:pt x="92869" y="2679"/>
                </a:lnTo>
                <a:lnTo>
                  <a:pt x="113407" y="2679"/>
                </a:lnTo>
                <a:lnTo>
                  <a:pt x="113407" y="182612"/>
                </a:lnTo>
                <a:lnTo>
                  <a:pt x="91529" y="182612"/>
                </a:lnTo>
                <a:lnTo>
                  <a:pt x="91529" y="116532"/>
                </a:lnTo>
                <a:cubicBezTo>
                  <a:pt x="86171" y="125462"/>
                  <a:pt x="79921" y="128588"/>
                  <a:pt x="76795" y="130373"/>
                </a:cubicBezTo>
                <a:cubicBezTo>
                  <a:pt x="66973" y="135285"/>
                  <a:pt x="57596" y="135285"/>
                  <a:pt x="52685" y="135285"/>
                </a:cubicBezTo>
                <a:cubicBezTo>
                  <a:pt x="32593" y="135285"/>
                  <a:pt x="21431" y="124569"/>
                  <a:pt x="16073" y="119658"/>
                </a:cubicBezTo>
                <a:cubicBezTo>
                  <a:pt x="0" y="103138"/>
                  <a:pt x="0" y="81260"/>
                  <a:pt x="0" y="70098"/>
                </a:cubicBezTo>
                <a:cubicBezTo>
                  <a:pt x="0" y="39291"/>
                  <a:pt x="10269" y="26343"/>
                  <a:pt x="15180" y="19645"/>
                </a:cubicBezTo>
                <a:cubicBezTo>
                  <a:pt x="30361" y="0"/>
                  <a:pt x="46434" y="0"/>
                  <a:pt x="54471" y="0"/>
                </a:cubicBezTo>
                <a:close/>
                <a:moveTo>
                  <a:pt x="5447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26439-6554-474D-92FA-488323C6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093" y="742966"/>
            <a:ext cx="103584" cy="132159"/>
          </a:xfrm>
          <a:custGeom xmlns:a="http://schemas.openxmlformats.org/drawingml/2006/main">
            <a:pathLst>
              <a:path w="103584" h="132159">
                <a:moveTo>
                  <a:pt x="22324" y="0"/>
                </a:moveTo>
                <a:lnTo>
                  <a:pt x="22324" y="85725"/>
                </a:lnTo>
                <a:cubicBezTo>
                  <a:pt x="22324" y="95548"/>
                  <a:pt x="24110" y="99566"/>
                  <a:pt x="25450" y="101352"/>
                </a:cubicBezTo>
                <a:cubicBezTo>
                  <a:pt x="31254" y="112961"/>
                  <a:pt x="41523" y="112961"/>
                  <a:pt x="46881" y="112961"/>
                </a:cubicBezTo>
                <a:cubicBezTo>
                  <a:pt x="69652" y="112961"/>
                  <a:pt x="75009" y="99566"/>
                  <a:pt x="77688" y="92869"/>
                </a:cubicBezTo>
                <a:cubicBezTo>
                  <a:pt x="82153" y="82153"/>
                  <a:pt x="82153" y="69652"/>
                  <a:pt x="82153" y="62954"/>
                </a:cubicBezTo>
                <a:lnTo>
                  <a:pt x="82153" y="0"/>
                </a:lnTo>
                <a:lnTo>
                  <a:pt x="103584" y="0"/>
                </a:lnTo>
                <a:lnTo>
                  <a:pt x="103584" y="128588"/>
                </a:lnTo>
                <a:lnTo>
                  <a:pt x="83046" y="128588"/>
                </a:lnTo>
                <a:lnTo>
                  <a:pt x="83493" y="109835"/>
                </a:lnTo>
                <a:cubicBezTo>
                  <a:pt x="79474" y="116979"/>
                  <a:pt x="75009" y="120551"/>
                  <a:pt x="72777" y="122337"/>
                </a:cubicBezTo>
                <a:cubicBezTo>
                  <a:pt x="60722" y="132159"/>
                  <a:pt x="48667" y="132159"/>
                  <a:pt x="42862" y="132159"/>
                </a:cubicBezTo>
                <a:cubicBezTo>
                  <a:pt x="15627" y="132159"/>
                  <a:pt x="8483" y="120104"/>
                  <a:pt x="5358" y="113854"/>
                </a:cubicBezTo>
                <a:cubicBezTo>
                  <a:pt x="0" y="104031"/>
                  <a:pt x="0" y="92869"/>
                  <a:pt x="0" y="87511"/>
                </a:cubicBezTo>
                <a:lnTo>
                  <a:pt x="0" y="0"/>
                </a:lnTo>
                <a:lnTo>
                  <a:pt x="22324" y="0"/>
                </a:lnTo>
                <a:close/>
                <a:moveTo>
                  <a:pt x="2232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4D6C9-A070-4328-A84B-3571E53B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284" y="695192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FDE591-4704-4986-B07D-9AC8B6FE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82" y="692513"/>
            <a:ext cx="61168" cy="179040"/>
          </a:xfrm>
          <a:custGeom xmlns:a="http://schemas.openxmlformats.org/drawingml/2006/main">
            <a:pathLst>
              <a:path w="61168" h="179040">
                <a:moveTo>
                  <a:pt x="17859" y="30807"/>
                </a:moveTo>
                <a:cubicBezTo>
                  <a:pt x="18306" y="17413"/>
                  <a:pt x="21431" y="13395"/>
                  <a:pt x="22771" y="11162"/>
                </a:cubicBezTo>
                <a:cubicBezTo>
                  <a:pt x="30361" y="0"/>
                  <a:pt x="44648" y="0"/>
                  <a:pt x="51792" y="0"/>
                </a:cubicBezTo>
                <a:cubicBezTo>
                  <a:pt x="54025" y="0"/>
                  <a:pt x="55364" y="0"/>
                  <a:pt x="56257" y="0"/>
                </a:cubicBezTo>
                <a:cubicBezTo>
                  <a:pt x="58489" y="446"/>
                  <a:pt x="60275" y="893"/>
                  <a:pt x="61168" y="893"/>
                </a:cubicBezTo>
                <a:lnTo>
                  <a:pt x="61168" y="20538"/>
                </a:lnTo>
                <a:cubicBezTo>
                  <a:pt x="57596" y="20092"/>
                  <a:pt x="56704" y="20092"/>
                  <a:pt x="56257" y="20092"/>
                </a:cubicBezTo>
                <a:cubicBezTo>
                  <a:pt x="54471" y="20092"/>
                  <a:pt x="53578" y="20092"/>
                  <a:pt x="53132" y="20092"/>
                </a:cubicBezTo>
                <a:cubicBezTo>
                  <a:pt x="43309" y="20092"/>
                  <a:pt x="41970" y="23217"/>
                  <a:pt x="41523" y="25003"/>
                </a:cubicBezTo>
                <a:cubicBezTo>
                  <a:pt x="39737" y="30361"/>
                  <a:pt x="39737" y="44202"/>
                  <a:pt x="39737" y="50899"/>
                </a:cubicBezTo>
                <a:lnTo>
                  <a:pt x="61168" y="50899"/>
                </a:lnTo>
                <a:lnTo>
                  <a:pt x="61168" y="68312"/>
                </a:lnTo>
                <a:lnTo>
                  <a:pt x="39291" y="68312"/>
                </a:lnTo>
                <a:lnTo>
                  <a:pt x="39291" y="179040"/>
                </a:lnTo>
                <a:lnTo>
                  <a:pt x="17859" y="179040"/>
                </a:lnTo>
                <a:lnTo>
                  <a:pt x="17859" y="68312"/>
                </a:lnTo>
                <a:lnTo>
                  <a:pt x="0" y="68312"/>
                </a:lnTo>
                <a:lnTo>
                  <a:pt x="0" y="50899"/>
                </a:lnTo>
                <a:lnTo>
                  <a:pt x="17859" y="50899"/>
                </a:lnTo>
                <a:lnTo>
                  <a:pt x="17859" y="30807"/>
                </a:lnTo>
                <a:close/>
                <a:moveTo>
                  <a:pt x="17859" y="308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CB85D-E99B-42B8-8E1B-178E85BA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944" y="739394"/>
            <a:ext cx="120104" cy="137071"/>
          </a:xfrm>
          <a:custGeom xmlns:a="http://schemas.openxmlformats.org/drawingml/2006/main">
            <a:pathLst>
              <a:path w="120104" h="137071">
                <a:moveTo>
                  <a:pt x="59829" y="118318"/>
                </a:moveTo>
                <a:cubicBezTo>
                  <a:pt x="81707" y="118318"/>
                  <a:pt x="87064" y="107603"/>
                  <a:pt x="89297" y="102245"/>
                </a:cubicBezTo>
                <a:cubicBezTo>
                  <a:pt x="97780" y="85725"/>
                  <a:pt x="97780" y="72330"/>
                  <a:pt x="97780" y="65633"/>
                </a:cubicBezTo>
                <a:cubicBezTo>
                  <a:pt x="97780" y="47774"/>
                  <a:pt x="93762" y="40184"/>
                  <a:pt x="91529" y="36612"/>
                </a:cubicBezTo>
                <a:cubicBezTo>
                  <a:pt x="82600" y="18752"/>
                  <a:pt x="67866" y="18752"/>
                  <a:pt x="60275" y="18752"/>
                </a:cubicBezTo>
                <a:cubicBezTo>
                  <a:pt x="40630" y="18752"/>
                  <a:pt x="34379" y="29021"/>
                  <a:pt x="31254" y="33933"/>
                </a:cubicBezTo>
                <a:cubicBezTo>
                  <a:pt x="22771" y="49113"/>
                  <a:pt x="22771" y="63401"/>
                  <a:pt x="22771" y="70545"/>
                </a:cubicBezTo>
                <a:cubicBezTo>
                  <a:pt x="22771" y="91083"/>
                  <a:pt x="28575" y="100012"/>
                  <a:pt x="31254" y="104477"/>
                </a:cubicBezTo>
                <a:cubicBezTo>
                  <a:pt x="40630" y="118318"/>
                  <a:pt x="53578" y="118318"/>
                  <a:pt x="59829" y="118318"/>
                </a:cubicBezTo>
                <a:close/>
                <a:moveTo>
                  <a:pt x="61168" y="0"/>
                </a:moveTo>
                <a:cubicBezTo>
                  <a:pt x="85725" y="0"/>
                  <a:pt x="97334" y="10716"/>
                  <a:pt x="103138" y="16520"/>
                </a:cubicBezTo>
                <a:cubicBezTo>
                  <a:pt x="120104" y="33040"/>
                  <a:pt x="120104" y="54471"/>
                  <a:pt x="120104" y="65187"/>
                </a:cubicBezTo>
                <a:cubicBezTo>
                  <a:pt x="120104" y="96441"/>
                  <a:pt x="110282" y="109835"/>
                  <a:pt x="104924" y="116532"/>
                </a:cubicBezTo>
                <a:cubicBezTo>
                  <a:pt x="90190" y="137071"/>
                  <a:pt x="68759" y="137071"/>
                  <a:pt x="58043" y="137071"/>
                </a:cubicBezTo>
                <a:cubicBezTo>
                  <a:pt x="31254" y="137071"/>
                  <a:pt x="20985" y="125016"/>
                  <a:pt x="16073" y="119211"/>
                </a:cubicBezTo>
                <a:cubicBezTo>
                  <a:pt x="0" y="101352"/>
                  <a:pt x="0" y="80814"/>
                  <a:pt x="0" y="70545"/>
                </a:cubicBezTo>
                <a:cubicBezTo>
                  <a:pt x="0" y="38398"/>
                  <a:pt x="11162" y="25450"/>
                  <a:pt x="16520" y="19199"/>
                </a:cubicBezTo>
                <a:cubicBezTo>
                  <a:pt x="33040" y="0"/>
                  <a:pt x="51792" y="0"/>
                  <a:pt x="61168" y="0"/>
                </a:cubicBezTo>
                <a:close/>
                <a:moveTo>
                  <a:pt x="611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36CA48-80F1-40EC-8B75-5B9126B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065" y="695192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05ED5-FDFA-47B8-9826-2328BAA3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218" y="695192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B8D99-058B-43E5-A935-87A67C69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014" y="739840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37F55-403C-41E8-A83D-9ED5136D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009" y="695192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071CC-5952-4570-A239-5D28E130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019" y="740287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C57FF-87D3-4224-B519-8C2563B1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8317" y="739840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3B9B6-446E-4530-82D2-49B77E6F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695" y="931297"/>
            <a:ext cx="157163" cy="176361"/>
          </a:xfrm>
          <a:custGeom xmlns:a="http://schemas.openxmlformats.org/drawingml/2006/main">
            <a:pathLst>
              <a:path w="157162" h="176361">
                <a:moveTo>
                  <a:pt x="105817" y="104477"/>
                </a:moveTo>
                <a:lnTo>
                  <a:pt x="79028" y="26343"/>
                </a:lnTo>
                <a:lnTo>
                  <a:pt x="50453" y="104477"/>
                </a:lnTo>
                <a:lnTo>
                  <a:pt x="105817" y="104477"/>
                </a:lnTo>
                <a:close/>
                <a:moveTo>
                  <a:pt x="66080" y="0"/>
                </a:moveTo>
                <a:lnTo>
                  <a:pt x="93315" y="0"/>
                </a:lnTo>
                <a:lnTo>
                  <a:pt x="157162" y="176361"/>
                </a:lnTo>
                <a:lnTo>
                  <a:pt x="131266" y="176361"/>
                </a:lnTo>
                <a:lnTo>
                  <a:pt x="113407" y="123676"/>
                </a:lnTo>
                <a:lnTo>
                  <a:pt x="43309" y="123676"/>
                </a:lnTo>
                <a:lnTo>
                  <a:pt x="24557" y="176361"/>
                </a:lnTo>
                <a:lnTo>
                  <a:pt x="0" y="176361"/>
                </a:lnTo>
                <a:lnTo>
                  <a:pt x="66080" y="0"/>
                </a:lnTo>
                <a:close/>
                <a:moveTo>
                  <a:pt x="660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E0C06-3DA0-4643-A3BF-F4B06FD0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241" y="976391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013C4-A695-4F38-8DA2-02F2E7B2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550" y="976391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31681-E284-4422-A00B-51F38192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509" y="975499"/>
            <a:ext cx="110282" cy="136178"/>
          </a:xfrm>
          <a:custGeom xmlns:a="http://schemas.openxmlformats.org/drawingml/2006/main">
            <a:pathLst>
              <a:path w="110282" h="136178">
                <a:moveTo>
                  <a:pt x="58936" y="0"/>
                </a:moveTo>
                <a:cubicBezTo>
                  <a:pt x="80367" y="0"/>
                  <a:pt x="89297" y="7144"/>
                  <a:pt x="93762" y="10269"/>
                </a:cubicBezTo>
                <a:cubicBezTo>
                  <a:pt x="107603" y="20985"/>
                  <a:pt x="109389" y="38398"/>
                  <a:pt x="110282" y="46881"/>
                </a:cubicBezTo>
                <a:lnTo>
                  <a:pt x="89297" y="46881"/>
                </a:lnTo>
                <a:cubicBezTo>
                  <a:pt x="87511" y="34826"/>
                  <a:pt x="83046" y="29914"/>
                  <a:pt x="80814" y="27236"/>
                </a:cubicBezTo>
                <a:cubicBezTo>
                  <a:pt x="73670" y="19199"/>
                  <a:pt x="63847" y="19199"/>
                  <a:pt x="58936" y="19199"/>
                </a:cubicBezTo>
                <a:cubicBezTo>
                  <a:pt x="37951" y="19199"/>
                  <a:pt x="32147" y="32593"/>
                  <a:pt x="29021" y="39291"/>
                </a:cubicBezTo>
                <a:cubicBezTo>
                  <a:pt x="23217" y="52239"/>
                  <a:pt x="23217" y="65187"/>
                  <a:pt x="23217" y="71438"/>
                </a:cubicBezTo>
                <a:cubicBezTo>
                  <a:pt x="23217" y="91083"/>
                  <a:pt x="28575" y="100012"/>
                  <a:pt x="31254" y="104477"/>
                </a:cubicBezTo>
                <a:cubicBezTo>
                  <a:pt x="39737" y="117425"/>
                  <a:pt x="51346" y="117425"/>
                  <a:pt x="57150" y="117425"/>
                </a:cubicBezTo>
                <a:cubicBezTo>
                  <a:pt x="70545" y="117425"/>
                  <a:pt x="75902" y="112068"/>
                  <a:pt x="78581" y="109389"/>
                </a:cubicBezTo>
                <a:cubicBezTo>
                  <a:pt x="86171" y="101352"/>
                  <a:pt x="88404" y="91529"/>
                  <a:pt x="89297" y="86618"/>
                </a:cubicBezTo>
                <a:lnTo>
                  <a:pt x="110282" y="86618"/>
                </a:lnTo>
                <a:cubicBezTo>
                  <a:pt x="106710" y="112068"/>
                  <a:pt x="97334" y="120551"/>
                  <a:pt x="92422" y="124123"/>
                </a:cubicBezTo>
                <a:cubicBezTo>
                  <a:pt x="78135" y="136178"/>
                  <a:pt x="62954" y="136178"/>
                  <a:pt x="55364" y="136178"/>
                </a:cubicBezTo>
                <a:cubicBezTo>
                  <a:pt x="30361" y="136178"/>
                  <a:pt x="20538" y="123676"/>
                  <a:pt x="15180" y="117425"/>
                </a:cubicBezTo>
                <a:cubicBezTo>
                  <a:pt x="0" y="99120"/>
                  <a:pt x="0" y="80814"/>
                  <a:pt x="0" y="71438"/>
                </a:cubicBezTo>
                <a:cubicBezTo>
                  <a:pt x="0" y="37505"/>
                  <a:pt x="11162" y="25003"/>
                  <a:pt x="16520" y="18752"/>
                </a:cubicBezTo>
                <a:cubicBezTo>
                  <a:pt x="33040" y="0"/>
                  <a:pt x="50006" y="0"/>
                  <a:pt x="58936" y="0"/>
                </a:cubicBezTo>
                <a:close/>
                <a:moveTo>
                  <a:pt x="5893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3A977-1E49-4DC0-86E9-86DB6DA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606" y="975945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D433A-DBFA-42EB-9CD5-AA327583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602" y="931297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73CBE0-4870-427C-B254-56F36989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611" y="976391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AB1378-61FD-4A01-92C6-70CDBC02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909" y="975945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27B43-DA45-4E29-B3EF-D70C069B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695" y="1167401"/>
            <a:ext cx="157163" cy="176361"/>
          </a:xfrm>
          <a:custGeom xmlns:a="http://schemas.openxmlformats.org/drawingml/2006/main">
            <a:pathLst>
              <a:path w="157162" h="176361">
                <a:moveTo>
                  <a:pt x="105817" y="104477"/>
                </a:moveTo>
                <a:lnTo>
                  <a:pt x="79028" y="26343"/>
                </a:lnTo>
                <a:lnTo>
                  <a:pt x="50453" y="104477"/>
                </a:lnTo>
                <a:lnTo>
                  <a:pt x="105817" y="104477"/>
                </a:lnTo>
                <a:close/>
                <a:moveTo>
                  <a:pt x="66080" y="0"/>
                </a:moveTo>
                <a:lnTo>
                  <a:pt x="93315" y="0"/>
                </a:lnTo>
                <a:lnTo>
                  <a:pt x="157162" y="176361"/>
                </a:lnTo>
                <a:lnTo>
                  <a:pt x="131266" y="176361"/>
                </a:lnTo>
                <a:lnTo>
                  <a:pt x="113407" y="123676"/>
                </a:lnTo>
                <a:lnTo>
                  <a:pt x="43309" y="123676"/>
                </a:lnTo>
                <a:lnTo>
                  <a:pt x="24557" y="176361"/>
                </a:lnTo>
                <a:lnTo>
                  <a:pt x="0" y="176361"/>
                </a:lnTo>
                <a:lnTo>
                  <a:pt x="66080" y="0"/>
                </a:lnTo>
                <a:close/>
                <a:moveTo>
                  <a:pt x="660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F4468-EDAB-4D29-9419-D78E02FA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204" y="1212050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CB4E4-0068-43A1-B815-4A41E3AB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980" y="1212050"/>
            <a:ext cx="113407" cy="183059"/>
          </a:xfrm>
          <a:custGeom xmlns:a="http://schemas.openxmlformats.org/drawingml/2006/main">
            <a:pathLst>
              <a:path w="113407" h="183059">
                <a:moveTo>
                  <a:pt x="56257" y="116979"/>
                </a:moveTo>
                <a:cubicBezTo>
                  <a:pt x="71438" y="116979"/>
                  <a:pt x="78135" y="108942"/>
                  <a:pt x="81260" y="104477"/>
                </a:cubicBezTo>
                <a:cubicBezTo>
                  <a:pt x="91529" y="91976"/>
                  <a:pt x="91529" y="75009"/>
                  <a:pt x="91529" y="66973"/>
                </a:cubicBezTo>
                <a:cubicBezTo>
                  <a:pt x="91529" y="51346"/>
                  <a:pt x="88404" y="43755"/>
                  <a:pt x="87064" y="40184"/>
                </a:cubicBezTo>
                <a:cubicBezTo>
                  <a:pt x="78581" y="19199"/>
                  <a:pt x="63847" y="19199"/>
                  <a:pt x="56257" y="19199"/>
                </a:cubicBezTo>
                <a:cubicBezTo>
                  <a:pt x="33486" y="19199"/>
                  <a:pt x="28129" y="33933"/>
                  <a:pt x="25450" y="41523"/>
                </a:cubicBezTo>
                <a:cubicBezTo>
                  <a:pt x="20985" y="53578"/>
                  <a:pt x="20985" y="65633"/>
                  <a:pt x="20985" y="71884"/>
                </a:cubicBezTo>
                <a:cubicBezTo>
                  <a:pt x="20985" y="87064"/>
                  <a:pt x="24110" y="93762"/>
                  <a:pt x="25450" y="97334"/>
                </a:cubicBezTo>
                <a:cubicBezTo>
                  <a:pt x="33933" y="116979"/>
                  <a:pt x="48667" y="116979"/>
                  <a:pt x="56257" y="116979"/>
                </a:cubicBezTo>
                <a:close/>
                <a:moveTo>
                  <a:pt x="0" y="3572"/>
                </a:moveTo>
                <a:lnTo>
                  <a:pt x="21431" y="3572"/>
                </a:lnTo>
                <a:lnTo>
                  <a:pt x="21431" y="20985"/>
                </a:lnTo>
                <a:cubicBezTo>
                  <a:pt x="27682" y="12055"/>
                  <a:pt x="33040" y="8930"/>
                  <a:pt x="35272" y="7144"/>
                </a:cubicBezTo>
                <a:cubicBezTo>
                  <a:pt x="46434" y="0"/>
                  <a:pt x="56257" y="0"/>
                  <a:pt x="61168" y="0"/>
                </a:cubicBezTo>
                <a:cubicBezTo>
                  <a:pt x="83046" y="0"/>
                  <a:pt x="93315" y="11162"/>
                  <a:pt x="98227" y="16966"/>
                </a:cubicBezTo>
                <a:cubicBezTo>
                  <a:pt x="113407" y="33486"/>
                  <a:pt x="113407" y="54025"/>
                  <a:pt x="113407" y="64740"/>
                </a:cubicBezTo>
                <a:cubicBezTo>
                  <a:pt x="113407" y="106710"/>
                  <a:pt x="98673" y="118765"/>
                  <a:pt x="91529" y="125016"/>
                </a:cubicBezTo>
                <a:cubicBezTo>
                  <a:pt x="77688" y="136178"/>
                  <a:pt x="65187" y="136178"/>
                  <a:pt x="58936" y="136178"/>
                </a:cubicBezTo>
                <a:cubicBezTo>
                  <a:pt x="44648" y="136178"/>
                  <a:pt x="37951" y="132159"/>
                  <a:pt x="34826" y="129927"/>
                </a:cubicBezTo>
                <a:cubicBezTo>
                  <a:pt x="29021" y="126355"/>
                  <a:pt x="24110" y="120551"/>
                  <a:pt x="21878" y="117425"/>
                </a:cubicBezTo>
                <a:lnTo>
                  <a:pt x="21878" y="183059"/>
                </a:lnTo>
                <a:lnTo>
                  <a:pt x="0" y="183059"/>
                </a:lnTo>
                <a:lnTo>
                  <a:pt x="0" y="3572"/>
                </a:lnTo>
                <a:close/>
                <a:moveTo>
                  <a:pt x="0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584F4-FEA4-42C8-B20B-CF073E6D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707" y="1212050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573A4-A856-43C4-A7AF-33ADEBEE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702" y="1212496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8CFAB-93CD-4A15-BABA-CF162EE4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890" y="1212050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8C4A9-B2B5-4B91-BEEC-697573BB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956" y="1212943"/>
            <a:ext cx="112961" cy="185291"/>
          </a:xfrm>
          <a:custGeom xmlns:a="http://schemas.openxmlformats.org/drawingml/2006/main">
            <a:pathLst>
              <a:path w="112961" h="185291">
                <a:moveTo>
                  <a:pt x="54025" y="0"/>
                </a:moveTo>
                <a:cubicBezTo>
                  <a:pt x="69205" y="0"/>
                  <a:pt x="76795" y="4911"/>
                  <a:pt x="80367" y="7590"/>
                </a:cubicBezTo>
                <a:cubicBezTo>
                  <a:pt x="86618" y="11609"/>
                  <a:pt x="90636" y="16966"/>
                  <a:pt x="92869" y="19645"/>
                </a:cubicBezTo>
                <a:lnTo>
                  <a:pt x="92869" y="3572"/>
                </a:lnTo>
                <a:lnTo>
                  <a:pt x="112961" y="3572"/>
                </a:lnTo>
                <a:lnTo>
                  <a:pt x="112961" y="120551"/>
                </a:lnTo>
                <a:cubicBezTo>
                  <a:pt x="112961" y="145107"/>
                  <a:pt x="108049" y="154484"/>
                  <a:pt x="105370" y="158948"/>
                </a:cubicBezTo>
                <a:cubicBezTo>
                  <a:pt x="92422" y="185291"/>
                  <a:pt x="67419" y="185291"/>
                  <a:pt x="54918" y="185291"/>
                </a:cubicBezTo>
                <a:cubicBezTo>
                  <a:pt x="33933" y="185291"/>
                  <a:pt x="24557" y="179040"/>
                  <a:pt x="20092" y="175915"/>
                </a:cubicBezTo>
                <a:cubicBezTo>
                  <a:pt x="5804" y="166539"/>
                  <a:pt x="4465" y="153591"/>
                  <a:pt x="4018" y="146893"/>
                </a:cubicBezTo>
                <a:lnTo>
                  <a:pt x="25896" y="146893"/>
                </a:lnTo>
                <a:cubicBezTo>
                  <a:pt x="27682" y="155823"/>
                  <a:pt x="30807" y="158502"/>
                  <a:pt x="32147" y="160288"/>
                </a:cubicBezTo>
                <a:cubicBezTo>
                  <a:pt x="39737" y="167432"/>
                  <a:pt x="50006" y="167432"/>
                  <a:pt x="55364" y="167432"/>
                </a:cubicBezTo>
                <a:cubicBezTo>
                  <a:pt x="80367" y="167432"/>
                  <a:pt x="85279" y="155823"/>
                  <a:pt x="87957" y="150019"/>
                </a:cubicBezTo>
                <a:cubicBezTo>
                  <a:pt x="92422" y="139750"/>
                  <a:pt x="92422" y="121890"/>
                  <a:pt x="91976" y="112961"/>
                </a:cubicBezTo>
                <a:cubicBezTo>
                  <a:pt x="85725" y="122783"/>
                  <a:pt x="79474" y="126355"/>
                  <a:pt x="76349" y="127695"/>
                </a:cubicBezTo>
                <a:cubicBezTo>
                  <a:pt x="67419" y="132606"/>
                  <a:pt x="57150" y="132606"/>
                  <a:pt x="52239" y="132606"/>
                </a:cubicBezTo>
                <a:cubicBezTo>
                  <a:pt x="31700" y="132606"/>
                  <a:pt x="20985" y="122783"/>
                  <a:pt x="15627" y="117872"/>
                </a:cubicBezTo>
                <a:cubicBezTo>
                  <a:pt x="0" y="102691"/>
                  <a:pt x="0" y="79921"/>
                  <a:pt x="0" y="68759"/>
                </a:cubicBezTo>
                <a:cubicBezTo>
                  <a:pt x="0" y="36165"/>
                  <a:pt x="10716" y="24110"/>
                  <a:pt x="15627" y="18306"/>
                </a:cubicBezTo>
                <a:cubicBezTo>
                  <a:pt x="31700" y="0"/>
                  <a:pt x="46434" y="0"/>
                  <a:pt x="54025" y="0"/>
                </a:cubicBezTo>
                <a:close/>
                <a:moveTo>
                  <a:pt x="92869" y="66080"/>
                </a:moveTo>
                <a:cubicBezTo>
                  <a:pt x="92869" y="42416"/>
                  <a:pt x="86171" y="34379"/>
                  <a:pt x="83046" y="30807"/>
                </a:cubicBezTo>
                <a:cubicBezTo>
                  <a:pt x="73223" y="19199"/>
                  <a:pt x="62954" y="19199"/>
                  <a:pt x="58043" y="19199"/>
                </a:cubicBezTo>
                <a:cubicBezTo>
                  <a:pt x="35272" y="19199"/>
                  <a:pt x="29468" y="33486"/>
                  <a:pt x="26789" y="40630"/>
                </a:cubicBezTo>
                <a:cubicBezTo>
                  <a:pt x="22324" y="51792"/>
                  <a:pt x="22324" y="64294"/>
                  <a:pt x="22324" y="70098"/>
                </a:cubicBezTo>
                <a:cubicBezTo>
                  <a:pt x="22324" y="91976"/>
                  <a:pt x="28129" y="100012"/>
                  <a:pt x="31254" y="103584"/>
                </a:cubicBezTo>
                <a:cubicBezTo>
                  <a:pt x="39737" y="114746"/>
                  <a:pt x="50006" y="114746"/>
                  <a:pt x="54918" y="114746"/>
                </a:cubicBezTo>
                <a:cubicBezTo>
                  <a:pt x="78135" y="114746"/>
                  <a:pt x="84386" y="100905"/>
                  <a:pt x="87511" y="93762"/>
                </a:cubicBezTo>
                <a:cubicBezTo>
                  <a:pt x="92869" y="81707"/>
                  <a:pt x="92869" y="71438"/>
                  <a:pt x="92869" y="66080"/>
                </a:cubicBezTo>
                <a:close/>
                <a:moveTo>
                  <a:pt x="92869" y="660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5CEEC-98E7-4949-AFC8-1598D532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80" y="1212050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E2BDE-4C9C-4A41-8DD2-CBCE6144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5" y="1167401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DC06F-AE13-4277-92B9-87EC514C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6385" y="1212496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48473-D3E6-4366-9EAE-C1C8B814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683" y="1212050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F414A-180C-4C85-BE6E-FE28E497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695" y="1403506"/>
            <a:ext cx="157163" cy="176361"/>
          </a:xfrm>
          <a:custGeom xmlns:a="http://schemas.openxmlformats.org/drawingml/2006/main">
            <a:pathLst>
              <a:path w="157162" h="176361">
                <a:moveTo>
                  <a:pt x="105817" y="104477"/>
                </a:moveTo>
                <a:lnTo>
                  <a:pt x="79028" y="26343"/>
                </a:lnTo>
                <a:lnTo>
                  <a:pt x="50453" y="104477"/>
                </a:lnTo>
                <a:lnTo>
                  <a:pt x="105817" y="104477"/>
                </a:lnTo>
                <a:close/>
                <a:moveTo>
                  <a:pt x="66080" y="0"/>
                </a:moveTo>
                <a:lnTo>
                  <a:pt x="93315" y="0"/>
                </a:lnTo>
                <a:lnTo>
                  <a:pt x="157162" y="176361"/>
                </a:lnTo>
                <a:lnTo>
                  <a:pt x="131266" y="176361"/>
                </a:lnTo>
                <a:lnTo>
                  <a:pt x="113407" y="123676"/>
                </a:lnTo>
                <a:lnTo>
                  <a:pt x="43309" y="123676"/>
                </a:lnTo>
                <a:lnTo>
                  <a:pt x="24557" y="176361"/>
                </a:lnTo>
                <a:lnTo>
                  <a:pt x="0" y="176361"/>
                </a:lnTo>
                <a:lnTo>
                  <a:pt x="66080" y="0"/>
                </a:lnTo>
                <a:close/>
                <a:moveTo>
                  <a:pt x="660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F09E1-2483-4200-B249-DB8DC70E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204" y="1448154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1F8CB-CBC8-4866-856E-C3E3564A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818" y="1415561"/>
            <a:ext cx="59829" cy="166539"/>
          </a:xfrm>
          <a:custGeom xmlns:a="http://schemas.openxmlformats.org/drawingml/2006/main">
            <a:pathLst>
              <a:path w="59829" h="166539">
                <a:moveTo>
                  <a:pt x="17413" y="0"/>
                </a:moveTo>
                <a:lnTo>
                  <a:pt x="39291" y="0"/>
                </a:lnTo>
                <a:lnTo>
                  <a:pt x="39291" y="35719"/>
                </a:lnTo>
                <a:lnTo>
                  <a:pt x="59829" y="35719"/>
                </a:lnTo>
                <a:lnTo>
                  <a:pt x="59829" y="53578"/>
                </a:lnTo>
                <a:lnTo>
                  <a:pt x="39291" y="53578"/>
                </a:lnTo>
                <a:lnTo>
                  <a:pt x="39291" y="137517"/>
                </a:lnTo>
                <a:cubicBezTo>
                  <a:pt x="39291" y="144214"/>
                  <a:pt x="42416" y="145554"/>
                  <a:pt x="43755" y="146447"/>
                </a:cubicBezTo>
                <a:cubicBezTo>
                  <a:pt x="46434" y="147786"/>
                  <a:pt x="50006" y="147786"/>
                  <a:pt x="52239" y="147786"/>
                </a:cubicBezTo>
                <a:cubicBezTo>
                  <a:pt x="53578" y="147786"/>
                  <a:pt x="54918" y="147786"/>
                  <a:pt x="55811" y="147786"/>
                </a:cubicBezTo>
                <a:cubicBezTo>
                  <a:pt x="57150" y="147786"/>
                  <a:pt x="58936" y="147340"/>
                  <a:pt x="59829" y="147340"/>
                </a:cubicBezTo>
                <a:lnTo>
                  <a:pt x="59829" y="164306"/>
                </a:lnTo>
                <a:cubicBezTo>
                  <a:pt x="56257" y="165646"/>
                  <a:pt x="53578" y="165646"/>
                  <a:pt x="51792" y="166092"/>
                </a:cubicBezTo>
                <a:cubicBezTo>
                  <a:pt x="48220" y="166539"/>
                  <a:pt x="44648" y="166539"/>
                  <a:pt x="43309" y="166539"/>
                </a:cubicBezTo>
                <a:cubicBezTo>
                  <a:pt x="28129" y="166539"/>
                  <a:pt x="24557" y="161181"/>
                  <a:pt x="22771" y="158502"/>
                </a:cubicBezTo>
                <a:cubicBezTo>
                  <a:pt x="17413" y="150912"/>
                  <a:pt x="17413" y="142875"/>
                  <a:pt x="17413" y="138857"/>
                </a:cubicBezTo>
                <a:lnTo>
                  <a:pt x="17413" y="53578"/>
                </a:lnTo>
                <a:lnTo>
                  <a:pt x="0" y="53578"/>
                </a:lnTo>
                <a:lnTo>
                  <a:pt x="0" y="35719"/>
                </a:lnTo>
                <a:lnTo>
                  <a:pt x="17413" y="35719"/>
                </a:lnTo>
                <a:lnTo>
                  <a:pt x="17413" y="0"/>
                </a:lnTo>
                <a:close/>
                <a:moveTo>
                  <a:pt x="174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1C8B44-59B0-46A8-B7AF-90C1B6BC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95" y="1448601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74761-5DC0-4139-858B-0E49C7B0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330" y="1448601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FDA25-E2CC-465E-80ED-92B2057F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520" y="1448154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81C9A-3C69-401E-A367-ABBF3352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515" y="1403506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2E894-4A29-4108-BFAB-A2546BF7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525" y="1448601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D71F4-9709-4D2F-9FDC-153D81D7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823" y="1448154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0AA1F-15D1-40ED-B61E-A55F3BD6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982" y="1639611"/>
            <a:ext cx="136178" cy="176361"/>
          </a:xfrm>
          <a:custGeom xmlns:a="http://schemas.openxmlformats.org/drawingml/2006/main">
            <a:pathLst>
              <a:path w="136178" h="176361">
                <a:moveTo>
                  <a:pt x="66973" y="74563"/>
                </a:moveTo>
                <a:cubicBezTo>
                  <a:pt x="82153" y="74563"/>
                  <a:pt x="87957" y="71884"/>
                  <a:pt x="90636" y="70545"/>
                </a:cubicBezTo>
                <a:cubicBezTo>
                  <a:pt x="104031" y="63847"/>
                  <a:pt x="104031" y="52239"/>
                  <a:pt x="104031" y="46881"/>
                </a:cubicBezTo>
                <a:cubicBezTo>
                  <a:pt x="104031" y="29468"/>
                  <a:pt x="94655" y="25450"/>
                  <a:pt x="89743" y="23217"/>
                </a:cubicBezTo>
                <a:cubicBezTo>
                  <a:pt x="81707" y="20092"/>
                  <a:pt x="71438" y="20092"/>
                  <a:pt x="66080" y="20092"/>
                </a:cubicBezTo>
                <a:lnTo>
                  <a:pt x="23664" y="20092"/>
                </a:lnTo>
                <a:lnTo>
                  <a:pt x="23664" y="74563"/>
                </a:lnTo>
                <a:lnTo>
                  <a:pt x="66973" y="74563"/>
                </a:lnTo>
                <a:close/>
                <a:moveTo>
                  <a:pt x="75009" y="155823"/>
                </a:moveTo>
                <a:cubicBezTo>
                  <a:pt x="96887" y="155823"/>
                  <a:pt x="103584" y="147786"/>
                  <a:pt x="106263" y="143321"/>
                </a:cubicBezTo>
                <a:cubicBezTo>
                  <a:pt x="112068" y="135285"/>
                  <a:pt x="112068" y="127695"/>
                  <a:pt x="112068" y="124123"/>
                </a:cubicBezTo>
                <a:cubicBezTo>
                  <a:pt x="112068" y="104924"/>
                  <a:pt x="100905" y="100012"/>
                  <a:pt x="95101" y="97780"/>
                </a:cubicBezTo>
                <a:cubicBezTo>
                  <a:pt x="86171" y="93762"/>
                  <a:pt x="75902" y="93762"/>
                  <a:pt x="70991" y="93762"/>
                </a:cubicBezTo>
                <a:lnTo>
                  <a:pt x="23664" y="93762"/>
                </a:lnTo>
                <a:lnTo>
                  <a:pt x="23664" y="155823"/>
                </a:lnTo>
                <a:lnTo>
                  <a:pt x="75009" y="155823"/>
                </a:lnTo>
                <a:close/>
                <a:moveTo>
                  <a:pt x="0" y="0"/>
                </a:moveTo>
                <a:lnTo>
                  <a:pt x="75902" y="0"/>
                </a:lnTo>
                <a:cubicBezTo>
                  <a:pt x="106710" y="0"/>
                  <a:pt x="115639" y="12055"/>
                  <a:pt x="120104" y="18306"/>
                </a:cubicBezTo>
                <a:cubicBezTo>
                  <a:pt x="127695" y="29468"/>
                  <a:pt x="127695" y="39291"/>
                  <a:pt x="127695" y="43755"/>
                </a:cubicBezTo>
                <a:cubicBezTo>
                  <a:pt x="127695" y="60275"/>
                  <a:pt x="121444" y="67419"/>
                  <a:pt x="118318" y="70991"/>
                </a:cubicBezTo>
                <a:cubicBezTo>
                  <a:pt x="113407" y="76795"/>
                  <a:pt x="107156" y="79921"/>
                  <a:pt x="104031" y="81260"/>
                </a:cubicBezTo>
                <a:cubicBezTo>
                  <a:pt x="117872" y="86618"/>
                  <a:pt x="122337" y="91083"/>
                  <a:pt x="124123" y="93315"/>
                </a:cubicBezTo>
                <a:cubicBezTo>
                  <a:pt x="136178" y="104924"/>
                  <a:pt x="136178" y="118318"/>
                  <a:pt x="136178" y="125016"/>
                </a:cubicBezTo>
                <a:cubicBezTo>
                  <a:pt x="136178" y="141982"/>
                  <a:pt x="129034" y="151358"/>
                  <a:pt x="125462" y="155823"/>
                </a:cubicBezTo>
                <a:cubicBezTo>
                  <a:pt x="109389" y="176361"/>
                  <a:pt x="86618" y="176361"/>
                  <a:pt x="74563" y="176361"/>
                </a:cubicBez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516C0-43CC-4BBC-B2A0-2B1B43D0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3865" y="1683813"/>
            <a:ext cx="120104" cy="137071"/>
          </a:xfrm>
          <a:custGeom xmlns:a="http://schemas.openxmlformats.org/drawingml/2006/main">
            <a:pathLst>
              <a:path w="120104" h="137071">
                <a:moveTo>
                  <a:pt x="59829" y="118318"/>
                </a:moveTo>
                <a:cubicBezTo>
                  <a:pt x="81707" y="118318"/>
                  <a:pt x="87064" y="107603"/>
                  <a:pt x="89297" y="102245"/>
                </a:cubicBezTo>
                <a:cubicBezTo>
                  <a:pt x="97780" y="85725"/>
                  <a:pt x="97780" y="72330"/>
                  <a:pt x="97780" y="65633"/>
                </a:cubicBezTo>
                <a:cubicBezTo>
                  <a:pt x="97780" y="47774"/>
                  <a:pt x="93762" y="40184"/>
                  <a:pt x="91529" y="36612"/>
                </a:cubicBezTo>
                <a:cubicBezTo>
                  <a:pt x="82600" y="18752"/>
                  <a:pt x="67866" y="18752"/>
                  <a:pt x="60275" y="18752"/>
                </a:cubicBezTo>
                <a:cubicBezTo>
                  <a:pt x="40630" y="18752"/>
                  <a:pt x="34379" y="29021"/>
                  <a:pt x="31254" y="33933"/>
                </a:cubicBezTo>
                <a:cubicBezTo>
                  <a:pt x="22771" y="49113"/>
                  <a:pt x="22771" y="63401"/>
                  <a:pt x="22771" y="70545"/>
                </a:cubicBezTo>
                <a:cubicBezTo>
                  <a:pt x="22771" y="91083"/>
                  <a:pt x="28575" y="100012"/>
                  <a:pt x="31254" y="104477"/>
                </a:cubicBezTo>
                <a:cubicBezTo>
                  <a:pt x="40630" y="118318"/>
                  <a:pt x="53578" y="118318"/>
                  <a:pt x="59829" y="118318"/>
                </a:cubicBezTo>
                <a:close/>
                <a:moveTo>
                  <a:pt x="61168" y="0"/>
                </a:moveTo>
                <a:cubicBezTo>
                  <a:pt x="85725" y="0"/>
                  <a:pt x="97334" y="10716"/>
                  <a:pt x="103138" y="16520"/>
                </a:cubicBezTo>
                <a:cubicBezTo>
                  <a:pt x="120104" y="33040"/>
                  <a:pt x="120104" y="54471"/>
                  <a:pt x="120104" y="65187"/>
                </a:cubicBezTo>
                <a:cubicBezTo>
                  <a:pt x="120104" y="96441"/>
                  <a:pt x="110282" y="109835"/>
                  <a:pt x="104924" y="116532"/>
                </a:cubicBezTo>
                <a:cubicBezTo>
                  <a:pt x="90190" y="137071"/>
                  <a:pt x="68759" y="137071"/>
                  <a:pt x="58043" y="137071"/>
                </a:cubicBezTo>
                <a:cubicBezTo>
                  <a:pt x="31254" y="137071"/>
                  <a:pt x="20985" y="125016"/>
                  <a:pt x="16073" y="119211"/>
                </a:cubicBezTo>
                <a:cubicBezTo>
                  <a:pt x="0" y="101352"/>
                  <a:pt x="0" y="80814"/>
                  <a:pt x="0" y="70545"/>
                </a:cubicBezTo>
                <a:cubicBezTo>
                  <a:pt x="0" y="38398"/>
                  <a:pt x="11162" y="25450"/>
                  <a:pt x="16520" y="19199"/>
                </a:cubicBezTo>
                <a:cubicBezTo>
                  <a:pt x="33040" y="0"/>
                  <a:pt x="51792" y="0"/>
                  <a:pt x="61168" y="0"/>
                </a:cubicBezTo>
                <a:close/>
                <a:moveTo>
                  <a:pt x="611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897AD-1232-42B0-B006-C8329265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986" y="1684706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D6803-A23D-417F-8532-9FE554A5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174" y="1684259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A925E-5467-40AF-B924-B384C0D8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240" y="1685152"/>
            <a:ext cx="112961" cy="185291"/>
          </a:xfrm>
          <a:custGeom xmlns:a="http://schemas.openxmlformats.org/drawingml/2006/main">
            <a:pathLst>
              <a:path w="112961" h="185291">
                <a:moveTo>
                  <a:pt x="54025" y="0"/>
                </a:moveTo>
                <a:cubicBezTo>
                  <a:pt x="69205" y="0"/>
                  <a:pt x="76795" y="4911"/>
                  <a:pt x="80367" y="7590"/>
                </a:cubicBezTo>
                <a:cubicBezTo>
                  <a:pt x="86618" y="11609"/>
                  <a:pt x="90636" y="16966"/>
                  <a:pt x="92869" y="19645"/>
                </a:cubicBezTo>
                <a:lnTo>
                  <a:pt x="92869" y="3572"/>
                </a:lnTo>
                <a:lnTo>
                  <a:pt x="112961" y="3572"/>
                </a:lnTo>
                <a:lnTo>
                  <a:pt x="112961" y="120551"/>
                </a:lnTo>
                <a:cubicBezTo>
                  <a:pt x="112961" y="145107"/>
                  <a:pt x="108049" y="154484"/>
                  <a:pt x="105370" y="158948"/>
                </a:cubicBezTo>
                <a:cubicBezTo>
                  <a:pt x="92422" y="185291"/>
                  <a:pt x="67419" y="185291"/>
                  <a:pt x="54918" y="185291"/>
                </a:cubicBezTo>
                <a:cubicBezTo>
                  <a:pt x="33933" y="185291"/>
                  <a:pt x="24557" y="179040"/>
                  <a:pt x="20092" y="175915"/>
                </a:cubicBezTo>
                <a:cubicBezTo>
                  <a:pt x="5804" y="166539"/>
                  <a:pt x="4465" y="153591"/>
                  <a:pt x="4018" y="146893"/>
                </a:cubicBezTo>
                <a:lnTo>
                  <a:pt x="25896" y="146893"/>
                </a:lnTo>
                <a:cubicBezTo>
                  <a:pt x="27682" y="155823"/>
                  <a:pt x="30807" y="158502"/>
                  <a:pt x="32147" y="160288"/>
                </a:cubicBezTo>
                <a:cubicBezTo>
                  <a:pt x="39737" y="167432"/>
                  <a:pt x="50006" y="167432"/>
                  <a:pt x="55364" y="167432"/>
                </a:cubicBezTo>
                <a:cubicBezTo>
                  <a:pt x="80367" y="167432"/>
                  <a:pt x="85279" y="155823"/>
                  <a:pt x="87957" y="150019"/>
                </a:cubicBezTo>
                <a:cubicBezTo>
                  <a:pt x="92422" y="139750"/>
                  <a:pt x="92422" y="121890"/>
                  <a:pt x="91976" y="112961"/>
                </a:cubicBezTo>
                <a:cubicBezTo>
                  <a:pt x="85725" y="122783"/>
                  <a:pt x="79474" y="126355"/>
                  <a:pt x="76349" y="127695"/>
                </a:cubicBezTo>
                <a:cubicBezTo>
                  <a:pt x="67419" y="132606"/>
                  <a:pt x="57150" y="132606"/>
                  <a:pt x="52239" y="132606"/>
                </a:cubicBezTo>
                <a:cubicBezTo>
                  <a:pt x="31700" y="132606"/>
                  <a:pt x="20985" y="122783"/>
                  <a:pt x="15627" y="117872"/>
                </a:cubicBezTo>
                <a:cubicBezTo>
                  <a:pt x="0" y="102691"/>
                  <a:pt x="0" y="79921"/>
                  <a:pt x="0" y="68759"/>
                </a:cubicBezTo>
                <a:cubicBezTo>
                  <a:pt x="0" y="36165"/>
                  <a:pt x="10716" y="24110"/>
                  <a:pt x="15627" y="18306"/>
                </a:cubicBezTo>
                <a:cubicBezTo>
                  <a:pt x="31700" y="0"/>
                  <a:pt x="46434" y="0"/>
                  <a:pt x="54025" y="0"/>
                </a:cubicBezTo>
                <a:close/>
                <a:moveTo>
                  <a:pt x="92869" y="66080"/>
                </a:moveTo>
                <a:cubicBezTo>
                  <a:pt x="92869" y="42416"/>
                  <a:pt x="86171" y="34379"/>
                  <a:pt x="83046" y="30807"/>
                </a:cubicBezTo>
                <a:cubicBezTo>
                  <a:pt x="73223" y="19199"/>
                  <a:pt x="62954" y="19199"/>
                  <a:pt x="58043" y="19199"/>
                </a:cubicBezTo>
                <a:cubicBezTo>
                  <a:pt x="35272" y="19199"/>
                  <a:pt x="29468" y="33486"/>
                  <a:pt x="26789" y="40630"/>
                </a:cubicBezTo>
                <a:cubicBezTo>
                  <a:pt x="22324" y="51792"/>
                  <a:pt x="22324" y="64294"/>
                  <a:pt x="22324" y="70098"/>
                </a:cubicBezTo>
                <a:cubicBezTo>
                  <a:pt x="22324" y="91976"/>
                  <a:pt x="28129" y="100012"/>
                  <a:pt x="31254" y="103584"/>
                </a:cubicBezTo>
                <a:cubicBezTo>
                  <a:pt x="39737" y="114746"/>
                  <a:pt x="50006" y="114746"/>
                  <a:pt x="54918" y="114746"/>
                </a:cubicBezTo>
                <a:cubicBezTo>
                  <a:pt x="78135" y="114746"/>
                  <a:pt x="84386" y="100905"/>
                  <a:pt x="87511" y="93762"/>
                </a:cubicBezTo>
                <a:cubicBezTo>
                  <a:pt x="92869" y="81707"/>
                  <a:pt x="92869" y="71438"/>
                  <a:pt x="92869" y="66080"/>
                </a:cubicBezTo>
                <a:close/>
                <a:moveTo>
                  <a:pt x="92869" y="660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3C5EE-7DF1-4702-8B7C-D2B78CFD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468" y="1639611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7A6E6A-971B-4C27-BA64-741A180F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068" y="1684706"/>
            <a:ext cx="104924" cy="131266"/>
          </a:xfrm>
          <a:custGeom xmlns:a="http://schemas.openxmlformats.org/drawingml/2006/main">
            <a:pathLst>
              <a:path w="104924" h="131266">
                <a:moveTo>
                  <a:pt x="0" y="2679"/>
                </a:moveTo>
                <a:lnTo>
                  <a:pt x="20538" y="2679"/>
                </a:lnTo>
                <a:lnTo>
                  <a:pt x="20538" y="20985"/>
                </a:lnTo>
                <a:cubicBezTo>
                  <a:pt x="29914" y="9823"/>
                  <a:pt x="36612" y="6697"/>
                  <a:pt x="40184" y="4911"/>
                </a:cubicBezTo>
                <a:cubicBezTo>
                  <a:pt x="50453" y="0"/>
                  <a:pt x="58489" y="0"/>
                  <a:pt x="62508" y="0"/>
                </a:cubicBezTo>
                <a:cubicBezTo>
                  <a:pt x="90190" y="0"/>
                  <a:pt x="96441" y="12502"/>
                  <a:pt x="99566" y="18752"/>
                </a:cubicBezTo>
                <a:cubicBezTo>
                  <a:pt x="104924" y="29468"/>
                  <a:pt x="104924" y="42416"/>
                  <a:pt x="104924" y="48667"/>
                </a:cubicBezTo>
                <a:lnTo>
                  <a:pt x="104924" y="131266"/>
                </a:lnTo>
                <a:lnTo>
                  <a:pt x="83046" y="131266"/>
                </a:lnTo>
                <a:lnTo>
                  <a:pt x="83046" y="50453"/>
                </a:lnTo>
                <a:cubicBezTo>
                  <a:pt x="83046" y="38398"/>
                  <a:pt x="80367" y="33933"/>
                  <a:pt x="79474" y="31254"/>
                </a:cubicBezTo>
                <a:cubicBezTo>
                  <a:pt x="73670" y="19199"/>
                  <a:pt x="63401" y="19199"/>
                  <a:pt x="58489" y="19199"/>
                </a:cubicBezTo>
                <a:cubicBezTo>
                  <a:pt x="50899" y="19199"/>
                  <a:pt x="47774" y="20538"/>
                  <a:pt x="45988" y="20985"/>
                </a:cubicBezTo>
                <a:cubicBezTo>
                  <a:pt x="37058" y="23664"/>
                  <a:pt x="32593" y="29021"/>
                  <a:pt x="30361" y="31254"/>
                </a:cubicBezTo>
                <a:cubicBezTo>
                  <a:pt x="25003" y="37951"/>
                  <a:pt x="24110" y="42416"/>
                  <a:pt x="23217" y="44648"/>
                </a:cubicBezTo>
                <a:cubicBezTo>
                  <a:pt x="21878" y="51346"/>
                  <a:pt x="21878" y="59829"/>
                  <a:pt x="21878" y="64294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B86DD-777E-4982-8E63-00CAA83E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008" y="1684259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E0D72-3C0D-4F0A-8E6B-2294ED10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004" y="1639611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623D0-E4A5-46EC-9319-D59467F5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013" y="1684706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BEE0E-6EB5-40C8-83F6-8C450E9E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312" y="1684259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0FF67-40A7-4A6D-8977-0E261579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982" y="1875715"/>
            <a:ext cx="136178" cy="176361"/>
          </a:xfrm>
          <a:custGeom xmlns:a="http://schemas.openxmlformats.org/drawingml/2006/main">
            <a:pathLst>
              <a:path w="136178" h="176361">
                <a:moveTo>
                  <a:pt x="66973" y="74563"/>
                </a:moveTo>
                <a:cubicBezTo>
                  <a:pt x="82153" y="74563"/>
                  <a:pt x="87957" y="71884"/>
                  <a:pt x="90636" y="70545"/>
                </a:cubicBezTo>
                <a:cubicBezTo>
                  <a:pt x="104031" y="63847"/>
                  <a:pt x="104031" y="52239"/>
                  <a:pt x="104031" y="46881"/>
                </a:cubicBezTo>
                <a:cubicBezTo>
                  <a:pt x="104031" y="29468"/>
                  <a:pt x="94655" y="25450"/>
                  <a:pt x="89743" y="23217"/>
                </a:cubicBezTo>
                <a:cubicBezTo>
                  <a:pt x="81707" y="20092"/>
                  <a:pt x="71438" y="20092"/>
                  <a:pt x="66080" y="20092"/>
                </a:cubicBezTo>
                <a:lnTo>
                  <a:pt x="23664" y="20092"/>
                </a:lnTo>
                <a:lnTo>
                  <a:pt x="23664" y="74563"/>
                </a:lnTo>
                <a:lnTo>
                  <a:pt x="66973" y="74563"/>
                </a:lnTo>
                <a:close/>
                <a:moveTo>
                  <a:pt x="75009" y="155823"/>
                </a:moveTo>
                <a:cubicBezTo>
                  <a:pt x="96887" y="155823"/>
                  <a:pt x="103584" y="147786"/>
                  <a:pt x="106263" y="143321"/>
                </a:cubicBezTo>
                <a:cubicBezTo>
                  <a:pt x="112068" y="135285"/>
                  <a:pt x="112068" y="127695"/>
                  <a:pt x="112068" y="124123"/>
                </a:cubicBezTo>
                <a:cubicBezTo>
                  <a:pt x="112068" y="104924"/>
                  <a:pt x="100905" y="100012"/>
                  <a:pt x="95101" y="97780"/>
                </a:cubicBezTo>
                <a:cubicBezTo>
                  <a:pt x="86171" y="93762"/>
                  <a:pt x="75902" y="93762"/>
                  <a:pt x="70991" y="93762"/>
                </a:cubicBezTo>
                <a:lnTo>
                  <a:pt x="23664" y="93762"/>
                </a:lnTo>
                <a:lnTo>
                  <a:pt x="23664" y="155823"/>
                </a:lnTo>
                <a:lnTo>
                  <a:pt x="75009" y="155823"/>
                </a:lnTo>
                <a:close/>
                <a:moveTo>
                  <a:pt x="0" y="0"/>
                </a:moveTo>
                <a:lnTo>
                  <a:pt x="75902" y="0"/>
                </a:lnTo>
                <a:cubicBezTo>
                  <a:pt x="106710" y="0"/>
                  <a:pt x="115639" y="12055"/>
                  <a:pt x="120104" y="18306"/>
                </a:cubicBezTo>
                <a:cubicBezTo>
                  <a:pt x="127695" y="29468"/>
                  <a:pt x="127695" y="39291"/>
                  <a:pt x="127695" y="43755"/>
                </a:cubicBezTo>
                <a:cubicBezTo>
                  <a:pt x="127695" y="60275"/>
                  <a:pt x="121444" y="67419"/>
                  <a:pt x="118318" y="70991"/>
                </a:cubicBezTo>
                <a:cubicBezTo>
                  <a:pt x="113407" y="76795"/>
                  <a:pt x="107156" y="79921"/>
                  <a:pt x="104031" y="81260"/>
                </a:cubicBezTo>
                <a:cubicBezTo>
                  <a:pt x="117872" y="86618"/>
                  <a:pt x="122337" y="91083"/>
                  <a:pt x="124123" y="93315"/>
                </a:cubicBezTo>
                <a:cubicBezTo>
                  <a:pt x="136178" y="104924"/>
                  <a:pt x="136178" y="118318"/>
                  <a:pt x="136178" y="125016"/>
                </a:cubicBezTo>
                <a:cubicBezTo>
                  <a:pt x="136178" y="141982"/>
                  <a:pt x="129034" y="151358"/>
                  <a:pt x="125462" y="155823"/>
                </a:cubicBezTo>
                <a:cubicBezTo>
                  <a:pt x="109389" y="176361"/>
                  <a:pt x="86618" y="176361"/>
                  <a:pt x="74563" y="176361"/>
                </a:cubicBez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B41AE-959E-48A5-A603-06D677F3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241" y="1920810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4A3EF-F5EA-4CE7-836C-5DF1B61F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32" y="1920364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363D7-59DD-494E-A938-9E819102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391" y="1920364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6BFAF-7183-4757-AF65-55FD798E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363" y="1920364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84293-5E77-4AC4-AE81-7F00CF7F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925" y="1875715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48220"/>
                </a:moveTo>
                <a:lnTo>
                  <a:pt x="21878" y="4822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48220"/>
                </a:lnTo>
                <a:close/>
                <a:moveTo>
                  <a:pt x="0" y="0"/>
                </a:moveTo>
                <a:lnTo>
                  <a:pt x="21878" y="0"/>
                </a:lnTo>
                <a:lnTo>
                  <a:pt x="21878" y="24557"/>
                </a:lnTo>
                <a:lnTo>
                  <a:pt x="0" y="245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3D766-F86C-41C4-A9FC-B1F12A85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595" y="1919917"/>
            <a:ext cx="110282" cy="136178"/>
          </a:xfrm>
          <a:custGeom xmlns:a="http://schemas.openxmlformats.org/drawingml/2006/main">
            <a:pathLst>
              <a:path w="110282" h="136178">
                <a:moveTo>
                  <a:pt x="58936" y="0"/>
                </a:moveTo>
                <a:cubicBezTo>
                  <a:pt x="80367" y="0"/>
                  <a:pt x="89297" y="7144"/>
                  <a:pt x="93762" y="10269"/>
                </a:cubicBezTo>
                <a:cubicBezTo>
                  <a:pt x="107603" y="20985"/>
                  <a:pt x="109389" y="38398"/>
                  <a:pt x="110282" y="46881"/>
                </a:cubicBezTo>
                <a:lnTo>
                  <a:pt x="89297" y="46881"/>
                </a:lnTo>
                <a:cubicBezTo>
                  <a:pt x="87511" y="34826"/>
                  <a:pt x="83046" y="29914"/>
                  <a:pt x="80814" y="27236"/>
                </a:cubicBezTo>
                <a:cubicBezTo>
                  <a:pt x="73670" y="19199"/>
                  <a:pt x="63847" y="19199"/>
                  <a:pt x="58936" y="19199"/>
                </a:cubicBezTo>
                <a:cubicBezTo>
                  <a:pt x="37951" y="19199"/>
                  <a:pt x="32147" y="32593"/>
                  <a:pt x="29021" y="39291"/>
                </a:cubicBezTo>
                <a:cubicBezTo>
                  <a:pt x="23217" y="52239"/>
                  <a:pt x="23217" y="65187"/>
                  <a:pt x="23217" y="71438"/>
                </a:cubicBezTo>
                <a:cubicBezTo>
                  <a:pt x="23217" y="91083"/>
                  <a:pt x="28575" y="100012"/>
                  <a:pt x="31254" y="104477"/>
                </a:cubicBezTo>
                <a:cubicBezTo>
                  <a:pt x="39737" y="117425"/>
                  <a:pt x="51346" y="117425"/>
                  <a:pt x="57150" y="117425"/>
                </a:cubicBezTo>
                <a:cubicBezTo>
                  <a:pt x="70545" y="117425"/>
                  <a:pt x="75902" y="112068"/>
                  <a:pt x="78581" y="109389"/>
                </a:cubicBezTo>
                <a:cubicBezTo>
                  <a:pt x="86171" y="101352"/>
                  <a:pt x="88404" y="91529"/>
                  <a:pt x="89297" y="86618"/>
                </a:cubicBezTo>
                <a:lnTo>
                  <a:pt x="110282" y="86618"/>
                </a:lnTo>
                <a:cubicBezTo>
                  <a:pt x="106710" y="112068"/>
                  <a:pt x="97334" y="120551"/>
                  <a:pt x="92422" y="124123"/>
                </a:cubicBezTo>
                <a:cubicBezTo>
                  <a:pt x="78135" y="136178"/>
                  <a:pt x="62954" y="136178"/>
                  <a:pt x="55364" y="136178"/>
                </a:cubicBezTo>
                <a:cubicBezTo>
                  <a:pt x="30361" y="136178"/>
                  <a:pt x="20538" y="123676"/>
                  <a:pt x="15180" y="117425"/>
                </a:cubicBezTo>
                <a:cubicBezTo>
                  <a:pt x="0" y="99120"/>
                  <a:pt x="0" y="80814"/>
                  <a:pt x="0" y="71438"/>
                </a:cubicBezTo>
                <a:cubicBezTo>
                  <a:pt x="0" y="37505"/>
                  <a:pt x="11162" y="25003"/>
                  <a:pt x="16520" y="18752"/>
                </a:cubicBezTo>
                <a:cubicBezTo>
                  <a:pt x="33040" y="0"/>
                  <a:pt x="50006" y="0"/>
                  <a:pt x="58936" y="0"/>
                </a:cubicBezTo>
                <a:close/>
                <a:moveTo>
                  <a:pt x="5893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A4DCB-11A4-4A10-8E4D-04C2F285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692" y="1920364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E7C5B7-FCFB-4E7A-A70E-13180013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688" y="1875715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9F049-EDF1-4186-9B11-545082CF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697" y="1920810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EB0E3-B7AC-47AF-8FB4-FAFD2ED9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995" y="1920364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9F14B-0C53-4D07-8851-DF8B311C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838" y="2106909"/>
            <a:ext cx="156716" cy="185738"/>
          </a:xfrm>
          <a:custGeom xmlns:a="http://schemas.openxmlformats.org/drawingml/2006/main">
            <a:pathLst>
              <a:path w="156716" h="185738">
                <a:moveTo>
                  <a:pt x="82153" y="0"/>
                </a:moveTo>
                <a:cubicBezTo>
                  <a:pt x="115639" y="0"/>
                  <a:pt x="128141" y="12055"/>
                  <a:pt x="134392" y="17859"/>
                </a:cubicBezTo>
                <a:cubicBezTo>
                  <a:pt x="152698" y="35272"/>
                  <a:pt x="154037" y="50453"/>
                  <a:pt x="154930" y="58043"/>
                </a:cubicBezTo>
                <a:lnTo>
                  <a:pt x="131266" y="58043"/>
                </a:lnTo>
                <a:cubicBezTo>
                  <a:pt x="127695" y="40630"/>
                  <a:pt x="119658" y="34379"/>
                  <a:pt x="115639" y="30807"/>
                </a:cubicBezTo>
                <a:cubicBezTo>
                  <a:pt x="104031" y="20985"/>
                  <a:pt x="89743" y="20985"/>
                  <a:pt x="82600" y="20985"/>
                </a:cubicBezTo>
                <a:cubicBezTo>
                  <a:pt x="56257" y="20985"/>
                  <a:pt x="45541" y="33040"/>
                  <a:pt x="40630" y="39291"/>
                </a:cubicBezTo>
                <a:cubicBezTo>
                  <a:pt x="24557" y="57596"/>
                  <a:pt x="24557" y="83046"/>
                  <a:pt x="24557" y="95548"/>
                </a:cubicBezTo>
                <a:cubicBezTo>
                  <a:pt x="24557" y="126355"/>
                  <a:pt x="33933" y="139303"/>
                  <a:pt x="38844" y="145554"/>
                </a:cubicBezTo>
                <a:cubicBezTo>
                  <a:pt x="53132" y="165199"/>
                  <a:pt x="72330" y="165199"/>
                  <a:pt x="82153" y="165199"/>
                </a:cubicBezTo>
                <a:cubicBezTo>
                  <a:pt x="108496" y="165199"/>
                  <a:pt x="117872" y="151358"/>
                  <a:pt x="122337" y="144661"/>
                </a:cubicBezTo>
                <a:cubicBezTo>
                  <a:pt x="129480" y="133945"/>
                  <a:pt x="132159" y="122337"/>
                  <a:pt x="133052" y="116532"/>
                </a:cubicBezTo>
                <a:lnTo>
                  <a:pt x="156716" y="116532"/>
                </a:lnTo>
                <a:cubicBezTo>
                  <a:pt x="153591" y="144214"/>
                  <a:pt x="141536" y="156716"/>
                  <a:pt x="135731" y="163413"/>
                </a:cubicBezTo>
                <a:cubicBezTo>
                  <a:pt x="114746" y="185738"/>
                  <a:pt x="91083" y="185738"/>
                  <a:pt x="79028" y="185738"/>
                </a:cubicBezTo>
                <a:cubicBezTo>
                  <a:pt x="48220" y="185738"/>
                  <a:pt x="34379" y="173682"/>
                  <a:pt x="27236" y="167432"/>
                </a:cubicBezTo>
                <a:cubicBezTo>
                  <a:pt x="0" y="142429"/>
                  <a:pt x="0" y="108496"/>
                  <a:pt x="0" y="91083"/>
                </a:cubicBezTo>
                <a:cubicBezTo>
                  <a:pt x="0" y="52239"/>
                  <a:pt x="13841" y="35719"/>
                  <a:pt x="20538" y="27236"/>
                </a:cubicBezTo>
                <a:cubicBezTo>
                  <a:pt x="42862" y="0"/>
                  <a:pt x="69205" y="0"/>
                  <a:pt x="82153" y="0"/>
                </a:cubicBezTo>
                <a:close/>
                <a:moveTo>
                  <a:pt x="8215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D14A2F-BF57-4196-A46E-7A006BB6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517" y="2156468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902EC-7977-44F3-B66B-066B7D7D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513" y="2156915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A8B22-DE3B-4FE9-A6E8-E840C388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397" y="2159594"/>
            <a:ext cx="117425" cy="181273"/>
          </a:xfrm>
          <a:custGeom xmlns:a="http://schemas.openxmlformats.org/drawingml/2006/main">
            <a:pathLst>
              <a:path w="117425" h="181273">
                <a:moveTo>
                  <a:pt x="93315" y="0"/>
                </a:moveTo>
                <a:lnTo>
                  <a:pt x="117425" y="0"/>
                </a:lnTo>
                <a:cubicBezTo>
                  <a:pt x="112514" y="12502"/>
                  <a:pt x="102245" y="41523"/>
                  <a:pt x="96887" y="56704"/>
                </a:cubicBezTo>
                <a:cubicBezTo>
                  <a:pt x="85279" y="89743"/>
                  <a:pt x="79921" y="103584"/>
                  <a:pt x="77242" y="110728"/>
                </a:cubicBezTo>
                <a:cubicBezTo>
                  <a:pt x="58489" y="159841"/>
                  <a:pt x="53578" y="166985"/>
                  <a:pt x="50899" y="170557"/>
                </a:cubicBezTo>
                <a:cubicBezTo>
                  <a:pt x="43309" y="181273"/>
                  <a:pt x="30807" y="181273"/>
                  <a:pt x="24557" y="181273"/>
                </a:cubicBezTo>
                <a:cubicBezTo>
                  <a:pt x="20092" y="181273"/>
                  <a:pt x="18306" y="181273"/>
                  <a:pt x="17413" y="180826"/>
                </a:cubicBezTo>
                <a:cubicBezTo>
                  <a:pt x="15180" y="180826"/>
                  <a:pt x="12502" y="179933"/>
                  <a:pt x="11162" y="179933"/>
                </a:cubicBezTo>
                <a:lnTo>
                  <a:pt x="11162" y="160288"/>
                </a:lnTo>
                <a:cubicBezTo>
                  <a:pt x="16966" y="161627"/>
                  <a:pt x="18752" y="161627"/>
                  <a:pt x="19645" y="162074"/>
                </a:cubicBezTo>
                <a:cubicBezTo>
                  <a:pt x="22324" y="162074"/>
                  <a:pt x="23217" y="162074"/>
                  <a:pt x="24110" y="162074"/>
                </a:cubicBezTo>
                <a:cubicBezTo>
                  <a:pt x="29914" y="162074"/>
                  <a:pt x="31700" y="161181"/>
                  <a:pt x="32593" y="160288"/>
                </a:cubicBezTo>
                <a:cubicBezTo>
                  <a:pt x="35719" y="158502"/>
                  <a:pt x="37058" y="156270"/>
                  <a:pt x="37505" y="155377"/>
                </a:cubicBezTo>
                <a:cubicBezTo>
                  <a:pt x="37951" y="154484"/>
                  <a:pt x="40630" y="148679"/>
                  <a:pt x="41970" y="145554"/>
                </a:cubicBezTo>
                <a:cubicBezTo>
                  <a:pt x="45541" y="136624"/>
                  <a:pt x="46881" y="133945"/>
                  <a:pt x="47327" y="132606"/>
                </a:cubicBezTo>
                <a:lnTo>
                  <a:pt x="0" y="0"/>
                </a:lnTo>
                <a:lnTo>
                  <a:pt x="24110" y="0"/>
                </a:lnTo>
                <a:lnTo>
                  <a:pt x="58936" y="104924"/>
                </a:lnTo>
                <a:lnTo>
                  <a:pt x="93315" y="0"/>
                </a:lnTo>
                <a:close/>
                <a:moveTo>
                  <a:pt x="9331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8439A-293E-4F2E-A93D-E46CF1FB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466" y="2156022"/>
            <a:ext cx="120104" cy="137071"/>
          </a:xfrm>
          <a:custGeom xmlns:a="http://schemas.openxmlformats.org/drawingml/2006/main">
            <a:pathLst>
              <a:path w="120104" h="137071">
                <a:moveTo>
                  <a:pt x="59829" y="118318"/>
                </a:moveTo>
                <a:cubicBezTo>
                  <a:pt x="81707" y="118318"/>
                  <a:pt x="87064" y="107603"/>
                  <a:pt x="89297" y="102245"/>
                </a:cubicBezTo>
                <a:cubicBezTo>
                  <a:pt x="97780" y="85725"/>
                  <a:pt x="97780" y="72330"/>
                  <a:pt x="97780" y="65633"/>
                </a:cubicBezTo>
                <a:cubicBezTo>
                  <a:pt x="97780" y="47774"/>
                  <a:pt x="93762" y="40184"/>
                  <a:pt x="91529" y="36612"/>
                </a:cubicBezTo>
                <a:cubicBezTo>
                  <a:pt x="82600" y="18752"/>
                  <a:pt x="67866" y="18752"/>
                  <a:pt x="60275" y="18752"/>
                </a:cubicBezTo>
                <a:cubicBezTo>
                  <a:pt x="40630" y="18752"/>
                  <a:pt x="34379" y="29021"/>
                  <a:pt x="31254" y="33933"/>
                </a:cubicBezTo>
                <a:cubicBezTo>
                  <a:pt x="22771" y="49113"/>
                  <a:pt x="22771" y="63401"/>
                  <a:pt x="22771" y="70545"/>
                </a:cubicBezTo>
                <a:cubicBezTo>
                  <a:pt x="22771" y="91083"/>
                  <a:pt x="28575" y="100012"/>
                  <a:pt x="31254" y="104477"/>
                </a:cubicBezTo>
                <a:cubicBezTo>
                  <a:pt x="40630" y="118318"/>
                  <a:pt x="53578" y="118318"/>
                  <a:pt x="59829" y="118318"/>
                </a:cubicBezTo>
                <a:close/>
                <a:moveTo>
                  <a:pt x="61168" y="0"/>
                </a:moveTo>
                <a:cubicBezTo>
                  <a:pt x="85725" y="0"/>
                  <a:pt x="97334" y="10716"/>
                  <a:pt x="103138" y="16520"/>
                </a:cubicBezTo>
                <a:cubicBezTo>
                  <a:pt x="120104" y="33040"/>
                  <a:pt x="120104" y="54471"/>
                  <a:pt x="120104" y="65187"/>
                </a:cubicBezTo>
                <a:cubicBezTo>
                  <a:pt x="120104" y="96441"/>
                  <a:pt x="110282" y="109835"/>
                  <a:pt x="104924" y="116532"/>
                </a:cubicBezTo>
                <a:cubicBezTo>
                  <a:pt x="90190" y="137071"/>
                  <a:pt x="68759" y="137071"/>
                  <a:pt x="58043" y="137071"/>
                </a:cubicBezTo>
                <a:cubicBezTo>
                  <a:pt x="31254" y="137071"/>
                  <a:pt x="20985" y="125016"/>
                  <a:pt x="16073" y="119211"/>
                </a:cubicBezTo>
                <a:cubicBezTo>
                  <a:pt x="0" y="101352"/>
                  <a:pt x="0" y="80814"/>
                  <a:pt x="0" y="70545"/>
                </a:cubicBezTo>
                <a:cubicBezTo>
                  <a:pt x="0" y="38398"/>
                  <a:pt x="11162" y="25450"/>
                  <a:pt x="16520" y="19199"/>
                </a:cubicBezTo>
                <a:cubicBezTo>
                  <a:pt x="33040" y="0"/>
                  <a:pt x="51792" y="0"/>
                  <a:pt x="61168" y="0"/>
                </a:cubicBezTo>
                <a:close/>
                <a:moveTo>
                  <a:pt x="611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72C2B-87A4-45CD-BF88-87291AC7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355" y="2156468"/>
            <a:ext cx="113407" cy="183059"/>
          </a:xfrm>
          <a:custGeom xmlns:a="http://schemas.openxmlformats.org/drawingml/2006/main">
            <a:pathLst>
              <a:path w="113407" h="183059">
                <a:moveTo>
                  <a:pt x="56257" y="116979"/>
                </a:moveTo>
                <a:cubicBezTo>
                  <a:pt x="71438" y="116979"/>
                  <a:pt x="78135" y="108942"/>
                  <a:pt x="81260" y="104477"/>
                </a:cubicBezTo>
                <a:cubicBezTo>
                  <a:pt x="91529" y="91976"/>
                  <a:pt x="91529" y="75009"/>
                  <a:pt x="91529" y="66973"/>
                </a:cubicBezTo>
                <a:cubicBezTo>
                  <a:pt x="91529" y="51346"/>
                  <a:pt x="88404" y="43755"/>
                  <a:pt x="87064" y="40184"/>
                </a:cubicBezTo>
                <a:cubicBezTo>
                  <a:pt x="78581" y="19199"/>
                  <a:pt x="63847" y="19199"/>
                  <a:pt x="56257" y="19199"/>
                </a:cubicBezTo>
                <a:cubicBezTo>
                  <a:pt x="33486" y="19199"/>
                  <a:pt x="28129" y="33933"/>
                  <a:pt x="25450" y="41523"/>
                </a:cubicBezTo>
                <a:cubicBezTo>
                  <a:pt x="20985" y="53578"/>
                  <a:pt x="20985" y="65633"/>
                  <a:pt x="20985" y="71884"/>
                </a:cubicBezTo>
                <a:cubicBezTo>
                  <a:pt x="20985" y="87064"/>
                  <a:pt x="24110" y="93762"/>
                  <a:pt x="25450" y="97334"/>
                </a:cubicBezTo>
                <a:cubicBezTo>
                  <a:pt x="33933" y="116979"/>
                  <a:pt x="48667" y="116979"/>
                  <a:pt x="56257" y="116979"/>
                </a:cubicBezTo>
                <a:close/>
                <a:moveTo>
                  <a:pt x="0" y="3572"/>
                </a:moveTo>
                <a:lnTo>
                  <a:pt x="21431" y="3572"/>
                </a:lnTo>
                <a:lnTo>
                  <a:pt x="21431" y="20985"/>
                </a:lnTo>
                <a:cubicBezTo>
                  <a:pt x="27682" y="12055"/>
                  <a:pt x="33040" y="8930"/>
                  <a:pt x="35272" y="7144"/>
                </a:cubicBezTo>
                <a:cubicBezTo>
                  <a:pt x="46434" y="0"/>
                  <a:pt x="56257" y="0"/>
                  <a:pt x="61168" y="0"/>
                </a:cubicBezTo>
                <a:cubicBezTo>
                  <a:pt x="83046" y="0"/>
                  <a:pt x="93315" y="11162"/>
                  <a:pt x="98227" y="16966"/>
                </a:cubicBezTo>
                <a:cubicBezTo>
                  <a:pt x="113407" y="33486"/>
                  <a:pt x="113407" y="54025"/>
                  <a:pt x="113407" y="64740"/>
                </a:cubicBezTo>
                <a:cubicBezTo>
                  <a:pt x="113407" y="106710"/>
                  <a:pt x="98673" y="118765"/>
                  <a:pt x="91529" y="125016"/>
                </a:cubicBezTo>
                <a:cubicBezTo>
                  <a:pt x="77688" y="136178"/>
                  <a:pt x="65187" y="136178"/>
                  <a:pt x="58936" y="136178"/>
                </a:cubicBezTo>
                <a:cubicBezTo>
                  <a:pt x="44648" y="136178"/>
                  <a:pt x="37951" y="132159"/>
                  <a:pt x="34826" y="129927"/>
                </a:cubicBezTo>
                <a:cubicBezTo>
                  <a:pt x="29021" y="126355"/>
                  <a:pt x="24110" y="120551"/>
                  <a:pt x="21878" y="117425"/>
                </a:cubicBezTo>
                <a:lnTo>
                  <a:pt x="21878" y="183059"/>
                </a:lnTo>
                <a:lnTo>
                  <a:pt x="0" y="183059"/>
                </a:lnTo>
                <a:lnTo>
                  <a:pt x="0" y="3572"/>
                </a:lnTo>
                <a:close/>
                <a:moveTo>
                  <a:pt x="0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EBB39-94F3-48E0-BF63-7F8C2A74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885" y="2111374"/>
            <a:ext cx="104924" cy="176808"/>
          </a:xfrm>
          <a:custGeom xmlns:a="http://schemas.openxmlformats.org/drawingml/2006/main">
            <a:pathLst>
              <a:path w="104924" h="176808">
                <a:moveTo>
                  <a:pt x="0" y="0"/>
                </a:moveTo>
                <a:lnTo>
                  <a:pt x="21878" y="0"/>
                </a:lnTo>
                <a:lnTo>
                  <a:pt x="21878" y="65633"/>
                </a:lnTo>
                <a:cubicBezTo>
                  <a:pt x="29468" y="55811"/>
                  <a:pt x="33486" y="53132"/>
                  <a:pt x="35719" y="52239"/>
                </a:cubicBezTo>
                <a:cubicBezTo>
                  <a:pt x="45988" y="45095"/>
                  <a:pt x="56257" y="45095"/>
                  <a:pt x="61615" y="45095"/>
                </a:cubicBezTo>
                <a:cubicBezTo>
                  <a:pt x="89743" y="45095"/>
                  <a:pt x="96441" y="58043"/>
                  <a:pt x="99566" y="64740"/>
                </a:cubicBezTo>
                <a:cubicBezTo>
                  <a:pt x="104924" y="75456"/>
                  <a:pt x="104924" y="87957"/>
                  <a:pt x="104924" y="94208"/>
                </a:cubicBezTo>
                <a:lnTo>
                  <a:pt x="104924" y="176808"/>
                </a:lnTo>
                <a:lnTo>
                  <a:pt x="82600" y="176808"/>
                </a:lnTo>
                <a:lnTo>
                  <a:pt x="82600" y="95994"/>
                </a:lnTo>
                <a:cubicBezTo>
                  <a:pt x="82600" y="81707"/>
                  <a:pt x="80367" y="77242"/>
                  <a:pt x="79028" y="75009"/>
                </a:cubicBezTo>
                <a:cubicBezTo>
                  <a:pt x="73223" y="64294"/>
                  <a:pt x="62508" y="64294"/>
                  <a:pt x="57150" y="64294"/>
                </a:cubicBezTo>
                <a:cubicBezTo>
                  <a:pt x="43755" y="64294"/>
                  <a:pt x="36165" y="70991"/>
                  <a:pt x="32593" y="73670"/>
                </a:cubicBezTo>
                <a:cubicBezTo>
                  <a:pt x="21878" y="83046"/>
                  <a:pt x="21878" y="100012"/>
                  <a:pt x="21878" y="108496"/>
                </a:cubicBezTo>
                <a:lnTo>
                  <a:pt x="21878" y="176808"/>
                </a:lnTo>
                <a:lnTo>
                  <a:pt x="0" y="17680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80C79-B5CD-44C7-81E3-4D37E814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306" y="2159594"/>
            <a:ext cx="117425" cy="181273"/>
          </a:xfrm>
          <a:custGeom xmlns:a="http://schemas.openxmlformats.org/drawingml/2006/main">
            <a:pathLst>
              <a:path w="117425" h="181273">
                <a:moveTo>
                  <a:pt x="93315" y="0"/>
                </a:moveTo>
                <a:lnTo>
                  <a:pt x="117425" y="0"/>
                </a:lnTo>
                <a:cubicBezTo>
                  <a:pt x="112514" y="12502"/>
                  <a:pt x="102245" y="41523"/>
                  <a:pt x="96887" y="56704"/>
                </a:cubicBezTo>
                <a:cubicBezTo>
                  <a:pt x="85279" y="89743"/>
                  <a:pt x="79921" y="103584"/>
                  <a:pt x="77242" y="110728"/>
                </a:cubicBezTo>
                <a:cubicBezTo>
                  <a:pt x="58489" y="159841"/>
                  <a:pt x="53578" y="166985"/>
                  <a:pt x="50899" y="170557"/>
                </a:cubicBezTo>
                <a:cubicBezTo>
                  <a:pt x="43309" y="181273"/>
                  <a:pt x="30807" y="181273"/>
                  <a:pt x="24557" y="181273"/>
                </a:cubicBezTo>
                <a:cubicBezTo>
                  <a:pt x="20092" y="181273"/>
                  <a:pt x="18306" y="181273"/>
                  <a:pt x="17413" y="180826"/>
                </a:cubicBezTo>
                <a:cubicBezTo>
                  <a:pt x="15180" y="180826"/>
                  <a:pt x="12502" y="179933"/>
                  <a:pt x="11162" y="179933"/>
                </a:cubicBezTo>
                <a:lnTo>
                  <a:pt x="11162" y="160288"/>
                </a:lnTo>
                <a:cubicBezTo>
                  <a:pt x="16966" y="161627"/>
                  <a:pt x="18752" y="161627"/>
                  <a:pt x="19645" y="162074"/>
                </a:cubicBezTo>
                <a:cubicBezTo>
                  <a:pt x="22324" y="162074"/>
                  <a:pt x="23217" y="162074"/>
                  <a:pt x="24110" y="162074"/>
                </a:cubicBezTo>
                <a:cubicBezTo>
                  <a:pt x="29914" y="162074"/>
                  <a:pt x="31700" y="161181"/>
                  <a:pt x="32593" y="160288"/>
                </a:cubicBezTo>
                <a:cubicBezTo>
                  <a:pt x="35719" y="158502"/>
                  <a:pt x="37058" y="156270"/>
                  <a:pt x="37505" y="155377"/>
                </a:cubicBezTo>
                <a:cubicBezTo>
                  <a:pt x="37951" y="154484"/>
                  <a:pt x="40630" y="148679"/>
                  <a:pt x="41970" y="145554"/>
                </a:cubicBezTo>
                <a:cubicBezTo>
                  <a:pt x="45541" y="136624"/>
                  <a:pt x="46881" y="133945"/>
                  <a:pt x="47327" y="132606"/>
                </a:cubicBezTo>
                <a:lnTo>
                  <a:pt x="0" y="0"/>
                </a:lnTo>
                <a:lnTo>
                  <a:pt x="24110" y="0"/>
                </a:lnTo>
                <a:lnTo>
                  <a:pt x="58936" y="104924"/>
                </a:lnTo>
                <a:lnTo>
                  <a:pt x="93315" y="0"/>
                </a:lnTo>
                <a:close/>
                <a:moveTo>
                  <a:pt x="9331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FF3C2-C9EB-476B-B7AD-1F95EA6A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673" y="2111820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7E4D1B-8FBD-4E21-86C6-61E2E557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272" y="2111820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D30F7-8DDC-4770-A838-E7D9847B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621" y="2156468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ED44B-F5C6-462E-806D-AA074ACC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617" y="2111820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E2710-A95F-415C-8658-F127ACF4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626" y="2156915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8A0A5-7FD7-4AEC-B34C-1163B2E9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24" y="2156468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35C1E-9CA2-4AA3-B738-4A5E866F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838" y="2343013"/>
            <a:ext cx="156716" cy="185738"/>
          </a:xfrm>
          <a:custGeom xmlns:a="http://schemas.openxmlformats.org/drawingml/2006/main">
            <a:pathLst>
              <a:path w="156716" h="185738">
                <a:moveTo>
                  <a:pt x="82153" y="0"/>
                </a:moveTo>
                <a:cubicBezTo>
                  <a:pt x="115639" y="0"/>
                  <a:pt x="128141" y="12055"/>
                  <a:pt x="134392" y="17859"/>
                </a:cubicBezTo>
                <a:cubicBezTo>
                  <a:pt x="152698" y="35272"/>
                  <a:pt x="154037" y="50453"/>
                  <a:pt x="154930" y="58043"/>
                </a:cubicBezTo>
                <a:lnTo>
                  <a:pt x="131266" y="58043"/>
                </a:lnTo>
                <a:cubicBezTo>
                  <a:pt x="127695" y="40630"/>
                  <a:pt x="119658" y="34379"/>
                  <a:pt x="115639" y="30807"/>
                </a:cubicBezTo>
                <a:cubicBezTo>
                  <a:pt x="104031" y="20985"/>
                  <a:pt x="89743" y="20985"/>
                  <a:pt x="82600" y="20985"/>
                </a:cubicBezTo>
                <a:cubicBezTo>
                  <a:pt x="56257" y="20985"/>
                  <a:pt x="45541" y="33040"/>
                  <a:pt x="40630" y="39291"/>
                </a:cubicBezTo>
                <a:cubicBezTo>
                  <a:pt x="24557" y="57596"/>
                  <a:pt x="24557" y="83046"/>
                  <a:pt x="24557" y="95548"/>
                </a:cubicBezTo>
                <a:cubicBezTo>
                  <a:pt x="24557" y="126355"/>
                  <a:pt x="33933" y="139303"/>
                  <a:pt x="38844" y="145554"/>
                </a:cubicBezTo>
                <a:cubicBezTo>
                  <a:pt x="53132" y="165199"/>
                  <a:pt x="72330" y="165199"/>
                  <a:pt x="82153" y="165199"/>
                </a:cubicBezTo>
                <a:cubicBezTo>
                  <a:pt x="108496" y="165199"/>
                  <a:pt x="117872" y="151358"/>
                  <a:pt x="122337" y="144661"/>
                </a:cubicBezTo>
                <a:cubicBezTo>
                  <a:pt x="129480" y="133945"/>
                  <a:pt x="132159" y="122337"/>
                  <a:pt x="133052" y="116532"/>
                </a:cubicBezTo>
                <a:lnTo>
                  <a:pt x="156716" y="116532"/>
                </a:lnTo>
                <a:cubicBezTo>
                  <a:pt x="153591" y="144214"/>
                  <a:pt x="141536" y="156716"/>
                  <a:pt x="135731" y="163413"/>
                </a:cubicBezTo>
                <a:cubicBezTo>
                  <a:pt x="114746" y="185738"/>
                  <a:pt x="91083" y="185738"/>
                  <a:pt x="79028" y="185738"/>
                </a:cubicBezTo>
                <a:cubicBezTo>
                  <a:pt x="48220" y="185738"/>
                  <a:pt x="34379" y="173682"/>
                  <a:pt x="27236" y="167432"/>
                </a:cubicBezTo>
                <a:cubicBezTo>
                  <a:pt x="0" y="142429"/>
                  <a:pt x="0" y="108496"/>
                  <a:pt x="0" y="91083"/>
                </a:cubicBezTo>
                <a:cubicBezTo>
                  <a:pt x="0" y="52239"/>
                  <a:pt x="13841" y="35719"/>
                  <a:pt x="20538" y="27236"/>
                </a:cubicBezTo>
                <a:cubicBezTo>
                  <a:pt x="42862" y="0"/>
                  <a:pt x="69205" y="0"/>
                  <a:pt x="82153" y="0"/>
                </a:cubicBezTo>
                <a:close/>
                <a:moveTo>
                  <a:pt x="8215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0F024-BCD4-4E50-9C0D-D170AEF6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177" y="2393020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C23B7-E0F2-41C4-9454-A697B884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513" y="2347925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D33A7-BEC3-4F7D-93A1-D30DF0C5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861" y="2392573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FBA7B-C45F-42EF-A84B-662CC309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820" y="2392573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2E489-5F81-4196-BB04-87C73557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434" y="2359980"/>
            <a:ext cx="59829" cy="166539"/>
          </a:xfrm>
          <a:custGeom xmlns:a="http://schemas.openxmlformats.org/drawingml/2006/main">
            <a:pathLst>
              <a:path w="59829" h="166539">
                <a:moveTo>
                  <a:pt x="17413" y="0"/>
                </a:moveTo>
                <a:lnTo>
                  <a:pt x="39291" y="0"/>
                </a:lnTo>
                <a:lnTo>
                  <a:pt x="39291" y="35719"/>
                </a:lnTo>
                <a:lnTo>
                  <a:pt x="59829" y="35719"/>
                </a:lnTo>
                <a:lnTo>
                  <a:pt x="59829" y="53578"/>
                </a:lnTo>
                <a:lnTo>
                  <a:pt x="39291" y="53578"/>
                </a:lnTo>
                <a:lnTo>
                  <a:pt x="39291" y="137517"/>
                </a:lnTo>
                <a:cubicBezTo>
                  <a:pt x="39291" y="144214"/>
                  <a:pt x="42416" y="145554"/>
                  <a:pt x="43755" y="146447"/>
                </a:cubicBezTo>
                <a:cubicBezTo>
                  <a:pt x="46434" y="147786"/>
                  <a:pt x="50006" y="147786"/>
                  <a:pt x="52239" y="147786"/>
                </a:cubicBezTo>
                <a:cubicBezTo>
                  <a:pt x="53578" y="147786"/>
                  <a:pt x="54918" y="147786"/>
                  <a:pt x="55811" y="147786"/>
                </a:cubicBezTo>
                <a:cubicBezTo>
                  <a:pt x="57150" y="147786"/>
                  <a:pt x="58936" y="147340"/>
                  <a:pt x="59829" y="147340"/>
                </a:cubicBezTo>
                <a:lnTo>
                  <a:pt x="59829" y="164306"/>
                </a:lnTo>
                <a:cubicBezTo>
                  <a:pt x="56257" y="165646"/>
                  <a:pt x="53578" y="165646"/>
                  <a:pt x="51792" y="166092"/>
                </a:cubicBezTo>
                <a:cubicBezTo>
                  <a:pt x="48220" y="166539"/>
                  <a:pt x="44648" y="166539"/>
                  <a:pt x="43309" y="166539"/>
                </a:cubicBezTo>
                <a:cubicBezTo>
                  <a:pt x="28129" y="166539"/>
                  <a:pt x="24557" y="161181"/>
                  <a:pt x="22771" y="158502"/>
                </a:cubicBezTo>
                <a:cubicBezTo>
                  <a:pt x="17413" y="150912"/>
                  <a:pt x="17413" y="142875"/>
                  <a:pt x="17413" y="138857"/>
                </a:cubicBezTo>
                <a:lnTo>
                  <a:pt x="17413" y="53578"/>
                </a:lnTo>
                <a:lnTo>
                  <a:pt x="0" y="53578"/>
                </a:lnTo>
                <a:lnTo>
                  <a:pt x="0" y="35719"/>
                </a:lnTo>
                <a:lnTo>
                  <a:pt x="17413" y="35719"/>
                </a:lnTo>
                <a:lnTo>
                  <a:pt x="17413" y="0"/>
                </a:lnTo>
                <a:close/>
                <a:moveTo>
                  <a:pt x="174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AA3B9-8D4B-419F-9287-21D1BA7F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201" y="2393020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A5BD44-266B-4589-BD99-C36EB3DA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392" y="2392573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452C0-8E43-482F-9F2C-52CC80D3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2388" y="2347925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2E70B-9C24-4A8D-9310-C797614F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397" y="2393020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E647F-A521-4B1E-8E3D-08BB1FAB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695" y="2392573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977CA4-AA59-440C-9453-9EA3340E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838" y="2579118"/>
            <a:ext cx="156716" cy="185738"/>
          </a:xfrm>
          <a:custGeom xmlns:a="http://schemas.openxmlformats.org/drawingml/2006/main">
            <a:pathLst>
              <a:path w="156716" h="185738">
                <a:moveTo>
                  <a:pt x="82153" y="0"/>
                </a:moveTo>
                <a:cubicBezTo>
                  <a:pt x="115639" y="0"/>
                  <a:pt x="128141" y="12055"/>
                  <a:pt x="134392" y="17859"/>
                </a:cubicBezTo>
                <a:cubicBezTo>
                  <a:pt x="152698" y="35272"/>
                  <a:pt x="154037" y="50453"/>
                  <a:pt x="154930" y="58043"/>
                </a:cubicBezTo>
                <a:lnTo>
                  <a:pt x="131266" y="58043"/>
                </a:lnTo>
                <a:cubicBezTo>
                  <a:pt x="127695" y="40630"/>
                  <a:pt x="119658" y="34379"/>
                  <a:pt x="115639" y="30807"/>
                </a:cubicBezTo>
                <a:cubicBezTo>
                  <a:pt x="104031" y="20985"/>
                  <a:pt x="89743" y="20985"/>
                  <a:pt x="82600" y="20985"/>
                </a:cubicBezTo>
                <a:cubicBezTo>
                  <a:pt x="56257" y="20985"/>
                  <a:pt x="45541" y="33040"/>
                  <a:pt x="40630" y="39291"/>
                </a:cubicBezTo>
                <a:cubicBezTo>
                  <a:pt x="24557" y="57596"/>
                  <a:pt x="24557" y="83046"/>
                  <a:pt x="24557" y="95548"/>
                </a:cubicBezTo>
                <a:cubicBezTo>
                  <a:pt x="24557" y="126355"/>
                  <a:pt x="33933" y="139303"/>
                  <a:pt x="38844" y="145554"/>
                </a:cubicBezTo>
                <a:cubicBezTo>
                  <a:pt x="53132" y="165199"/>
                  <a:pt x="72330" y="165199"/>
                  <a:pt x="82153" y="165199"/>
                </a:cubicBezTo>
                <a:cubicBezTo>
                  <a:pt x="108496" y="165199"/>
                  <a:pt x="117872" y="151358"/>
                  <a:pt x="122337" y="144661"/>
                </a:cubicBezTo>
                <a:cubicBezTo>
                  <a:pt x="129480" y="133945"/>
                  <a:pt x="132159" y="122337"/>
                  <a:pt x="133052" y="116532"/>
                </a:cubicBezTo>
                <a:lnTo>
                  <a:pt x="156716" y="116532"/>
                </a:lnTo>
                <a:cubicBezTo>
                  <a:pt x="153591" y="144214"/>
                  <a:pt x="141536" y="156716"/>
                  <a:pt x="135731" y="163413"/>
                </a:cubicBezTo>
                <a:cubicBezTo>
                  <a:pt x="114746" y="185738"/>
                  <a:pt x="91083" y="185738"/>
                  <a:pt x="79028" y="185738"/>
                </a:cubicBezTo>
                <a:cubicBezTo>
                  <a:pt x="48220" y="185738"/>
                  <a:pt x="34379" y="173682"/>
                  <a:pt x="27236" y="167432"/>
                </a:cubicBezTo>
                <a:cubicBezTo>
                  <a:pt x="0" y="142429"/>
                  <a:pt x="0" y="108496"/>
                  <a:pt x="0" y="91083"/>
                </a:cubicBezTo>
                <a:cubicBezTo>
                  <a:pt x="0" y="52239"/>
                  <a:pt x="13841" y="35719"/>
                  <a:pt x="20538" y="27236"/>
                </a:cubicBezTo>
                <a:cubicBezTo>
                  <a:pt x="42862" y="0"/>
                  <a:pt x="69205" y="0"/>
                  <a:pt x="82153" y="0"/>
                </a:cubicBezTo>
                <a:close/>
                <a:moveTo>
                  <a:pt x="8215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DABA6-C248-4C5C-AD55-BCCD4221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392" y="2628231"/>
            <a:ext cx="120104" cy="137071"/>
          </a:xfrm>
          <a:custGeom xmlns:a="http://schemas.openxmlformats.org/drawingml/2006/main">
            <a:pathLst>
              <a:path w="120104" h="137071">
                <a:moveTo>
                  <a:pt x="59829" y="118318"/>
                </a:moveTo>
                <a:cubicBezTo>
                  <a:pt x="81707" y="118318"/>
                  <a:pt x="87064" y="107603"/>
                  <a:pt x="89297" y="102245"/>
                </a:cubicBezTo>
                <a:cubicBezTo>
                  <a:pt x="97780" y="85725"/>
                  <a:pt x="97780" y="72330"/>
                  <a:pt x="97780" y="65633"/>
                </a:cubicBezTo>
                <a:cubicBezTo>
                  <a:pt x="97780" y="47774"/>
                  <a:pt x="93762" y="40184"/>
                  <a:pt x="91529" y="36612"/>
                </a:cubicBezTo>
                <a:cubicBezTo>
                  <a:pt x="82600" y="18752"/>
                  <a:pt x="67866" y="18752"/>
                  <a:pt x="60275" y="18752"/>
                </a:cubicBezTo>
                <a:cubicBezTo>
                  <a:pt x="40630" y="18752"/>
                  <a:pt x="34379" y="29021"/>
                  <a:pt x="31254" y="33933"/>
                </a:cubicBezTo>
                <a:cubicBezTo>
                  <a:pt x="22771" y="49113"/>
                  <a:pt x="22771" y="63401"/>
                  <a:pt x="22771" y="70545"/>
                </a:cubicBezTo>
                <a:cubicBezTo>
                  <a:pt x="22771" y="91083"/>
                  <a:pt x="28575" y="100012"/>
                  <a:pt x="31254" y="104477"/>
                </a:cubicBezTo>
                <a:cubicBezTo>
                  <a:pt x="40630" y="118318"/>
                  <a:pt x="53578" y="118318"/>
                  <a:pt x="59829" y="118318"/>
                </a:cubicBezTo>
                <a:close/>
                <a:moveTo>
                  <a:pt x="61168" y="0"/>
                </a:moveTo>
                <a:cubicBezTo>
                  <a:pt x="85725" y="0"/>
                  <a:pt x="97334" y="10716"/>
                  <a:pt x="103138" y="16520"/>
                </a:cubicBezTo>
                <a:cubicBezTo>
                  <a:pt x="120104" y="33040"/>
                  <a:pt x="120104" y="54471"/>
                  <a:pt x="120104" y="65187"/>
                </a:cubicBezTo>
                <a:cubicBezTo>
                  <a:pt x="120104" y="96441"/>
                  <a:pt x="110282" y="109835"/>
                  <a:pt x="104924" y="116532"/>
                </a:cubicBezTo>
                <a:cubicBezTo>
                  <a:pt x="90190" y="137071"/>
                  <a:pt x="68759" y="137071"/>
                  <a:pt x="58043" y="137071"/>
                </a:cubicBezTo>
                <a:cubicBezTo>
                  <a:pt x="31254" y="137071"/>
                  <a:pt x="20985" y="125016"/>
                  <a:pt x="16073" y="119211"/>
                </a:cubicBezTo>
                <a:cubicBezTo>
                  <a:pt x="0" y="101352"/>
                  <a:pt x="0" y="80814"/>
                  <a:pt x="0" y="70545"/>
                </a:cubicBezTo>
                <a:cubicBezTo>
                  <a:pt x="0" y="38398"/>
                  <a:pt x="11162" y="25450"/>
                  <a:pt x="16520" y="19199"/>
                </a:cubicBezTo>
                <a:cubicBezTo>
                  <a:pt x="33040" y="0"/>
                  <a:pt x="51792" y="0"/>
                  <a:pt x="61168" y="0"/>
                </a:cubicBezTo>
                <a:close/>
                <a:moveTo>
                  <a:pt x="611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82D865-A0FD-4E73-AC97-AB254B63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513" y="2629124"/>
            <a:ext cx="62954" cy="131266"/>
          </a:xfrm>
          <a:custGeom xmlns:a="http://schemas.openxmlformats.org/drawingml/2006/main">
            <a:pathLst>
              <a:path w="62954" h="131266">
                <a:moveTo>
                  <a:pt x="0" y="2679"/>
                </a:moveTo>
                <a:lnTo>
                  <a:pt x="20985" y="2679"/>
                </a:lnTo>
                <a:lnTo>
                  <a:pt x="20985" y="25003"/>
                </a:lnTo>
                <a:cubicBezTo>
                  <a:pt x="23217" y="18752"/>
                  <a:pt x="29914" y="12055"/>
                  <a:pt x="33040" y="9376"/>
                </a:cubicBezTo>
                <a:cubicBezTo>
                  <a:pt x="42862" y="0"/>
                  <a:pt x="51792" y="0"/>
                  <a:pt x="55811" y="0"/>
                </a:cubicBezTo>
                <a:cubicBezTo>
                  <a:pt x="56704" y="0"/>
                  <a:pt x="57596" y="0"/>
                  <a:pt x="58043" y="0"/>
                </a:cubicBezTo>
                <a:cubicBezTo>
                  <a:pt x="59382" y="0"/>
                  <a:pt x="61615" y="446"/>
                  <a:pt x="62954" y="446"/>
                </a:cubicBezTo>
                <a:lnTo>
                  <a:pt x="62954" y="23217"/>
                </a:lnTo>
                <a:cubicBezTo>
                  <a:pt x="60722" y="23217"/>
                  <a:pt x="59829" y="22771"/>
                  <a:pt x="59382" y="22771"/>
                </a:cubicBezTo>
                <a:cubicBezTo>
                  <a:pt x="57596" y="22771"/>
                  <a:pt x="56704" y="22771"/>
                  <a:pt x="55811" y="22771"/>
                </a:cubicBezTo>
                <a:cubicBezTo>
                  <a:pt x="39737" y="22771"/>
                  <a:pt x="33486" y="29468"/>
                  <a:pt x="30807" y="33040"/>
                </a:cubicBezTo>
                <a:cubicBezTo>
                  <a:pt x="21878" y="43755"/>
                  <a:pt x="21878" y="52685"/>
                  <a:pt x="21878" y="57596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94C98-1377-4A5C-A6B7-AEB5F2F6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113" y="2629124"/>
            <a:ext cx="104924" cy="131266"/>
          </a:xfrm>
          <a:custGeom xmlns:a="http://schemas.openxmlformats.org/drawingml/2006/main">
            <a:pathLst>
              <a:path w="104924" h="131266">
                <a:moveTo>
                  <a:pt x="0" y="2679"/>
                </a:moveTo>
                <a:lnTo>
                  <a:pt x="20538" y="2679"/>
                </a:lnTo>
                <a:lnTo>
                  <a:pt x="20538" y="20985"/>
                </a:lnTo>
                <a:cubicBezTo>
                  <a:pt x="29914" y="9823"/>
                  <a:pt x="36612" y="6697"/>
                  <a:pt x="40184" y="4911"/>
                </a:cubicBezTo>
                <a:cubicBezTo>
                  <a:pt x="50453" y="0"/>
                  <a:pt x="58489" y="0"/>
                  <a:pt x="62508" y="0"/>
                </a:cubicBezTo>
                <a:cubicBezTo>
                  <a:pt x="90190" y="0"/>
                  <a:pt x="96441" y="12502"/>
                  <a:pt x="99566" y="18752"/>
                </a:cubicBezTo>
                <a:cubicBezTo>
                  <a:pt x="104924" y="29468"/>
                  <a:pt x="104924" y="42416"/>
                  <a:pt x="104924" y="48667"/>
                </a:cubicBezTo>
                <a:lnTo>
                  <a:pt x="104924" y="131266"/>
                </a:lnTo>
                <a:lnTo>
                  <a:pt x="83046" y="131266"/>
                </a:lnTo>
                <a:lnTo>
                  <a:pt x="83046" y="50453"/>
                </a:lnTo>
                <a:cubicBezTo>
                  <a:pt x="83046" y="38398"/>
                  <a:pt x="80367" y="33933"/>
                  <a:pt x="79474" y="31254"/>
                </a:cubicBezTo>
                <a:cubicBezTo>
                  <a:pt x="73670" y="19199"/>
                  <a:pt x="63401" y="19199"/>
                  <a:pt x="58489" y="19199"/>
                </a:cubicBezTo>
                <a:cubicBezTo>
                  <a:pt x="50899" y="19199"/>
                  <a:pt x="47774" y="20538"/>
                  <a:pt x="45988" y="20985"/>
                </a:cubicBezTo>
                <a:cubicBezTo>
                  <a:pt x="37058" y="23664"/>
                  <a:pt x="32593" y="29021"/>
                  <a:pt x="30361" y="31254"/>
                </a:cubicBezTo>
                <a:cubicBezTo>
                  <a:pt x="25003" y="37951"/>
                  <a:pt x="24110" y="42416"/>
                  <a:pt x="23217" y="44648"/>
                </a:cubicBezTo>
                <a:cubicBezTo>
                  <a:pt x="21878" y="51346"/>
                  <a:pt x="21878" y="59829"/>
                  <a:pt x="21878" y="64294"/>
                </a:cubicBezTo>
                <a:lnTo>
                  <a:pt x="21878" y="131266"/>
                </a:lnTo>
                <a:lnTo>
                  <a:pt x="0" y="131266"/>
                </a:lnTo>
                <a:lnTo>
                  <a:pt x="0" y="2679"/>
                </a:lnTo>
                <a:close/>
                <a:moveTo>
                  <a:pt x="0" y="26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FACEC-F5BE-4B7D-B5B0-197C6AAA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053" y="2628678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69225-1809-4459-A835-2B4DE490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049" y="2584029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C451A-F417-48B0-BC37-BC2D589C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2058" y="2629124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EA7FB-4F75-442E-9AD3-08EB785A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57" y="2628678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794A5-ADEE-4C9C-AB61-046686CD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838" y="2815223"/>
            <a:ext cx="156716" cy="185738"/>
          </a:xfrm>
          <a:custGeom xmlns:a="http://schemas.openxmlformats.org/drawingml/2006/main">
            <a:pathLst>
              <a:path w="156716" h="185738">
                <a:moveTo>
                  <a:pt x="82153" y="0"/>
                </a:moveTo>
                <a:cubicBezTo>
                  <a:pt x="115639" y="0"/>
                  <a:pt x="128141" y="12055"/>
                  <a:pt x="134392" y="17859"/>
                </a:cubicBezTo>
                <a:cubicBezTo>
                  <a:pt x="152698" y="35272"/>
                  <a:pt x="154037" y="50453"/>
                  <a:pt x="154930" y="58043"/>
                </a:cubicBezTo>
                <a:lnTo>
                  <a:pt x="131266" y="58043"/>
                </a:lnTo>
                <a:cubicBezTo>
                  <a:pt x="127695" y="40630"/>
                  <a:pt x="119658" y="34379"/>
                  <a:pt x="115639" y="30807"/>
                </a:cubicBezTo>
                <a:cubicBezTo>
                  <a:pt x="104031" y="20985"/>
                  <a:pt x="89743" y="20985"/>
                  <a:pt x="82600" y="20985"/>
                </a:cubicBezTo>
                <a:cubicBezTo>
                  <a:pt x="56257" y="20985"/>
                  <a:pt x="45541" y="33040"/>
                  <a:pt x="40630" y="39291"/>
                </a:cubicBezTo>
                <a:cubicBezTo>
                  <a:pt x="24557" y="57596"/>
                  <a:pt x="24557" y="83046"/>
                  <a:pt x="24557" y="95548"/>
                </a:cubicBezTo>
                <a:cubicBezTo>
                  <a:pt x="24557" y="126355"/>
                  <a:pt x="33933" y="139303"/>
                  <a:pt x="38844" y="145554"/>
                </a:cubicBezTo>
                <a:cubicBezTo>
                  <a:pt x="53132" y="165199"/>
                  <a:pt x="72330" y="165199"/>
                  <a:pt x="82153" y="165199"/>
                </a:cubicBezTo>
                <a:cubicBezTo>
                  <a:pt x="108496" y="165199"/>
                  <a:pt x="117872" y="151358"/>
                  <a:pt x="122337" y="144661"/>
                </a:cubicBezTo>
                <a:cubicBezTo>
                  <a:pt x="129480" y="133945"/>
                  <a:pt x="132159" y="122337"/>
                  <a:pt x="133052" y="116532"/>
                </a:cubicBezTo>
                <a:lnTo>
                  <a:pt x="156716" y="116532"/>
                </a:lnTo>
                <a:cubicBezTo>
                  <a:pt x="153591" y="144214"/>
                  <a:pt x="141536" y="156716"/>
                  <a:pt x="135731" y="163413"/>
                </a:cubicBezTo>
                <a:cubicBezTo>
                  <a:pt x="114746" y="185738"/>
                  <a:pt x="91083" y="185738"/>
                  <a:pt x="79028" y="185738"/>
                </a:cubicBezTo>
                <a:cubicBezTo>
                  <a:pt x="48220" y="185738"/>
                  <a:pt x="34379" y="173682"/>
                  <a:pt x="27236" y="167432"/>
                </a:cubicBezTo>
                <a:cubicBezTo>
                  <a:pt x="0" y="142429"/>
                  <a:pt x="0" y="108496"/>
                  <a:pt x="0" y="91083"/>
                </a:cubicBezTo>
                <a:cubicBezTo>
                  <a:pt x="0" y="52239"/>
                  <a:pt x="13841" y="35719"/>
                  <a:pt x="20538" y="27236"/>
                </a:cubicBezTo>
                <a:cubicBezTo>
                  <a:pt x="42862" y="0"/>
                  <a:pt x="69205" y="0"/>
                  <a:pt x="82153" y="0"/>
                </a:cubicBezTo>
                <a:close/>
                <a:moveTo>
                  <a:pt x="8215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CCA5F-B25C-47B8-8BB1-4C0047C0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373" y="2867908"/>
            <a:ext cx="117425" cy="161712"/>
          </a:xfrm>
          <a:custGeom xmlns:a="http://schemas.openxmlformats.org/drawingml/2006/main">
            <a:pathLst>
              <a:path w="117425" h="161712">
                <a:moveTo>
                  <a:pt x="24110" y="0"/>
                </a:moveTo>
                <a:lnTo>
                  <a:pt x="0" y="0"/>
                </a:lnTo>
                <a:lnTo>
                  <a:pt x="47327" y="132606"/>
                </a:lnTo>
                <a:lnTo>
                  <a:pt x="47267" y="132781"/>
                </a:lnTo>
                <a:lnTo>
                  <a:pt x="47196" y="132971"/>
                </a:lnTo>
                <a:lnTo>
                  <a:pt x="47115" y="133181"/>
                </a:lnTo>
                <a:lnTo>
                  <a:pt x="47023" y="133410"/>
                </a:lnTo>
                <a:lnTo>
                  <a:pt x="46920" y="133662"/>
                </a:lnTo>
                <a:lnTo>
                  <a:pt x="46804" y="133938"/>
                </a:lnTo>
                <a:lnTo>
                  <a:pt x="46676" y="134242"/>
                </a:lnTo>
                <a:lnTo>
                  <a:pt x="46534" y="134574"/>
                </a:lnTo>
                <a:lnTo>
                  <a:pt x="46378" y="134937"/>
                </a:lnTo>
                <a:lnTo>
                  <a:pt x="46207" y="135333"/>
                </a:lnTo>
                <a:lnTo>
                  <a:pt x="46022" y="135765"/>
                </a:lnTo>
                <a:lnTo>
                  <a:pt x="45820" y="136234"/>
                </a:lnTo>
                <a:lnTo>
                  <a:pt x="45603" y="136742"/>
                </a:lnTo>
                <a:lnTo>
                  <a:pt x="45369" y="137292"/>
                </a:lnTo>
                <a:lnTo>
                  <a:pt x="45117" y="137886"/>
                </a:lnTo>
                <a:lnTo>
                  <a:pt x="44847" y="138526"/>
                </a:lnTo>
                <a:lnTo>
                  <a:pt x="44558" y="139214"/>
                </a:lnTo>
                <a:lnTo>
                  <a:pt x="44251" y="139952"/>
                </a:lnTo>
                <a:lnTo>
                  <a:pt x="43923" y="140742"/>
                </a:lnTo>
                <a:lnTo>
                  <a:pt x="43576" y="141587"/>
                </a:lnTo>
                <a:lnTo>
                  <a:pt x="43207" y="142489"/>
                </a:lnTo>
                <a:lnTo>
                  <a:pt x="42817" y="143449"/>
                </a:lnTo>
                <a:lnTo>
                  <a:pt x="42404" y="144470"/>
                </a:lnTo>
                <a:lnTo>
                  <a:pt x="41970" y="145554"/>
                </a:lnTo>
                <a:lnTo>
                  <a:pt x="41795" y="145958"/>
                </a:lnTo>
                <a:lnTo>
                  <a:pt x="41609" y="146387"/>
                </a:lnTo>
                <a:lnTo>
                  <a:pt x="41411" y="146837"/>
                </a:lnTo>
                <a:lnTo>
                  <a:pt x="41205" y="147305"/>
                </a:lnTo>
                <a:lnTo>
                  <a:pt x="40990" y="147787"/>
                </a:lnTo>
                <a:lnTo>
                  <a:pt x="40770" y="148282"/>
                </a:lnTo>
                <a:lnTo>
                  <a:pt x="40544" y="148784"/>
                </a:lnTo>
                <a:lnTo>
                  <a:pt x="40316" y="149291"/>
                </a:lnTo>
                <a:lnTo>
                  <a:pt x="40086" y="149800"/>
                </a:lnTo>
                <a:lnTo>
                  <a:pt x="39856" y="150307"/>
                </a:lnTo>
                <a:lnTo>
                  <a:pt x="39628" y="150809"/>
                </a:lnTo>
                <a:lnTo>
                  <a:pt x="39402" y="151302"/>
                </a:lnTo>
                <a:lnTo>
                  <a:pt x="39182" y="151784"/>
                </a:lnTo>
                <a:lnTo>
                  <a:pt x="38967" y="152251"/>
                </a:lnTo>
                <a:lnTo>
                  <a:pt x="38760" y="152700"/>
                </a:lnTo>
                <a:lnTo>
                  <a:pt x="38563" y="153128"/>
                </a:lnTo>
                <a:lnTo>
                  <a:pt x="38376" y="153530"/>
                </a:lnTo>
                <a:lnTo>
                  <a:pt x="38202" y="153905"/>
                </a:lnTo>
                <a:lnTo>
                  <a:pt x="38042" y="154248"/>
                </a:lnTo>
                <a:lnTo>
                  <a:pt x="37897" y="154556"/>
                </a:lnTo>
                <a:lnTo>
                  <a:pt x="37770" y="154826"/>
                </a:lnTo>
                <a:lnTo>
                  <a:pt x="37661" y="155055"/>
                </a:lnTo>
                <a:lnTo>
                  <a:pt x="37572" y="155240"/>
                </a:lnTo>
                <a:lnTo>
                  <a:pt x="37505" y="155377"/>
                </a:lnTo>
                <a:lnTo>
                  <a:pt x="37444" y="155495"/>
                </a:lnTo>
                <a:lnTo>
                  <a:pt x="37374" y="155627"/>
                </a:lnTo>
                <a:lnTo>
                  <a:pt x="37294" y="155771"/>
                </a:lnTo>
                <a:lnTo>
                  <a:pt x="37203" y="155926"/>
                </a:lnTo>
                <a:lnTo>
                  <a:pt x="37101" y="156093"/>
                </a:lnTo>
                <a:lnTo>
                  <a:pt x="36988" y="156270"/>
                </a:lnTo>
                <a:lnTo>
                  <a:pt x="36864" y="156455"/>
                </a:lnTo>
                <a:lnTo>
                  <a:pt x="36727" y="156650"/>
                </a:lnTo>
                <a:lnTo>
                  <a:pt x="36579" y="156852"/>
                </a:lnTo>
                <a:lnTo>
                  <a:pt x="36417" y="157061"/>
                </a:lnTo>
                <a:lnTo>
                  <a:pt x="36242" y="157277"/>
                </a:lnTo>
                <a:lnTo>
                  <a:pt x="36054" y="157497"/>
                </a:lnTo>
                <a:lnTo>
                  <a:pt x="35851" y="157723"/>
                </a:lnTo>
                <a:lnTo>
                  <a:pt x="35635" y="157952"/>
                </a:lnTo>
                <a:lnTo>
                  <a:pt x="35403" y="158185"/>
                </a:lnTo>
                <a:lnTo>
                  <a:pt x="35157" y="158419"/>
                </a:lnTo>
                <a:lnTo>
                  <a:pt x="34894" y="158656"/>
                </a:lnTo>
                <a:lnTo>
                  <a:pt x="34616" y="158893"/>
                </a:lnTo>
                <a:lnTo>
                  <a:pt x="34322" y="159130"/>
                </a:lnTo>
                <a:lnTo>
                  <a:pt x="34011" y="159366"/>
                </a:lnTo>
                <a:lnTo>
                  <a:pt x="33683" y="159601"/>
                </a:lnTo>
                <a:lnTo>
                  <a:pt x="33338" y="159833"/>
                </a:lnTo>
                <a:lnTo>
                  <a:pt x="32975" y="160062"/>
                </a:lnTo>
                <a:lnTo>
                  <a:pt x="32593" y="160288"/>
                </a:lnTo>
                <a:lnTo>
                  <a:pt x="32477" y="160399"/>
                </a:lnTo>
                <a:lnTo>
                  <a:pt x="32350" y="160511"/>
                </a:lnTo>
                <a:lnTo>
                  <a:pt x="32211" y="160621"/>
                </a:lnTo>
                <a:lnTo>
                  <a:pt x="32058" y="160730"/>
                </a:lnTo>
                <a:lnTo>
                  <a:pt x="31891" y="160838"/>
                </a:lnTo>
                <a:lnTo>
                  <a:pt x="31707" y="160944"/>
                </a:lnTo>
                <a:lnTo>
                  <a:pt x="31507" y="161047"/>
                </a:lnTo>
                <a:lnTo>
                  <a:pt x="31287" y="161148"/>
                </a:lnTo>
                <a:lnTo>
                  <a:pt x="31047" y="161245"/>
                </a:lnTo>
                <a:lnTo>
                  <a:pt x="30786" y="161340"/>
                </a:lnTo>
                <a:lnTo>
                  <a:pt x="30502" y="161430"/>
                </a:lnTo>
                <a:lnTo>
                  <a:pt x="30194" y="161516"/>
                </a:lnTo>
                <a:lnTo>
                  <a:pt x="29860" y="161597"/>
                </a:lnTo>
                <a:lnTo>
                  <a:pt x="29499" y="161673"/>
                </a:lnTo>
                <a:lnTo>
                  <a:pt x="29287" y="161712"/>
                </a:lnTo>
                <a:lnTo>
                  <a:pt x="56120" y="161712"/>
                </a:lnTo>
                <a:lnTo>
                  <a:pt x="56250" y="161454"/>
                </a:lnTo>
                <a:lnTo>
                  <a:pt x="57107" y="159698"/>
                </a:lnTo>
                <a:lnTo>
                  <a:pt x="58043" y="157721"/>
                </a:lnTo>
                <a:lnTo>
                  <a:pt x="59062" y="155506"/>
                </a:lnTo>
                <a:lnTo>
                  <a:pt x="60170" y="153038"/>
                </a:lnTo>
                <a:lnTo>
                  <a:pt x="61372" y="150300"/>
                </a:lnTo>
                <a:lnTo>
                  <a:pt x="62673" y="147274"/>
                </a:lnTo>
                <a:lnTo>
                  <a:pt x="64078" y="143944"/>
                </a:lnTo>
                <a:lnTo>
                  <a:pt x="65591" y="140294"/>
                </a:lnTo>
                <a:lnTo>
                  <a:pt x="67219" y="136306"/>
                </a:lnTo>
                <a:lnTo>
                  <a:pt x="68965" y="131965"/>
                </a:lnTo>
                <a:lnTo>
                  <a:pt x="70836" y="127253"/>
                </a:lnTo>
                <a:lnTo>
                  <a:pt x="72835" y="122154"/>
                </a:lnTo>
                <a:lnTo>
                  <a:pt x="74969" y="116651"/>
                </a:lnTo>
                <a:lnTo>
                  <a:pt x="77242" y="110728"/>
                </a:lnTo>
                <a:lnTo>
                  <a:pt x="77591" y="109799"/>
                </a:lnTo>
                <a:lnTo>
                  <a:pt x="77969" y="108795"/>
                </a:lnTo>
                <a:lnTo>
                  <a:pt x="78379" y="107711"/>
                </a:lnTo>
                <a:lnTo>
                  <a:pt x="78821" y="106540"/>
                </a:lnTo>
                <a:lnTo>
                  <a:pt x="79297" y="105278"/>
                </a:lnTo>
                <a:lnTo>
                  <a:pt x="79809" y="103919"/>
                </a:lnTo>
                <a:lnTo>
                  <a:pt x="80358" y="102458"/>
                </a:lnTo>
                <a:lnTo>
                  <a:pt x="80946" y="100889"/>
                </a:lnTo>
                <a:lnTo>
                  <a:pt x="81574" y="99207"/>
                </a:lnTo>
                <a:lnTo>
                  <a:pt x="82244" y="97406"/>
                </a:lnTo>
                <a:lnTo>
                  <a:pt x="82957" y="95481"/>
                </a:lnTo>
                <a:lnTo>
                  <a:pt x="83716" y="93427"/>
                </a:lnTo>
                <a:lnTo>
                  <a:pt x="84521" y="91238"/>
                </a:lnTo>
                <a:lnTo>
                  <a:pt x="85374" y="88908"/>
                </a:lnTo>
                <a:lnTo>
                  <a:pt x="86276" y="86433"/>
                </a:lnTo>
                <a:lnTo>
                  <a:pt x="87230" y="83807"/>
                </a:lnTo>
                <a:lnTo>
                  <a:pt x="88236" y="81024"/>
                </a:lnTo>
                <a:lnTo>
                  <a:pt x="89297" y="78079"/>
                </a:lnTo>
                <a:lnTo>
                  <a:pt x="90413" y="74967"/>
                </a:lnTo>
                <a:lnTo>
                  <a:pt x="91587" y="71681"/>
                </a:lnTo>
                <a:lnTo>
                  <a:pt x="92820" y="68218"/>
                </a:lnTo>
                <a:lnTo>
                  <a:pt x="94113" y="64571"/>
                </a:lnTo>
                <a:lnTo>
                  <a:pt x="95468" y="60734"/>
                </a:lnTo>
                <a:lnTo>
                  <a:pt x="96887" y="56704"/>
                </a:lnTo>
                <a:lnTo>
                  <a:pt x="97582" y="54736"/>
                </a:lnTo>
                <a:lnTo>
                  <a:pt x="98323" y="52638"/>
                </a:lnTo>
                <a:lnTo>
                  <a:pt x="99106" y="50421"/>
                </a:lnTo>
                <a:lnTo>
                  <a:pt x="99928" y="48100"/>
                </a:lnTo>
                <a:lnTo>
                  <a:pt x="100782" y="45688"/>
                </a:lnTo>
                <a:lnTo>
                  <a:pt x="101666" y="43197"/>
                </a:lnTo>
                <a:lnTo>
                  <a:pt x="102574" y="40642"/>
                </a:lnTo>
                <a:lnTo>
                  <a:pt x="103502" y="38034"/>
                </a:lnTo>
                <a:lnTo>
                  <a:pt x="104445" y="35387"/>
                </a:lnTo>
                <a:lnTo>
                  <a:pt x="105400" y="32715"/>
                </a:lnTo>
                <a:lnTo>
                  <a:pt x="106361" y="30031"/>
                </a:lnTo>
                <a:lnTo>
                  <a:pt x="107324" y="27347"/>
                </a:lnTo>
                <a:lnTo>
                  <a:pt x="108285" y="24677"/>
                </a:lnTo>
                <a:lnTo>
                  <a:pt x="109239" y="22035"/>
                </a:lnTo>
                <a:lnTo>
                  <a:pt x="110181" y="19433"/>
                </a:lnTo>
                <a:lnTo>
                  <a:pt x="111108" y="16884"/>
                </a:lnTo>
                <a:lnTo>
                  <a:pt x="112015" y="14402"/>
                </a:lnTo>
                <a:lnTo>
                  <a:pt x="112898" y="11999"/>
                </a:lnTo>
                <a:lnTo>
                  <a:pt x="113751" y="9690"/>
                </a:lnTo>
                <a:lnTo>
                  <a:pt x="114571" y="7487"/>
                </a:lnTo>
                <a:lnTo>
                  <a:pt x="115353" y="5403"/>
                </a:lnTo>
                <a:lnTo>
                  <a:pt x="116092" y="3452"/>
                </a:lnTo>
                <a:lnTo>
                  <a:pt x="116784" y="1647"/>
                </a:lnTo>
                <a:lnTo>
                  <a:pt x="117425" y="0"/>
                </a:lnTo>
                <a:lnTo>
                  <a:pt x="93315" y="0"/>
                </a:lnTo>
                <a:lnTo>
                  <a:pt x="58936" y="104924"/>
                </a:lnTo>
                <a:lnTo>
                  <a:pt x="24110" y="0"/>
                </a:lnTo>
                <a:close/>
                <a:moveTo>
                  <a:pt x="18339" y="161710"/>
                </a:moveTo>
                <a:lnTo>
                  <a:pt x="18099" y="161666"/>
                </a:lnTo>
                <a:lnTo>
                  <a:pt x="17838" y="161619"/>
                </a:lnTo>
                <a:lnTo>
                  <a:pt x="17554" y="161569"/>
                </a:lnTo>
                <a:lnTo>
                  <a:pt x="17245" y="161516"/>
                </a:lnTo>
                <a:lnTo>
                  <a:pt x="16912" y="161457"/>
                </a:lnTo>
                <a:lnTo>
                  <a:pt x="16551" y="161394"/>
                </a:lnTo>
                <a:lnTo>
                  <a:pt x="16162" y="161324"/>
                </a:lnTo>
                <a:lnTo>
                  <a:pt x="15743" y="161247"/>
                </a:lnTo>
                <a:lnTo>
                  <a:pt x="15293" y="161162"/>
                </a:lnTo>
                <a:lnTo>
                  <a:pt x="14811" y="161069"/>
                </a:lnTo>
                <a:lnTo>
                  <a:pt x="14295" y="160967"/>
                </a:lnTo>
                <a:lnTo>
                  <a:pt x="13744" y="160854"/>
                </a:lnTo>
                <a:lnTo>
                  <a:pt x="13156" y="160731"/>
                </a:lnTo>
                <a:lnTo>
                  <a:pt x="12531" y="160596"/>
                </a:lnTo>
                <a:lnTo>
                  <a:pt x="11867" y="160448"/>
                </a:lnTo>
                <a:lnTo>
                  <a:pt x="11162" y="160288"/>
                </a:lnTo>
                <a:lnTo>
                  <a:pt x="11162" y="161712"/>
                </a:lnTo>
                <a:lnTo>
                  <a:pt x="18348" y="161712"/>
                </a:lnTo>
                <a:lnTo>
                  <a:pt x="18339" y="161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A0382-972E-4E6D-B985-DBD6EBF2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572" y="2864783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D0214-DD17-417B-A06A-8D8D95FC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173" y="2832189"/>
            <a:ext cx="59829" cy="166539"/>
          </a:xfrm>
          <a:custGeom xmlns:a="http://schemas.openxmlformats.org/drawingml/2006/main">
            <a:pathLst>
              <a:path w="59829" h="166539">
                <a:moveTo>
                  <a:pt x="17413" y="0"/>
                </a:moveTo>
                <a:lnTo>
                  <a:pt x="39291" y="0"/>
                </a:lnTo>
                <a:lnTo>
                  <a:pt x="39291" y="35719"/>
                </a:lnTo>
                <a:lnTo>
                  <a:pt x="59829" y="35719"/>
                </a:lnTo>
                <a:lnTo>
                  <a:pt x="59829" y="53578"/>
                </a:lnTo>
                <a:lnTo>
                  <a:pt x="39291" y="53578"/>
                </a:lnTo>
                <a:lnTo>
                  <a:pt x="39291" y="137517"/>
                </a:lnTo>
                <a:cubicBezTo>
                  <a:pt x="39291" y="144214"/>
                  <a:pt x="42416" y="145554"/>
                  <a:pt x="43755" y="146447"/>
                </a:cubicBezTo>
                <a:cubicBezTo>
                  <a:pt x="46434" y="147786"/>
                  <a:pt x="50006" y="147786"/>
                  <a:pt x="52239" y="147786"/>
                </a:cubicBezTo>
                <a:cubicBezTo>
                  <a:pt x="53578" y="147786"/>
                  <a:pt x="54918" y="147786"/>
                  <a:pt x="55811" y="147786"/>
                </a:cubicBezTo>
                <a:cubicBezTo>
                  <a:pt x="57150" y="147786"/>
                  <a:pt x="58936" y="147340"/>
                  <a:pt x="59829" y="147340"/>
                </a:cubicBezTo>
                <a:lnTo>
                  <a:pt x="59829" y="164306"/>
                </a:lnTo>
                <a:cubicBezTo>
                  <a:pt x="56257" y="165646"/>
                  <a:pt x="53578" y="165646"/>
                  <a:pt x="51792" y="166092"/>
                </a:cubicBezTo>
                <a:cubicBezTo>
                  <a:pt x="48220" y="166539"/>
                  <a:pt x="44648" y="166539"/>
                  <a:pt x="43309" y="166539"/>
                </a:cubicBezTo>
                <a:cubicBezTo>
                  <a:pt x="28129" y="166539"/>
                  <a:pt x="24557" y="161181"/>
                  <a:pt x="22771" y="158502"/>
                </a:cubicBezTo>
                <a:cubicBezTo>
                  <a:pt x="17413" y="150912"/>
                  <a:pt x="17413" y="142875"/>
                  <a:pt x="17413" y="138857"/>
                </a:cubicBezTo>
                <a:lnTo>
                  <a:pt x="17413" y="53578"/>
                </a:lnTo>
                <a:lnTo>
                  <a:pt x="0" y="53578"/>
                </a:lnTo>
                <a:lnTo>
                  <a:pt x="0" y="35719"/>
                </a:lnTo>
                <a:lnTo>
                  <a:pt x="17413" y="35719"/>
                </a:lnTo>
                <a:lnTo>
                  <a:pt x="17413" y="0"/>
                </a:lnTo>
                <a:close/>
                <a:moveTo>
                  <a:pt x="174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20E66-F9FD-499A-B1F2-7550E5D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493" y="2819688"/>
            <a:ext cx="104924" cy="176808"/>
          </a:xfrm>
          <a:custGeom xmlns:a="http://schemas.openxmlformats.org/drawingml/2006/main">
            <a:pathLst>
              <a:path w="104924" h="176808">
                <a:moveTo>
                  <a:pt x="0" y="0"/>
                </a:moveTo>
                <a:lnTo>
                  <a:pt x="21878" y="0"/>
                </a:lnTo>
                <a:lnTo>
                  <a:pt x="21878" y="65633"/>
                </a:lnTo>
                <a:cubicBezTo>
                  <a:pt x="29468" y="55811"/>
                  <a:pt x="33486" y="53132"/>
                  <a:pt x="35719" y="52239"/>
                </a:cubicBezTo>
                <a:cubicBezTo>
                  <a:pt x="45988" y="45095"/>
                  <a:pt x="56257" y="45095"/>
                  <a:pt x="61615" y="45095"/>
                </a:cubicBezTo>
                <a:cubicBezTo>
                  <a:pt x="89743" y="45095"/>
                  <a:pt x="96441" y="58043"/>
                  <a:pt x="99566" y="64740"/>
                </a:cubicBezTo>
                <a:cubicBezTo>
                  <a:pt x="104924" y="75456"/>
                  <a:pt x="104924" y="87957"/>
                  <a:pt x="104924" y="94208"/>
                </a:cubicBezTo>
                <a:lnTo>
                  <a:pt x="104924" y="176808"/>
                </a:lnTo>
                <a:lnTo>
                  <a:pt x="82600" y="176808"/>
                </a:lnTo>
                <a:lnTo>
                  <a:pt x="82600" y="95994"/>
                </a:lnTo>
                <a:cubicBezTo>
                  <a:pt x="82600" y="81707"/>
                  <a:pt x="80367" y="77242"/>
                  <a:pt x="79028" y="75009"/>
                </a:cubicBezTo>
                <a:cubicBezTo>
                  <a:pt x="73223" y="64294"/>
                  <a:pt x="62508" y="64294"/>
                  <a:pt x="57150" y="64294"/>
                </a:cubicBezTo>
                <a:cubicBezTo>
                  <a:pt x="43755" y="64294"/>
                  <a:pt x="36165" y="70991"/>
                  <a:pt x="32593" y="73670"/>
                </a:cubicBezTo>
                <a:cubicBezTo>
                  <a:pt x="21878" y="83046"/>
                  <a:pt x="21878" y="100012"/>
                  <a:pt x="21878" y="108496"/>
                </a:cubicBezTo>
                <a:lnTo>
                  <a:pt x="21878" y="176808"/>
                </a:lnTo>
                <a:lnTo>
                  <a:pt x="0" y="17680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14FF6-1154-41DA-AF3B-2B5BD34B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094" y="2865229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E8128-B8BC-4E14-8E7D-A4CA5EA1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178" y="2864783"/>
            <a:ext cx="121444" cy="136178"/>
          </a:xfrm>
          <a:custGeom xmlns:a="http://schemas.openxmlformats.org/drawingml/2006/main">
            <a:pathLst>
              <a:path w="121444" h="136178">
                <a:moveTo>
                  <a:pt x="22324" y="97334"/>
                </a:moveTo>
                <a:cubicBezTo>
                  <a:pt x="22324" y="106710"/>
                  <a:pt x="27236" y="110728"/>
                  <a:pt x="29468" y="112068"/>
                </a:cubicBezTo>
                <a:cubicBezTo>
                  <a:pt x="36165" y="117872"/>
                  <a:pt x="42416" y="117872"/>
                  <a:pt x="45541" y="117872"/>
                </a:cubicBezTo>
                <a:cubicBezTo>
                  <a:pt x="56704" y="117872"/>
                  <a:pt x="63847" y="114300"/>
                  <a:pt x="67866" y="112514"/>
                </a:cubicBezTo>
                <a:cubicBezTo>
                  <a:pt x="85725" y="103584"/>
                  <a:pt x="85725" y="90190"/>
                  <a:pt x="85725" y="83939"/>
                </a:cubicBezTo>
                <a:lnTo>
                  <a:pt x="85725" y="66080"/>
                </a:lnTo>
                <a:cubicBezTo>
                  <a:pt x="81707" y="68759"/>
                  <a:pt x="77688" y="70098"/>
                  <a:pt x="75456" y="70545"/>
                </a:cubicBezTo>
                <a:cubicBezTo>
                  <a:pt x="69205" y="72330"/>
                  <a:pt x="65187" y="72777"/>
                  <a:pt x="63401" y="72777"/>
                </a:cubicBezTo>
                <a:lnTo>
                  <a:pt x="50006" y="74563"/>
                </a:lnTo>
                <a:cubicBezTo>
                  <a:pt x="38398" y="75902"/>
                  <a:pt x="34379" y="78581"/>
                  <a:pt x="32593" y="79474"/>
                </a:cubicBezTo>
                <a:cubicBezTo>
                  <a:pt x="22324" y="85279"/>
                  <a:pt x="22324" y="93762"/>
                  <a:pt x="22324" y="97334"/>
                </a:cubicBezTo>
                <a:close/>
                <a:moveTo>
                  <a:pt x="75009" y="54025"/>
                </a:moveTo>
                <a:cubicBezTo>
                  <a:pt x="82600" y="53132"/>
                  <a:pt x="83939" y="49113"/>
                  <a:pt x="84832" y="47774"/>
                </a:cubicBezTo>
                <a:cubicBezTo>
                  <a:pt x="86171" y="44648"/>
                  <a:pt x="86171" y="41077"/>
                  <a:pt x="86171" y="39291"/>
                </a:cubicBezTo>
                <a:cubicBezTo>
                  <a:pt x="86171" y="28575"/>
                  <a:pt x="80814" y="25003"/>
                  <a:pt x="78581" y="23217"/>
                </a:cubicBezTo>
                <a:cubicBezTo>
                  <a:pt x="70545" y="18306"/>
                  <a:pt x="60722" y="18306"/>
                  <a:pt x="55811" y="18306"/>
                </a:cubicBezTo>
                <a:cubicBezTo>
                  <a:pt x="38844" y="18306"/>
                  <a:pt x="34379" y="24557"/>
                  <a:pt x="31700" y="27236"/>
                </a:cubicBezTo>
                <a:cubicBezTo>
                  <a:pt x="27682" y="32593"/>
                  <a:pt x="27236" y="39291"/>
                  <a:pt x="26789" y="42416"/>
                </a:cubicBezTo>
                <a:lnTo>
                  <a:pt x="6251" y="42416"/>
                </a:lnTo>
                <a:cubicBezTo>
                  <a:pt x="7144" y="18752"/>
                  <a:pt x="16966" y="12502"/>
                  <a:pt x="21878" y="9376"/>
                </a:cubicBezTo>
                <a:cubicBezTo>
                  <a:pt x="36612" y="0"/>
                  <a:pt x="50006" y="0"/>
                  <a:pt x="56257" y="0"/>
                </a:cubicBezTo>
                <a:cubicBezTo>
                  <a:pt x="79028" y="0"/>
                  <a:pt x="88404" y="5804"/>
                  <a:pt x="93315" y="8930"/>
                </a:cubicBezTo>
                <a:cubicBezTo>
                  <a:pt x="107156" y="17413"/>
                  <a:pt x="107156" y="29468"/>
                  <a:pt x="107156" y="35719"/>
                </a:cubicBezTo>
                <a:lnTo>
                  <a:pt x="107156" y="109835"/>
                </a:lnTo>
                <a:cubicBezTo>
                  <a:pt x="107156" y="112961"/>
                  <a:pt x="108049" y="114300"/>
                  <a:pt x="108942" y="115193"/>
                </a:cubicBezTo>
                <a:cubicBezTo>
                  <a:pt x="109835" y="116979"/>
                  <a:pt x="112961" y="116979"/>
                  <a:pt x="114300" y="116979"/>
                </a:cubicBezTo>
                <a:cubicBezTo>
                  <a:pt x="116086" y="116979"/>
                  <a:pt x="116979" y="116979"/>
                  <a:pt x="117872" y="116979"/>
                </a:cubicBezTo>
                <a:cubicBezTo>
                  <a:pt x="119658" y="116532"/>
                  <a:pt x="120997" y="116532"/>
                  <a:pt x="121444" y="116532"/>
                </a:cubicBezTo>
                <a:lnTo>
                  <a:pt x="121444" y="132606"/>
                </a:lnTo>
                <a:cubicBezTo>
                  <a:pt x="116532" y="133945"/>
                  <a:pt x="114746" y="134392"/>
                  <a:pt x="113854" y="134392"/>
                </a:cubicBezTo>
                <a:cubicBezTo>
                  <a:pt x="111175" y="134838"/>
                  <a:pt x="108049" y="134838"/>
                  <a:pt x="106710" y="134838"/>
                </a:cubicBezTo>
                <a:cubicBezTo>
                  <a:pt x="95548" y="134838"/>
                  <a:pt x="92422" y="129034"/>
                  <a:pt x="90636" y="126802"/>
                </a:cubicBezTo>
                <a:cubicBezTo>
                  <a:pt x="87957" y="122337"/>
                  <a:pt x="87064" y="117425"/>
                  <a:pt x="87064" y="114746"/>
                </a:cubicBezTo>
                <a:cubicBezTo>
                  <a:pt x="80367" y="123230"/>
                  <a:pt x="71884" y="127695"/>
                  <a:pt x="67866" y="129927"/>
                </a:cubicBezTo>
                <a:cubicBezTo>
                  <a:pt x="55364" y="136178"/>
                  <a:pt x="45541" y="136178"/>
                  <a:pt x="40630" y="136178"/>
                </a:cubicBezTo>
                <a:cubicBezTo>
                  <a:pt x="22771" y="136178"/>
                  <a:pt x="15180" y="129034"/>
                  <a:pt x="11162" y="125462"/>
                </a:cubicBezTo>
                <a:cubicBezTo>
                  <a:pt x="0" y="114300"/>
                  <a:pt x="0" y="103584"/>
                  <a:pt x="0" y="98227"/>
                </a:cubicBezTo>
                <a:cubicBezTo>
                  <a:pt x="0" y="80367"/>
                  <a:pt x="7590" y="73670"/>
                  <a:pt x="11162" y="70098"/>
                </a:cubicBezTo>
                <a:cubicBezTo>
                  <a:pt x="22324" y="60275"/>
                  <a:pt x="34379" y="58936"/>
                  <a:pt x="40184" y="58043"/>
                </a:cubicBezTo>
                <a:lnTo>
                  <a:pt x="75009" y="54025"/>
                </a:lnTo>
                <a:close/>
                <a:moveTo>
                  <a:pt x="75009" y="54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D705F-9E9A-40CA-A689-219CFAD8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174" y="2820134"/>
            <a:ext cx="21878" cy="176361"/>
          </a:xfrm>
          <a:custGeom xmlns:a="http://schemas.openxmlformats.org/drawingml/2006/main">
            <a:pathLst>
              <a:path w="21878" h="176361">
                <a:moveTo>
                  <a:pt x="0" y="0"/>
                </a:moveTo>
                <a:lnTo>
                  <a:pt x="21878" y="0"/>
                </a:lnTo>
                <a:lnTo>
                  <a:pt x="21878" y="176361"/>
                </a:lnTo>
                <a:lnTo>
                  <a:pt x="0" y="17636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F8C2C-BD13-4844-84A8-E6B5D32F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183" y="2865229"/>
            <a:ext cx="117425" cy="135731"/>
          </a:xfrm>
          <a:custGeom xmlns:a="http://schemas.openxmlformats.org/drawingml/2006/main">
            <a:pathLst>
              <a:path w="117425" h="135731">
                <a:moveTo>
                  <a:pt x="60722" y="0"/>
                </a:moveTo>
                <a:cubicBezTo>
                  <a:pt x="74563" y="0"/>
                  <a:pt x="83046" y="4018"/>
                  <a:pt x="87511" y="6251"/>
                </a:cubicBezTo>
                <a:cubicBezTo>
                  <a:pt x="100459" y="12502"/>
                  <a:pt x="104477" y="19645"/>
                  <a:pt x="106710" y="23217"/>
                </a:cubicBezTo>
                <a:cubicBezTo>
                  <a:pt x="113407" y="32593"/>
                  <a:pt x="114746" y="41077"/>
                  <a:pt x="115639" y="45541"/>
                </a:cubicBezTo>
                <a:cubicBezTo>
                  <a:pt x="117425" y="54471"/>
                  <a:pt x="117425" y="67419"/>
                  <a:pt x="117425" y="74116"/>
                </a:cubicBezTo>
                <a:lnTo>
                  <a:pt x="23217" y="74116"/>
                </a:lnTo>
                <a:cubicBezTo>
                  <a:pt x="23664" y="93762"/>
                  <a:pt x="29468" y="101352"/>
                  <a:pt x="32147" y="105370"/>
                </a:cubicBezTo>
                <a:cubicBezTo>
                  <a:pt x="41077" y="117425"/>
                  <a:pt x="53132" y="117425"/>
                  <a:pt x="59382" y="117425"/>
                </a:cubicBezTo>
                <a:cubicBezTo>
                  <a:pt x="76349" y="117425"/>
                  <a:pt x="83046" y="109835"/>
                  <a:pt x="86171" y="105817"/>
                </a:cubicBezTo>
                <a:cubicBezTo>
                  <a:pt x="91976" y="99566"/>
                  <a:pt x="93762" y="93762"/>
                  <a:pt x="94208" y="91083"/>
                </a:cubicBezTo>
                <a:lnTo>
                  <a:pt x="115639" y="91083"/>
                </a:lnTo>
                <a:cubicBezTo>
                  <a:pt x="114746" y="98227"/>
                  <a:pt x="111621" y="104031"/>
                  <a:pt x="110282" y="106710"/>
                </a:cubicBezTo>
                <a:cubicBezTo>
                  <a:pt x="105370" y="115639"/>
                  <a:pt x="101352" y="119211"/>
                  <a:pt x="99566" y="120997"/>
                </a:cubicBezTo>
                <a:cubicBezTo>
                  <a:pt x="89743" y="130820"/>
                  <a:pt x="79921" y="133052"/>
                  <a:pt x="75009" y="133945"/>
                </a:cubicBezTo>
                <a:cubicBezTo>
                  <a:pt x="67419" y="135731"/>
                  <a:pt x="60722" y="135731"/>
                  <a:pt x="57596" y="135731"/>
                </a:cubicBezTo>
                <a:cubicBezTo>
                  <a:pt x="33486" y="135731"/>
                  <a:pt x="22324" y="124569"/>
                  <a:pt x="16966" y="118318"/>
                </a:cubicBezTo>
                <a:cubicBezTo>
                  <a:pt x="0" y="100905"/>
                  <a:pt x="0" y="79921"/>
                  <a:pt x="0" y="69652"/>
                </a:cubicBezTo>
                <a:cubicBezTo>
                  <a:pt x="0" y="38398"/>
                  <a:pt x="11162" y="25896"/>
                  <a:pt x="16966" y="19199"/>
                </a:cubicBezTo>
                <a:cubicBezTo>
                  <a:pt x="33486" y="0"/>
                  <a:pt x="51792" y="0"/>
                  <a:pt x="60722" y="0"/>
                </a:cubicBezTo>
                <a:close/>
                <a:moveTo>
                  <a:pt x="95548" y="56704"/>
                </a:moveTo>
                <a:cubicBezTo>
                  <a:pt x="93762" y="42862"/>
                  <a:pt x="90636" y="37058"/>
                  <a:pt x="89297" y="34379"/>
                </a:cubicBezTo>
                <a:cubicBezTo>
                  <a:pt x="80367" y="18752"/>
                  <a:pt x="66526" y="18752"/>
                  <a:pt x="59382" y="18752"/>
                </a:cubicBezTo>
                <a:cubicBezTo>
                  <a:pt x="44648" y="18752"/>
                  <a:pt x="37951" y="25896"/>
                  <a:pt x="34379" y="29468"/>
                </a:cubicBezTo>
                <a:cubicBezTo>
                  <a:pt x="24557" y="40184"/>
                  <a:pt x="24110" y="51346"/>
                  <a:pt x="23664" y="56704"/>
                </a:cubicBezTo>
                <a:lnTo>
                  <a:pt x="95548" y="56704"/>
                </a:lnTo>
                <a:close/>
                <a:moveTo>
                  <a:pt x="95548" y="56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FC6DB-CCC0-486B-97E3-582D54A0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482" y="2864783"/>
            <a:ext cx="105817" cy="137071"/>
          </a:xfrm>
          <a:custGeom xmlns:a="http://schemas.openxmlformats.org/drawingml/2006/main">
            <a:pathLst>
              <a:path w="105817" h="137071">
                <a:moveTo>
                  <a:pt x="20538" y="91529"/>
                </a:moveTo>
                <a:cubicBezTo>
                  <a:pt x="21431" y="102245"/>
                  <a:pt x="24557" y="106263"/>
                  <a:pt x="25896" y="108049"/>
                </a:cubicBezTo>
                <a:cubicBezTo>
                  <a:pt x="33933" y="118318"/>
                  <a:pt x="47774" y="118318"/>
                  <a:pt x="54025" y="118318"/>
                </a:cubicBezTo>
                <a:cubicBezTo>
                  <a:pt x="66080" y="118318"/>
                  <a:pt x="72330" y="115193"/>
                  <a:pt x="75456" y="113407"/>
                </a:cubicBezTo>
                <a:cubicBezTo>
                  <a:pt x="84386" y="108049"/>
                  <a:pt x="84386" y="100905"/>
                  <a:pt x="84386" y="96887"/>
                </a:cubicBezTo>
                <a:cubicBezTo>
                  <a:pt x="84386" y="88850"/>
                  <a:pt x="79921" y="86171"/>
                  <a:pt x="77242" y="84386"/>
                </a:cubicBezTo>
                <a:cubicBezTo>
                  <a:pt x="72777" y="81707"/>
                  <a:pt x="63401" y="79474"/>
                  <a:pt x="58489" y="78135"/>
                </a:cubicBezTo>
                <a:lnTo>
                  <a:pt x="41523" y="74116"/>
                </a:lnTo>
                <a:cubicBezTo>
                  <a:pt x="25003" y="70098"/>
                  <a:pt x="20092" y="66526"/>
                  <a:pt x="17413" y="65187"/>
                </a:cubicBezTo>
                <a:cubicBezTo>
                  <a:pt x="3125" y="56257"/>
                  <a:pt x="3125" y="45988"/>
                  <a:pt x="3125" y="40630"/>
                </a:cubicBezTo>
                <a:cubicBezTo>
                  <a:pt x="3125" y="22324"/>
                  <a:pt x="12055" y="14734"/>
                  <a:pt x="16520" y="11162"/>
                </a:cubicBezTo>
                <a:cubicBezTo>
                  <a:pt x="29468" y="0"/>
                  <a:pt x="44648" y="0"/>
                  <a:pt x="51792" y="0"/>
                </a:cubicBezTo>
                <a:cubicBezTo>
                  <a:pt x="80814" y="0"/>
                  <a:pt x="89743" y="11162"/>
                  <a:pt x="93762" y="16966"/>
                </a:cubicBezTo>
                <a:cubicBezTo>
                  <a:pt x="101798" y="27682"/>
                  <a:pt x="101798" y="36165"/>
                  <a:pt x="101798" y="40184"/>
                </a:cubicBezTo>
                <a:lnTo>
                  <a:pt x="81260" y="40184"/>
                </a:lnTo>
                <a:cubicBezTo>
                  <a:pt x="80367" y="33040"/>
                  <a:pt x="77688" y="29021"/>
                  <a:pt x="75902" y="26789"/>
                </a:cubicBezTo>
                <a:cubicBezTo>
                  <a:pt x="68759" y="18306"/>
                  <a:pt x="56257" y="18306"/>
                  <a:pt x="50453" y="18306"/>
                </a:cubicBezTo>
                <a:cubicBezTo>
                  <a:pt x="37951" y="18306"/>
                  <a:pt x="33933" y="21431"/>
                  <a:pt x="31700" y="22771"/>
                </a:cubicBezTo>
                <a:cubicBezTo>
                  <a:pt x="25450" y="27682"/>
                  <a:pt x="25450" y="33040"/>
                  <a:pt x="25450" y="35272"/>
                </a:cubicBezTo>
                <a:cubicBezTo>
                  <a:pt x="25450" y="43755"/>
                  <a:pt x="30807" y="46881"/>
                  <a:pt x="33486" y="48667"/>
                </a:cubicBezTo>
                <a:cubicBezTo>
                  <a:pt x="38398" y="51792"/>
                  <a:pt x="44648" y="53132"/>
                  <a:pt x="47774" y="54025"/>
                </a:cubicBezTo>
                <a:lnTo>
                  <a:pt x="62061" y="57596"/>
                </a:lnTo>
                <a:cubicBezTo>
                  <a:pt x="85279" y="63401"/>
                  <a:pt x="90636" y="66973"/>
                  <a:pt x="93315" y="68312"/>
                </a:cubicBezTo>
                <a:cubicBezTo>
                  <a:pt x="105817" y="76795"/>
                  <a:pt x="105817" y="88850"/>
                  <a:pt x="105817" y="94655"/>
                </a:cubicBezTo>
                <a:cubicBezTo>
                  <a:pt x="105817" y="111621"/>
                  <a:pt x="97334" y="120104"/>
                  <a:pt x="92869" y="124123"/>
                </a:cubicBezTo>
                <a:cubicBezTo>
                  <a:pt x="79921" y="137071"/>
                  <a:pt x="62061" y="137071"/>
                  <a:pt x="53132" y="137071"/>
                </a:cubicBezTo>
                <a:cubicBezTo>
                  <a:pt x="24557" y="137071"/>
                  <a:pt x="16520" y="128141"/>
                  <a:pt x="12502" y="123676"/>
                </a:cubicBezTo>
                <a:cubicBezTo>
                  <a:pt x="446" y="110728"/>
                  <a:pt x="0" y="97780"/>
                  <a:pt x="0" y="91529"/>
                </a:cubicBezTo>
                <a:lnTo>
                  <a:pt x="20538" y="91529"/>
                </a:lnTo>
                <a:close/>
                <a:moveTo>
                  <a:pt x="20538" y="9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91093-3024-4F8E-8DFA-A93E921F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52" y="2981399"/>
            <a:ext cx="139861" cy="1331975"/>
          </a:xfrm>
          <a:custGeom xmlns:a="http://schemas.openxmlformats.org/drawingml/2006/main">
            <a:pathLst>
              <a:path w="139861" h="1331975" fill="none">
                <a:moveTo>
                  <a:pt x="139861" y="1331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43" cap="flat">
            <a:solidFill>
              <a:srgbClr val="FEFFFE"/>
            </a:solidFill>
            <a:miter/>
          </a:ln>
        </p:spPr>
      </p:sp>
      <p:sp>
        <p:nvSpPr>
          <p:cNvPr id="1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ABCB8-45B5-4D19-A08C-BC702E6A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769" y="1678781"/>
            <a:ext cx="134280" cy="15069"/>
          </a:xfrm>
          <a:custGeom xmlns:a="http://schemas.openxmlformats.org/drawingml/2006/main">
            <a:pathLst>
              <a:path w="134280" h="15069" fill="none">
                <a:moveTo>
                  <a:pt x="0" y="15069"/>
                </a:moveTo>
                <a:lnTo>
                  <a:pt x="2707" y="14626"/>
                </a:lnTo>
                <a:lnTo>
                  <a:pt x="5416" y="14190"/>
                </a:lnTo>
                <a:lnTo>
                  <a:pt x="8126" y="13760"/>
                </a:lnTo>
                <a:lnTo>
                  <a:pt x="10837" y="13337"/>
                </a:lnTo>
                <a:lnTo>
                  <a:pt x="13549" y="12921"/>
                </a:lnTo>
                <a:lnTo>
                  <a:pt x="16262" y="12510"/>
                </a:lnTo>
                <a:lnTo>
                  <a:pt x="18976" y="12106"/>
                </a:lnTo>
                <a:lnTo>
                  <a:pt x="21692" y="11708"/>
                </a:lnTo>
                <a:lnTo>
                  <a:pt x="24408" y="11315"/>
                </a:lnTo>
                <a:lnTo>
                  <a:pt x="27126" y="10929"/>
                </a:lnTo>
                <a:lnTo>
                  <a:pt x="29845" y="10547"/>
                </a:lnTo>
                <a:lnTo>
                  <a:pt x="32565" y="10171"/>
                </a:lnTo>
                <a:lnTo>
                  <a:pt x="35287" y="9801"/>
                </a:lnTo>
                <a:lnTo>
                  <a:pt x="38009" y="9435"/>
                </a:lnTo>
                <a:lnTo>
                  <a:pt x="40733" y="9075"/>
                </a:lnTo>
                <a:lnTo>
                  <a:pt x="43458" y="8719"/>
                </a:lnTo>
                <a:lnTo>
                  <a:pt x="46184" y="8368"/>
                </a:lnTo>
                <a:lnTo>
                  <a:pt x="48911" y="8021"/>
                </a:lnTo>
                <a:lnTo>
                  <a:pt x="51639" y="7679"/>
                </a:lnTo>
                <a:lnTo>
                  <a:pt x="54369" y="7341"/>
                </a:lnTo>
                <a:lnTo>
                  <a:pt x="57099" y="7007"/>
                </a:lnTo>
                <a:lnTo>
                  <a:pt x="59831" y="6677"/>
                </a:lnTo>
                <a:lnTo>
                  <a:pt x="62564" y="6350"/>
                </a:lnTo>
                <a:lnTo>
                  <a:pt x="65298" y="6028"/>
                </a:lnTo>
                <a:lnTo>
                  <a:pt x="68160" y="5710"/>
                </a:lnTo>
                <a:lnTo>
                  <a:pt x="71023" y="5397"/>
                </a:lnTo>
                <a:lnTo>
                  <a:pt x="73889" y="5091"/>
                </a:lnTo>
                <a:lnTo>
                  <a:pt x="76757" y="4790"/>
                </a:lnTo>
                <a:lnTo>
                  <a:pt x="79626" y="4496"/>
                </a:lnTo>
                <a:lnTo>
                  <a:pt x="82497" y="4207"/>
                </a:lnTo>
                <a:lnTo>
                  <a:pt x="85369" y="3924"/>
                </a:lnTo>
                <a:lnTo>
                  <a:pt x="88243" y="3646"/>
                </a:lnTo>
                <a:lnTo>
                  <a:pt x="91117" y="3375"/>
                </a:lnTo>
                <a:lnTo>
                  <a:pt x="93993" y="3109"/>
                </a:lnTo>
                <a:lnTo>
                  <a:pt x="96870" y="2849"/>
                </a:lnTo>
                <a:lnTo>
                  <a:pt x="99747" y="2595"/>
                </a:lnTo>
                <a:lnTo>
                  <a:pt x="102625" y="2347"/>
                </a:lnTo>
                <a:lnTo>
                  <a:pt x="105504" y="2105"/>
                </a:lnTo>
                <a:lnTo>
                  <a:pt x="108383" y="1868"/>
                </a:lnTo>
                <a:lnTo>
                  <a:pt x="111261" y="1637"/>
                </a:lnTo>
                <a:lnTo>
                  <a:pt x="114140" y="1412"/>
                </a:lnTo>
                <a:lnTo>
                  <a:pt x="117019" y="1193"/>
                </a:lnTo>
                <a:lnTo>
                  <a:pt x="119897" y="980"/>
                </a:lnTo>
                <a:lnTo>
                  <a:pt x="122775" y="772"/>
                </a:lnTo>
                <a:lnTo>
                  <a:pt x="125653" y="570"/>
                </a:lnTo>
                <a:lnTo>
                  <a:pt x="128530" y="374"/>
                </a:lnTo>
                <a:lnTo>
                  <a:pt x="131405" y="184"/>
                </a:lnTo>
                <a:lnTo>
                  <a:pt x="134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1" cap="flat">
            <a:solidFill>
              <a:srgbClr val="BDBEBD"/>
            </a:solidFill>
            <a:miter/>
          </a:ln>
        </p:spPr>
      </p:sp>
      <p:sp>
        <p:nvSpPr>
          <p:cNvPr id="1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CCA98-EBD1-46E8-9F38-46951335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54" y="1857821"/>
            <a:ext cx="131490" cy="13060"/>
          </a:xfrm>
          <a:custGeom xmlns:a="http://schemas.openxmlformats.org/drawingml/2006/main">
            <a:pathLst>
              <a:path w="131490" h="13060" fill="none">
                <a:moveTo>
                  <a:pt x="0" y="13060"/>
                </a:moveTo>
                <a:cubicBezTo>
                  <a:pt x="21654" y="9265"/>
                  <a:pt x="43421" y="6251"/>
                  <a:pt x="65298" y="4130"/>
                </a:cubicBezTo>
                <a:cubicBezTo>
                  <a:pt x="87288" y="1898"/>
                  <a:pt x="109389" y="558"/>
                  <a:pt x="13149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811" cap="flat">
            <a:solidFill>
              <a:srgbClr val="BDBEBD"/>
            </a:solidFill>
            <a:miter/>
          </a:ln>
        </p:spPr>
      </p:sp>
      <p:sp>
        <p:nvSpPr>
          <p:cNvPr id="1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34C24-1F3D-45CF-AA01-282DDFD1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37" y="2038201"/>
            <a:ext cx="131490" cy="13171"/>
          </a:xfrm>
          <a:custGeom xmlns:a="http://schemas.openxmlformats.org/drawingml/2006/main">
            <a:pathLst>
              <a:path w="131490" h="13171" fill="none">
                <a:moveTo>
                  <a:pt x="0" y="13171"/>
                </a:moveTo>
                <a:cubicBezTo>
                  <a:pt x="21654" y="9376"/>
                  <a:pt x="43421" y="6362"/>
                  <a:pt x="65298" y="4130"/>
                </a:cubicBezTo>
                <a:cubicBezTo>
                  <a:pt x="87288" y="2009"/>
                  <a:pt x="109389" y="558"/>
                  <a:pt x="13149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811" cap="flat">
            <a:solidFill>
              <a:srgbClr val="BDBEBD"/>
            </a:solidFill>
            <a:miter/>
          </a:ln>
        </p:spPr>
      </p:sp>
      <p:sp>
        <p:nvSpPr>
          <p:cNvPr id="1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E8826-A6A1-45E3-B02B-040D06F5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93" y="1290117"/>
            <a:ext cx="152586" cy="16966"/>
          </a:xfrm>
          <a:custGeom xmlns:a="http://schemas.openxmlformats.org/drawingml/2006/main">
            <a:pathLst>
              <a:path w="152586" h="16966" fill="none">
                <a:moveTo>
                  <a:pt x="0" y="16966"/>
                </a:moveTo>
                <a:lnTo>
                  <a:pt x="2972" y="16564"/>
                </a:lnTo>
                <a:lnTo>
                  <a:pt x="5946" y="16164"/>
                </a:lnTo>
                <a:lnTo>
                  <a:pt x="8921" y="15768"/>
                </a:lnTo>
                <a:lnTo>
                  <a:pt x="11896" y="15375"/>
                </a:lnTo>
                <a:lnTo>
                  <a:pt x="14873" y="14985"/>
                </a:lnTo>
                <a:lnTo>
                  <a:pt x="17851" y="14598"/>
                </a:lnTo>
                <a:lnTo>
                  <a:pt x="20829" y="14214"/>
                </a:lnTo>
                <a:lnTo>
                  <a:pt x="23808" y="13833"/>
                </a:lnTo>
                <a:lnTo>
                  <a:pt x="26788" y="13454"/>
                </a:lnTo>
                <a:lnTo>
                  <a:pt x="29769" y="13078"/>
                </a:lnTo>
                <a:lnTo>
                  <a:pt x="32751" y="12705"/>
                </a:lnTo>
                <a:lnTo>
                  <a:pt x="35733" y="12334"/>
                </a:lnTo>
                <a:lnTo>
                  <a:pt x="38715" y="11966"/>
                </a:lnTo>
                <a:lnTo>
                  <a:pt x="41699" y="11599"/>
                </a:lnTo>
                <a:lnTo>
                  <a:pt x="44682" y="11235"/>
                </a:lnTo>
                <a:lnTo>
                  <a:pt x="47666" y="10873"/>
                </a:lnTo>
                <a:lnTo>
                  <a:pt x="50651" y="10512"/>
                </a:lnTo>
                <a:lnTo>
                  <a:pt x="53636" y="10154"/>
                </a:lnTo>
                <a:lnTo>
                  <a:pt x="56621" y="9797"/>
                </a:lnTo>
                <a:lnTo>
                  <a:pt x="59606" y="9442"/>
                </a:lnTo>
                <a:lnTo>
                  <a:pt x="62592" y="9089"/>
                </a:lnTo>
                <a:lnTo>
                  <a:pt x="65577" y="8737"/>
                </a:lnTo>
                <a:lnTo>
                  <a:pt x="68563" y="8386"/>
                </a:lnTo>
                <a:lnTo>
                  <a:pt x="71549" y="8037"/>
                </a:lnTo>
                <a:lnTo>
                  <a:pt x="74926" y="7662"/>
                </a:lnTo>
                <a:lnTo>
                  <a:pt x="78302" y="7290"/>
                </a:lnTo>
                <a:lnTo>
                  <a:pt x="81679" y="6922"/>
                </a:lnTo>
                <a:lnTo>
                  <a:pt x="85055" y="6558"/>
                </a:lnTo>
                <a:lnTo>
                  <a:pt x="88432" y="6197"/>
                </a:lnTo>
                <a:lnTo>
                  <a:pt x="91808" y="5839"/>
                </a:lnTo>
                <a:lnTo>
                  <a:pt x="95185" y="5485"/>
                </a:lnTo>
                <a:lnTo>
                  <a:pt x="98561" y="5135"/>
                </a:lnTo>
                <a:lnTo>
                  <a:pt x="101938" y="4787"/>
                </a:lnTo>
                <a:lnTo>
                  <a:pt x="105315" y="4444"/>
                </a:lnTo>
                <a:lnTo>
                  <a:pt x="108691" y="4104"/>
                </a:lnTo>
                <a:lnTo>
                  <a:pt x="112068" y="3767"/>
                </a:lnTo>
                <a:lnTo>
                  <a:pt x="115444" y="3434"/>
                </a:lnTo>
                <a:lnTo>
                  <a:pt x="118821" y="3104"/>
                </a:lnTo>
                <a:lnTo>
                  <a:pt x="122197" y="2778"/>
                </a:lnTo>
                <a:lnTo>
                  <a:pt x="125574" y="2456"/>
                </a:lnTo>
                <a:lnTo>
                  <a:pt x="128950" y="2136"/>
                </a:lnTo>
                <a:lnTo>
                  <a:pt x="132327" y="1821"/>
                </a:lnTo>
                <a:lnTo>
                  <a:pt x="135703" y="1509"/>
                </a:lnTo>
                <a:lnTo>
                  <a:pt x="139080" y="1200"/>
                </a:lnTo>
                <a:lnTo>
                  <a:pt x="142456" y="895"/>
                </a:lnTo>
                <a:lnTo>
                  <a:pt x="145833" y="593"/>
                </a:lnTo>
                <a:lnTo>
                  <a:pt x="149209" y="295"/>
                </a:lnTo>
                <a:lnTo>
                  <a:pt x="15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1" cap="flat">
            <a:solidFill>
              <a:srgbClr val="BDBEBD"/>
            </a:solidFill>
            <a:miter/>
          </a:ln>
        </p:spPr>
      </p:sp>
      <p:sp>
        <p:nvSpPr>
          <p:cNvPr id="1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D2C3C0-9797-44B4-B00C-6D72E5A7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095" y="1111411"/>
            <a:ext cx="161516" cy="18306"/>
          </a:xfrm>
          <a:custGeom xmlns:a="http://schemas.openxmlformats.org/drawingml/2006/main">
            <a:pathLst>
              <a:path w="161516" h="18306" fill="none">
                <a:moveTo>
                  <a:pt x="0" y="18306"/>
                </a:moveTo>
                <a:lnTo>
                  <a:pt x="2972" y="17903"/>
                </a:lnTo>
                <a:lnTo>
                  <a:pt x="5944" y="17503"/>
                </a:lnTo>
                <a:lnTo>
                  <a:pt x="8916" y="17107"/>
                </a:lnTo>
                <a:lnTo>
                  <a:pt x="11888" y="16714"/>
                </a:lnTo>
                <a:lnTo>
                  <a:pt x="14861" y="16324"/>
                </a:lnTo>
                <a:lnTo>
                  <a:pt x="17833" y="15937"/>
                </a:lnTo>
                <a:lnTo>
                  <a:pt x="20806" y="15553"/>
                </a:lnTo>
                <a:lnTo>
                  <a:pt x="23779" y="15172"/>
                </a:lnTo>
                <a:lnTo>
                  <a:pt x="26753" y="14794"/>
                </a:lnTo>
                <a:lnTo>
                  <a:pt x="29727" y="14418"/>
                </a:lnTo>
                <a:lnTo>
                  <a:pt x="32702" y="14045"/>
                </a:lnTo>
                <a:lnTo>
                  <a:pt x="35677" y="13674"/>
                </a:lnTo>
                <a:lnTo>
                  <a:pt x="38653" y="13305"/>
                </a:lnTo>
                <a:lnTo>
                  <a:pt x="41629" y="12939"/>
                </a:lnTo>
                <a:lnTo>
                  <a:pt x="44606" y="12574"/>
                </a:lnTo>
                <a:lnTo>
                  <a:pt x="47584" y="12212"/>
                </a:lnTo>
                <a:lnTo>
                  <a:pt x="50562" y="11852"/>
                </a:lnTo>
                <a:lnTo>
                  <a:pt x="53541" y="11493"/>
                </a:lnTo>
                <a:lnTo>
                  <a:pt x="56522" y="11137"/>
                </a:lnTo>
                <a:lnTo>
                  <a:pt x="59503" y="10782"/>
                </a:lnTo>
                <a:lnTo>
                  <a:pt x="62485" y="10428"/>
                </a:lnTo>
                <a:lnTo>
                  <a:pt x="65468" y="10076"/>
                </a:lnTo>
                <a:lnTo>
                  <a:pt x="68452" y="9726"/>
                </a:lnTo>
                <a:lnTo>
                  <a:pt x="71437" y="9376"/>
                </a:lnTo>
                <a:lnTo>
                  <a:pt x="75191" y="8945"/>
                </a:lnTo>
                <a:lnTo>
                  <a:pt x="78944" y="8518"/>
                </a:lnTo>
                <a:lnTo>
                  <a:pt x="82697" y="8094"/>
                </a:lnTo>
                <a:lnTo>
                  <a:pt x="86451" y="7674"/>
                </a:lnTo>
                <a:lnTo>
                  <a:pt x="90204" y="7257"/>
                </a:lnTo>
                <a:lnTo>
                  <a:pt x="93957" y="6844"/>
                </a:lnTo>
                <a:lnTo>
                  <a:pt x="97710" y="6434"/>
                </a:lnTo>
                <a:lnTo>
                  <a:pt x="101464" y="6028"/>
                </a:lnTo>
                <a:lnTo>
                  <a:pt x="105217" y="5625"/>
                </a:lnTo>
                <a:lnTo>
                  <a:pt x="108970" y="5225"/>
                </a:lnTo>
                <a:lnTo>
                  <a:pt x="112723" y="4829"/>
                </a:lnTo>
                <a:lnTo>
                  <a:pt x="116477" y="4437"/>
                </a:lnTo>
                <a:lnTo>
                  <a:pt x="120230" y="4048"/>
                </a:lnTo>
                <a:lnTo>
                  <a:pt x="123983" y="3663"/>
                </a:lnTo>
                <a:lnTo>
                  <a:pt x="127736" y="3281"/>
                </a:lnTo>
                <a:lnTo>
                  <a:pt x="131490" y="2902"/>
                </a:lnTo>
                <a:lnTo>
                  <a:pt x="135243" y="2527"/>
                </a:lnTo>
                <a:lnTo>
                  <a:pt x="138996" y="2156"/>
                </a:lnTo>
                <a:lnTo>
                  <a:pt x="142749" y="1788"/>
                </a:lnTo>
                <a:lnTo>
                  <a:pt x="146503" y="1423"/>
                </a:lnTo>
                <a:lnTo>
                  <a:pt x="150256" y="1062"/>
                </a:lnTo>
                <a:lnTo>
                  <a:pt x="154009" y="705"/>
                </a:lnTo>
                <a:lnTo>
                  <a:pt x="157762" y="351"/>
                </a:lnTo>
                <a:lnTo>
                  <a:pt x="1615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1" cap="flat">
            <a:solidFill>
              <a:srgbClr val="BDBEBD"/>
            </a:solidFill>
            <a:miter/>
          </a:ln>
        </p:spPr>
      </p:sp>
      <p:sp>
        <p:nvSpPr>
          <p:cNvPr id="1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80C22-F149-4E90-B6BB-A71799FC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984" y="931143"/>
            <a:ext cx="174575" cy="17859"/>
          </a:xfrm>
          <a:custGeom xmlns:a="http://schemas.openxmlformats.org/drawingml/2006/main">
            <a:pathLst>
              <a:path w="174575" h="17859" fill="none">
                <a:moveTo>
                  <a:pt x="0" y="17859"/>
                </a:moveTo>
                <a:lnTo>
                  <a:pt x="2972" y="17443"/>
                </a:lnTo>
                <a:lnTo>
                  <a:pt x="5944" y="17029"/>
                </a:lnTo>
                <a:lnTo>
                  <a:pt x="8916" y="16620"/>
                </a:lnTo>
                <a:lnTo>
                  <a:pt x="11888" y="16213"/>
                </a:lnTo>
                <a:lnTo>
                  <a:pt x="14861" y="15811"/>
                </a:lnTo>
                <a:lnTo>
                  <a:pt x="17833" y="15412"/>
                </a:lnTo>
                <a:lnTo>
                  <a:pt x="20806" y="15018"/>
                </a:lnTo>
                <a:lnTo>
                  <a:pt x="23779" y="14626"/>
                </a:lnTo>
                <a:lnTo>
                  <a:pt x="26753" y="14239"/>
                </a:lnTo>
                <a:lnTo>
                  <a:pt x="29727" y="13856"/>
                </a:lnTo>
                <a:lnTo>
                  <a:pt x="32702" y="13477"/>
                </a:lnTo>
                <a:lnTo>
                  <a:pt x="35677" y="13102"/>
                </a:lnTo>
                <a:lnTo>
                  <a:pt x="38653" y="12730"/>
                </a:lnTo>
                <a:lnTo>
                  <a:pt x="41629" y="12363"/>
                </a:lnTo>
                <a:lnTo>
                  <a:pt x="44606" y="12000"/>
                </a:lnTo>
                <a:lnTo>
                  <a:pt x="47584" y="11642"/>
                </a:lnTo>
                <a:lnTo>
                  <a:pt x="50562" y="11287"/>
                </a:lnTo>
                <a:lnTo>
                  <a:pt x="53541" y="10937"/>
                </a:lnTo>
                <a:lnTo>
                  <a:pt x="56522" y="10591"/>
                </a:lnTo>
                <a:lnTo>
                  <a:pt x="59503" y="10250"/>
                </a:lnTo>
                <a:lnTo>
                  <a:pt x="62485" y="9913"/>
                </a:lnTo>
                <a:lnTo>
                  <a:pt x="65468" y="9581"/>
                </a:lnTo>
                <a:lnTo>
                  <a:pt x="68452" y="9253"/>
                </a:lnTo>
                <a:lnTo>
                  <a:pt x="71437" y="8930"/>
                </a:lnTo>
                <a:lnTo>
                  <a:pt x="75722" y="8473"/>
                </a:lnTo>
                <a:lnTo>
                  <a:pt x="80007" y="8023"/>
                </a:lnTo>
                <a:lnTo>
                  <a:pt x="84293" y="7580"/>
                </a:lnTo>
                <a:lnTo>
                  <a:pt x="88581" y="7144"/>
                </a:lnTo>
                <a:lnTo>
                  <a:pt x="92869" y="6716"/>
                </a:lnTo>
                <a:lnTo>
                  <a:pt x="97159" y="6294"/>
                </a:lnTo>
                <a:lnTo>
                  <a:pt x="101450" y="5880"/>
                </a:lnTo>
                <a:lnTo>
                  <a:pt x="105742" y="5474"/>
                </a:lnTo>
                <a:lnTo>
                  <a:pt x="110036" y="5074"/>
                </a:lnTo>
                <a:lnTo>
                  <a:pt x="114330" y="4682"/>
                </a:lnTo>
                <a:lnTo>
                  <a:pt x="118626" y="4298"/>
                </a:lnTo>
                <a:lnTo>
                  <a:pt x="122923" y="3921"/>
                </a:lnTo>
                <a:lnTo>
                  <a:pt x="127221" y="3551"/>
                </a:lnTo>
                <a:lnTo>
                  <a:pt x="131520" y="3189"/>
                </a:lnTo>
                <a:lnTo>
                  <a:pt x="135820" y="2835"/>
                </a:lnTo>
                <a:lnTo>
                  <a:pt x="140122" y="2489"/>
                </a:lnTo>
                <a:lnTo>
                  <a:pt x="144424" y="2150"/>
                </a:lnTo>
                <a:lnTo>
                  <a:pt x="148728" y="1819"/>
                </a:lnTo>
                <a:lnTo>
                  <a:pt x="153033" y="1496"/>
                </a:lnTo>
                <a:lnTo>
                  <a:pt x="157339" y="1181"/>
                </a:lnTo>
                <a:lnTo>
                  <a:pt x="161647" y="874"/>
                </a:lnTo>
                <a:lnTo>
                  <a:pt x="165955" y="574"/>
                </a:lnTo>
                <a:lnTo>
                  <a:pt x="170265" y="283"/>
                </a:lnTo>
                <a:lnTo>
                  <a:pt x="174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1" cap="flat">
            <a:solidFill>
              <a:srgbClr val="BDBEBD"/>
            </a:solidFill>
            <a:miter/>
          </a:ln>
        </p:spPr>
      </p:sp>
      <p:sp>
        <p:nvSpPr>
          <p:cNvPr id="1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EDEA8-3FF1-4986-AD26-DCB5896E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764" y="542702"/>
            <a:ext cx="183840" cy="21096"/>
          </a:xfrm>
          <a:custGeom xmlns:a="http://schemas.openxmlformats.org/drawingml/2006/main">
            <a:pathLst>
              <a:path w="183840" h="21096" fill="none">
                <a:moveTo>
                  <a:pt x="0" y="21096"/>
                </a:moveTo>
                <a:lnTo>
                  <a:pt x="2985" y="20706"/>
                </a:lnTo>
                <a:lnTo>
                  <a:pt x="5970" y="20317"/>
                </a:lnTo>
                <a:lnTo>
                  <a:pt x="8953" y="19930"/>
                </a:lnTo>
                <a:lnTo>
                  <a:pt x="11935" y="19544"/>
                </a:lnTo>
                <a:lnTo>
                  <a:pt x="14917" y="19159"/>
                </a:lnTo>
                <a:lnTo>
                  <a:pt x="17898" y="18775"/>
                </a:lnTo>
                <a:lnTo>
                  <a:pt x="20878" y="18393"/>
                </a:lnTo>
                <a:lnTo>
                  <a:pt x="23858" y="18012"/>
                </a:lnTo>
                <a:lnTo>
                  <a:pt x="26837" y="17633"/>
                </a:lnTo>
                <a:lnTo>
                  <a:pt x="29817" y="17256"/>
                </a:lnTo>
                <a:lnTo>
                  <a:pt x="32796" y="16880"/>
                </a:lnTo>
                <a:lnTo>
                  <a:pt x="35775" y="16506"/>
                </a:lnTo>
                <a:lnTo>
                  <a:pt x="38753" y="16134"/>
                </a:lnTo>
                <a:lnTo>
                  <a:pt x="41732" y="15763"/>
                </a:lnTo>
                <a:lnTo>
                  <a:pt x="44712" y="15394"/>
                </a:lnTo>
                <a:lnTo>
                  <a:pt x="47691" y="15028"/>
                </a:lnTo>
                <a:lnTo>
                  <a:pt x="50671" y="14663"/>
                </a:lnTo>
                <a:lnTo>
                  <a:pt x="53651" y="14300"/>
                </a:lnTo>
                <a:lnTo>
                  <a:pt x="56632" y="13939"/>
                </a:lnTo>
                <a:lnTo>
                  <a:pt x="59614" y="13580"/>
                </a:lnTo>
                <a:lnTo>
                  <a:pt x="62596" y="13223"/>
                </a:lnTo>
                <a:lnTo>
                  <a:pt x="65580" y="12869"/>
                </a:lnTo>
                <a:lnTo>
                  <a:pt x="68564" y="12517"/>
                </a:lnTo>
                <a:lnTo>
                  <a:pt x="71549" y="12167"/>
                </a:lnTo>
                <a:lnTo>
                  <a:pt x="76223" y="11624"/>
                </a:lnTo>
                <a:lnTo>
                  <a:pt x="80897" y="11083"/>
                </a:lnTo>
                <a:lnTo>
                  <a:pt x="85572" y="10545"/>
                </a:lnTo>
                <a:lnTo>
                  <a:pt x="90246" y="10010"/>
                </a:lnTo>
                <a:lnTo>
                  <a:pt x="94921" y="9477"/>
                </a:lnTo>
                <a:lnTo>
                  <a:pt x="99596" y="8947"/>
                </a:lnTo>
                <a:lnTo>
                  <a:pt x="104271" y="8420"/>
                </a:lnTo>
                <a:lnTo>
                  <a:pt x="108946" y="7896"/>
                </a:lnTo>
                <a:lnTo>
                  <a:pt x="113622" y="7375"/>
                </a:lnTo>
                <a:lnTo>
                  <a:pt x="118299" y="6858"/>
                </a:lnTo>
                <a:lnTo>
                  <a:pt x="122975" y="6343"/>
                </a:lnTo>
                <a:lnTo>
                  <a:pt x="127653" y="5832"/>
                </a:lnTo>
                <a:lnTo>
                  <a:pt x="132331" y="5325"/>
                </a:lnTo>
                <a:lnTo>
                  <a:pt x="137009" y="4821"/>
                </a:lnTo>
                <a:lnTo>
                  <a:pt x="141688" y="4321"/>
                </a:lnTo>
                <a:lnTo>
                  <a:pt x="146368" y="3824"/>
                </a:lnTo>
                <a:lnTo>
                  <a:pt x="151049" y="3331"/>
                </a:lnTo>
                <a:lnTo>
                  <a:pt x="155731" y="2843"/>
                </a:lnTo>
                <a:lnTo>
                  <a:pt x="160413" y="2358"/>
                </a:lnTo>
                <a:lnTo>
                  <a:pt x="165096" y="1878"/>
                </a:lnTo>
                <a:lnTo>
                  <a:pt x="169781" y="1402"/>
                </a:lnTo>
                <a:lnTo>
                  <a:pt x="174466" y="930"/>
                </a:lnTo>
                <a:lnTo>
                  <a:pt x="179152" y="463"/>
                </a:lnTo>
                <a:lnTo>
                  <a:pt x="183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1" cap="flat">
            <a:solidFill>
              <a:srgbClr val="BDBEBD"/>
            </a:solidFill>
            <a:miter/>
          </a:ln>
        </p:spPr>
      </p:sp>
      <p:sp>
        <p:nvSpPr>
          <p:cNvPr id="1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C17B2-C7BE-4358-ABBD-0D2F95CF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552" y="365447"/>
            <a:ext cx="197011" cy="18641"/>
          </a:xfrm>
          <a:custGeom xmlns:a="http://schemas.openxmlformats.org/drawingml/2006/main">
            <a:pathLst>
              <a:path w="197011" h="18641" fill="none">
                <a:moveTo>
                  <a:pt x="0" y="18641"/>
                </a:moveTo>
                <a:lnTo>
                  <a:pt x="3781" y="18265"/>
                </a:lnTo>
                <a:lnTo>
                  <a:pt x="7562" y="17890"/>
                </a:lnTo>
                <a:lnTo>
                  <a:pt x="11344" y="17516"/>
                </a:lnTo>
                <a:lnTo>
                  <a:pt x="15125" y="17143"/>
                </a:lnTo>
                <a:lnTo>
                  <a:pt x="18907" y="16771"/>
                </a:lnTo>
                <a:lnTo>
                  <a:pt x="22689" y="16400"/>
                </a:lnTo>
                <a:lnTo>
                  <a:pt x="26471" y="16029"/>
                </a:lnTo>
                <a:lnTo>
                  <a:pt x="30253" y="15660"/>
                </a:lnTo>
                <a:lnTo>
                  <a:pt x="34036" y="15291"/>
                </a:lnTo>
                <a:lnTo>
                  <a:pt x="37820" y="14924"/>
                </a:lnTo>
                <a:lnTo>
                  <a:pt x="41604" y="14556"/>
                </a:lnTo>
                <a:lnTo>
                  <a:pt x="45388" y="14190"/>
                </a:lnTo>
                <a:lnTo>
                  <a:pt x="49173" y="13824"/>
                </a:lnTo>
                <a:lnTo>
                  <a:pt x="52958" y="13458"/>
                </a:lnTo>
                <a:lnTo>
                  <a:pt x="56745" y="13093"/>
                </a:lnTo>
                <a:lnTo>
                  <a:pt x="60532" y="12729"/>
                </a:lnTo>
                <a:lnTo>
                  <a:pt x="64319" y="12365"/>
                </a:lnTo>
                <a:lnTo>
                  <a:pt x="68108" y="12001"/>
                </a:lnTo>
                <a:lnTo>
                  <a:pt x="71898" y="11638"/>
                </a:lnTo>
                <a:lnTo>
                  <a:pt x="75688" y="11274"/>
                </a:lnTo>
                <a:lnTo>
                  <a:pt x="79479" y="10911"/>
                </a:lnTo>
                <a:lnTo>
                  <a:pt x="83272" y="10548"/>
                </a:lnTo>
                <a:lnTo>
                  <a:pt x="87065" y="10185"/>
                </a:lnTo>
                <a:lnTo>
                  <a:pt x="90860" y="9823"/>
                </a:lnTo>
                <a:lnTo>
                  <a:pt x="95283" y="9405"/>
                </a:lnTo>
                <a:lnTo>
                  <a:pt x="99706" y="8988"/>
                </a:lnTo>
                <a:lnTo>
                  <a:pt x="104129" y="8572"/>
                </a:lnTo>
                <a:lnTo>
                  <a:pt x="108552" y="8157"/>
                </a:lnTo>
                <a:lnTo>
                  <a:pt x="112974" y="7743"/>
                </a:lnTo>
                <a:lnTo>
                  <a:pt x="117397" y="7330"/>
                </a:lnTo>
                <a:lnTo>
                  <a:pt x="121820" y="6918"/>
                </a:lnTo>
                <a:lnTo>
                  <a:pt x="126243" y="6507"/>
                </a:lnTo>
                <a:lnTo>
                  <a:pt x="130666" y="6097"/>
                </a:lnTo>
                <a:lnTo>
                  <a:pt x="135089" y="5687"/>
                </a:lnTo>
                <a:lnTo>
                  <a:pt x="139512" y="5278"/>
                </a:lnTo>
                <a:lnTo>
                  <a:pt x="143935" y="4869"/>
                </a:lnTo>
                <a:lnTo>
                  <a:pt x="148358" y="4462"/>
                </a:lnTo>
                <a:lnTo>
                  <a:pt x="152781" y="4054"/>
                </a:lnTo>
                <a:lnTo>
                  <a:pt x="157204" y="3648"/>
                </a:lnTo>
                <a:lnTo>
                  <a:pt x="161627" y="3241"/>
                </a:lnTo>
                <a:lnTo>
                  <a:pt x="166050" y="2835"/>
                </a:lnTo>
                <a:lnTo>
                  <a:pt x="170473" y="2430"/>
                </a:lnTo>
                <a:lnTo>
                  <a:pt x="174896" y="2024"/>
                </a:lnTo>
                <a:lnTo>
                  <a:pt x="179319" y="1619"/>
                </a:lnTo>
                <a:lnTo>
                  <a:pt x="183742" y="1214"/>
                </a:lnTo>
                <a:lnTo>
                  <a:pt x="188165" y="809"/>
                </a:lnTo>
                <a:lnTo>
                  <a:pt x="192588" y="405"/>
                </a:lnTo>
                <a:lnTo>
                  <a:pt x="1970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1" cap="flat">
            <a:solidFill>
              <a:srgbClr val="BDBEBD"/>
            </a:solidFill>
            <a:miter/>
          </a:ln>
        </p:spPr>
      </p:sp>
      <p:sp>
        <p:nvSpPr>
          <p:cNvPr id="1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4EF9A-0468-4E84-B024-C70DB382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1" y="185068"/>
            <a:ext cx="206611" cy="21766"/>
          </a:xfrm>
          <a:custGeom xmlns:a="http://schemas.openxmlformats.org/drawingml/2006/main">
            <a:pathLst>
              <a:path w="206611" h="21766" fill="none">
                <a:moveTo>
                  <a:pt x="0" y="21766"/>
                </a:moveTo>
                <a:lnTo>
                  <a:pt x="4396" y="21046"/>
                </a:lnTo>
                <a:lnTo>
                  <a:pt x="8792" y="20338"/>
                </a:lnTo>
                <a:lnTo>
                  <a:pt x="13190" y="19642"/>
                </a:lnTo>
                <a:lnTo>
                  <a:pt x="17590" y="18956"/>
                </a:lnTo>
                <a:lnTo>
                  <a:pt x="21990" y="18283"/>
                </a:lnTo>
                <a:lnTo>
                  <a:pt x="26391" y="17620"/>
                </a:lnTo>
                <a:lnTo>
                  <a:pt x="30794" y="16969"/>
                </a:lnTo>
                <a:lnTo>
                  <a:pt x="35198" y="16330"/>
                </a:lnTo>
                <a:lnTo>
                  <a:pt x="39603" y="15701"/>
                </a:lnTo>
                <a:lnTo>
                  <a:pt x="44009" y="15084"/>
                </a:lnTo>
                <a:lnTo>
                  <a:pt x="48416" y="14478"/>
                </a:lnTo>
                <a:lnTo>
                  <a:pt x="52825" y="13883"/>
                </a:lnTo>
                <a:lnTo>
                  <a:pt x="57234" y="13299"/>
                </a:lnTo>
                <a:lnTo>
                  <a:pt x="61645" y="12726"/>
                </a:lnTo>
                <a:lnTo>
                  <a:pt x="66057" y="12164"/>
                </a:lnTo>
                <a:lnTo>
                  <a:pt x="70470" y="11613"/>
                </a:lnTo>
                <a:lnTo>
                  <a:pt x="74884" y="11072"/>
                </a:lnTo>
                <a:lnTo>
                  <a:pt x="79300" y="10543"/>
                </a:lnTo>
                <a:lnTo>
                  <a:pt x="83716" y="10024"/>
                </a:lnTo>
                <a:lnTo>
                  <a:pt x="88134" y="9516"/>
                </a:lnTo>
                <a:lnTo>
                  <a:pt x="92553" y="9019"/>
                </a:lnTo>
                <a:lnTo>
                  <a:pt x="96973" y="8532"/>
                </a:lnTo>
                <a:lnTo>
                  <a:pt x="101394" y="8056"/>
                </a:lnTo>
                <a:lnTo>
                  <a:pt x="105817" y="7590"/>
                </a:lnTo>
                <a:lnTo>
                  <a:pt x="110003" y="7162"/>
                </a:lnTo>
                <a:lnTo>
                  <a:pt x="114191" y="6744"/>
                </a:lnTo>
                <a:lnTo>
                  <a:pt x="118379" y="6335"/>
                </a:lnTo>
                <a:lnTo>
                  <a:pt x="122569" y="5935"/>
                </a:lnTo>
                <a:lnTo>
                  <a:pt x="126760" y="5545"/>
                </a:lnTo>
                <a:lnTo>
                  <a:pt x="130952" y="5164"/>
                </a:lnTo>
                <a:lnTo>
                  <a:pt x="135146" y="4793"/>
                </a:lnTo>
                <a:lnTo>
                  <a:pt x="139340" y="4432"/>
                </a:lnTo>
                <a:lnTo>
                  <a:pt x="143536" y="4080"/>
                </a:lnTo>
                <a:lnTo>
                  <a:pt x="147733" y="3738"/>
                </a:lnTo>
                <a:lnTo>
                  <a:pt x="151931" y="3406"/>
                </a:lnTo>
                <a:lnTo>
                  <a:pt x="156130" y="3084"/>
                </a:lnTo>
                <a:lnTo>
                  <a:pt x="160330" y="2771"/>
                </a:lnTo>
                <a:lnTo>
                  <a:pt x="164532" y="2469"/>
                </a:lnTo>
                <a:lnTo>
                  <a:pt x="168734" y="2176"/>
                </a:lnTo>
                <a:lnTo>
                  <a:pt x="172938" y="1893"/>
                </a:lnTo>
                <a:lnTo>
                  <a:pt x="177143" y="1621"/>
                </a:lnTo>
                <a:lnTo>
                  <a:pt x="181349" y="1359"/>
                </a:lnTo>
                <a:lnTo>
                  <a:pt x="185557" y="1106"/>
                </a:lnTo>
                <a:lnTo>
                  <a:pt x="189765" y="865"/>
                </a:lnTo>
                <a:lnTo>
                  <a:pt x="193975" y="633"/>
                </a:lnTo>
                <a:lnTo>
                  <a:pt x="198186" y="412"/>
                </a:lnTo>
                <a:lnTo>
                  <a:pt x="202398" y="201"/>
                </a:lnTo>
                <a:lnTo>
                  <a:pt x="2066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11" cap="flat">
            <a:solidFill>
              <a:srgbClr val="BDBEBD"/>
            </a:solidFill>
            <a:miter/>
          </a:ln>
        </p:spPr>
      </p:sp>
      <p:sp>
        <p:nvSpPr>
          <p:cNvPr id="1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8CD52-E84C-46B4-BEE1-07923D7D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987" y="2426308"/>
            <a:ext cx="101240" cy="11050"/>
          </a:xfrm>
          <a:custGeom xmlns:a="http://schemas.openxmlformats.org/drawingml/2006/main">
            <a:pathLst>
              <a:path w="101240" h="11050" fill="none">
                <a:moveTo>
                  <a:pt x="0" y="11050"/>
                </a:moveTo>
                <a:cubicBezTo>
                  <a:pt x="17971" y="7032"/>
                  <a:pt x="36165" y="4130"/>
                  <a:pt x="54471" y="2232"/>
                </a:cubicBezTo>
                <a:cubicBezTo>
                  <a:pt x="69986" y="670"/>
                  <a:pt x="85613" y="0"/>
                  <a:pt x="10124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811" cap="flat">
            <a:solidFill>
              <a:srgbClr val="BDBEBD"/>
            </a:solidFill>
            <a:miter/>
          </a:ln>
        </p:spPr>
      </p:sp>
      <p:sp>
        <p:nvSpPr>
          <p:cNvPr id="1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9D6615-FC45-461B-849F-43E1C499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069" y="2603674"/>
            <a:ext cx="101240" cy="11162"/>
          </a:xfrm>
          <a:custGeom xmlns:a="http://schemas.openxmlformats.org/drawingml/2006/main">
            <a:pathLst>
              <a:path w="101240" h="11162" fill="none">
                <a:moveTo>
                  <a:pt x="0" y="11162"/>
                </a:moveTo>
                <a:cubicBezTo>
                  <a:pt x="17971" y="7032"/>
                  <a:pt x="36054" y="4130"/>
                  <a:pt x="54471" y="2344"/>
                </a:cubicBezTo>
                <a:cubicBezTo>
                  <a:pt x="69986" y="781"/>
                  <a:pt x="85613" y="0"/>
                  <a:pt x="101240" y="1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4811" cap="flat">
            <a:solidFill>
              <a:srgbClr val="BDBEBD"/>
            </a:solidFill>
            <a:miter/>
          </a:ln>
        </p:spPr>
      </p:sp>
      <p:sp>
        <p:nvSpPr>
          <p:cNvPr id="1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3F4EA-A830-430E-86AF-AA595F99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826" y="2784053"/>
            <a:ext cx="93538" cy="11050"/>
          </a:xfrm>
          <a:custGeom xmlns:a="http://schemas.openxmlformats.org/drawingml/2006/main">
            <a:pathLst>
              <a:path w="93538" h="11050" fill="none">
                <a:moveTo>
                  <a:pt x="0" y="11050"/>
                </a:moveTo>
                <a:cubicBezTo>
                  <a:pt x="15627" y="9711"/>
                  <a:pt x="31142" y="8037"/>
                  <a:pt x="46658" y="6251"/>
                </a:cubicBezTo>
                <a:cubicBezTo>
                  <a:pt x="62285" y="4353"/>
                  <a:pt x="77912" y="2344"/>
                  <a:pt x="9353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811" cap="flat">
            <a:solidFill>
              <a:srgbClr val="BDBEBD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867162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2026-09-08T03:37:45.8550000Z</dcterms:created>
  <dcterms:modified xsi:type="dcterms:W3CDTF">2026-09-08T03:37:45.8550000Z</dcterms:modified>
</coreProperties>
</file>