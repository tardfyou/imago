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4070624494d12" /><Relationship Type="http://schemas.openxmlformats.org/officeDocument/2006/relationships/extended-properties" Target="/docProps/app.xml" Id="R693a543f3f924770" /><Relationship Type="http://schemas.openxmlformats.org/officeDocument/2006/relationships/officeDocument" Target="/ppt/presentation.xml" Id="R19ca8654079246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39acd10184b5a"/>
  </p:sldMasterIdLst>
  <p:notesMasterIdLst>
    <p:notesMasterId xmlns:r="http://schemas.openxmlformats.org/officeDocument/2006/relationships" r:id="Rf36fc48a57594a83"/>
  </p:notesMasterIdLst>
  <p:sldIdLst>
    <p:sldId xmlns:r="http://schemas.openxmlformats.org/officeDocument/2006/relationships" id="256" r:id="Rbb8fa526a79f468b"/>
  </p:sldIdLst>
  <p:sldSz cx="5600700" cy="6629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ae161c36644fdb" /><Relationship Type="http://schemas.openxmlformats.org/officeDocument/2006/relationships/slideMaster" Target="/ppt/slideMasters/slideMaster1.xml" Id="R63e39acd10184b5a" /><Relationship Type="http://schemas.openxmlformats.org/officeDocument/2006/relationships/notesMaster" Target="/ppt/notesMasters/notesMaster1.xml" Id="Rf36fc48a57594a83" /><Relationship Type="http://schemas.openxmlformats.org/officeDocument/2006/relationships/presProps" Target="/ppt/presProps.xml" Id="R3bb0875e1cd140d1" /><Relationship Type="http://schemas.openxmlformats.org/officeDocument/2006/relationships/tableStyles" Target="/ppt/tableStyles.xml" Id="R7b5106f4770a49b2" /><Relationship Type="http://schemas.openxmlformats.org/officeDocument/2006/relationships/slide" Target="/ppt/slides/slide1.xml" Id="Rbb8fa526a79f46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6efdeb7f0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38cb03e1d4113" /><Relationship Type="http://schemas.openxmlformats.org/officeDocument/2006/relationships/notesMaster" Target="/ppt/notesMasters/notesMaster1.xml" Id="R044b280d0bda4c1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素材ID：AI-009</ns1:t>
            </ns1:r>
          </ns1:p>
          <ns1:p>
            <ns1:r>
              <ns1:t>论文：AlphaEdit: Null-Space Constrained Model Editing for Language Models</ns1:t>
            </ns1:r>
          </ns1:p>
          <ns1:p>
            <ns1:r>
              <ns1:t>会议：ICLR 2025</ns1:t>
            </ns1:r>
          </ns1:p>
          <ns1:p>
            <ns1:r>
              <ns1:t>奖项：Outstanding Paper</ns1:t>
            </ns1:r>
          </ns1:p>
          <ns1:p>
            <ns1:r>
              <ns1:t>图号：Figure 2，PDF第2页</ns1:t>
            </ns1:r>
          </ns1:p>
          <ns1:p>
            <ns1:r>
              <ns1:t>类型：实验结果</ns1:t>
            </ns1:r>
          </ns1:p>
          <ns1:p>
            <ns1:r>
              <ns1:t>借鉴点：将多个数据集/指标分扇区布置，五种方法采用一套颜色；适合作为封面式综合结果和视觉焦点。</ns1:t>
            </ns1:r>
          </ns1:p>
          <ns1:p>
            <ns1:r>
              <ns1:t>论文URL：https://openreview.net/forum?id=HvSytvg3Jh</ns1:t>
            </ns1:r>
          </ns1:p>
          <ns1:p>
            <ns1:r>
              <ns1:t>官方获奖URL：https://blog.iclr.cc/2025/04/22/announcing-the-outstanding-paper-awards-at-iclr-2025/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dabaac2814c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23c4763bcf40c2" /><Relationship Type="http://schemas.openxmlformats.org/officeDocument/2006/relationships/slideLayout" Target="/ppt/slideLayouts/slideLayout1.xml" Id="R0e0e3c8ca2364f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0e3c8ca2364f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18b84d2624f43" /><Relationship Type="http://schemas.openxmlformats.org/officeDocument/2006/relationships/notesSlide" Target="/ppt/notesSlides/notesSlide1.xml" Id="Rac86f7b57a4f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9BCE0-8E76-4C1B-BE56-D74A3CA4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73" y="649330"/>
            <a:ext cx="735084" cy="1203631"/>
          </a:xfrm>
          <a:custGeom xmlns:a="http://schemas.openxmlformats.org/drawingml/2006/main">
            <a:pathLst>
              <a:path w="735084" h="1203631">
                <a:moveTo>
                  <a:pt x="515011" y="0"/>
                </a:moveTo>
                <a:lnTo>
                  <a:pt x="570249" y="25155"/>
                </a:lnTo>
                <a:lnTo>
                  <a:pt x="735084" y="103228"/>
                </a:lnTo>
                <a:lnTo>
                  <a:pt x="110175" y="1203631"/>
                </a:lnTo>
                <a:cubicBezTo>
                  <a:pt x="110175" y="1203631"/>
                  <a:pt x="37546" y="1164390"/>
                  <a:pt x="0" y="1147961"/>
                </a:cubicBezTo>
                <a:lnTo>
                  <a:pt x="515011" y="0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66AF1-DD04-4785-9279-8A99E877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40" y="4528289"/>
            <a:ext cx="262932" cy="1080284"/>
          </a:xfrm>
          <a:custGeom xmlns:a="http://schemas.openxmlformats.org/drawingml/2006/main">
            <a:pathLst>
              <a:path w="262932" h="1080284">
                <a:moveTo>
                  <a:pt x="207550" y="1080284"/>
                </a:moveTo>
                <a:lnTo>
                  <a:pt x="262932" y="10913"/>
                </a:lnTo>
                <a:lnTo>
                  <a:pt x="232753" y="9074"/>
                </a:lnTo>
                <a:lnTo>
                  <a:pt x="199570" y="6310"/>
                </a:lnTo>
                <a:lnTo>
                  <a:pt x="172792" y="3377"/>
                </a:lnTo>
                <a:lnTo>
                  <a:pt x="145185" y="0"/>
                </a:lnTo>
                <a:lnTo>
                  <a:pt x="0" y="1063241"/>
                </a:lnTo>
                <a:lnTo>
                  <a:pt x="207550" y="1080284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F373A-95BD-44C7-9701-53C6D370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312" y="4539450"/>
            <a:ext cx="120751" cy="87904"/>
          </a:xfrm>
          <a:custGeom xmlns:a="http://schemas.openxmlformats.org/drawingml/2006/main">
            <a:pathLst>
              <a:path w="120751" h="87904">
                <a:moveTo>
                  <a:pt x="120667" y="87904"/>
                </a:moveTo>
                <a:lnTo>
                  <a:pt x="120751" y="0"/>
                </a:lnTo>
                <a:lnTo>
                  <a:pt x="67064" y="1466"/>
                </a:lnTo>
                <a:lnTo>
                  <a:pt x="4062" y="877"/>
                </a:lnTo>
                <a:lnTo>
                  <a:pt x="0" y="87904"/>
                </a:lnTo>
                <a:lnTo>
                  <a:pt x="120667" y="87904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1279E-BC49-45A4-A1D6-43FB9F9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776" y="4527198"/>
            <a:ext cx="160737" cy="383371"/>
          </a:xfrm>
          <a:custGeom xmlns:a="http://schemas.openxmlformats.org/drawingml/2006/main">
            <a:pathLst>
              <a:path w="160737" h="383371">
                <a:moveTo>
                  <a:pt x="160737" y="369213"/>
                </a:moveTo>
                <a:lnTo>
                  <a:pt x="116112" y="0"/>
                </a:lnTo>
                <a:lnTo>
                  <a:pt x="56956" y="6839"/>
                </a:lnTo>
                <a:lnTo>
                  <a:pt x="19290" y="10132"/>
                </a:lnTo>
                <a:lnTo>
                  <a:pt x="0" y="11382"/>
                </a:lnTo>
                <a:lnTo>
                  <a:pt x="13689" y="383371"/>
                </a:lnTo>
                <a:lnTo>
                  <a:pt x="160737" y="369213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290C0-6DB5-4320-A66E-763B94D3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306" y="4504022"/>
            <a:ext cx="135787" cy="131784"/>
          </a:xfrm>
          <a:custGeom xmlns:a="http://schemas.openxmlformats.org/drawingml/2006/main">
            <a:pathLst>
              <a:path w="135787" h="131784">
                <a:moveTo>
                  <a:pt x="135787" y="115355"/>
                </a:moveTo>
                <a:lnTo>
                  <a:pt x="106569" y="0"/>
                </a:lnTo>
                <a:lnTo>
                  <a:pt x="58206" y="10540"/>
                </a:lnTo>
                <a:lnTo>
                  <a:pt x="30912" y="15492"/>
                </a:lnTo>
                <a:lnTo>
                  <a:pt x="0" y="20648"/>
                </a:lnTo>
                <a:lnTo>
                  <a:pt x="20840" y="131784"/>
                </a:lnTo>
                <a:lnTo>
                  <a:pt x="135787" y="115355"/>
                </a:lnTo>
                <a:close/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C37AA-E9A6-4863-9D00-6173EEE7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700" y="1875021"/>
            <a:ext cx="169739" cy="164511"/>
          </a:xfrm>
          <a:custGeom xmlns:a="http://schemas.openxmlformats.org/drawingml/2006/main">
            <a:pathLst>
              <a:path w="169739" h="164511">
                <a:moveTo>
                  <a:pt x="0" y="89563"/>
                </a:moveTo>
                <a:lnTo>
                  <a:pt x="67521" y="0"/>
                </a:lnTo>
                <a:lnTo>
                  <a:pt x="169739" y="76715"/>
                </a:lnTo>
                <a:lnTo>
                  <a:pt x="94647" y="164511"/>
                </a:lnTo>
                <a:cubicBezTo>
                  <a:pt x="94647" y="164511"/>
                  <a:pt x="58783" y="131893"/>
                  <a:pt x="0" y="89563"/>
                </a:cubicBezTo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4493E-0616-4249-BAC3-73AD9004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290" y="1957280"/>
            <a:ext cx="176626" cy="174354"/>
          </a:xfrm>
          <a:custGeom xmlns:a="http://schemas.openxmlformats.org/drawingml/2006/main">
            <a:pathLst>
              <a:path w="176626" h="174354">
                <a:moveTo>
                  <a:pt x="0" y="90284"/>
                </a:moveTo>
                <a:lnTo>
                  <a:pt x="81330" y="0"/>
                </a:lnTo>
                <a:lnTo>
                  <a:pt x="176626" y="88481"/>
                </a:lnTo>
                <a:lnTo>
                  <a:pt x="88181" y="174354"/>
                </a:lnTo>
                <a:cubicBezTo>
                  <a:pt x="88181" y="174354"/>
                  <a:pt x="79720" y="165533"/>
                  <a:pt x="65586" y="151375"/>
                </a:cubicBezTo>
                <a:cubicBezTo>
                  <a:pt x="48279" y="134008"/>
                  <a:pt x="21838" y="111160"/>
                  <a:pt x="0" y="90284"/>
                </a:cubicBezTo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368B0-2397-4DCB-A3A3-687C12B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9" y="2058936"/>
            <a:ext cx="174030" cy="176854"/>
          </a:xfrm>
          <a:custGeom xmlns:a="http://schemas.openxmlformats.org/drawingml/2006/main">
            <a:pathLst>
              <a:path w="174030" h="176854">
                <a:moveTo>
                  <a:pt x="88866" y="0"/>
                </a:moveTo>
                <a:lnTo>
                  <a:pt x="174030" y="102014"/>
                </a:lnTo>
                <a:lnTo>
                  <a:pt x="79095" y="176854"/>
                </a:lnTo>
                <a:cubicBezTo>
                  <a:pt x="79095" y="176854"/>
                  <a:pt x="57425" y="150149"/>
                  <a:pt x="35275" y="124297"/>
                </a:cubicBezTo>
                <a:cubicBezTo>
                  <a:pt x="22391" y="109249"/>
                  <a:pt x="9050" y="94911"/>
                  <a:pt x="0" y="85200"/>
                </a:cubicBezTo>
                <a:lnTo>
                  <a:pt x="88866" y="0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AC7D5-0D68-4C81-9402-3B84BE50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61" y="1857891"/>
            <a:ext cx="594550" cy="485277"/>
          </a:xfrm>
          <a:custGeom xmlns:a="http://schemas.openxmlformats.org/drawingml/2006/main">
            <a:pathLst>
              <a:path w="594550" h="485277">
                <a:moveTo>
                  <a:pt x="0" y="396219"/>
                </a:moveTo>
                <a:lnTo>
                  <a:pt x="500444" y="0"/>
                </a:lnTo>
                <a:lnTo>
                  <a:pt x="594550" y="128155"/>
                </a:lnTo>
                <a:lnTo>
                  <a:pt x="62016" y="485277"/>
                </a:lnTo>
                <a:cubicBezTo>
                  <a:pt x="62016" y="485277"/>
                  <a:pt x="6754" y="404740"/>
                  <a:pt x="0" y="396219"/>
                </a:cubicBezTo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A41C1-3500-4306-A01D-FF7ACEC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041" y="1687619"/>
            <a:ext cx="1180724" cy="768280"/>
          </a:xfrm>
          <a:custGeom xmlns:a="http://schemas.openxmlformats.org/drawingml/2006/main">
            <a:pathLst>
              <a:path w="1180724" h="768280">
                <a:moveTo>
                  <a:pt x="0" y="676650"/>
                </a:moveTo>
                <a:lnTo>
                  <a:pt x="1073061" y="0"/>
                </a:lnTo>
                <a:lnTo>
                  <a:pt x="1117422" y="75754"/>
                </a:lnTo>
                <a:lnTo>
                  <a:pt x="1136928" y="109418"/>
                </a:lnTo>
                <a:lnTo>
                  <a:pt x="1180724" y="194245"/>
                </a:lnTo>
                <a:lnTo>
                  <a:pt x="52894" y="768280"/>
                </a:lnTo>
                <a:cubicBezTo>
                  <a:pt x="52894" y="768280"/>
                  <a:pt x="42209" y="747415"/>
                  <a:pt x="28917" y="724676"/>
                </a:cubicBezTo>
                <a:cubicBezTo>
                  <a:pt x="19122" y="707910"/>
                  <a:pt x="8293" y="689606"/>
                  <a:pt x="0" y="676650"/>
                </a:cubicBezTo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79936-344C-4F4B-8236-788FECC1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78" y="2567561"/>
            <a:ext cx="123552" cy="121304"/>
          </a:xfrm>
          <a:custGeom xmlns:a="http://schemas.openxmlformats.org/drawingml/2006/main">
            <a:pathLst>
              <a:path w="123552" h="121304">
                <a:moveTo>
                  <a:pt x="0" y="36392"/>
                </a:moveTo>
                <a:lnTo>
                  <a:pt x="92820" y="0"/>
                </a:lnTo>
                <a:lnTo>
                  <a:pt x="123552" y="99298"/>
                </a:lnTo>
                <a:lnTo>
                  <a:pt x="30059" y="121304"/>
                </a:lnTo>
                <a:cubicBezTo>
                  <a:pt x="30059" y="121304"/>
                  <a:pt x="5312" y="48459"/>
                  <a:pt x="0" y="36392"/>
                </a:cubicBezTo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4FE1D-313A-47FF-B7E0-8DC79A03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335" y="2705681"/>
            <a:ext cx="115006" cy="125895"/>
          </a:xfrm>
          <a:custGeom xmlns:a="http://schemas.openxmlformats.org/drawingml/2006/main">
            <a:pathLst>
              <a:path w="115006" h="125895">
                <a:moveTo>
                  <a:pt x="0" y="27631"/>
                </a:moveTo>
                <a:lnTo>
                  <a:pt x="94635" y="0"/>
                </a:lnTo>
                <a:lnTo>
                  <a:pt x="115006" y="109862"/>
                </a:lnTo>
                <a:lnTo>
                  <a:pt x="23905" y="125895"/>
                </a:lnTo>
                <a:cubicBezTo>
                  <a:pt x="23905" y="125895"/>
                  <a:pt x="6033" y="47377"/>
                  <a:pt x="0" y="27631"/>
                </a:cubicBezTo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D4D92-FDB2-471E-9608-475A88CD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405" y="2848132"/>
            <a:ext cx="100656" cy="132890"/>
          </a:xfrm>
          <a:custGeom xmlns:a="http://schemas.openxmlformats.org/drawingml/2006/main">
            <a:pathLst>
              <a:path w="100656" h="132890">
                <a:moveTo>
                  <a:pt x="0" y="15792"/>
                </a:moveTo>
                <a:lnTo>
                  <a:pt x="87976" y="0"/>
                </a:lnTo>
                <a:lnTo>
                  <a:pt x="100656" y="123071"/>
                </a:lnTo>
                <a:lnTo>
                  <a:pt x="16021" y="132890"/>
                </a:lnTo>
                <a:cubicBezTo>
                  <a:pt x="16021" y="132890"/>
                  <a:pt x="13966" y="110680"/>
                  <a:pt x="10877" y="85260"/>
                </a:cubicBezTo>
                <a:cubicBezTo>
                  <a:pt x="7295" y="55791"/>
                  <a:pt x="1478" y="21814"/>
                  <a:pt x="0" y="15792"/>
                </a:cubicBezTo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E3912-B545-4F48-9E9F-D3121D3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808" y="2931410"/>
            <a:ext cx="747776" cy="178393"/>
          </a:xfrm>
          <a:custGeom xmlns:a="http://schemas.openxmlformats.org/drawingml/2006/main">
            <a:pathLst>
              <a:path w="747776" h="178393">
                <a:moveTo>
                  <a:pt x="0" y="54733"/>
                </a:moveTo>
                <a:lnTo>
                  <a:pt x="731371" y="0"/>
                </a:lnTo>
                <a:lnTo>
                  <a:pt x="747776" y="167684"/>
                </a:lnTo>
                <a:lnTo>
                  <a:pt x="5096" y="178393"/>
                </a:lnTo>
                <a:cubicBezTo>
                  <a:pt x="5096" y="178393"/>
                  <a:pt x="3101" y="74984"/>
                  <a:pt x="0" y="54733"/>
                </a:cubicBezTo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1A1C6-A160-41FA-A211-600940AC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596" y="3135914"/>
            <a:ext cx="1255948" cy="235145"/>
          </a:xfrm>
          <a:custGeom xmlns:a="http://schemas.openxmlformats.org/drawingml/2006/main">
            <a:pathLst>
              <a:path w="1255948" h="235145">
                <a:moveTo>
                  <a:pt x="7079" y="745"/>
                </a:moveTo>
                <a:lnTo>
                  <a:pt x="1255948" y="0"/>
                </a:lnTo>
                <a:lnTo>
                  <a:pt x="1254422" y="55322"/>
                </a:lnTo>
                <a:lnTo>
                  <a:pt x="1250828" y="122758"/>
                </a:lnTo>
                <a:lnTo>
                  <a:pt x="1246550" y="181385"/>
                </a:lnTo>
                <a:lnTo>
                  <a:pt x="1241177" y="235145"/>
                </a:lnTo>
                <a:lnTo>
                  <a:pt x="0" y="126893"/>
                </a:lnTo>
                <a:lnTo>
                  <a:pt x="2656" y="97459"/>
                </a:lnTo>
                <a:lnTo>
                  <a:pt x="5096" y="61728"/>
                </a:lnTo>
                <a:lnTo>
                  <a:pt x="6418" y="31729"/>
                </a:lnTo>
                <a:lnTo>
                  <a:pt x="7079" y="745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56DE1-322A-4E4E-A866-80B75ED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571" y="3400844"/>
            <a:ext cx="108841" cy="138635"/>
          </a:xfrm>
          <a:custGeom xmlns:a="http://schemas.openxmlformats.org/drawingml/2006/main">
            <a:pathLst>
              <a:path w="108841" h="138635">
                <a:moveTo>
                  <a:pt x="28761" y="0"/>
                </a:moveTo>
                <a:lnTo>
                  <a:pt x="108841" y="16117"/>
                </a:lnTo>
                <a:lnTo>
                  <a:pt x="76258" y="138635"/>
                </a:lnTo>
                <a:lnTo>
                  <a:pt x="0" y="116701"/>
                </a:lnTo>
                <a:lnTo>
                  <a:pt x="16021" y="58399"/>
                </a:lnTo>
                <a:lnTo>
                  <a:pt x="28761" y="0"/>
                </a:lnTo>
                <a:close/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565F2-4DEC-48A4-8FBA-F411005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812" y="3534486"/>
            <a:ext cx="119009" cy="137734"/>
          </a:xfrm>
          <a:custGeom xmlns:a="http://schemas.openxmlformats.org/drawingml/2006/main">
            <a:pathLst>
              <a:path w="119009" h="137734">
                <a:moveTo>
                  <a:pt x="37618" y="0"/>
                </a:moveTo>
                <a:lnTo>
                  <a:pt x="119009" y="23953"/>
                </a:lnTo>
                <a:lnTo>
                  <a:pt x="77592" y="137734"/>
                </a:lnTo>
                <a:lnTo>
                  <a:pt x="0" y="106990"/>
                </a:lnTo>
                <a:cubicBezTo>
                  <a:pt x="0" y="106990"/>
                  <a:pt x="31297" y="24542"/>
                  <a:pt x="37618" y="0"/>
                </a:cubicBezTo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BC61F-2897-42EC-B863-40BEAA61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501" y="3663935"/>
            <a:ext cx="121460" cy="137914"/>
          </a:xfrm>
          <a:custGeom xmlns:a="http://schemas.openxmlformats.org/drawingml/2006/main">
            <a:pathLst>
              <a:path w="121460" h="137914">
                <a:moveTo>
                  <a:pt x="47029" y="0"/>
                </a:moveTo>
                <a:lnTo>
                  <a:pt x="121460" y="30059"/>
                </a:lnTo>
                <a:lnTo>
                  <a:pt x="69600" y="137914"/>
                </a:lnTo>
                <a:lnTo>
                  <a:pt x="0" y="101702"/>
                </a:lnTo>
                <a:lnTo>
                  <a:pt x="25179" y="50250"/>
                </a:lnTo>
                <a:lnTo>
                  <a:pt x="47029" y="0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9EC06-AC6D-4150-AFA6-35D20749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48" y="3781903"/>
            <a:ext cx="693776" cy="492200"/>
          </a:xfrm>
          <a:custGeom xmlns:a="http://schemas.openxmlformats.org/drawingml/2006/main">
            <a:pathLst>
              <a:path w="693776" h="492200">
                <a:moveTo>
                  <a:pt x="59721" y="0"/>
                </a:moveTo>
                <a:lnTo>
                  <a:pt x="693776" y="333734"/>
                </a:lnTo>
                <a:lnTo>
                  <a:pt x="605151" y="492200"/>
                </a:lnTo>
                <a:lnTo>
                  <a:pt x="0" y="102026"/>
                </a:lnTo>
                <a:cubicBezTo>
                  <a:pt x="0" y="102026"/>
                  <a:pt x="49962" y="20636"/>
                  <a:pt x="59721" y="0"/>
                </a:cubicBezTo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FC8A9-9D61-4F08-B50E-30FDC72B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726" y="3900053"/>
            <a:ext cx="1106497" cy="846473"/>
          </a:xfrm>
          <a:custGeom xmlns:a="http://schemas.openxmlformats.org/drawingml/2006/main">
            <a:pathLst>
              <a:path w="1106497" h="846473">
                <a:moveTo>
                  <a:pt x="0" y="97964"/>
                </a:moveTo>
                <a:lnTo>
                  <a:pt x="969256" y="846473"/>
                </a:lnTo>
                <a:lnTo>
                  <a:pt x="992548" y="817244"/>
                </a:lnTo>
                <a:lnTo>
                  <a:pt x="1012511" y="791211"/>
                </a:lnTo>
                <a:lnTo>
                  <a:pt x="1038531" y="756622"/>
                </a:lnTo>
                <a:lnTo>
                  <a:pt x="1078096" y="701961"/>
                </a:lnTo>
                <a:lnTo>
                  <a:pt x="1103492" y="664667"/>
                </a:lnTo>
                <a:lnTo>
                  <a:pt x="1106497" y="660256"/>
                </a:lnTo>
                <a:lnTo>
                  <a:pt x="70982" y="0"/>
                </a:lnTo>
                <a:cubicBezTo>
                  <a:pt x="70982" y="0"/>
                  <a:pt x="27090" y="64768"/>
                  <a:pt x="0" y="97964"/>
                </a:cubicBezTo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EC097-0485-460C-83EE-1F23BEFD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368" y="4106629"/>
            <a:ext cx="163225" cy="161014"/>
          </a:xfrm>
          <a:custGeom xmlns:a="http://schemas.openxmlformats.org/drawingml/2006/main">
            <a:pathLst>
              <a:path w="163225" h="161014">
                <a:moveTo>
                  <a:pt x="0" y="87916"/>
                </a:moveTo>
                <a:lnTo>
                  <a:pt x="64348" y="161014"/>
                </a:lnTo>
                <a:lnTo>
                  <a:pt x="163225" y="69552"/>
                </a:lnTo>
                <a:lnTo>
                  <a:pt x="93157" y="0"/>
                </a:lnTo>
                <a:lnTo>
                  <a:pt x="75333" y="18148"/>
                </a:lnTo>
                <a:lnTo>
                  <a:pt x="44661" y="47666"/>
                </a:lnTo>
                <a:lnTo>
                  <a:pt x="0" y="87916"/>
                </a:lnTo>
                <a:close/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AFE36-3B9E-4427-8F84-38A62A8B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311" y="4207440"/>
            <a:ext cx="476732" cy="515780"/>
          </a:xfrm>
          <a:custGeom xmlns:a="http://schemas.openxmlformats.org/drawingml/2006/main">
            <a:pathLst>
              <a:path w="476732" h="515780">
                <a:moveTo>
                  <a:pt x="0" y="73326"/>
                </a:moveTo>
                <a:lnTo>
                  <a:pt x="376087" y="515780"/>
                </a:lnTo>
                <a:lnTo>
                  <a:pt x="476732" y="433561"/>
                </a:lnTo>
                <a:lnTo>
                  <a:pt x="96414" y="0"/>
                </a:lnTo>
                <a:cubicBezTo>
                  <a:pt x="96414" y="0"/>
                  <a:pt x="38207" y="47546"/>
                  <a:pt x="0" y="73326"/>
                </a:cubicBezTo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E3131-AB3A-47A6-A042-C002E8B9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081" y="4287839"/>
            <a:ext cx="152457" cy="139452"/>
          </a:xfrm>
          <a:custGeom xmlns:a="http://schemas.openxmlformats.org/drawingml/2006/main">
            <a:pathLst>
              <a:path w="152457" h="139452">
                <a:moveTo>
                  <a:pt x="0" y="62401"/>
                </a:moveTo>
                <a:lnTo>
                  <a:pt x="52461" y="139452"/>
                </a:lnTo>
                <a:lnTo>
                  <a:pt x="152457" y="74780"/>
                </a:lnTo>
                <a:lnTo>
                  <a:pt x="98457" y="0"/>
                </a:lnTo>
                <a:cubicBezTo>
                  <a:pt x="98457" y="0"/>
                  <a:pt x="23472" y="49541"/>
                  <a:pt x="0" y="62401"/>
                </a:cubicBezTo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6346F-C5A0-48BE-9D6C-B40094DA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737" y="4357207"/>
            <a:ext cx="656026" cy="1042641"/>
          </a:xfrm>
          <a:custGeom xmlns:a="http://schemas.openxmlformats.org/drawingml/2006/main">
            <a:pathLst>
              <a:path w="656026" h="1042641">
                <a:moveTo>
                  <a:pt x="467934" y="1042641"/>
                </a:moveTo>
                <a:lnTo>
                  <a:pt x="656026" y="939077"/>
                </a:lnTo>
                <a:lnTo>
                  <a:pt x="111990" y="0"/>
                </a:lnTo>
                <a:cubicBezTo>
                  <a:pt x="111990" y="0"/>
                  <a:pt x="39385" y="40274"/>
                  <a:pt x="0" y="57028"/>
                </a:cubicBezTo>
                <a:lnTo>
                  <a:pt x="467934" y="1042641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16314-E94F-4A06-AF39-155DD00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704" y="4420404"/>
            <a:ext cx="620643" cy="1179546"/>
          </a:xfrm>
          <a:custGeom xmlns:a="http://schemas.openxmlformats.org/drawingml/2006/main">
            <a:pathLst>
              <a:path w="620643" h="1179546">
                <a:moveTo>
                  <a:pt x="399764" y="1179546"/>
                </a:moveTo>
                <a:lnTo>
                  <a:pt x="455675" y="1160617"/>
                </a:lnTo>
                <a:lnTo>
                  <a:pt x="514614" y="1138502"/>
                </a:lnTo>
                <a:lnTo>
                  <a:pt x="569467" y="1116412"/>
                </a:lnTo>
                <a:lnTo>
                  <a:pt x="620643" y="1095151"/>
                </a:lnTo>
                <a:lnTo>
                  <a:pt x="110223" y="0"/>
                </a:lnTo>
                <a:cubicBezTo>
                  <a:pt x="110223" y="0"/>
                  <a:pt x="31152" y="33508"/>
                  <a:pt x="0" y="42919"/>
                </a:cubicBezTo>
                <a:lnTo>
                  <a:pt x="399764" y="1179546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F2484-297C-499B-AA24-706212DF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851" y="1073234"/>
            <a:ext cx="567364" cy="843012"/>
          </a:xfrm>
          <a:custGeom xmlns:a="http://schemas.openxmlformats.org/drawingml/2006/main">
            <a:pathLst>
              <a:path w="567364" h="843012">
                <a:moveTo>
                  <a:pt x="152985" y="0"/>
                </a:moveTo>
                <a:lnTo>
                  <a:pt x="0" y="86618"/>
                </a:lnTo>
                <a:lnTo>
                  <a:pt x="459100" y="843012"/>
                </a:lnTo>
                <a:cubicBezTo>
                  <a:pt x="459100" y="843012"/>
                  <a:pt x="549048" y="787365"/>
                  <a:pt x="567364" y="778772"/>
                </a:cubicBezTo>
                <a:lnTo>
                  <a:pt x="152985" y="0"/>
                </a:lnTo>
                <a:close/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A4A5E-B519-415B-ABF5-EE9AB3B1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012" y="955899"/>
            <a:ext cx="529818" cy="891327"/>
          </a:xfrm>
          <a:custGeom xmlns:a="http://schemas.openxmlformats.org/drawingml/2006/main">
            <a:pathLst>
              <a:path w="529818" h="891327">
                <a:moveTo>
                  <a:pt x="0" y="78530"/>
                </a:moveTo>
                <a:lnTo>
                  <a:pt x="174511" y="0"/>
                </a:lnTo>
                <a:lnTo>
                  <a:pt x="529818" y="836365"/>
                </a:lnTo>
                <a:cubicBezTo>
                  <a:pt x="529818" y="836365"/>
                  <a:pt x="447586" y="871484"/>
                  <a:pt x="413285" y="891327"/>
                </a:cubicBezTo>
                <a:lnTo>
                  <a:pt x="0" y="78530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6EA0C-47C5-4E6F-85A5-1372421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488" y="875319"/>
            <a:ext cx="460963" cy="909799"/>
          </a:xfrm>
          <a:custGeom xmlns:a="http://schemas.openxmlformats.org/drawingml/2006/main">
            <a:pathLst>
              <a:path w="460963" h="909799">
                <a:moveTo>
                  <a:pt x="0" y="60694"/>
                </a:moveTo>
                <a:lnTo>
                  <a:pt x="178369" y="0"/>
                </a:lnTo>
                <a:lnTo>
                  <a:pt x="460963" y="869958"/>
                </a:lnTo>
                <a:cubicBezTo>
                  <a:pt x="460963" y="869958"/>
                  <a:pt x="390390" y="892156"/>
                  <a:pt x="348997" y="909799"/>
                </a:cubicBezTo>
                <a:lnTo>
                  <a:pt x="0" y="60694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F06C4-9284-4F3C-8976-D9C3BC7C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912" y="854251"/>
            <a:ext cx="375955" cy="889416"/>
          </a:xfrm>
          <a:custGeom xmlns:a="http://schemas.openxmlformats.org/drawingml/2006/main">
            <a:pathLst>
              <a:path w="375955" h="889416">
                <a:moveTo>
                  <a:pt x="0" y="44685"/>
                </a:moveTo>
                <a:lnTo>
                  <a:pt x="197238" y="0"/>
                </a:lnTo>
                <a:lnTo>
                  <a:pt x="375955" y="858516"/>
                </a:lnTo>
                <a:cubicBezTo>
                  <a:pt x="375955" y="858516"/>
                  <a:pt x="312845" y="871772"/>
                  <a:pt x="255048" y="889416"/>
                </a:cubicBezTo>
                <a:lnTo>
                  <a:pt x="0" y="44685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50974-36A2-455B-9C35-5A5F5F1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465" y="436183"/>
            <a:ext cx="374765" cy="1273820"/>
          </a:xfrm>
          <a:custGeom xmlns:a="http://schemas.openxmlformats.org/drawingml/2006/main">
            <a:pathLst>
              <a:path w="374765" h="1273820">
                <a:moveTo>
                  <a:pt x="0" y="38111"/>
                </a:moveTo>
                <a:lnTo>
                  <a:pt x="108204" y="19687"/>
                </a:lnTo>
                <a:lnTo>
                  <a:pt x="234532" y="0"/>
                </a:lnTo>
                <a:lnTo>
                  <a:pt x="374765" y="1254290"/>
                </a:lnTo>
                <a:cubicBezTo>
                  <a:pt x="374765" y="1254290"/>
                  <a:pt x="320189" y="1261056"/>
                  <a:pt x="279301" y="1268135"/>
                </a:cubicBezTo>
                <a:cubicBezTo>
                  <a:pt x="267679" y="1270154"/>
                  <a:pt x="257427" y="1272198"/>
                  <a:pt x="249483" y="1273820"/>
                </a:cubicBezTo>
                <a:lnTo>
                  <a:pt x="0" y="38111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3AE9C-A93C-47E4-8858-6934BB98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356" y="4492677"/>
            <a:ext cx="399788" cy="1218402"/>
          </a:xfrm>
          <a:custGeom xmlns:a="http://schemas.openxmlformats.org/drawingml/2006/main">
            <a:pathLst>
              <a:path w="399788" h="1218402">
                <a:moveTo>
                  <a:pt x="229135" y="1218402"/>
                </a:moveTo>
                <a:lnTo>
                  <a:pt x="178020" y="1210794"/>
                </a:lnTo>
                <a:lnTo>
                  <a:pt x="101197" y="1198055"/>
                </a:lnTo>
                <a:lnTo>
                  <a:pt x="0" y="1176577"/>
                </a:lnTo>
                <a:lnTo>
                  <a:pt x="275191" y="0"/>
                </a:lnTo>
                <a:cubicBezTo>
                  <a:pt x="275191" y="0"/>
                  <a:pt x="328878" y="11886"/>
                  <a:pt x="369790" y="18881"/>
                </a:cubicBezTo>
                <a:cubicBezTo>
                  <a:pt x="381412" y="20876"/>
                  <a:pt x="391760" y="22379"/>
                  <a:pt x="399788" y="23508"/>
                </a:cubicBezTo>
                <a:lnTo>
                  <a:pt x="229135" y="1218402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5E1D4-A593-4860-BC52-0E5BF234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52" y="974940"/>
            <a:ext cx="935892" cy="1093865"/>
          </a:xfrm>
          <a:custGeom xmlns:a="http://schemas.openxmlformats.org/drawingml/2006/main">
            <a:pathLst>
              <a:path w="935892" h="1093865">
                <a:moveTo>
                  <a:pt x="184703" y="0"/>
                </a:moveTo>
                <a:lnTo>
                  <a:pt x="148899" y="29662"/>
                </a:lnTo>
                <a:lnTo>
                  <a:pt x="131256" y="43724"/>
                </a:lnTo>
                <a:lnTo>
                  <a:pt x="85741" y="80801"/>
                </a:lnTo>
                <a:lnTo>
                  <a:pt x="46296" y="115079"/>
                </a:lnTo>
                <a:lnTo>
                  <a:pt x="31333" y="128311"/>
                </a:lnTo>
                <a:lnTo>
                  <a:pt x="18292" y="140197"/>
                </a:lnTo>
                <a:lnTo>
                  <a:pt x="0" y="156783"/>
                </a:lnTo>
                <a:lnTo>
                  <a:pt x="838228" y="1093865"/>
                </a:lnTo>
                <a:cubicBezTo>
                  <a:pt x="838228" y="1093865"/>
                  <a:pt x="928032" y="1018400"/>
                  <a:pt x="935892" y="1014614"/>
                </a:cubicBezTo>
                <a:lnTo>
                  <a:pt x="184703" y="0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92260-73BC-4EB5-B992-492D1480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0" y="1191980"/>
            <a:ext cx="958643" cy="970325"/>
          </a:xfrm>
          <a:custGeom xmlns:a="http://schemas.openxmlformats.org/drawingml/2006/main">
            <a:pathLst>
              <a:path w="958643" h="970325">
                <a:moveTo>
                  <a:pt x="152925" y="0"/>
                </a:moveTo>
                <a:lnTo>
                  <a:pt x="0" y="166434"/>
                </a:lnTo>
                <a:lnTo>
                  <a:pt x="873924" y="970325"/>
                </a:lnTo>
                <a:cubicBezTo>
                  <a:pt x="873924" y="970325"/>
                  <a:pt x="948980" y="893009"/>
                  <a:pt x="958643" y="886880"/>
                </a:cubicBezTo>
                <a:lnTo>
                  <a:pt x="152925" y="0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22FD1-D153-4B11-8F15-6FD3078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67" y="1665446"/>
            <a:ext cx="680496" cy="603240"/>
          </a:xfrm>
          <a:custGeom xmlns:a="http://schemas.openxmlformats.org/drawingml/2006/main">
            <a:pathLst>
              <a:path w="680496" h="603240">
                <a:moveTo>
                  <a:pt x="112242" y="0"/>
                </a:moveTo>
                <a:lnTo>
                  <a:pt x="0" y="150401"/>
                </a:lnTo>
                <a:lnTo>
                  <a:pt x="603348" y="603240"/>
                </a:lnTo>
                <a:cubicBezTo>
                  <a:pt x="603348" y="603240"/>
                  <a:pt x="676361" y="513364"/>
                  <a:pt x="680496" y="510396"/>
                </a:cubicBezTo>
                <a:cubicBezTo>
                  <a:pt x="680496" y="510396"/>
                  <a:pt x="149800" y="32414"/>
                  <a:pt x="112242" y="0"/>
                </a:cubicBezTo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3F9EB-EC29-41C0-922A-A3784ACE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59" y="1801498"/>
            <a:ext cx="750997" cy="582015"/>
          </a:xfrm>
          <a:custGeom xmlns:a="http://schemas.openxmlformats.org/drawingml/2006/main">
            <a:pathLst>
              <a:path w="750997" h="582015">
                <a:moveTo>
                  <a:pt x="105596" y="0"/>
                </a:moveTo>
                <a:lnTo>
                  <a:pt x="0" y="153670"/>
                </a:lnTo>
                <a:lnTo>
                  <a:pt x="677034" y="582015"/>
                </a:lnTo>
                <a:cubicBezTo>
                  <a:pt x="677034" y="582015"/>
                  <a:pt x="736382" y="491527"/>
                  <a:pt x="750997" y="475686"/>
                </a:cubicBezTo>
                <a:lnTo>
                  <a:pt x="105596" y="0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D8FB0-A1D5-4A10-BC0F-57207922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59" y="2004106"/>
            <a:ext cx="710194" cy="506682"/>
          </a:xfrm>
          <a:custGeom xmlns:a="http://schemas.openxmlformats.org/drawingml/2006/main">
            <a:pathLst>
              <a:path w="710194" h="506682">
                <a:moveTo>
                  <a:pt x="77112" y="0"/>
                </a:moveTo>
                <a:lnTo>
                  <a:pt x="710194" y="393526"/>
                </a:lnTo>
                <a:cubicBezTo>
                  <a:pt x="710194" y="393526"/>
                  <a:pt x="659715" y="481203"/>
                  <a:pt x="649512" y="506682"/>
                </a:cubicBezTo>
                <a:lnTo>
                  <a:pt x="0" y="138707"/>
                </a:lnTo>
                <a:lnTo>
                  <a:pt x="77112" y="0"/>
                </a:lnTo>
                <a:close/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AD653-AB72-4826-9CDC-A4CD84D3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4" y="2239488"/>
            <a:ext cx="1256045" cy="520179"/>
          </a:xfrm>
          <a:custGeom xmlns:a="http://schemas.openxmlformats.org/drawingml/2006/main">
            <a:pathLst>
              <a:path w="1256045" h="520179">
                <a:moveTo>
                  <a:pt x="66175" y="0"/>
                </a:moveTo>
                <a:lnTo>
                  <a:pt x="59781" y="19242"/>
                </a:lnTo>
                <a:lnTo>
                  <a:pt x="56596" y="28977"/>
                </a:lnTo>
                <a:lnTo>
                  <a:pt x="53291" y="39241"/>
                </a:lnTo>
                <a:lnTo>
                  <a:pt x="43111" y="71896"/>
                </a:lnTo>
                <a:lnTo>
                  <a:pt x="34602" y="100476"/>
                </a:lnTo>
                <a:lnTo>
                  <a:pt x="29638" y="117458"/>
                </a:lnTo>
                <a:lnTo>
                  <a:pt x="20852" y="149103"/>
                </a:lnTo>
                <a:lnTo>
                  <a:pt x="12535" y="180688"/>
                </a:lnTo>
                <a:lnTo>
                  <a:pt x="0" y="231407"/>
                </a:lnTo>
                <a:lnTo>
                  <a:pt x="1217236" y="520179"/>
                </a:lnTo>
                <a:cubicBezTo>
                  <a:pt x="1217236" y="520179"/>
                  <a:pt x="1244879" y="422684"/>
                  <a:pt x="1256045" y="399944"/>
                </a:cubicBezTo>
                <a:lnTo>
                  <a:pt x="66175" y="0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EEE04-054F-4874-8E69-F5DBAEF3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44" y="2537367"/>
            <a:ext cx="1091089" cy="355103"/>
          </a:xfrm>
          <a:custGeom xmlns:a="http://schemas.openxmlformats.org/drawingml/2006/main">
            <a:pathLst>
              <a:path w="1091089" h="355103">
                <a:moveTo>
                  <a:pt x="1091089" y="247752"/>
                </a:moveTo>
                <a:lnTo>
                  <a:pt x="33460" y="0"/>
                </a:lnTo>
                <a:lnTo>
                  <a:pt x="0" y="206492"/>
                </a:lnTo>
                <a:lnTo>
                  <a:pt x="1070753" y="355103"/>
                </a:lnTo>
                <a:cubicBezTo>
                  <a:pt x="1070753" y="355103"/>
                  <a:pt x="1085296" y="265792"/>
                  <a:pt x="1091089" y="247752"/>
                </a:cubicBezTo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95F86-901C-4738-84A3-4582540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12" y="2807813"/>
            <a:ext cx="806319" cy="222056"/>
          </a:xfrm>
          <a:custGeom xmlns:a="http://schemas.openxmlformats.org/drawingml/2006/main">
            <a:pathLst>
              <a:path w="806319" h="222056">
                <a:moveTo>
                  <a:pt x="9471" y="0"/>
                </a:moveTo>
                <a:lnTo>
                  <a:pt x="806319" y="99731"/>
                </a:lnTo>
                <a:cubicBezTo>
                  <a:pt x="806319" y="99731"/>
                  <a:pt x="796464" y="177612"/>
                  <a:pt x="795154" y="222056"/>
                </a:cubicBezTo>
                <a:lnTo>
                  <a:pt x="0" y="170581"/>
                </a:lnTo>
                <a:lnTo>
                  <a:pt x="9471" y="0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B9511-2F9B-4650-8CB9-E0DC63D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95" y="3026517"/>
            <a:ext cx="840644" cy="139669"/>
          </a:xfrm>
          <a:custGeom xmlns:a="http://schemas.openxmlformats.org/drawingml/2006/main">
            <a:pathLst>
              <a:path w="840644" h="139669">
                <a:moveTo>
                  <a:pt x="3209" y="0"/>
                </a:moveTo>
                <a:lnTo>
                  <a:pt x="839478" y="29674"/>
                </a:lnTo>
                <a:cubicBezTo>
                  <a:pt x="839478" y="29674"/>
                  <a:pt x="837940" y="110223"/>
                  <a:pt x="840644" y="136604"/>
                </a:cubicBezTo>
                <a:lnTo>
                  <a:pt x="0" y="139669"/>
                </a:lnTo>
                <a:lnTo>
                  <a:pt x="3209" y="0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9C0F1-F580-47A4-9E92-748F4D4B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82" y="3178502"/>
            <a:ext cx="969424" cy="279950"/>
          </a:xfrm>
          <a:custGeom xmlns:a="http://schemas.openxmlformats.org/drawingml/2006/main">
            <a:pathLst>
              <a:path w="969424" h="279950">
                <a:moveTo>
                  <a:pt x="0" y="70393"/>
                </a:moveTo>
                <a:lnTo>
                  <a:pt x="957393" y="0"/>
                </a:lnTo>
                <a:cubicBezTo>
                  <a:pt x="957393" y="0"/>
                  <a:pt x="960146" y="62882"/>
                  <a:pt x="969424" y="122638"/>
                </a:cubicBezTo>
                <a:lnTo>
                  <a:pt x="35479" y="279950"/>
                </a:lnTo>
                <a:lnTo>
                  <a:pt x="0" y="70393"/>
                </a:lnTo>
                <a:close/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E2D22-8E9C-48FF-B4EF-FD7740F5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78" y="4110339"/>
            <a:ext cx="980914" cy="1011609"/>
          </a:xfrm>
          <a:custGeom xmlns:a="http://schemas.openxmlformats.org/drawingml/2006/main">
            <a:pathLst>
              <a:path w="980914" h="1011609">
                <a:moveTo>
                  <a:pt x="892685" y="0"/>
                </a:moveTo>
                <a:lnTo>
                  <a:pt x="0" y="853300"/>
                </a:lnTo>
                <a:lnTo>
                  <a:pt x="18413" y="872097"/>
                </a:lnTo>
                <a:lnTo>
                  <a:pt x="35287" y="889163"/>
                </a:lnTo>
                <a:lnTo>
                  <a:pt x="53892" y="906422"/>
                </a:lnTo>
                <a:lnTo>
                  <a:pt x="81126" y="933656"/>
                </a:lnTo>
                <a:lnTo>
                  <a:pt x="98733" y="951348"/>
                </a:lnTo>
                <a:lnTo>
                  <a:pt x="108745" y="960338"/>
                </a:lnTo>
                <a:lnTo>
                  <a:pt x="127350" y="977008"/>
                </a:lnTo>
                <a:lnTo>
                  <a:pt x="147673" y="995036"/>
                </a:lnTo>
                <a:lnTo>
                  <a:pt x="168297" y="1011609"/>
                </a:lnTo>
                <a:lnTo>
                  <a:pt x="980914" y="83457"/>
                </a:lnTo>
                <a:cubicBezTo>
                  <a:pt x="980914" y="83457"/>
                  <a:pt x="908598" y="17812"/>
                  <a:pt x="892685" y="0"/>
                </a:cubicBezTo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1EFFD-6EFA-4A86-B453-39CCD18B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88" y="4200243"/>
            <a:ext cx="659078" cy="766573"/>
          </a:xfrm>
          <a:custGeom xmlns:a="http://schemas.openxmlformats.org/drawingml/2006/main">
            <a:pathLst>
              <a:path w="659078" h="766573">
                <a:moveTo>
                  <a:pt x="0" y="654511"/>
                </a:moveTo>
                <a:lnTo>
                  <a:pt x="158406" y="766573"/>
                </a:lnTo>
                <a:lnTo>
                  <a:pt x="659078" y="75345"/>
                </a:lnTo>
                <a:cubicBezTo>
                  <a:pt x="659078" y="75345"/>
                  <a:pt x="579419" y="16165"/>
                  <a:pt x="562076" y="0"/>
                </a:cubicBezTo>
                <a:lnTo>
                  <a:pt x="0" y="654511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A5220-403E-4FE3-BAB9-A826CD9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11" y="4284604"/>
            <a:ext cx="184462" cy="172768"/>
          </a:xfrm>
          <a:custGeom xmlns:a="http://schemas.openxmlformats.org/drawingml/2006/main">
            <a:pathLst>
              <a:path w="184462" h="172768">
                <a:moveTo>
                  <a:pt x="0" y="117951"/>
                </a:moveTo>
                <a:lnTo>
                  <a:pt x="122254" y="172768"/>
                </a:lnTo>
                <a:lnTo>
                  <a:pt x="184462" y="65838"/>
                </a:lnTo>
                <a:cubicBezTo>
                  <a:pt x="184462" y="65838"/>
                  <a:pt x="98349" y="13521"/>
                  <a:pt x="81595" y="0"/>
                </a:cubicBezTo>
                <a:lnTo>
                  <a:pt x="0" y="117951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A9AF0-DD77-4A40-8685-69368C0A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40" y="4359558"/>
            <a:ext cx="265095" cy="346822"/>
          </a:xfrm>
          <a:custGeom xmlns:a="http://schemas.openxmlformats.org/drawingml/2006/main">
            <a:pathLst>
              <a:path w="265095" h="346822">
                <a:moveTo>
                  <a:pt x="0" y="294385"/>
                </a:moveTo>
                <a:lnTo>
                  <a:pt x="128624" y="346822"/>
                </a:lnTo>
                <a:lnTo>
                  <a:pt x="265095" y="49288"/>
                </a:lnTo>
                <a:cubicBezTo>
                  <a:pt x="265095" y="49288"/>
                  <a:pt x="183969" y="10588"/>
                  <a:pt x="168393" y="0"/>
                </a:cubicBezTo>
                <a:lnTo>
                  <a:pt x="0" y="294385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ED4ED-3458-4ECD-9073-C224EB31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97" y="4416266"/>
            <a:ext cx="178621" cy="183885"/>
          </a:xfrm>
          <a:custGeom xmlns:a="http://schemas.openxmlformats.org/drawingml/2006/main">
            <a:pathLst>
              <a:path w="178621" h="183885">
                <a:moveTo>
                  <a:pt x="58074" y="0"/>
                </a:moveTo>
                <a:lnTo>
                  <a:pt x="0" y="144608"/>
                </a:lnTo>
                <a:lnTo>
                  <a:pt x="128539" y="183885"/>
                </a:lnTo>
                <a:lnTo>
                  <a:pt x="178621" y="47642"/>
                </a:lnTo>
                <a:cubicBezTo>
                  <a:pt x="178621" y="47642"/>
                  <a:pt x="117651" y="25047"/>
                  <a:pt x="82015" y="10360"/>
                </a:cubicBezTo>
                <a:cubicBezTo>
                  <a:pt x="70153" y="5481"/>
                  <a:pt x="61079" y="1610"/>
                  <a:pt x="58074" y="0"/>
                </a:cubicBezTo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D5A93-874A-4912-B50B-B5CE6F8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67" y="6203011"/>
            <a:ext cx="290010" cy="117579"/>
          </a:xfrm>
          <a:custGeom xmlns:a="http://schemas.openxmlformats.org/drawingml/2006/main">
            <a:pathLst>
              <a:path w="290010" h="117579">
                <a:moveTo>
                  <a:pt x="290010" y="117579"/>
                </a:moveTo>
                <a:lnTo>
                  <a:pt x="0" y="117579"/>
                </a:lnTo>
                <a:lnTo>
                  <a:pt x="0" y="0"/>
                </a:lnTo>
                <a:lnTo>
                  <a:pt x="290010" y="0"/>
                </a:lnTo>
                <a:lnTo>
                  <a:pt x="290010" y="117579"/>
                </a:lnTo>
                <a:close/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A3315-8E7A-479A-9520-1A2CA6D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67" y="6398975"/>
            <a:ext cx="290010" cy="117578"/>
          </a:xfrm>
          <a:custGeom xmlns:a="http://schemas.openxmlformats.org/drawingml/2006/main">
            <a:pathLst>
              <a:path w="290010" h="117578">
                <a:moveTo>
                  <a:pt x="290010" y="117578"/>
                </a:moveTo>
                <a:lnTo>
                  <a:pt x="0" y="117578"/>
                </a:lnTo>
                <a:lnTo>
                  <a:pt x="0" y="0"/>
                </a:lnTo>
                <a:lnTo>
                  <a:pt x="290010" y="0"/>
                </a:lnTo>
                <a:lnTo>
                  <a:pt x="290010" y="117578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CD980-CA69-42EC-9F9E-382C8C40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63" y="6196737"/>
            <a:ext cx="290010" cy="117578"/>
          </a:xfrm>
          <a:custGeom xmlns:a="http://schemas.openxmlformats.org/drawingml/2006/main">
            <a:pathLst>
              <a:path w="290010" h="117578">
                <a:moveTo>
                  <a:pt x="290010" y="117578"/>
                </a:moveTo>
                <a:lnTo>
                  <a:pt x="0" y="117578"/>
                </a:lnTo>
                <a:lnTo>
                  <a:pt x="0" y="0"/>
                </a:lnTo>
                <a:lnTo>
                  <a:pt x="290010" y="0"/>
                </a:lnTo>
                <a:lnTo>
                  <a:pt x="290010" y="117578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04FD9-205B-4A9E-A258-F7754AD5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200" y="6197531"/>
            <a:ext cx="290010" cy="117578"/>
          </a:xfrm>
          <a:custGeom xmlns:a="http://schemas.openxmlformats.org/drawingml/2006/main">
            <a:pathLst>
              <a:path w="290010" h="117578">
                <a:moveTo>
                  <a:pt x="290010" y="117578"/>
                </a:moveTo>
                <a:lnTo>
                  <a:pt x="0" y="117578"/>
                </a:lnTo>
                <a:lnTo>
                  <a:pt x="0" y="0"/>
                </a:lnTo>
                <a:lnTo>
                  <a:pt x="290010" y="0"/>
                </a:lnTo>
                <a:lnTo>
                  <a:pt x="290010" y="117578"/>
                </a:lnTo>
                <a:close/>
              </a:path>
            </a:pathLst>
          </a:custGeom>
          <a:solidFill xmlns:a="http://schemas.openxmlformats.org/drawingml/2006/main">
            <a:srgbClr val="DDB0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4BCE5-D420-4163-91BC-786711DA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788" y="6395838"/>
            <a:ext cx="290010" cy="117578"/>
          </a:xfrm>
          <a:custGeom xmlns:a="http://schemas.openxmlformats.org/drawingml/2006/main">
            <a:pathLst>
              <a:path w="290010" h="117578">
                <a:moveTo>
                  <a:pt x="290010" y="117578"/>
                </a:moveTo>
                <a:lnTo>
                  <a:pt x="0" y="117578"/>
                </a:lnTo>
                <a:lnTo>
                  <a:pt x="0" y="0"/>
                </a:lnTo>
                <a:lnTo>
                  <a:pt x="290010" y="0"/>
                </a:lnTo>
                <a:lnTo>
                  <a:pt x="290010" y="117578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Al">
            <a:extLst xmlns:a="http://schemas.openxmlformats.org/drawingml/2006/main">
              <a:ext uri="{FF2B5EF4-FFF2-40B4-BE49-F238E27FC236}">
                <a16:creationId xmlns:a16="http://schemas.microsoft.com/office/drawing/2014/main" id="{D0080C78-DEDD-472A-A0C6-1644E10F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169" y="2833973"/>
            <a:ext cx="416594" cy="275835"/>
          </a:xfrm>
          <a:custGeom xmlns:a="http://schemas.openxmlformats.org/drawingml/2006/main">
            <a:pathLst>
              <a:path w="416594" h="275835">
                <a:moveTo>
                  <a:pt x="204403" y="214873"/>
                </a:moveTo>
                <a:lnTo>
                  <a:pt x="93102" y="214873"/>
                </a:lnTo>
                <a:lnTo>
                  <a:pt x="59386" y="275835"/>
                </a:lnTo>
                <a:lnTo>
                  <a:pt x="0" y="275835"/>
                </a:lnTo>
                <a:lnTo>
                  <a:pt x="158810" y="0"/>
                </a:lnTo>
                <a:lnTo>
                  <a:pt x="222985" y="0"/>
                </a:lnTo>
                <a:lnTo>
                  <a:pt x="268578" y="275835"/>
                </a:lnTo>
                <a:lnTo>
                  <a:pt x="213790" y="275835"/>
                </a:lnTo>
                <a:lnTo>
                  <a:pt x="204403" y="214873"/>
                </a:lnTo>
                <a:moveTo>
                  <a:pt x="197315" y="168587"/>
                </a:moveTo>
                <a:lnTo>
                  <a:pt x="181031" y="57952"/>
                </a:lnTo>
                <a:lnTo>
                  <a:pt x="113217" y="168587"/>
                </a:lnTo>
                <a:lnTo>
                  <a:pt x="197315" y="168587"/>
                </a:lnTo>
                <a:close/>
                <a:moveTo>
                  <a:pt x="302994" y="275835"/>
                </a:moveTo>
                <a:lnTo>
                  <a:pt x="361805" y="0"/>
                </a:lnTo>
                <a:lnTo>
                  <a:pt x="416594" y="0"/>
                </a:lnTo>
                <a:lnTo>
                  <a:pt x="357974" y="275835"/>
                </a:lnTo>
                <a:lnTo>
                  <a:pt x="302994" y="275835"/>
                </a:lnTo>
                <a:close/>
              </a:path>
            </a:pathLst>
          </a:custGeom>
          <a:solidFill xmlns:a="http://schemas.openxmlformats.org/drawingml/2006/main">
            <a:srgbClr val="322B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phaEd">
            <a:extLst xmlns:a="http://schemas.openxmlformats.org/drawingml/2006/main">
              <a:ext uri="{FF2B5EF4-FFF2-40B4-BE49-F238E27FC236}">
                <a16:creationId xmlns:a16="http://schemas.microsoft.com/office/drawing/2014/main" id="{3AD871E5-6586-43A6-A733-C6A7BAC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798" y="2833973"/>
            <a:ext cx="1223612" cy="352225"/>
          </a:xfrm>
          <a:custGeom xmlns:a="http://schemas.openxmlformats.org/drawingml/2006/main">
            <a:pathLst>
              <a:path w="1223612" h="352225">
                <a:moveTo>
                  <a:pt x="58620" y="76014"/>
                </a:moveTo>
                <a:lnTo>
                  <a:pt x="110726" y="76014"/>
                </a:lnTo>
                <a:lnTo>
                  <a:pt x="106320" y="96570"/>
                </a:lnTo>
                <a:cubicBezTo>
                  <a:pt x="117431" y="87457"/>
                  <a:pt x="127840" y="80938"/>
                  <a:pt x="137546" y="77014"/>
                </a:cubicBezTo>
                <a:cubicBezTo>
                  <a:pt x="147252" y="73086"/>
                  <a:pt x="157660" y="71122"/>
                  <a:pt x="168771" y="71122"/>
                </a:cubicBezTo>
                <a:cubicBezTo>
                  <a:pt x="190099" y="71122"/>
                  <a:pt x="207244" y="78349"/>
                  <a:pt x="220207" y="92801"/>
                </a:cubicBezTo>
                <a:cubicBezTo>
                  <a:pt x="233170" y="107250"/>
                  <a:pt x="239651" y="128800"/>
                  <a:pt x="239651" y="157450"/>
                </a:cubicBezTo>
                <a:cubicBezTo>
                  <a:pt x="239651" y="193517"/>
                  <a:pt x="228476" y="223990"/>
                  <a:pt x="206127" y="248870"/>
                </a:cubicBezTo>
                <a:cubicBezTo>
                  <a:pt x="186970" y="270108"/>
                  <a:pt x="164301" y="280727"/>
                  <a:pt x="138120" y="280727"/>
                </a:cubicBezTo>
                <a:cubicBezTo>
                  <a:pt x="111173" y="280727"/>
                  <a:pt x="90803" y="270053"/>
                  <a:pt x="77010" y="248705"/>
                </a:cubicBezTo>
                <a:lnTo>
                  <a:pt x="54980" y="352225"/>
                </a:lnTo>
                <a:lnTo>
                  <a:pt x="0" y="352225"/>
                </a:lnTo>
                <a:lnTo>
                  <a:pt x="58620" y="76014"/>
                </a:lnTo>
                <a:moveTo>
                  <a:pt x="91761" y="190554"/>
                </a:moveTo>
                <a:cubicBezTo>
                  <a:pt x="91761" y="206241"/>
                  <a:pt x="95624" y="218418"/>
                  <a:pt x="103351" y="227085"/>
                </a:cubicBezTo>
                <a:cubicBezTo>
                  <a:pt x="111077" y="235752"/>
                  <a:pt x="120177" y="240085"/>
                  <a:pt x="130649" y="240085"/>
                </a:cubicBezTo>
                <a:cubicBezTo>
                  <a:pt x="139717" y="240085"/>
                  <a:pt x="148465" y="236845"/>
                  <a:pt x="156894" y="230366"/>
                </a:cubicBezTo>
                <a:cubicBezTo>
                  <a:pt x="165323" y="223886"/>
                  <a:pt x="172315" y="213130"/>
                  <a:pt x="177871" y="198097"/>
                </a:cubicBezTo>
                <a:cubicBezTo>
                  <a:pt x="183426" y="183065"/>
                  <a:pt x="186204" y="169133"/>
                  <a:pt x="186204" y="156304"/>
                </a:cubicBezTo>
                <a:cubicBezTo>
                  <a:pt x="186204" y="141333"/>
                  <a:pt x="182564" y="129854"/>
                  <a:pt x="175284" y="121865"/>
                </a:cubicBezTo>
                <a:cubicBezTo>
                  <a:pt x="168005" y="113877"/>
                  <a:pt x="158746" y="109882"/>
                  <a:pt x="147507" y="109882"/>
                </a:cubicBezTo>
                <a:cubicBezTo>
                  <a:pt x="137035" y="109882"/>
                  <a:pt x="127488" y="113549"/>
                  <a:pt x="118868" y="120883"/>
                </a:cubicBezTo>
                <a:cubicBezTo>
                  <a:pt x="110247" y="128218"/>
                  <a:pt x="103574" y="138999"/>
                  <a:pt x="98849" y="153228"/>
                </a:cubicBezTo>
                <a:cubicBezTo>
                  <a:pt x="94124" y="167458"/>
                  <a:pt x="91761" y="179899"/>
                  <a:pt x="91761" y="190554"/>
                </a:cubicBezTo>
                <a:close/>
                <a:moveTo>
                  <a:pt x="313276" y="275835"/>
                </a:moveTo>
                <a:lnTo>
                  <a:pt x="258296" y="275835"/>
                </a:lnTo>
                <a:lnTo>
                  <a:pt x="317108" y="0"/>
                </a:lnTo>
                <a:lnTo>
                  <a:pt x="372088" y="0"/>
                </a:lnTo>
                <a:lnTo>
                  <a:pt x="351015" y="98240"/>
                </a:lnTo>
                <a:cubicBezTo>
                  <a:pt x="363403" y="88633"/>
                  <a:pt x="374961" y="81712"/>
                  <a:pt x="385689" y="77479"/>
                </a:cubicBezTo>
                <a:cubicBezTo>
                  <a:pt x="396417" y="73241"/>
                  <a:pt x="407911" y="71122"/>
                  <a:pt x="420171" y="71122"/>
                </a:cubicBezTo>
                <a:cubicBezTo>
                  <a:pt x="436646" y="71122"/>
                  <a:pt x="449672" y="75783"/>
                  <a:pt x="459251" y="85105"/>
                </a:cubicBezTo>
                <a:cubicBezTo>
                  <a:pt x="468829" y="94426"/>
                  <a:pt x="473618" y="106646"/>
                  <a:pt x="473618" y="121765"/>
                </a:cubicBezTo>
                <a:cubicBezTo>
                  <a:pt x="473618" y="129770"/>
                  <a:pt x="471830" y="142178"/>
                  <a:pt x="468255" y="158991"/>
                </a:cubicBezTo>
                <a:lnTo>
                  <a:pt x="443351" y="275835"/>
                </a:lnTo>
                <a:lnTo>
                  <a:pt x="388371" y="275835"/>
                </a:lnTo>
                <a:lnTo>
                  <a:pt x="413849" y="156680"/>
                </a:lnTo>
                <a:cubicBezTo>
                  <a:pt x="416531" y="143803"/>
                  <a:pt x="417872" y="135546"/>
                  <a:pt x="417872" y="131908"/>
                </a:cubicBezTo>
                <a:cubicBezTo>
                  <a:pt x="417872" y="125256"/>
                  <a:pt x="415765" y="119923"/>
                  <a:pt x="411550" y="115909"/>
                </a:cubicBezTo>
                <a:cubicBezTo>
                  <a:pt x="407336" y="111891"/>
                  <a:pt x="401589" y="109882"/>
                  <a:pt x="394309" y="109882"/>
                </a:cubicBezTo>
                <a:cubicBezTo>
                  <a:pt x="385114" y="109882"/>
                  <a:pt x="376302" y="113018"/>
                  <a:pt x="367873" y="119290"/>
                </a:cubicBezTo>
                <a:cubicBezTo>
                  <a:pt x="356890" y="127569"/>
                  <a:pt x="348525" y="137729"/>
                  <a:pt x="342778" y="149771"/>
                </a:cubicBezTo>
                <a:cubicBezTo>
                  <a:pt x="339585" y="156423"/>
                  <a:pt x="335370" y="172042"/>
                  <a:pt x="330134" y="196627"/>
                </a:cubicBezTo>
                <a:lnTo>
                  <a:pt x="313276" y="275835"/>
                </a:lnTo>
                <a:close/>
                <a:moveTo>
                  <a:pt x="574829" y="132461"/>
                </a:moveTo>
                <a:lnTo>
                  <a:pt x="521190" y="127980"/>
                </a:lnTo>
                <a:cubicBezTo>
                  <a:pt x="527320" y="110157"/>
                  <a:pt x="538016" y="96225"/>
                  <a:pt x="553278" y="86187"/>
                </a:cubicBezTo>
                <a:cubicBezTo>
                  <a:pt x="568539" y="76144"/>
                  <a:pt x="588750" y="71122"/>
                  <a:pt x="613909" y="71122"/>
                </a:cubicBezTo>
                <a:cubicBezTo>
                  <a:pt x="640090" y="71122"/>
                  <a:pt x="659438" y="76303"/>
                  <a:pt x="671954" y="86663"/>
                </a:cubicBezTo>
                <a:cubicBezTo>
                  <a:pt x="684470" y="97019"/>
                  <a:pt x="690728" y="109667"/>
                  <a:pt x="690728" y="124605"/>
                </a:cubicBezTo>
                <a:cubicBezTo>
                  <a:pt x="690728" y="130634"/>
                  <a:pt x="690185" y="137039"/>
                  <a:pt x="689099" y="143821"/>
                </a:cubicBezTo>
                <a:cubicBezTo>
                  <a:pt x="688014" y="150598"/>
                  <a:pt x="684214" y="168426"/>
                  <a:pt x="677701" y="197304"/>
                </a:cubicBezTo>
                <a:cubicBezTo>
                  <a:pt x="672337" y="221156"/>
                  <a:pt x="669655" y="237855"/>
                  <a:pt x="669655" y="247400"/>
                </a:cubicBezTo>
                <a:cubicBezTo>
                  <a:pt x="669655" y="255937"/>
                  <a:pt x="671188" y="265416"/>
                  <a:pt x="674253" y="275835"/>
                </a:cubicBezTo>
                <a:lnTo>
                  <a:pt x="620805" y="275835"/>
                </a:lnTo>
                <a:cubicBezTo>
                  <a:pt x="618634" y="268559"/>
                  <a:pt x="617293" y="261033"/>
                  <a:pt x="616783" y="253256"/>
                </a:cubicBezTo>
                <a:cubicBezTo>
                  <a:pt x="608737" y="262037"/>
                  <a:pt x="599478" y="268810"/>
                  <a:pt x="589005" y="273577"/>
                </a:cubicBezTo>
                <a:cubicBezTo>
                  <a:pt x="578533" y="278343"/>
                  <a:pt x="567997" y="280727"/>
                  <a:pt x="557397" y="280727"/>
                </a:cubicBezTo>
                <a:cubicBezTo>
                  <a:pt x="540539" y="280727"/>
                  <a:pt x="526618" y="275294"/>
                  <a:pt x="515635" y="264428"/>
                </a:cubicBezTo>
                <a:cubicBezTo>
                  <a:pt x="504652" y="253562"/>
                  <a:pt x="499160" y="239587"/>
                  <a:pt x="499160" y="222505"/>
                </a:cubicBezTo>
                <a:cubicBezTo>
                  <a:pt x="499160" y="203411"/>
                  <a:pt x="505194" y="188149"/>
                  <a:pt x="517263" y="176718"/>
                </a:cubicBezTo>
                <a:cubicBezTo>
                  <a:pt x="529332" y="165288"/>
                  <a:pt x="550883" y="158379"/>
                  <a:pt x="581917" y="155992"/>
                </a:cubicBezTo>
                <a:cubicBezTo>
                  <a:pt x="608098" y="153856"/>
                  <a:pt x="625595" y="151280"/>
                  <a:pt x="634407" y="148266"/>
                </a:cubicBezTo>
                <a:cubicBezTo>
                  <a:pt x="636706" y="140740"/>
                  <a:pt x="637855" y="134719"/>
                  <a:pt x="637855" y="130203"/>
                </a:cubicBezTo>
                <a:cubicBezTo>
                  <a:pt x="637855" y="124433"/>
                  <a:pt x="635492" y="119604"/>
                  <a:pt x="630767" y="115715"/>
                </a:cubicBezTo>
                <a:cubicBezTo>
                  <a:pt x="626042" y="111827"/>
                  <a:pt x="619017" y="109882"/>
                  <a:pt x="609695" y="109882"/>
                </a:cubicBezTo>
                <a:cubicBezTo>
                  <a:pt x="599861" y="109882"/>
                  <a:pt x="592102" y="111842"/>
                  <a:pt x="586419" y="115762"/>
                </a:cubicBezTo>
                <a:cubicBezTo>
                  <a:pt x="580736" y="119678"/>
                  <a:pt x="576873" y="125244"/>
                  <a:pt x="574829" y="132461"/>
                </a:cubicBezTo>
                <a:moveTo>
                  <a:pt x="627127" y="182510"/>
                </a:moveTo>
                <a:cubicBezTo>
                  <a:pt x="623807" y="183392"/>
                  <a:pt x="619401" y="184209"/>
                  <a:pt x="613909" y="184962"/>
                </a:cubicBezTo>
                <a:cubicBezTo>
                  <a:pt x="586323" y="188235"/>
                  <a:pt x="568316" y="193017"/>
                  <a:pt x="559887" y="199309"/>
                </a:cubicBezTo>
                <a:cubicBezTo>
                  <a:pt x="553884" y="203840"/>
                  <a:pt x="550883" y="209945"/>
                  <a:pt x="550883" y="217624"/>
                </a:cubicBezTo>
                <a:cubicBezTo>
                  <a:pt x="550883" y="223916"/>
                  <a:pt x="553182" y="229233"/>
                  <a:pt x="557780" y="233576"/>
                </a:cubicBezTo>
                <a:cubicBezTo>
                  <a:pt x="562377" y="237916"/>
                  <a:pt x="568444" y="240085"/>
                  <a:pt x="575979" y="240085"/>
                </a:cubicBezTo>
                <a:cubicBezTo>
                  <a:pt x="584280" y="240085"/>
                  <a:pt x="592102" y="238104"/>
                  <a:pt x="599446" y="234141"/>
                </a:cubicBezTo>
                <a:cubicBezTo>
                  <a:pt x="606789" y="230174"/>
                  <a:pt x="612281" y="225076"/>
                  <a:pt x="615920" y="218847"/>
                </a:cubicBezTo>
                <a:cubicBezTo>
                  <a:pt x="619560" y="212619"/>
                  <a:pt x="622785" y="202897"/>
                  <a:pt x="625595" y="189683"/>
                </a:cubicBezTo>
                <a:lnTo>
                  <a:pt x="627127" y="182510"/>
                </a:lnTo>
                <a:close/>
                <a:moveTo>
                  <a:pt x="715763" y="275835"/>
                </a:moveTo>
                <a:lnTo>
                  <a:pt x="774383" y="0"/>
                </a:lnTo>
                <a:lnTo>
                  <a:pt x="982617" y="0"/>
                </a:lnTo>
                <a:lnTo>
                  <a:pt x="972847" y="46286"/>
                </a:lnTo>
                <a:lnTo>
                  <a:pt x="822466" y="46286"/>
                </a:lnTo>
                <a:lnTo>
                  <a:pt x="809057" y="108377"/>
                </a:lnTo>
                <a:lnTo>
                  <a:pt x="954457" y="108377"/>
                </a:lnTo>
                <a:lnTo>
                  <a:pt x="944687" y="154663"/>
                </a:lnTo>
                <a:lnTo>
                  <a:pt x="799287" y="154663"/>
                </a:lnTo>
                <a:lnTo>
                  <a:pt x="781663" y="229549"/>
                </a:lnTo>
                <a:lnTo>
                  <a:pt x="945070" y="229549"/>
                </a:lnTo>
                <a:lnTo>
                  <a:pt x="935108" y="275835"/>
                </a:lnTo>
                <a:lnTo>
                  <a:pt x="715763" y="275835"/>
                </a:lnTo>
                <a:close/>
                <a:moveTo>
                  <a:pt x="1164993" y="275835"/>
                </a:moveTo>
                <a:lnTo>
                  <a:pt x="1112886" y="275835"/>
                </a:lnTo>
                <a:lnTo>
                  <a:pt x="1117484" y="254214"/>
                </a:lnTo>
                <a:cubicBezTo>
                  <a:pt x="1107522" y="263685"/>
                  <a:pt x="1097721" y="270472"/>
                  <a:pt x="1088078" y="274576"/>
                </a:cubicBezTo>
                <a:cubicBezTo>
                  <a:pt x="1078436" y="278677"/>
                  <a:pt x="1067549" y="280727"/>
                  <a:pt x="1055416" y="280727"/>
                </a:cubicBezTo>
                <a:cubicBezTo>
                  <a:pt x="1034344" y="280727"/>
                  <a:pt x="1017262" y="273659"/>
                  <a:pt x="1004172" y="259524"/>
                </a:cubicBezTo>
                <a:cubicBezTo>
                  <a:pt x="991081" y="245385"/>
                  <a:pt x="984536" y="224492"/>
                  <a:pt x="984536" y="196845"/>
                </a:cubicBezTo>
                <a:cubicBezTo>
                  <a:pt x="984536" y="164804"/>
                  <a:pt x="993731" y="135840"/>
                  <a:pt x="1012122" y="109953"/>
                </a:cubicBezTo>
                <a:cubicBezTo>
                  <a:pt x="1030512" y="84066"/>
                  <a:pt x="1054841" y="71122"/>
                  <a:pt x="1085109" y="71122"/>
                </a:cubicBezTo>
                <a:cubicBezTo>
                  <a:pt x="1112439" y="71122"/>
                  <a:pt x="1132937" y="81785"/>
                  <a:pt x="1146602" y="103109"/>
                </a:cubicBezTo>
                <a:lnTo>
                  <a:pt x="1168633" y="0"/>
                </a:lnTo>
                <a:lnTo>
                  <a:pt x="1223612" y="0"/>
                </a:lnTo>
                <a:lnTo>
                  <a:pt x="1164993" y="275835"/>
                </a:lnTo>
                <a:moveTo>
                  <a:pt x="1037983" y="194487"/>
                </a:moveTo>
                <a:cubicBezTo>
                  <a:pt x="1037983" y="208807"/>
                  <a:pt x="1041655" y="219986"/>
                  <a:pt x="1048999" y="228026"/>
                </a:cubicBezTo>
                <a:cubicBezTo>
                  <a:pt x="1056342" y="236065"/>
                  <a:pt x="1065378" y="240085"/>
                  <a:pt x="1076105" y="240085"/>
                </a:cubicBezTo>
                <a:cubicBezTo>
                  <a:pt x="1086067" y="240085"/>
                  <a:pt x="1095358" y="236726"/>
                  <a:pt x="1103978" y="230007"/>
                </a:cubicBezTo>
                <a:cubicBezTo>
                  <a:pt x="1112599" y="223285"/>
                  <a:pt x="1119495" y="213015"/>
                  <a:pt x="1124668" y="199197"/>
                </a:cubicBezTo>
                <a:cubicBezTo>
                  <a:pt x="1129840" y="185379"/>
                  <a:pt x="1132426" y="172126"/>
                  <a:pt x="1132426" y="159437"/>
                </a:cubicBezTo>
                <a:cubicBezTo>
                  <a:pt x="1132426" y="144993"/>
                  <a:pt x="1128467" y="133311"/>
                  <a:pt x="1120549" y="124394"/>
                </a:cubicBezTo>
                <a:cubicBezTo>
                  <a:pt x="1112631" y="115472"/>
                  <a:pt x="1103500" y="111011"/>
                  <a:pt x="1093155" y="111011"/>
                </a:cubicBezTo>
                <a:cubicBezTo>
                  <a:pt x="1077063" y="111011"/>
                  <a:pt x="1063845" y="119805"/>
                  <a:pt x="1053500" y="137394"/>
                </a:cubicBezTo>
                <a:cubicBezTo>
                  <a:pt x="1043156" y="154979"/>
                  <a:pt x="1037983" y="174010"/>
                  <a:pt x="1037983" y="194487"/>
                </a:cubicBezTo>
                <a:close/>
              </a:path>
            </a:pathLst>
          </a:custGeom>
          <a:solidFill xmlns:a="http://schemas.openxmlformats.org/drawingml/2006/main">
            <a:srgbClr val="322B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it">
            <a:extLst xmlns:a="http://schemas.openxmlformats.org/drawingml/2006/main">
              <a:ext uri="{FF2B5EF4-FFF2-40B4-BE49-F238E27FC236}">
                <a16:creationId xmlns:a16="http://schemas.microsoft.com/office/drawing/2014/main" id="{FA4382FB-6A88-4E2E-8E57-EA60CE4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577" y="2833973"/>
            <a:ext cx="246613" cy="280727"/>
          </a:xfrm>
          <a:custGeom xmlns:a="http://schemas.openxmlformats.org/drawingml/2006/main">
            <a:pathLst>
              <a:path w="246613" h="280727">
                <a:moveTo>
                  <a:pt x="58620" y="0"/>
                </a:moveTo>
                <a:lnTo>
                  <a:pt x="113600" y="0"/>
                </a:lnTo>
                <a:lnTo>
                  <a:pt x="103255" y="48920"/>
                </a:lnTo>
                <a:lnTo>
                  <a:pt x="48275" y="48920"/>
                </a:lnTo>
                <a:lnTo>
                  <a:pt x="58620" y="0"/>
                </a:lnTo>
                <a:moveTo>
                  <a:pt x="42528" y="76014"/>
                </a:moveTo>
                <a:lnTo>
                  <a:pt x="97508" y="76014"/>
                </a:lnTo>
                <a:lnTo>
                  <a:pt x="54980" y="275835"/>
                </a:lnTo>
                <a:lnTo>
                  <a:pt x="0" y="275835"/>
                </a:lnTo>
                <a:lnTo>
                  <a:pt x="42528" y="76014"/>
                </a:lnTo>
                <a:close/>
                <a:moveTo>
                  <a:pt x="122861" y="116280"/>
                </a:moveTo>
                <a:lnTo>
                  <a:pt x="131289" y="76014"/>
                </a:lnTo>
                <a:lnTo>
                  <a:pt x="158336" y="76014"/>
                </a:lnTo>
                <a:lnTo>
                  <a:pt x="165017" y="44028"/>
                </a:lnTo>
                <a:lnTo>
                  <a:pt x="227840" y="6774"/>
                </a:lnTo>
                <a:lnTo>
                  <a:pt x="213316" y="76014"/>
                </a:lnTo>
                <a:lnTo>
                  <a:pt x="246613" y="76014"/>
                </a:lnTo>
                <a:lnTo>
                  <a:pt x="238184" y="116280"/>
                </a:lnTo>
                <a:lnTo>
                  <a:pt x="204869" y="116280"/>
                </a:lnTo>
                <a:lnTo>
                  <a:pt x="186653" y="200032"/>
                </a:lnTo>
                <a:cubicBezTo>
                  <a:pt x="183460" y="215190"/>
                  <a:pt x="181863" y="223833"/>
                  <a:pt x="181863" y="225962"/>
                </a:cubicBezTo>
                <a:cubicBezTo>
                  <a:pt x="181863" y="230105"/>
                  <a:pt x="183204" y="233339"/>
                  <a:pt x="185886" y="235664"/>
                </a:cubicBezTo>
                <a:cubicBezTo>
                  <a:pt x="188568" y="237984"/>
                  <a:pt x="193421" y="239144"/>
                  <a:pt x="200445" y="239144"/>
                </a:cubicBezTo>
                <a:cubicBezTo>
                  <a:pt x="202872" y="239144"/>
                  <a:pt x="208938" y="238705"/>
                  <a:pt x="218644" y="237827"/>
                </a:cubicBezTo>
                <a:lnTo>
                  <a:pt x="210024" y="277904"/>
                </a:lnTo>
                <a:cubicBezTo>
                  <a:pt x="200573" y="279786"/>
                  <a:pt x="190867" y="280727"/>
                  <a:pt x="180906" y="280727"/>
                </a:cubicBezTo>
                <a:cubicBezTo>
                  <a:pt x="161493" y="280727"/>
                  <a:pt x="147381" y="277042"/>
                  <a:pt x="138569" y="269673"/>
                </a:cubicBezTo>
                <a:cubicBezTo>
                  <a:pt x="129757" y="262299"/>
                  <a:pt x="125351" y="252061"/>
                  <a:pt x="125351" y="238956"/>
                </a:cubicBezTo>
                <a:cubicBezTo>
                  <a:pt x="125351" y="232810"/>
                  <a:pt x="127714" y="218634"/>
                  <a:pt x="132439" y="196428"/>
                </a:cubicBezTo>
                <a:lnTo>
                  <a:pt x="150189" y="116280"/>
                </a:lnTo>
                <a:lnTo>
                  <a:pt x="122861" y="116280"/>
                </a:lnTo>
                <a:close/>
              </a:path>
            </a:pathLst>
          </a:custGeom>
          <a:solidFill xmlns:a="http://schemas.openxmlformats.org/drawingml/2006/main">
            <a:srgbClr val="322B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OneLineofCode，">
            <a:extLst xmlns:a="http://schemas.openxmlformats.org/drawingml/2006/main">
              <a:ext uri="{FF2B5EF4-FFF2-40B4-BE49-F238E27FC236}">
                <a16:creationId xmlns:a16="http://schemas.microsoft.com/office/drawing/2014/main" id="{FAC29F52-BDC2-4E1C-B0D0-2B77FFE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266" y="3222160"/>
            <a:ext cx="1152415" cy="120721"/>
          </a:xfrm>
          <a:custGeom xmlns:a="http://schemas.openxmlformats.org/drawingml/2006/main">
            <a:pathLst>
              <a:path w="1152415" h="120721">
                <a:moveTo>
                  <a:pt x="0" y="59169"/>
                </a:moveTo>
                <a:cubicBezTo>
                  <a:pt x="0" y="53572"/>
                  <a:pt x="854" y="47673"/>
                  <a:pt x="2563" y="41471"/>
                </a:cubicBezTo>
                <a:cubicBezTo>
                  <a:pt x="4798" y="33159"/>
                  <a:pt x="8205" y="25945"/>
                  <a:pt x="12783" y="19830"/>
                </a:cubicBezTo>
                <a:cubicBezTo>
                  <a:pt x="17362" y="13715"/>
                  <a:pt x="23135" y="8881"/>
                  <a:pt x="30102" y="5330"/>
                </a:cubicBezTo>
                <a:cubicBezTo>
                  <a:pt x="37068" y="1777"/>
                  <a:pt x="44999" y="0"/>
                  <a:pt x="53894" y="0"/>
                </a:cubicBezTo>
                <a:cubicBezTo>
                  <a:pt x="65812" y="0"/>
                  <a:pt x="75440" y="3639"/>
                  <a:pt x="82779" y="10918"/>
                </a:cubicBezTo>
                <a:cubicBezTo>
                  <a:pt x="90119" y="18195"/>
                  <a:pt x="93788" y="27841"/>
                  <a:pt x="93788" y="39856"/>
                </a:cubicBezTo>
                <a:cubicBezTo>
                  <a:pt x="93788" y="49847"/>
                  <a:pt x="91400" y="59515"/>
                  <a:pt x="86624" y="68860"/>
                </a:cubicBezTo>
                <a:cubicBezTo>
                  <a:pt x="81848" y="78204"/>
                  <a:pt x="75364" y="85396"/>
                  <a:pt x="67170" y="90435"/>
                </a:cubicBezTo>
                <a:cubicBezTo>
                  <a:pt x="58976" y="95473"/>
                  <a:pt x="49709" y="97992"/>
                  <a:pt x="39369" y="97992"/>
                </a:cubicBezTo>
                <a:cubicBezTo>
                  <a:pt x="30386" y="97992"/>
                  <a:pt x="22850" y="95989"/>
                  <a:pt x="16760" y="91984"/>
                </a:cubicBezTo>
                <a:cubicBezTo>
                  <a:pt x="10669" y="87979"/>
                  <a:pt x="6353" y="83016"/>
                  <a:pt x="3812" y="77095"/>
                </a:cubicBezTo>
                <a:cubicBezTo>
                  <a:pt x="1271" y="71173"/>
                  <a:pt x="0" y="65198"/>
                  <a:pt x="0" y="59169"/>
                </a:cubicBezTo>
                <a:moveTo>
                  <a:pt x="19586" y="58786"/>
                </a:moveTo>
                <a:cubicBezTo>
                  <a:pt x="19586" y="65291"/>
                  <a:pt x="21601" y="70740"/>
                  <a:pt x="25632" y="75134"/>
                </a:cubicBezTo>
                <a:cubicBezTo>
                  <a:pt x="29663" y="79528"/>
                  <a:pt x="34965" y="81724"/>
                  <a:pt x="41538" y="81724"/>
                </a:cubicBezTo>
                <a:cubicBezTo>
                  <a:pt x="46883" y="81724"/>
                  <a:pt x="52021" y="79991"/>
                  <a:pt x="56950" y="76524"/>
                </a:cubicBezTo>
                <a:cubicBezTo>
                  <a:pt x="61879" y="73055"/>
                  <a:pt x="65954" y="67800"/>
                  <a:pt x="69175" y="60757"/>
                </a:cubicBezTo>
                <a:cubicBezTo>
                  <a:pt x="72395" y="53714"/>
                  <a:pt x="74005" y="46854"/>
                  <a:pt x="74005" y="40176"/>
                </a:cubicBezTo>
                <a:cubicBezTo>
                  <a:pt x="74005" y="32723"/>
                  <a:pt x="71968" y="26875"/>
                  <a:pt x="67893" y="22632"/>
                </a:cubicBezTo>
                <a:cubicBezTo>
                  <a:pt x="63818" y="18389"/>
                  <a:pt x="58626" y="16267"/>
                  <a:pt x="52316" y="16267"/>
                </a:cubicBezTo>
                <a:cubicBezTo>
                  <a:pt x="42633" y="16267"/>
                  <a:pt x="34757" y="20705"/>
                  <a:pt x="28689" y="29580"/>
                </a:cubicBezTo>
                <a:cubicBezTo>
                  <a:pt x="22620" y="38453"/>
                  <a:pt x="19586" y="48188"/>
                  <a:pt x="19586" y="58786"/>
                </a:cubicBezTo>
                <a:close/>
                <a:moveTo>
                  <a:pt x="113200" y="27758"/>
                </a:moveTo>
                <a:lnTo>
                  <a:pt x="131077" y="27758"/>
                </a:lnTo>
                <a:lnTo>
                  <a:pt x="129236" y="36680"/>
                </a:lnTo>
                <a:cubicBezTo>
                  <a:pt x="133706" y="32865"/>
                  <a:pt x="137879" y="30144"/>
                  <a:pt x="141757" y="28518"/>
                </a:cubicBezTo>
                <a:cubicBezTo>
                  <a:pt x="145635" y="26892"/>
                  <a:pt x="149720" y="26080"/>
                  <a:pt x="154014" y="26080"/>
                </a:cubicBezTo>
                <a:cubicBezTo>
                  <a:pt x="159754" y="26080"/>
                  <a:pt x="164278" y="27699"/>
                  <a:pt x="167586" y="30937"/>
                </a:cubicBezTo>
                <a:cubicBezTo>
                  <a:pt x="170895" y="34176"/>
                  <a:pt x="172549" y="38472"/>
                  <a:pt x="172549" y="43828"/>
                </a:cubicBezTo>
                <a:cubicBezTo>
                  <a:pt x="172549" y="46235"/>
                  <a:pt x="171826" y="50798"/>
                  <a:pt x="170380" y="57517"/>
                </a:cubicBezTo>
                <a:lnTo>
                  <a:pt x="162164" y="96313"/>
                </a:lnTo>
                <a:lnTo>
                  <a:pt x="143301" y="96313"/>
                </a:lnTo>
                <a:lnTo>
                  <a:pt x="151583" y="57384"/>
                </a:lnTo>
                <a:cubicBezTo>
                  <a:pt x="152809" y="51567"/>
                  <a:pt x="153423" y="48100"/>
                  <a:pt x="153423" y="46983"/>
                </a:cubicBezTo>
                <a:cubicBezTo>
                  <a:pt x="153423" y="44620"/>
                  <a:pt x="152711" y="42762"/>
                  <a:pt x="151287" y="41409"/>
                </a:cubicBezTo>
                <a:cubicBezTo>
                  <a:pt x="149863" y="40055"/>
                  <a:pt x="147880" y="39377"/>
                  <a:pt x="145339" y="39377"/>
                </a:cubicBezTo>
                <a:cubicBezTo>
                  <a:pt x="142578" y="39377"/>
                  <a:pt x="139511" y="40518"/>
                  <a:pt x="136137" y="42799"/>
                </a:cubicBezTo>
                <a:cubicBezTo>
                  <a:pt x="132764" y="45080"/>
                  <a:pt x="130113" y="48092"/>
                  <a:pt x="128185" y="51836"/>
                </a:cubicBezTo>
                <a:cubicBezTo>
                  <a:pt x="126783" y="54506"/>
                  <a:pt x="125205" y="59950"/>
                  <a:pt x="123453" y="68170"/>
                </a:cubicBezTo>
                <a:lnTo>
                  <a:pt x="117472" y="96313"/>
                </a:lnTo>
                <a:lnTo>
                  <a:pt x="98609" y="96313"/>
                </a:lnTo>
                <a:lnTo>
                  <a:pt x="113200" y="27758"/>
                </a:lnTo>
                <a:close/>
                <a:moveTo>
                  <a:pt x="248547" y="67781"/>
                </a:moveTo>
                <a:lnTo>
                  <a:pt x="201226" y="67781"/>
                </a:lnTo>
                <a:cubicBezTo>
                  <a:pt x="201182" y="68513"/>
                  <a:pt x="201160" y="69072"/>
                  <a:pt x="201160" y="69459"/>
                </a:cubicBezTo>
                <a:cubicBezTo>
                  <a:pt x="201160" y="74021"/>
                  <a:pt x="202485" y="77701"/>
                  <a:pt x="205136" y="80498"/>
                </a:cubicBezTo>
                <a:cubicBezTo>
                  <a:pt x="207787" y="83295"/>
                  <a:pt x="211019" y="84694"/>
                  <a:pt x="214831" y="84694"/>
                </a:cubicBezTo>
                <a:cubicBezTo>
                  <a:pt x="221096" y="84694"/>
                  <a:pt x="225982" y="81509"/>
                  <a:pt x="229487" y="75140"/>
                </a:cubicBezTo>
                <a:lnTo>
                  <a:pt x="246378" y="77980"/>
                </a:lnTo>
                <a:cubicBezTo>
                  <a:pt x="243092" y="84651"/>
                  <a:pt x="238699" y="89654"/>
                  <a:pt x="233200" y="92989"/>
                </a:cubicBezTo>
                <a:cubicBezTo>
                  <a:pt x="227702" y="96324"/>
                  <a:pt x="221534" y="97992"/>
                  <a:pt x="214699" y="97992"/>
                </a:cubicBezTo>
                <a:cubicBezTo>
                  <a:pt x="205323" y="97992"/>
                  <a:pt x="197699" y="95071"/>
                  <a:pt x="191827" y="89229"/>
                </a:cubicBezTo>
                <a:cubicBezTo>
                  <a:pt x="185956" y="83387"/>
                  <a:pt x="183020" y="75659"/>
                  <a:pt x="183020" y="66046"/>
                </a:cubicBezTo>
                <a:cubicBezTo>
                  <a:pt x="183020" y="56647"/>
                  <a:pt x="185671" y="48282"/>
                  <a:pt x="190973" y="40953"/>
                </a:cubicBezTo>
                <a:cubicBezTo>
                  <a:pt x="198202" y="31037"/>
                  <a:pt x="208521" y="26080"/>
                  <a:pt x="221929" y="26080"/>
                </a:cubicBezTo>
                <a:cubicBezTo>
                  <a:pt x="230473" y="26080"/>
                  <a:pt x="237264" y="28676"/>
                  <a:pt x="242303" y="33870"/>
                </a:cubicBezTo>
                <a:cubicBezTo>
                  <a:pt x="247342" y="39064"/>
                  <a:pt x="249861" y="46338"/>
                  <a:pt x="249861" y="55691"/>
                </a:cubicBezTo>
                <a:cubicBezTo>
                  <a:pt x="249861" y="60174"/>
                  <a:pt x="249423" y="64204"/>
                  <a:pt x="248547" y="67781"/>
                </a:cubicBezTo>
                <a:moveTo>
                  <a:pt x="232642" y="56420"/>
                </a:moveTo>
                <a:cubicBezTo>
                  <a:pt x="232686" y="55605"/>
                  <a:pt x="232708" y="54983"/>
                  <a:pt x="232708" y="54556"/>
                </a:cubicBezTo>
                <a:cubicBezTo>
                  <a:pt x="232708" y="49496"/>
                  <a:pt x="231546" y="45702"/>
                  <a:pt x="229224" y="43172"/>
                </a:cubicBezTo>
                <a:cubicBezTo>
                  <a:pt x="226902" y="40642"/>
                  <a:pt x="223791" y="39377"/>
                  <a:pt x="219891" y="39377"/>
                </a:cubicBezTo>
                <a:cubicBezTo>
                  <a:pt x="215992" y="39377"/>
                  <a:pt x="212497" y="40814"/>
                  <a:pt x="209408" y="43686"/>
                </a:cubicBezTo>
                <a:cubicBezTo>
                  <a:pt x="206319" y="46559"/>
                  <a:pt x="204227" y="50803"/>
                  <a:pt x="203132" y="56420"/>
                </a:cubicBezTo>
                <a:lnTo>
                  <a:pt x="232642" y="56420"/>
                </a:lnTo>
                <a:close/>
                <a:moveTo>
                  <a:pt x="293505" y="96313"/>
                </a:moveTo>
                <a:lnTo>
                  <a:pt x="313682" y="1678"/>
                </a:lnTo>
                <a:lnTo>
                  <a:pt x="333465" y="1678"/>
                </a:lnTo>
                <a:lnTo>
                  <a:pt x="316705" y="80433"/>
                </a:lnTo>
                <a:lnTo>
                  <a:pt x="365735" y="80433"/>
                </a:lnTo>
                <a:lnTo>
                  <a:pt x="362383" y="96313"/>
                </a:lnTo>
                <a:lnTo>
                  <a:pt x="293505" y="96313"/>
                </a:lnTo>
                <a:close/>
                <a:moveTo>
                  <a:pt x="395201" y="1678"/>
                </a:moveTo>
                <a:lnTo>
                  <a:pt x="414064" y="1678"/>
                </a:lnTo>
                <a:lnTo>
                  <a:pt x="410515" y="18462"/>
                </a:lnTo>
                <a:lnTo>
                  <a:pt x="391652" y="18462"/>
                </a:lnTo>
                <a:lnTo>
                  <a:pt x="395201" y="1678"/>
                </a:lnTo>
                <a:moveTo>
                  <a:pt x="389680" y="27758"/>
                </a:moveTo>
                <a:lnTo>
                  <a:pt x="408543" y="27758"/>
                </a:lnTo>
                <a:lnTo>
                  <a:pt x="393952" y="96313"/>
                </a:lnTo>
                <a:lnTo>
                  <a:pt x="375089" y="96313"/>
                </a:lnTo>
                <a:lnTo>
                  <a:pt x="389680" y="27758"/>
                </a:lnTo>
                <a:close/>
                <a:moveTo>
                  <a:pt x="427363" y="27758"/>
                </a:moveTo>
                <a:lnTo>
                  <a:pt x="445240" y="27758"/>
                </a:lnTo>
                <a:lnTo>
                  <a:pt x="443399" y="36680"/>
                </a:lnTo>
                <a:cubicBezTo>
                  <a:pt x="447869" y="32865"/>
                  <a:pt x="452042" y="30144"/>
                  <a:pt x="455920" y="28518"/>
                </a:cubicBezTo>
                <a:cubicBezTo>
                  <a:pt x="459798" y="26892"/>
                  <a:pt x="463883" y="26080"/>
                  <a:pt x="468177" y="26080"/>
                </a:cubicBezTo>
                <a:cubicBezTo>
                  <a:pt x="473917" y="26080"/>
                  <a:pt x="478441" y="27699"/>
                  <a:pt x="481749" y="30937"/>
                </a:cubicBezTo>
                <a:cubicBezTo>
                  <a:pt x="485057" y="34176"/>
                  <a:pt x="486712" y="38472"/>
                  <a:pt x="486712" y="43828"/>
                </a:cubicBezTo>
                <a:cubicBezTo>
                  <a:pt x="486712" y="46235"/>
                  <a:pt x="485989" y="50798"/>
                  <a:pt x="484543" y="57517"/>
                </a:cubicBezTo>
                <a:lnTo>
                  <a:pt x="476327" y="96313"/>
                </a:lnTo>
                <a:lnTo>
                  <a:pt x="457464" y="96313"/>
                </a:lnTo>
                <a:lnTo>
                  <a:pt x="465746" y="57384"/>
                </a:lnTo>
                <a:cubicBezTo>
                  <a:pt x="466972" y="51567"/>
                  <a:pt x="467586" y="48100"/>
                  <a:pt x="467586" y="46983"/>
                </a:cubicBezTo>
                <a:cubicBezTo>
                  <a:pt x="467586" y="44620"/>
                  <a:pt x="466874" y="42762"/>
                  <a:pt x="465450" y="41409"/>
                </a:cubicBezTo>
                <a:cubicBezTo>
                  <a:pt x="464026" y="40055"/>
                  <a:pt x="462043" y="39377"/>
                  <a:pt x="459502" y="39377"/>
                </a:cubicBezTo>
                <a:cubicBezTo>
                  <a:pt x="456741" y="39377"/>
                  <a:pt x="453674" y="40518"/>
                  <a:pt x="450300" y="42799"/>
                </a:cubicBezTo>
                <a:cubicBezTo>
                  <a:pt x="446927" y="45080"/>
                  <a:pt x="444276" y="48092"/>
                  <a:pt x="442348" y="51836"/>
                </a:cubicBezTo>
                <a:cubicBezTo>
                  <a:pt x="440946" y="54506"/>
                  <a:pt x="439368" y="59950"/>
                  <a:pt x="437616" y="68170"/>
                </a:cubicBezTo>
                <a:lnTo>
                  <a:pt x="431635" y="96313"/>
                </a:lnTo>
                <a:lnTo>
                  <a:pt x="412772" y="96313"/>
                </a:lnTo>
                <a:lnTo>
                  <a:pt x="427363" y="27758"/>
                </a:lnTo>
                <a:close/>
                <a:moveTo>
                  <a:pt x="562710" y="67781"/>
                </a:moveTo>
                <a:lnTo>
                  <a:pt x="515389" y="67781"/>
                </a:lnTo>
                <a:cubicBezTo>
                  <a:pt x="515345" y="68513"/>
                  <a:pt x="515323" y="69072"/>
                  <a:pt x="515323" y="69459"/>
                </a:cubicBezTo>
                <a:cubicBezTo>
                  <a:pt x="515323" y="74021"/>
                  <a:pt x="516648" y="77701"/>
                  <a:pt x="519299" y="80498"/>
                </a:cubicBezTo>
                <a:cubicBezTo>
                  <a:pt x="521950" y="83295"/>
                  <a:pt x="525182" y="84694"/>
                  <a:pt x="528994" y="84694"/>
                </a:cubicBezTo>
                <a:cubicBezTo>
                  <a:pt x="535259" y="84694"/>
                  <a:pt x="540145" y="81509"/>
                  <a:pt x="543650" y="75140"/>
                </a:cubicBezTo>
                <a:lnTo>
                  <a:pt x="560541" y="77980"/>
                </a:lnTo>
                <a:cubicBezTo>
                  <a:pt x="557255" y="84651"/>
                  <a:pt x="552862" y="89654"/>
                  <a:pt x="547363" y="92989"/>
                </a:cubicBezTo>
                <a:cubicBezTo>
                  <a:pt x="541865" y="96324"/>
                  <a:pt x="535697" y="97992"/>
                  <a:pt x="528862" y="97992"/>
                </a:cubicBezTo>
                <a:cubicBezTo>
                  <a:pt x="519486" y="97992"/>
                  <a:pt x="511862" y="95071"/>
                  <a:pt x="505990" y="89229"/>
                </a:cubicBezTo>
                <a:cubicBezTo>
                  <a:pt x="500119" y="83387"/>
                  <a:pt x="497183" y="75659"/>
                  <a:pt x="497183" y="66046"/>
                </a:cubicBezTo>
                <a:cubicBezTo>
                  <a:pt x="497183" y="56647"/>
                  <a:pt x="499834" y="48282"/>
                  <a:pt x="505136" y="40953"/>
                </a:cubicBezTo>
                <a:cubicBezTo>
                  <a:pt x="512365" y="31037"/>
                  <a:pt x="522684" y="26080"/>
                  <a:pt x="536092" y="26080"/>
                </a:cubicBezTo>
                <a:cubicBezTo>
                  <a:pt x="544636" y="26080"/>
                  <a:pt x="551427" y="28676"/>
                  <a:pt x="556466" y="33870"/>
                </a:cubicBezTo>
                <a:cubicBezTo>
                  <a:pt x="561505" y="39064"/>
                  <a:pt x="564025" y="46338"/>
                  <a:pt x="564025" y="55691"/>
                </a:cubicBezTo>
                <a:cubicBezTo>
                  <a:pt x="564025" y="60174"/>
                  <a:pt x="563586" y="64204"/>
                  <a:pt x="562710" y="67781"/>
                </a:cubicBezTo>
                <a:moveTo>
                  <a:pt x="546805" y="56420"/>
                </a:moveTo>
                <a:cubicBezTo>
                  <a:pt x="546849" y="55605"/>
                  <a:pt x="546871" y="54983"/>
                  <a:pt x="546871" y="54556"/>
                </a:cubicBezTo>
                <a:cubicBezTo>
                  <a:pt x="546871" y="49496"/>
                  <a:pt x="545709" y="45702"/>
                  <a:pt x="543387" y="43172"/>
                </a:cubicBezTo>
                <a:cubicBezTo>
                  <a:pt x="541065" y="40642"/>
                  <a:pt x="537954" y="39377"/>
                  <a:pt x="534054" y="39377"/>
                </a:cubicBezTo>
                <a:cubicBezTo>
                  <a:pt x="530155" y="39377"/>
                  <a:pt x="526660" y="40814"/>
                  <a:pt x="523571" y="43686"/>
                </a:cubicBezTo>
                <a:cubicBezTo>
                  <a:pt x="520482" y="46559"/>
                  <a:pt x="518390" y="50803"/>
                  <a:pt x="517295" y="56420"/>
                </a:cubicBezTo>
                <a:lnTo>
                  <a:pt x="546805" y="56420"/>
                </a:lnTo>
                <a:close/>
                <a:moveTo>
                  <a:pt x="609771" y="67856"/>
                </a:moveTo>
                <a:cubicBezTo>
                  <a:pt x="609771" y="55137"/>
                  <a:pt x="613419" y="44995"/>
                  <a:pt x="620714" y="37429"/>
                </a:cubicBezTo>
                <a:cubicBezTo>
                  <a:pt x="628009" y="29863"/>
                  <a:pt x="637594" y="26080"/>
                  <a:pt x="649468" y="26080"/>
                </a:cubicBezTo>
                <a:cubicBezTo>
                  <a:pt x="659765" y="26080"/>
                  <a:pt x="667805" y="28871"/>
                  <a:pt x="673589" y="34455"/>
                </a:cubicBezTo>
                <a:cubicBezTo>
                  <a:pt x="679373" y="40038"/>
                  <a:pt x="682265" y="47550"/>
                  <a:pt x="682265" y="56992"/>
                </a:cubicBezTo>
                <a:cubicBezTo>
                  <a:pt x="682265" y="68114"/>
                  <a:pt x="678650" y="77728"/>
                  <a:pt x="671420" y="85834"/>
                </a:cubicBezTo>
                <a:cubicBezTo>
                  <a:pt x="664190" y="93939"/>
                  <a:pt x="654507" y="97992"/>
                  <a:pt x="642370" y="97992"/>
                </a:cubicBezTo>
                <a:cubicBezTo>
                  <a:pt x="635798" y="97992"/>
                  <a:pt x="629970" y="96699"/>
                  <a:pt x="624888" y="94113"/>
                </a:cubicBezTo>
                <a:cubicBezTo>
                  <a:pt x="619805" y="91525"/>
                  <a:pt x="616015" y="87860"/>
                  <a:pt x="613517" y="83118"/>
                </a:cubicBezTo>
                <a:cubicBezTo>
                  <a:pt x="611020" y="78375"/>
                  <a:pt x="609771" y="73287"/>
                  <a:pt x="609771" y="67856"/>
                </a:cubicBezTo>
                <a:moveTo>
                  <a:pt x="663533" y="54590"/>
                </a:moveTo>
                <a:cubicBezTo>
                  <a:pt x="663533" y="50188"/>
                  <a:pt x="662230" y="46660"/>
                  <a:pt x="659623" y="44005"/>
                </a:cubicBezTo>
                <a:cubicBezTo>
                  <a:pt x="657016" y="41350"/>
                  <a:pt x="653653" y="40023"/>
                  <a:pt x="649534" y="40023"/>
                </a:cubicBezTo>
                <a:cubicBezTo>
                  <a:pt x="645459" y="40023"/>
                  <a:pt x="641844" y="41264"/>
                  <a:pt x="638690" y="43747"/>
                </a:cubicBezTo>
                <a:cubicBezTo>
                  <a:pt x="635535" y="46228"/>
                  <a:pt x="633081" y="49832"/>
                  <a:pt x="631328" y="54560"/>
                </a:cubicBezTo>
                <a:cubicBezTo>
                  <a:pt x="629576" y="59285"/>
                  <a:pt x="628700" y="63633"/>
                  <a:pt x="628700" y="67603"/>
                </a:cubicBezTo>
                <a:cubicBezTo>
                  <a:pt x="628700" y="72524"/>
                  <a:pt x="630058" y="76431"/>
                  <a:pt x="632774" y="79324"/>
                </a:cubicBezTo>
                <a:cubicBezTo>
                  <a:pt x="635491" y="82215"/>
                  <a:pt x="638909" y="83661"/>
                  <a:pt x="643027" y="83661"/>
                </a:cubicBezTo>
                <a:cubicBezTo>
                  <a:pt x="648198" y="83661"/>
                  <a:pt x="652535" y="81481"/>
                  <a:pt x="656041" y="77121"/>
                </a:cubicBezTo>
                <a:cubicBezTo>
                  <a:pt x="661036" y="70949"/>
                  <a:pt x="663533" y="63439"/>
                  <a:pt x="663533" y="54590"/>
                </a:cubicBezTo>
                <a:close/>
                <a:moveTo>
                  <a:pt x="737888" y="27758"/>
                </a:moveTo>
                <a:lnTo>
                  <a:pt x="734996" y="41314"/>
                </a:lnTo>
                <a:lnTo>
                  <a:pt x="721655" y="41314"/>
                </a:lnTo>
                <a:lnTo>
                  <a:pt x="709956" y="96313"/>
                </a:lnTo>
                <a:lnTo>
                  <a:pt x="691093" y="96313"/>
                </a:lnTo>
                <a:lnTo>
                  <a:pt x="702792" y="41314"/>
                </a:lnTo>
                <a:lnTo>
                  <a:pt x="692276" y="41314"/>
                </a:lnTo>
                <a:lnTo>
                  <a:pt x="695168" y="27758"/>
                </a:lnTo>
                <a:lnTo>
                  <a:pt x="705684" y="27758"/>
                </a:lnTo>
                <a:lnTo>
                  <a:pt x="707195" y="20705"/>
                </a:lnTo>
                <a:cubicBezTo>
                  <a:pt x="708422" y="14925"/>
                  <a:pt x="709583" y="11021"/>
                  <a:pt x="710679" y="8993"/>
                </a:cubicBezTo>
                <a:cubicBezTo>
                  <a:pt x="712168" y="6233"/>
                  <a:pt x="714392" y="4045"/>
                  <a:pt x="717350" y="2427"/>
                </a:cubicBezTo>
                <a:cubicBezTo>
                  <a:pt x="720307" y="809"/>
                  <a:pt x="724174" y="0"/>
                  <a:pt x="728950" y="0"/>
                </a:cubicBezTo>
                <a:cubicBezTo>
                  <a:pt x="734734" y="0"/>
                  <a:pt x="740824" y="1023"/>
                  <a:pt x="747221" y="3070"/>
                </a:cubicBezTo>
                <a:lnTo>
                  <a:pt x="743541" y="16203"/>
                </a:lnTo>
                <a:cubicBezTo>
                  <a:pt x="739028" y="14697"/>
                  <a:pt x="735369" y="13943"/>
                  <a:pt x="732565" y="13943"/>
                </a:cubicBezTo>
                <a:cubicBezTo>
                  <a:pt x="730418" y="13943"/>
                  <a:pt x="728818" y="14625"/>
                  <a:pt x="727767" y="15989"/>
                </a:cubicBezTo>
                <a:cubicBezTo>
                  <a:pt x="727066" y="16869"/>
                  <a:pt x="726343" y="19177"/>
                  <a:pt x="725598" y="22914"/>
                </a:cubicBezTo>
                <a:lnTo>
                  <a:pt x="724546" y="27758"/>
                </a:lnTo>
                <a:lnTo>
                  <a:pt x="737888" y="27758"/>
                </a:lnTo>
                <a:close/>
                <a:moveTo>
                  <a:pt x="841426" y="62229"/>
                </a:moveTo>
                <a:lnTo>
                  <a:pt x="861406" y="65209"/>
                </a:lnTo>
                <a:cubicBezTo>
                  <a:pt x="857506" y="75836"/>
                  <a:pt x="851657" y="83957"/>
                  <a:pt x="843857" y="89572"/>
                </a:cubicBezTo>
                <a:cubicBezTo>
                  <a:pt x="836058" y="95185"/>
                  <a:pt x="826922" y="97992"/>
                  <a:pt x="816450" y="97992"/>
                </a:cubicBezTo>
                <a:cubicBezTo>
                  <a:pt x="804664" y="97992"/>
                  <a:pt x="795452" y="94504"/>
                  <a:pt x="788813" y="87528"/>
                </a:cubicBezTo>
                <a:cubicBezTo>
                  <a:pt x="782175" y="80551"/>
                  <a:pt x="778856" y="70431"/>
                  <a:pt x="778856" y="57168"/>
                </a:cubicBezTo>
                <a:cubicBezTo>
                  <a:pt x="778856" y="46401"/>
                  <a:pt x="781080" y="36550"/>
                  <a:pt x="785527" y="27615"/>
                </a:cubicBezTo>
                <a:cubicBezTo>
                  <a:pt x="789975" y="18679"/>
                  <a:pt x="796142" y="11844"/>
                  <a:pt x="804029" y="7107"/>
                </a:cubicBezTo>
                <a:cubicBezTo>
                  <a:pt x="811915" y="2369"/>
                  <a:pt x="820503" y="0"/>
                  <a:pt x="829792" y="0"/>
                </a:cubicBezTo>
                <a:cubicBezTo>
                  <a:pt x="840221" y="0"/>
                  <a:pt x="848655" y="2749"/>
                  <a:pt x="855096" y="8247"/>
                </a:cubicBezTo>
                <a:cubicBezTo>
                  <a:pt x="861537" y="13743"/>
                  <a:pt x="865327" y="21234"/>
                  <a:pt x="866466" y="30719"/>
                </a:cubicBezTo>
                <a:lnTo>
                  <a:pt x="847472" y="32535"/>
                </a:lnTo>
                <a:cubicBezTo>
                  <a:pt x="846421" y="27003"/>
                  <a:pt x="844394" y="22996"/>
                  <a:pt x="841393" y="20512"/>
                </a:cubicBezTo>
                <a:cubicBezTo>
                  <a:pt x="838391" y="18026"/>
                  <a:pt x="834393" y="16784"/>
                  <a:pt x="829398" y="16784"/>
                </a:cubicBezTo>
                <a:cubicBezTo>
                  <a:pt x="823921" y="16784"/>
                  <a:pt x="818805" y="18423"/>
                  <a:pt x="814051" y="21700"/>
                </a:cubicBezTo>
                <a:cubicBezTo>
                  <a:pt x="809297" y="24977"/>
                  <a:pt x="805496" y="30098"/>
                  <a:pt x="802648" y="37062"/>
                </a:cubicBezTo>
                <a:cubicBezTo>
                  <a:pt x="799800" y="44025"/>
                  <a:pt x="798376" y="50979"/>
                  <a:pt x="798376" y="57922"/>
                </a:cubicBezTo>
                <a:cubicBezTo>
                  <a:pt x="798376" y="65511"/>
                  <a:pt x="800227" y="71376"/>
                  <a:pt x="803930" y="75515"/>
                </a:cubicBezTo>
                <a:cubicBezTo>
                  <a:pt x="807632" y="79655"/>
                  <a:pt x="812244" y="81724"/>
                  <a:pt x="817765" y="81724"/>
                </a:cubicBezTo>
                <a:cubicBezTo>
                  <a:pt x="822891" y="81724"/>
                  <a:pt x="827591" y="80084"/>
                  <a:pt x="831863" y="76802"/>
                </a:cubicBezTo>
                <a:cubicBezTo>
                  <a:pt x="836135" y="73521"/>
                  <a:pt x="839322" y="68663"/>
                  <a:pt x="841426" y="62229"/>
                </a:cubicBezTo>
                <a:close/>
                <a:moveTo>
                  <a:pt x="871439" y="67856"/>
                </a:moveTo>
                <a:cubicBezTo>
                  <a:pt x="871439" y="55137"/>
                  <a:pt x="875086" y="44995"/>
                  <a:pt x="882382" y="37429"/>
                </a:cubicBezTo>
                <a:cubicBezTo>
                  <a:pt x="889677" y="29863"/>
                  <a:pt x="899262" y="26080"/>
                  <a:pt x="911136" y="26080"/>
                </a:cubicBezTo>
                <a:cubicBezTo>
                  <a:pt x="921433" y="26080"/>
                  <a:pt x="929473" y="28871"/>
                  <a:pt x="935257" y="34455"/>
                </a:cubicBezTo>
                <a:cubicBezTo>
                  <a:pt x="941040" y="40038"/>
                  <a:pt x="943932" y="47550"/>
                  <a:pt x="943932" y="56992"/>
                </a:cubicBezTo>
                <a:cubicBezTo>
                  <a:pt x="943932" y="68114"/>
                  <a:pt x="940318" y="77728"/>
                  <a:pt x="933088" y="85834"/>
                </a:cubicBezTo>
                <a:cubicBezTo>
                  <a:pt x="925858" y="93939"/>
                  <a:pt x="916175" y="97992"/>
                  <a:pt x="904038" y="97992"/>
                </a:cubicBezTo>
                <a:cubicBezTo>
                  <a:pt x="897465" y="97992"/>
                  <a:pt x="891638" y="96699"/>
                  <a:pt x="886555" y="94113"/>
                </a:cubicBezTo>
                <a:cubicBezTo>
                  <a:pt x="881473" y="91525"/>
                  <a:pt x="877683" y="87860"/>
                  <a:pt x="875185" y="83118"/>
                </a:cubicBezTo>
                <a:cubicBezTo>
                  <a:pt x="872688" y="78375"/>
                  <a:pt x="871439" y="73287"/>
                  <a:pt x="871439" y="67856"/>
                </a:cubicBezTo>
                <a:moveTo>
                  <a:pt x="925201" y="54590"/>
                </a:moveTo>
                <a:cubicBezTo>
                  <a:pt x="925201" y="50188"/>
                  <a:pt x="923897" y="46660"/>
                  <a:pt x="921290" y="44005"/>
                </a:cubicBezTo>
                <a:cubicBezTo>
                  <a:pt x="918683" y="41350"/>
                  <a:pt x="915320" y="40023"/>
                  <a:pt x="911202" y="40023"/>
                </a:cubicBezTo>
                <a:cubicBezTo>
                  <a:pt x="907127" y="40023"/>
                  <a:pt x="903512" y="41264"/>
                  <a:pt x="900357" y="43747"/>
                </a:cubicBezTo>
                <a:cubicBezTo>
                  <a:pt x="897203" y="46228"/>
                  <a:pt x="894749" y="49832"/>
                  <a:pt x="892996" y="54560"/>
                </a:cubicBezTo>
                <a:cubicBezTo>
                  <a:pt x="891244" y="59285"/>
                  <a:pt x="890367" y="63633"/>
                  <a:pt x="890367" y="67603"/>
                </a:cubicBezTo>
                <a:cubicBezTo>
                  <a:pt x="890367" y="72524"/>
                  <a:pt x="891726" y="76431"/>
                  <a:pt x="894442" y="79324"/>
                </a:cubicBezTo>
                <a:cubicBezTo>
                  <a:pt x="897159" y="82215"/>
                  <a:pt x="900576" y="83661"/>
                  <a:pt x="904695" y="83661"/>
                </a:cubicBezTo>
                <a:cubicBezTo>
                  <a:pt x="909865" y="83661"/>
                  <a:pt x="914203" y="81481"/>
                  <a:pt x="917708" y="77121"/>
                </a:cubicBezTo>
                <a:cubicBezTo>
                  <a:pt x="922703" y="70949"/>
                  <a:pt x="925201" y="63439"/>
                  <a:pt x="925201" y="54590"/>
                </a:cubicBezTo>
                <a:close/>
                <a:moveTo>
                  <a:pt x="1015396" y="96313"/>
                </a:moveTo>
                <a:lnTo>
                  <a:pt x="997519" y="96313"/>
                </a:lnTo>
                <a:lnTo>
                  <a:pt x="999096" y="88896"/>
                </a:lnTo>
                <a:cubicBezTo>
                  <a:pt x="995678" y="92145"/>
                  <a:pt x="992316" y="94474"/>
                  <a:pt x="989007" y="95882"/>
                </a:cubicBezTo>
                <a:cubicBezTo>
                  <a:pt x="985699" y="97288"/>
                  <a:pt x="981964" y="97992"/>
                  <a:pt x="977802" y="97992"/>
                </a:cubicBezTo>
                <a:cubicBezTo>
                  <a:pt x="970572" y="97992"/>
                  <a:pt x="964712" y="95567"/>
                  <a:pt x="960220" y="90718"/>
                </a:cubicBezTo>
                <a:cubicBezTo>
                  <a:pt x="955729" y="85867"/>
                  <a:pt x="953484" y="78699"/>
                  <a:pt x="953484" y="69213"/>
                </a:cubicBezTo>
                <a:cubicBezTo>
                  <a:pt x="953484" y="58220"/>
                  <a:pt x="956638" y="48283"/>
                  <a:pt x="962948" y="39402"/>
                </a:cubicBezTo>
                <a:cubicBezTo>
                  <a:pt x="969257" y="30520"/>
                  <a:pt x="977604" y="26080"/>
                  <a:pt x="987989" y="26080"/>
                </a:cubicBezTo>
                <a:cubicBezTo>
                  <a:pt x="997365" y="26080"/>
                  <a:pt x="1004398" y="29738"/>
                  <a:pt x="1009086" y="37054"/>
                </a:cubicBezTo>
                <a:lnTo>
                  <a:pt x="1016644" y="1678"/>
                </a:lnTo>
                <a:lnTo>
                  <a:pt x="1035507" y="1678"/>
                </a:lnTo>
                <a:lnTo>
                  <a:pt x="1015396" y="96313"/>
                </a:lnTo>
                <a:moveTo>
                  <a:pt x="971821" y="68404"/>
                </a:moveTo>
                <a:cubicBezTo>
                  <a:pt x="971821" y="73317"/>
                  <a:pt x="973080" y="77153"/>
                  <a:pt x="975600" y="79911"/>
                </a:cubicBezTo>
                <a:cubicBezTo>
                  <a:pt x="978119" y="82669"/>
                  <a:pt x="981219" y="84048"/>
                  <a:pt x="984900" y="84048"/>
                </a:cubicBezTo>
                <a:cubicBezTo>
                  <a:pt x="988317" y="84048"/>
                  <a:pt x="991505" y="82896"/>
                  <a:pt x="994463" y="80591"/>
                </a:cubicBezTo>
                <a:cubicBezTo>
                  <a:pt x="997420" y="78284"/>
                  <a:pt x="999786" y="74761"/>
                  <a:pt x="1001561" y="70020"/>
                </a:cubicBezTo>
                <a:cubicBezTo>
                  <a:pt x="1003335" y="65279"/>
                  <a:pt x="1004223" y="60733"/>
                  <a:pt x="1004223" y="56379"/>
                </a:cubicBezTo>
                <a:cubicBezTo>
                  <a:pt x="1004223" y="51423"/>
                  <a:pt x="1002864" y="47416"/>
                  <a:pt x="1000148" y="44356"/>
                </a:cubicBezTo>
                <a:cubicBezTo>
                  <a:pt x="997431" y="41295"/>
                  <a:pt x="994298" y="39765"/>
                  <a:pt x="990749" y="39765"/>
                </a:cubicBezTo>
                <a:cubicBezTo>
                  <a:pt x="985228" y="39765"/>
                  <a:pt x="980693" y="42782"/>
                  <a:pt x="977144" y="48816"/>
                </a:cubicBezTo>
                <a:cubicBezTo>
                  <a:pt x="973595" y="54849"/>
                  <a:pt x="971821" y="61379"/>
                  <a:pt x="971821" y="68404"/>
                </a:cubicBezTo>
                <a:close/>
                <a:moveTo>
                  <a:pt x="1101122" y="67781"/>
                </a:moveTo>
                <a:lnTo>
                  <a:pt x="1053800" y="67781"/>
                </a:lnTo>
                <a:cubicBezTo>
                  <a:pt x="1053756" y="68513"/>
                  <a:pt x="1053735" y="69072"/>
                  <a:pt x="1053735" y="69459"/>
                </a:cubicBezTo>
                <a:cubicBezTo>
                  <a:pt x="1053735" y="74021"/>
                  <a:pt x="1055060" y="77701"/>
                  <a:pt x="1057711" y="80498"/>
                </a:cubicBezTo>
                <a:cubicBezTo>
                  <a:pt x="1060362" y="83295"/>
                  <a:pt x="1063593" y="84694"/>
                  <a:pt x="1067405" y="84694"/>
                </a:cubicBezTo>
                <a:cubicBezTo>
                  <a:pt x="1073671" y="84694"/>
                  <a:pt x="1078556" y="81509"/>
                  <a:pt x="1082062" y="75140"/>
                </a:cubicBezTo>
                <a:lnTo>
                  <a:pt x="1098953" y="77980"/>
                </a:lnTo>
                <a:cubicBezTo>
                  <a:pt x="1095666" y="84651"/>
                  <a:pt x="1091274" y="89654"/>
                  <a:pt x="1085775" y="92989"/>
                </a:cubicBezTo>
                <a:cubicBezTo>
                  <a:pt x="1080276" y="96324"/>
                  <a:pt x="1074109" y="97992"/>
                  <a:pt x="1067274" y="97992"/>
                </a:cubicBezTo>
                <a:cubicBezTo>
                  <a:pt x="1057897" y="97992"/>
                  <a:pt x="1050273" y="95071"/>
                  <a:pt x="1044402" y="89229"/>
                </a:cubicBezTo>
                <a:cubicBezTo>
                  <a:pt x="1038530" y="83387"/>
                  <a:pt x="1035595" y="75659"/>
                  <a:pt x="1035595" y="66046"/>
                </a:cubicBezTo>
                <a:cubicBezTo>
                  <a:pt x="1035595" y="56647"/>
                  <a:pt x="1038246" y="48282"/>
                  <a:pt x="1043547" y="40953"/>
                </a:cubicBezTo>
                <a:cubicBezTo>
                  <a:pt x="1050777" y="31037"/>
                  <a:pt x="1061096" y="26080"/>
                  <a:pt x="1074503" y="26080"/>
                </a:cubicBezTo>
                <a:cubicBezTo>
                  <a:pt x="1083047" y="26080"/>
                  <a:pt x="1089839" y="28676"/>
                  <a:pt x="1094878" y="33870"/>
                </a:cubicBezTo>
                <a:cubicBezTo>
                  <a:pt x="1099917" y="39064"/>
                  <a:pt x="1102436" y="46338"/>
                  <a:pt x="1102436" y="55691"/>
                </a:cubicBezTo>
                <a:cubicBezTo>
                  <a:pt x="1102436" y="60174"/>
                  <a:pt x="1101998" y="64204"/>
                  <a:pt x="1101122" y="67781"/>
                </a:cubicBezTo>
                <a:moveTo>
                  <a:pt x="1085216" y="56420"/>
                </a:moveTo>
                <a:cubicBezTo>
                  <a:pt x="1085260" y="55605"/>
                  <a:pt x="1085282" y="54983"/>
                  <a:pt x="1085282" y="54556"/>
                </a:cubicBezTo>
                <a:cubicBezTo>
                  <a:pt x="1085282" y="49496"/>
                  <a:pt x="1084121" y="45702"/>
                  <a:pt x="1081799" y="43172"/>
                </a:cubicBezTo>
                <a:cubicBezTo>
                  <a:pt x="1079476" y="40642"/>
                  <a:pt x="1076366" y="39377"/>
                  <a:pt x="1072466" y="39377"/>
                </a:cubicBezTo>
                <a:cubicBezTo>
                  <a:pt x="1068566" y="39377"/>
                  <a:pt x="1065072" y="40814"/>
                  <a:pt x="1061983" y="43686"/>
                </a:cubicBezTo>
                <a:cubicBezTo>
                  <a:pt x="1058894" y="46559"/>
                  <a:pt x="1056802" y="50803"/>
                  <a:pt x="1055706" y="56420"/>
                </a:cubicBezTo>
                <a:lnTo>
                  <a:pt x="1085216" y="56420"/>
                </a:lnTo>
                <a:close/>
                <a:moveTo>
                  <a:pt x="1142590" y="85924"/>
                </a:moveTo>
                <a:cubicBezTo>
                  <a:pt x="1138416" y="81823"/>
                  <a:pt x="1131552" y="81293"/>
                  <a:pt x="1128726" y="85924"/>
                </a:cubicBezTo>
                <a:cubicBezTo>
                  <a:pt x="1125629" y="90954"/>
                  <a:pt x="1129397" y="96909"/>
                  <a:pt x="1136802" y="96247"/>
                </a:cubicBezTo>
                <a:cubicBezTo>
                  <a:pt x="1139090" y="95983"/>
                  <a:pt x="1140166" y="97437"/>
                  <a:pt x="1139897" y="99953"/>
                </a:cubicBezTo>
                <a:cubicBezTo>
                  <a:pt x="1139223" y="106569"/>
                  <a:pt x="1137742" y="109347"/>
                  <a:pt x="1126976" y="117812"/>
                </a:cubicBezTo>
                <a:lnTo>
                  <a:pt x="1129264" y="120721"/>
                </a:lnTo>
                <a:cubicBezTo>
                  <a:pt x="1145011" y="111863"/>
                  <a:pt x="1152415" y="95585"/>
                  <a:pt x="1142590" y="85924"/>
                </a:cubicBez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T">
            <a:extLst xmlns:a="http://schemas.openxmlformats.org/drawingml/2006/main">
              <a:ext uri="{FF2B5EF4-FFF2-40B4-BE49-F238E27FC236}">
                <a16:creationId xmlns:a16="http://schemas.microsoft.com/office/drawing/2014/main" id="{9CC7C776-D3F8-458E-A9E0-4D168840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508" y="3382485"/>
            <a:ext cx="79263" cy="94635"/>
          </a:xfrm>
          <a:custGeom xmlns:a="http://schemas.openxmlformats.org/drawingml/2006/main">
            <a:pathLst>
              <a:path w="79263" h="94635">
                <a:moveTo>
                  <a:pt x="31285" y="94635"/>
                </a:moveTo>
                <a:lnTo>
                  <a:pt x="11436" y="94635"/>
                </a:lnTo>
                <a:lnTo>
                  <a:pt x="28261" y="15880"/>
                </a:lnTo>
                <a:lnTo>
                  <a:pt x="0" y="15880"/>
                </a:lnTo>
                <a:lnTo>
                  <a:pt x="3352" y="0"/>
                </a:lnTo>
                <a:lnTo>
                  <a:pt x="79263" y="0"/>
                </a:lnTo>
                <a:lnTo>
                  <a:pt x="75911" y="15880"/>
                </a:lnTo>
                <a:lnTo>
                  <a:pt x="48044" y="15880"/>
                </a:lnTo>
                <a:lnTo>
                  <a:pt x="31285" y="94635"/>
                </a:ln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ransf">
            <a:extLst xmlns:a="http://schemas.openxmlformats.org/drawingml/2006/main">
              <a:ext uri="{FF2B5EF4-FFF2-40B4-BE49-F238E27FC236}">
                <a16:creationId xmlns:a16="http://schemas.microsoft.com/office/drawing/2014/main" id="{F69E3C62-82B6-4957-A0BF-BA426BAC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470" y="3380806"/>
            <a:ext cx="343301" cy="97992"/>
          </a:xfrm>
          <a:custGeom xmlns:a="http://schemas.openxmlformats.org/drawingml/2006/main">
            <a:pathLst>
              <a:path w="343301" h="97992">
                <a:moveTo>
                  <a:pt x="14591" y="27758"/>
                </a:moveTo>
                <a:lnTo>
                  <a:pt x="32205" y="27758"/>
                </a:lnTo>
                <a:lnTo>
                  <a:pt x="29379" y="41028"/>
                </a:lnTo>
                <a:cubicBezTo>
                  <a:pt x="35951" y="31062"/>
                  <a:pt x="43071" y="26080"/>
                  <a:pt x="50739" y="26080"/>
                </a:cubicBezTo>
                <a:cubicBezTo>
                  <a:pt x="53456" y="26080"/>
                  <a:pt x="56369" y="26747"/>
                  <a:pt x="59480" y="28081"/>
                </a:cubicBezTo>
                <a:lnTo>
                  <a:pt x="52251" y="43251"/>
                </a:lnTo>
                <a:cubicBezTo>
                  <a:pt x="50542" y="42648"/>
                  <a:pt x="48723" y="42347"/>
                  <a:pt x="46796" y="42347"/>
                </a:cubicBezTo>
                <a:cubicBezTo>
                  <a:pt x="43553" y="42347"/>
                  <a:pt x="40256" y="43555"/>
                  <a:pt x="36904" y="45970"/>
                </a:cubicBezTo>
                <a:cubicBezTo>
                  <a:pt x="33552" y="48384"/>
                  <a:pt x="30934" y="51607"/>
                  <a:pt x="29050" y="55639"/>
                </a:cubicBezTo>
                <a:cubicBezTo>
                  <a:pt x="27166" y="59669"/>
                  <a:pt x="25304" y="66062"/>
                  <a:pt x="23463" y="74815"/>
                </a:cubicBezTo>
                <a:lnTo>
                  <a:pt x="18863" y="96313"/>
                </a:lnTo>
                <a:lnTo>
                  <a:pt x="0" y="96313"/>
                </a:lnTo>
                <a:lnTo>
                  <a:pt x="14591" y="27758"/>
                </a:lnTo>
                <a:close/>
                <a:moveTo>
                  <a:pt x="80030" y="47124"/>
                </a:moveTo>
                <a:lnTo>
                  <a:pt x="61627" y="45587"/>
                </a:lnTo>
                <a:cubicBezTo>
                  <a:pt x="63731" y="39472"/>
                  <a:pt x="67400" y="34692"/>
                  <a:pt x="72636" y="31248"/>
                </a:cubicBezTo>
                <a:cubicBezTo>
                  <a:pt x="77872" y="27802"/>
                  <a:pt x="84806" y="26080"/>
                  <a:pt x="93438" y="26080"/>
                </a:cubicBezTo>
                <a:cubicBezTo>
                  <a:pt x="102420" y="26080"/>
                  <a:pt x="109058" y="27857"/>
                  <a:pt x="113352" y="31411"/>
                </a:cubicBezTo>
                <a:cubicBezTo>
                  <a:pt x="117646" y="34964"/>
                  <a:pt x="119793" y="39304"/>
                  <a:pt x="119793" y="44429"/>
                </a:cubicBezTo>
                <a:cubicBezTo>
                  <a:pt x="119793" y="46497"/>
                  <a:pt x="119607" y="48695"/>
                  <a:pt x="119234" y="51021"/>
                </a:cubicBezTo>
                <a:cubicBezTo>
                  <a:pt x="118862" y="53347"/>
                  <a:pt x="117559" y="59463"/>
                  <a:pt x="115324" y="69371"/>
                </a:cubicBezTo>
                <a:cubicBezTo>
                  <a:pt x="113484" y="77554"/>
                  <a:pt x="112563" y="83283"/>
                  <a:pt x="112563" y="86558"/>
                </a:cubicBezTo>
                <a:cubicBezTo>
                  <a:pt x="112563" y="89487"/>
                  <a:pt x="113089" y="92739"/>
                  <a:pt x="114141" y="96313"/>
                </a:cubicBezTo>
                <a:lnTo>
                  <a:pt x="95804" y="96313"/>
                </a:lnTo>
                <a:cubicBezTo>
                  <a:pt x="95059" y="93817"/>
                  <a:pt x="94599" y="91235"/>
                  <a:pt x="94424" y="88567"/>
                </a:cubicBezTo>
                <a:cubicBezTo>
                  <a:pt x="91663" y="91580"/>
                  <a:pt x="88487" y="93903"/>
                  <a:pt x="84894" y="95539"/>
                </a:cubicBezTo>
                <a:cubicBezTo>
                  <a:pt x="81301" y="97174"/>
                  <a:pt x="77686" y="97992"/>
                  <a:pt x="74049" y="97992"/>
                </a:cubicBezTo>
                <a:cubicBezTo>
                  <a:pt x="68265" y="97992"/>
                  <a:pt x="63490" y="96128"/>
                  <a:pt x="59721" y="92400"/>
                </a:cubicBezTo>
                <a:cubicBezTo>
                  <a:pt x="55953" y="88672"/>
                  <a:pt x="54069" y="83878"/>
                  <a:pt x="54069" y="78017"/>
                </a:cubicBezTo>
                <a:cubicBezTo>
                  <a:pt x="54069" y="71466"/>
                  <a:pt x="56139" y="66230"/>
                  <a:pt x="60280" y="62308"/>
                </a:cubicBezTo>
                <a:cubicBezTo>
                  <a:pt x="64421" y="58386"/>
                  <a:pt x="71815" y="56016"/>
                  <a:pt x="82462" y="55197"/>
                </a:cubicBezTo>
                <a:cubicBezTo>
                  <a:pt x="91444" y="54464"/>
                  <a:pt x="97447" y="53581"/>
                  <a:pt x="100470" y="52546"/>
                </a:cubicBezTo>
                <a:cubicBezTo>
                  <a:pt x="101259" y="49964"/>
                  <a:pt x="101653" y="47899"/>
                  <a:pt x="101653" y="46349"/>
                </a:cubicBezTo>
                <a:cubicBezTo>
                  <a:pt x="101653" y="44370"/>
                  <a:pt x="100843" y="42713"/>
                  <a:pt x="99221" y="41379"/>
                </a:cubicBezTo>
                <a:cubicBezTo>
                  <a:pt x="97600" y="40045"/>
                  <a:pt x="95190" y="39377"/>
                  <a:pt x="91992" y="39377"/>
                </a:cubicBezTo>
                <a:cubicBezTo>
                  <a:pt x="88618" y="39377"/>
                  <a:pt x="85956" y="40050"/>
                  <a:pt x="84006" y="41395"/>
                </a:cubicBezTo>
                <a:cubicBezTo>
                  <a:pt x="82057" y="42738"/>
                  <a:pt x="80731" y="44648"/>
                  <a:pt x="80030" y="47124"/>
                </a:cubicBezTo>
                <a:moveTo>
                  <a:pt x="97973" y="64295"/>
                </a:moveTo>
                <a:cubicBezTo>
                  <a:pt x="96834" y="64598"/>
                  <a:pt x="95322" y="64878"/>
                  <a:pt x="93438" y="65136"/>
                </a:cubicBezTo>
                <a:cubicBezTo>
                  <a:pt x="83974" y="66259"/>
                  <a:pt x="77795" y="67900"/>
                  <a:pt x="74904" y="70058"/>
                </a:cubicBezTo>
                <a:cubicBezTo>
                  <a:pt x="72844" y="71613"/>
                  <a:pt x="71815" y="73708"/>
                  <a:pt x="71815" y="76342"/>
                </a:cubicBezTo>
                <a:cubicBezTo>
                  <a:pt x="71815" y="78501"/>
                  <a:pt x="72603" y="80325"/>
                  <a:pt x="74181" y="81815"/>
                </a:cubicBezTo>
                <a:cubicBezTo>
                  <a:pt x="75758" y="83304"/>
                  <a:pt x="77839" y="84048"/>
                  <a:pt x="80424" y="84048"/>
                </a:cubicBezTo>
                <a:cubicBezTo>
                  <a:pt x="83272" y="84048"/>
                  <a:pt x="85956" y="83369"/>
                  <a:pt x="88476" y="82009"/>
                </a:cubicBezTo>
                <a:cubicBezTo>
                  <a:pt x="90995" y="80648"/>
                  <a:pt x="92879" y="78899"/>
                  <a:pt x="94128" y="76762"/>
                </a:cubicBezTo>
                <a:cubicBezTo>
                  <a:pt x="95377" y="74625"/>
                  <a:pt x="96483" y="71290"/>
                  <a:pt x="97447" y="66756"/>
                </a:cubicBezTo>
                <a:lnTo>
                  <a:pt x="97973" y="64295"/>
                </a:lnTo>
                <a:close/>
                <a:moveTo>
                  <a:pt x="143105" y="27758"/>
                </a:moveTo>
                <a:lnTo>
                  <a:pt x="160982" y="27758"/>
                </a:lnTo>
                <a:lnTo>
                  <a:pt x="159141" y="36680"/>
                </a:lnTo>
                <a:cubicBezTo>
                  <a:pt x="163611" y="32865"/>
                  <a:pt x="167784" y="30144"/>
                  <a:pt x="171662" y="28518"/>
                </a:cubicBezTo>
                <a:cubicBezTo>
                  <a:pt x="175540" y="26892"/>
                  <a:pt x="179625" y="26080"/>
                  <a:pt x="183919" y="26080"/>
                </a:cubicBezTo>
                <a:cubicBezTo>
                  <a:pt x="189659" y="26080"/>
                  <a:pt x="194183" y="27699"/>
                  <a:pt x="197491" y="30937"/>
                </a:cubicBezTo>
                <a:cubicBezTo>
                  <a:pt x="200800" y="34176"/>
                  <a:pt x="202454" y="38472"/>
                  <a:pt x="202454" y="43828"/>
                </a:cubicBezTo>
                <a:cubicBezTo>
                  <a:pt x="202454" y="46235"/>
                  <a:pt x="201731" y="50798"/>
                  <a:pt x="200285" y="57517"/>
                </a:cubicBezTo>
                <a:lnTo>
                  <a:pt x="192069" y="96313"/>
                </a:lnTo>
                <a:lnTo>
                  <a:pt x="173206" y="96313"/>
                </a:lnTo>
                <a:lnTo>
                  <a:pt x="181488" y="57384"/>
                </a:lnTo>
                <a:cubicBezTo>
                  <a:pt x="182715" y="51567"/>
                  <a:pt x="183328" y="48100"/>
                  <a:pt x="183328" y="46983"/>
                </a:cubicBezTo>
                <a:cubicBezTo>
                  <a:pt x="183328" y="44620"/>
                  <a:pt x="182616" y="42762"/>
                  <a:pt x="181192" y="41409"/>
                </a:cubicBezTo>
                <a:cubicBezTo>
                  <a:pt x="179768" y="40055"/>
                  <a:pt x="177785" y="39377"/>
                  <a:pt x="175244" y="39377"/>
                </a:cubicBezTo>
                <a:cubicBezTo>
                  <a:pt x="172483" y="39377"/>
                  <a:pt x="169416" y="40518"/>
                  <a:pt x="166043" y="42799"/>
                </a:cubicBezTo>
                <a:cubicBezTo>
                  <a:pt x="162669" y="45080"/>
                  <a:pt x="160018" y="48092"/>
                  <a:pt x="158090" y="51836"/>
                </a:cubicBezTo>
                <a:cubicBezTo>
                  <a:pt x="156688" y="54506"/>
                  <a:pt x="155110" y="59950"/>
                  <a:pt x="153358" y="68170"/>
                </a:cubicBezTo>
                <a:lnTo>
                  <a:pt x="147377" y="96313"/>
                </a:lnTo>
                <a:lnTo>
                  <a:pt x="128514" y="96313"/>
                </a:lnTo>
                <a:lnTo>
                  <a:pt x="143105" y="27758"/>
                </a:lnTo>
                <a:close/>
                <a:moveTo>
                  <a:pt x="208061" y="77095"/>
                </a:moveTo>
                <a:lnTo>
                  <a:pt x="226333" y="74236"/>
                </a:lnTo>
                <a:cubicBezTo>
                  <a:pt x="227954" y="78046"/>
                  <a:pt x="229969" y="80742"/>
                  <a:pt x="232379" y="82324"/>
                </a:cubicBezTo>
                <a:cubicBezTo>
                  <a:pt x="234789" y="83904"/>
                  <a:pt x="238075" y="84694"/>
                  <a:pt x="242238" y="84694"/>
                </a:cubicBezTo>
                <a:cubicBezTo>
                  <a:pt x="246532" y="84694"/>
                  <a:pt x="249971" y="83750"/>
                  <a:pt x="252557" y="81862"/>
                </a:cubicBezTo>
                <a:cubicBezTo>
                  <a:pt x="254353" y="80573"/>
                  <a:pt x="255251" y="79006"/>
                  <a:pt x="255251" y="77161"/>
                </a:cubicBezTo>
                <a:cubicBezTo>
                  <a:pt x="255251" y="75916"/>
                  <a:pt x="254791" y="74797"/>
                  <a:pt x="253871" y="73805"/>
                </a:cubicBezTo>
                <a:cubicBezTo>
                  <a:pt x="252907" y="72856"/>
                  <a:pt x="250300" y="71692"/>
                  <a:pt x="246050" y="70313"/>
                </a:cubicBezTo>
                <a:cubicBezTo>
                  <a:pt x="234658" y="66605"/>
                  <a:pt x="227603" y="63674"/>
                  <a:pt x="224887" y="61519"/>
                </a:cubicBezTo>
                <a:cubicBezTo>
                  <a:pt x="220637" y="58156"/>
                  <a:pt x="218512" y="53758"/>
                  <a:pt x="218512" y="48326"/>
                </a:cubicBezTo>
                <a:cubicBezTo>
                  <a:pt x="218512" y="42894"/>
                  <a:pt x="220571" y="38216"/>
                  <a:pt x="224690" y="34292"/>
                </a:cubicBezTo>
                <a:cubicBezTo>
                  <a:pt x="230429" y="28817"/>
                  <a:pt x="238952" y="26080"/>
                  <a:pt x="250256" y="26080"/>
                </a:cubicBezTo>
                <a:cubicBezTo>
                  <a:pt x="259239" y="26080"/>
                  <a:pt x="266030" y="27693"/>
                  <a:pt x="270631" y="30921"/>
                </a:cubicBezTo>
                <a:cubicBezTo>
                  <a:pt x="275231" y="34149"/>
                  <a:pt x="278145" y="38517"/>
                  <a:pt x="279372" y="44025"/>
                </a:cubicBezTo>
                <a:lnTo>
                  <a:pt x="261955" y="46995"/>
                </a:lnTo>
                <a:cubicBezTo>
                  <a:pt x="261035" y="44499"/>
                  <a:pt x="259545" y="42627"/>
                  <a:pt x="257486" y="41379"/>
                </a:cubicBezTo>
                <a:cubicBezTo>
                  <a:pt x="254682" y="39700"/>
                  <a:pt x="251308" y="38861"/>
                  <a:pt x="247364" y="38861"/>
                </a:cubicBezTo>
                <a:cubicBezTo>
                  <a:pt x="243421" y="38861"/>
                  <a:pt x="240584" y="39509"/>
                  <a:pt x="238853" y="40806"/>
                </a:cubicBezTo>
                <a:cubicBezTo>
                  <a:pt x="237122" y="42102"/>
                  <a:pt x="236257" y="43594"/>
                  <a:pt x="236257" y="45280"/>
                </a:cubicBezTo>
                <a:cubicBezTo>
                  <a:pt x="236257" y="47008"/>
                  <a:pt x="237133" y="48433"/>
                  <a:pt x="238886" y="49555"/>
                </a:cubicBezTo>
                <a:cubicBezTo>
                  <a:pt x="239981" y="50245"/>
                  <a:pt x="243509" y="51452"/>
                  <a:pt x="249468" y="53176"/>
                </a:cubicBezTo>
                <a:cubicBezTo>
                  <a:pt x="258669" y="55806"/>
                  <a:pt x="264825" y="58393"/>
                  <a:pt x="267936" y="60936"/>
                </a:cubicBezTo>
                <a:cubicBezTo>
                  <a:pt x="272318" y="64515"/>
                  <a:pt x="274508" y="68827"/>
                  <a:pt x="274508" y="73871"/>
                </a:cubicBezTo>
                <a:cubicBezTo>
                  <a:pt x="274508" y="80380"/>
                  <a:pt x="271726" y="86028"/>
                  <a:pt x="266161" y="90814"/>
                </a:cubicBezTo>
                <a:cubicBezTo>
                  <a:pt x="260597" y="95599"/>
                  <a:pt x="252754" y="97992"/>
                  <a:pt x="242632" y="97992"/>
                </a:cubicBezTo>
                <a:cubicBezTo>
                  <a:pt x="232555" y="97992"/>
                  <a:pt x="224766" y="96164"/>
                  <a:pt x="219267" y="92509"/>
                </a:cubicBezTo>
                <a:cubicBezTo>
                  <a:pt x="213768" y="88852"/>
                  <a:pt x="210033" y="83714"/>
                  <a:pt x="208061" y="77095"/>
                </a:cubicBezTo>
                <a:close/>
                <a:moveTo>
                  <a:pt x="333968" y="27758"/>
                </a:moveTo>
                <a:lnTo>
                  <a:pt x="331076" y="41314"/>
                </a:lnTo>
                <a:lnTo>
                  <a:pt x="317734" y="41314"/>
                </a:lnTo>
                <a:lnTo>
                  <a:pt x="306036" y="96313"/>
                </a:lnTo>
                <a:lnTo>
                  <a:pt x="287173" y="96313"/>
                </a:lnTo>
                <a:lnTo>
                  <a:pt x="298872" y="41314"/>
                </a:lnTo>
                <a:lnTo>
                  <a:pt x="288356" y="41314"/>
                </a:lnTo>
                <a:lnTo>
                  <a:pt x="291248" y="27758"/>
                </a:lnTo>
                <a:lnTo>
                  <a:pt x="301764" y="27758"/>
                </a:lnTo>
                <a:lnTo>
                  <a:pt x="303275" y="20705"/>
                </a:lnTo>
                <a:cubicBezTo>
                  <a:pt x="304502" y="14925"/>
                  <a:pt x="305663" y="11021"/>
                  <a:pt x="306759" y="8993"/>
                </a:cubicBezTo>
                <a:cubicBezTo>
                  <a:pt x="308248" y="6233"/>
                  <a:pt x="310472" y="4045"/>
                  <a:pt x="313430" y="2427"/>
                </a:cubicBezTo>
                <a:cubicBezTo>
                  <a:pt x="316387" y="809"/>
                  <a:pt x="320254" y="0"/>
                  <a:pt x="325030" y="0"/>
                </a:cubicBezTo>
                <a:cubicBezTo>
                  <a:pt x="330814" y="0"/>
                  <a:pt x="336904" y="1023"/>
                  <a:pt x="343301" y="3070"/>
                </a:cubicBezTo>
                <a:lnTo>
                  <a:pt x="339621" y="16203"/>
                </a:lnTo>
                <a:cubicBezTo>
                  <a:pt x="335108" y="14697"/>
                  <a:pt x="331449" y="13943"/>
                  <a:pt x="328645" y="13943"/>
                </a:cubicBezTo>
                <a:cubicBezTo>
                  <a:pt x="326498" y="13943"/>
                  <a:pt x="324898" y="14625"/>
                  <a:pt x="323847" y="15989"/>
                </a:cubicBezTo>
                <a:cubicBezTo>
                  <a:pt x="323146" y="16869"/>
                  <a:pt x="322423" y="19177"/>
                  <a:pt x="321678" y="22914"/>
                </a:cubicBezTo>
                <a:lnTo>
                  <a:pt x="320626" y="27758"/>
                </a:lnTo>
                <a:lnTo>
                  <a:pt x="333968" y="27758"/>
                </a:ln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or">
            <a:extLst xmlns:a="http://schemas.openxmlformats.org/drawingml/2006/main">
              <a:ext uri="{FF2B5EF4-FFF2-40B4-BE49-F238E27FC236}">
                <a16:creationId xmlns:a16="http://schemas.microsoft.com/office/drawing/2014/main" id="{D4335CE7-C908-4655-AFA0-46EB22C2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386" y="3406886"/>
            <a:ext cx="137910" cy="71912"/>
          </a:xfrm>
          <a:custGeom xmlns:a="http://schemas.openxmlformats.org/drawingml/2006/main">
            <a:pathLst>
              <a:path w="137910" h="71912">
                <a:moveTo>
                  <a:pt x="0" y="41776"/>
                </a:moveTo>
                <a:cubicBezTo>
                  <a:pt x="0" y="29058"/>
                  <a:pt x="3648" y="18915"/>
                  <a:pt x="10943" y="11349"/>
                </a:cubicBezTo>
                <a:cubicBezTo>
                  <a:pt x="18238" y="3783"/>
                  <a:pt x="27823" y="0"/>
                  <a:pt x="39697" y="0"/>
                </a:cubicBezTo>
                <a:cubicBezTo>
                  <a:pt x="49994" y="0"/>
                  <a:pt x="58034" y="2792"/>
                  <a:pt x="63818" y="8376"/>
                </a:cubicBezTo>
                <a:cubicBezTo>
                  <a:pt x="69602" y="13958"/>
                  <a:pt x="72494" y="21471"/>
                  <a:pt x="72494" y="30913"/>
                </a:cubicBezTo>
                <a:cubicBezTo>
                  <a:pt x="72494" y="42035"/>
                  <a:pt x="68879" y="51649"/>
                  <a:pt x="61649" y="59754"/>
                </a:cubicBezTo>
                <a:cubicBezTo>
                  <a:pt x="54420" y="67860"/>
                  <a:pt x="44736" y="71912"/>
                  <a:pt x="32599" y="71912"/>
                </a:cubicBezTo>
                <a:cubicBezTo>
                  <a:pt x="26027" y="71912"/>
                  <a:pt x="20199" y="70619"/>
                  <a:pt x="15117" y="68033"/>
                </a:cubicBezTo>
                <a:cubicBezTo>
                  <a:pt x="10034" y="65446"/>
                  <a:pt x="6244" y="61781"/>
                  <a:pt x="3746" y="57039"/>
                </a:cubicBezTo>
                <a:cubicBezTo>
                  <a:pt x="1249" y="52296"/>
                  <a:pt x="0" y="47208"/>
                  <a:pt x="0" y="41776"/>
                </a:cubicBezTo>
                <a:moveTo>
                  <a:pt x="53762" y="28510"/>
                </a:moveTo>
                <a:cubicBezTo>
                  <a:pt x="53762" y="24109"/>
                  <a:pt x="52459" y="20580"/>
                  <a:pt x="49852" y="17926"/>
                </a:cubicBezTo>
                <a:cubicBezTo>
                  <a:pt x="47245" y="15271"/>
                  <a:pt x="43882" y="13944"/>
                  <a:pt x="39763" y="13944"/>
                </a:cubicBezTo>
                <a:cubicBezTo>
                  <a:pt x="35688" y="13944"/>
                  <a:pt x="32073" y="15185"/>
                  <a:pt x="28919" y="17667"/>
                </a:cubicBezTo>
                <a:cubicBezTo>
                  <a:pt x="25764" y="20149"/>
                  <a:pt x="23310" y="23753"/>
                  <a:pt x="21557" y="28480"/>
                </a:cubicBezTo>
                <a:cubicBezTo>
                  <a:pt x="19805" y="33206"/>
                  <a:pt x="18929" y="37554"/>
                  <a:pt x="18929" y="41524"/>
                </a:cubicBezTo>
                <a:cubicBezTo>
                  <a:pt x="18929" y="46445"/>
                  <a:pt x="20287" y="50352"/>
                  <a:pt x="23003" y="53244"/>
                </a:cubicBezTo>
                <a:cubicBezTo>
                  <a:pt x="25720" y="56136"/>
                  <a:pt x="29138" y="57582"/>
                  <a:pt x="33256" y="57582"/>
                </a:cubicBezTo>
                <a:cubicBezTo>
                  <a:pt x="38427" y="57582"/>
                  <a:pt x="42764" y="55401"/>
                  <a:pt x="46270" y="51041"/>
                </a:cubicBezTo>
                <a:cubicBezTo>
                  <a:pt x="51265" y="44870"/>
                  <a:pt x="53762" y="37360"/>
                  <a:pt x="53762" y="28510"/>
                </a:cubicBezTo>
                <a:close/>
                <a:moveTo>
                  <a:pt x="93021" y="1678"/>
                </a:moveTo>
                <a:lnTo>
                  <a:pt x="110635" y="1678"/>
                </a:lnTo>
                <a:lnTo>
                  <a:pt x="107809" y="14948"/>
                </a:lnTo>
                <a:cubicBezTo>
                  <a:pt x="114381" y="4983"/>
                  <a:pt x="121501" y="0"/>
                  <a:pt x="129169" y="0"/>
                </a:cubicBezTo>
                <a:cubicBezTo>
                  <a:pt x="131886" y="0"/>
                  <a:pt x="134799" y="667"/>
                  <a:pt x="137910" y="2001"/>
                </a:cubicBezTo>
                <a:lnTo>
                  <a:pt x="130681" y="17171"/>
                </a:lnTo>
                <a:cubicBezTo>
                  <a:pt x="128972" y="16569"/>
                  <a:pt x="127153" y="16267"/>
                  <a:pt x="125226" y="16267"/>
                </a:cubicBezTo>
                <a:cubicBezTo>
                  <a:pt x="121983" y="16267"/>
                  <a:pt x="118686" y="17475"/>
                  <a:pt x="115334" y="19890"/>
                </a:cubicBezTo>
                <a:cubicBezTo>
                  <a:pt x="111982" y="22304"/>
                  <a:pt x="109364" y="25527"/>
                  <a:pt x="107480" y="29559"/>
                </a:cubicBezTo>
                <a:cubicBezTo>
                  <a:pt x="105596" y="33590"/>
                  <a:pt x="103734" y="39982"/>
                  <a:pt x="101894" y="48736"/>
                </a:cubicBezTo>
                <a:lnTo>
                  <a:pt x="97293" y="70234"/>
                </a:lnTo>
                <a:lnTo>
                  <a:pt x="78430" y="70234"/>
                </a:lnTo>
                <a:lnTo>
                  <a:pt x="93021" y="1678"/>
                </a:ln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mativePerf">
            <a:extLst xmlns:a="http://schemas.openxmlformats.org/drawingml/2006/main">
              <a:ext uri="{FF2B5EF4-FFF2-40B4-BE49-F238E27FC236}">
                <a16:creationId xmlns:a16="http://schemas.microsoft.com/office/drawing/2014/main" id="{F1DBFCC2-11F3-4320-941B-65C3CE90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37" y="3380806"/>
            <a:ext cx="739382" cy="97992"/>
          </a:xfrm>
          <a:custGeom xmlns:a="http://schemas.openxmlformats.org/drawingml/2006/main">
            <a:pathLst>
              <a:path w="739382" h="97992">
                <a:moveTo>
                  <a:pt x="278890" y="1678"/>
                </a:moveTo>
                <a:lnTo>
                  <a:pt x="260027" y="1678"/>
                </a:lnTo>
                <a:lnTo>
                  <a:pt x="256478" y="18462"/>
                </a:lnTo>
                <a:lnTo>
                  <a:pt x="275341" y="18462"/>
                </a:lnTo>
                <a:lnTo>
                  <a:pt x="278890" y="1678"/>
                </a:lnTo>
                <a:close/>
                <a:moveTo>
                  <a:pt x="202723" y="70917"/>
                </a:moveTo>
                <a:lnTo>
                  <a:pt x="202541" y="71798"/>
                </a:lnTo>
                <a:lnTo>
                  <a:pt x="202368" y="72650"/>
                </a:lnTo>
                <a:lnTo>
                  <a:pt x="202204" y="73473"/>
                </a:lnTo>
                <a:lnTo>
                  <a:pt x="202047" y="74267"/>
                </a:lnTo>
                <a:lnTo>
                  <a:pt x="201900" y="75033"/>
                </a:lnTo>
                <a:lnTo>
                  <a:pt x="201760" y="75770"/>
                </a:lnTo>
                <a:lnTo>
                  <a:pt x="201629" y="76479"/>
                </a:lnTo>
                <a:lnTo>
                  <a:pt x="201507" y="77158"/>
                </a:lnTo>
                <a:lnTo>
                  <a:pt x="201393" y="77809"/>
                </a:lnTo>
                <a:lnTo>
                  <a:pt x="201287" y="78432"/>
                </a:lnTo>
                <a:lnTo>
                  <a:pt x="201190" y="79025"/>
                </a:lnTo>
                <a:lnTo>
                  <a:pt x="201102" y="79590"/>
                </a:lnTo>
                <a:lnTo>
                  <a:pt x="201021" y="80126"/>
                </a:lnTo>
                <a:lnTo>
                  <a:pt x="200950" y="80634"/>
                </a:lnTo>
                <a:lnTo>
                  <a:pt x="200886" y="81113"/>
                </a:lnTo>
                <a:lnTo>
                  <a:pt x="200831" y="81563"/>
                </a:lnTo>
                <a:lnTo>
                  <a:pt x="200785" y="81984"/>
                </a:lnTo>
                <a:lnTo>
                  <a:pt x="200747" y="82377"/>
                </a:lnTo>
                <a:lnTo>
                  <a:pt x="200718" y="82741"/>
                </a:lnTo>
                <a:lnTo>
                  <a:pt x="200696" y="83076"/>
                </a:lnTo>
                <a:lnTo>
                  <a:pt x="200684" y="83383"/>
                </a:lnTo>
                <a:lnTo>
                  <a:pt x="200680" y="83661"/>
                </a:lnTo>
                <a:lnTo>
                  <a:pt x="200687" y="84218"/>
                </a:lnTo>
                <a:lnTo>
                  <a:pt x="200711" y="84765"/>
                </a:lnTo>
                <a:lnTo>
                  <a:pt x="200750" y="85301"/>
                </a:lnTo>
                <a:lnTo>
                  <a:pt x="200805" y="85827"/>
                </a:lnTo>
                <a:lnTo>
                  <a:pt x="200876" y="86343"/>
                </a:lnTo>
                <a:lnTo>
                  <a:pt x="200963" y="86849"/>
                </a:lnTo>
                <a:lnTo>
                  <a:pt x="201065" y="87344"/>
                </a:lnTo>
                <a:lnTo>
                  <a:pt x="201183" y="87829"/>
                </a:lnTo>
                <a:lnTo>
                  <a:pt x="201317" y="88304"/>
                </a:lnTo>
                <a:lnTo>
                  <a:pt x="201467" y="88769"/>
                </a:lnTo>
                <a:lnTo>
                  <a:pt x="201632" y="89223"/>
                </a:lnTo>
                <a:lnTo>
                  <a:pt x="201813" y="89668"/>
                </a:lnTo>
                <a:lnTo>
                  <a:pt x="202010" y="90101"/>
                </a:lnTo>
                <a:lnTo>
                  <a:pt x="202223" y="90525"/>
                </a:lnTo>
                <a:lnTo>
                  <a:pt x="202451" y="90939"/>
                </a:lnTo>
                <a:lnTo>
                  <a:pt x="202695" y="91342"/>
                </a:lnTo>
                <a:lnTo>
                  <a:pt x="202955" y="91735"/>
                </a:lnTo>
                <a:lnTo>
                  <a:pt x="203230" y="92118"/>
                </a:lnTo>
                <a:lnTo>
                  <a:pt x="203522" y="92490"/>
                </a:lnTo>
                <a:lnTo>
                  <a:pt x="203829" y="92853"/>
                </a:lnTo>
                <a:lnTo>
                  <a:pt x="204152" y="93205"/>
                </a:lnTo>
                <a:lnTo>
                  <a:pt x="204490" y="93546"/>
                </a:lnTo>
                <a:lnTo>
                  <a:pt x="204844" y="93878"/>
                </a:lnTo>
                <a:lnTo>
                  <a:pt x="205214" y="94199"/>
                </a:lnTo>
                <a:lnTo>
                  <a:pt x="205602" y="94509"/>
                </a:lnTo>
                <a:lnTo>
                  <a:pt x="206008" y="94805"/>
                </a:lnTo>
                <a:lnTo>
                  <a:pt x="206433" y="95088"/>
                </a:lnTo>
                <a:lnTo>
                  <a:pt x="206878" y="95358"/>
                </a:lnTo>
                <a:lnTo>
                  <a:pt x="207341" y="95615"/>
                </a:lnTo>
                <a:lnTo>
                  <a:pt x="207823" y="95859"/>
                </a:lnTo>
                <a:lnTo>
                  <a:pt x="208324" y="96089"/>
                </a:lnTo>
                <a:lnTo>
                  <a:pt x="208844" y="96306"/>
                </a:lnTo>
                <a:lnTo>
                  <a:pt x="209383" y="96510"/>
                </a:lnTo>
                <a:lnTo>
                  <a:pt x="209941" y="96701"/>
                </a:lnTo>
                <a:lnTo>
                  <a:pt x="210517" y="96879"/>
                </a:lnTo>
                <a:lnTo>
                  <a:pt x="211113" y="97044"/>
                </a:lnTo>
                <a:lnTo>
                  <a:pt x="211728" y="97195"/>
                </a:lnTo>
                <a:lnTo>
                  <a:pt x="212362" y="97333"/>
                </a:lnTo>
                <a:lnTo>
                  <a:pt x="213014" y="97459"/>
                </a:lnTo>
                <a:lnTo>
                  <a:pt x="213686" y="97570"/>
                </a:lnTo>
                <a:lnTo>
                  <a:pt x="214376" y="97669"/>
                </a:lnTo>
                <a:lnTo>
                  <a:pt x="215085" y="97755"/>
                </a:lnTo>
                <a:lnTo>
                  <a:pt x="215814" y="97827"/>
                </a:lnTo>
                <a:lnTo>
                  <a:pt x="216561" y="97887"/>
                </a:lnTo>
                <a:lnTo>
                  <a:pt x="217327" y="97933"/>
                </a:lnTo>
                <a:lnTo>
                  <a:pt x="218112" y="97966"/>
                </a:lnTo>
                <a:lnTo>
                  <a:pt x="218916" y="97985"/>
                </a:lnTo>
                <a:lnTo>
                  <a:pt x="219739" y="97992"/>
                </a:lnTo>
                <a:lnTo>
                  <a:pt x="220166" y="97990"/>
                </a:lnTo>
                <a:lnTo>
                  <a:pt x="220592" y="97985"/>
                </a:lnTo>
                <a:lnTo>
                  <a:pt x="221017" y="97977"/>
                </a:lnTo>
                <a:lnTo>
                  <a:pt x="221441" y="97965"/>
                </a:lnTo>
                <a:lnTo>
                  <a:pt x="221864" y="97950"/>
                </a:lnTo>
                <a:lnTo>
                  <a:pt x="222286" y="97931"/>
                </a:lnTo>
                <a:lnTo>
                  <a:pt x="222708" y="97909"/>
                </a:lnTo>
                <a:lnTo>
                  <a:pt x="223128" y="97884"/>
                </a:lnTo>
                <a:lnTo>
                  <a:pt x="223547" y="97856"/>
                </a:lnTo>
                <a:lnTo>
                  <a:pt x="223966" y="97824"/>
                </a:lnTo>
                <a:lnTo>
                  <a:pt x="224384" y="97788"/>
                </a:lnTo>
                <a:lnTo>
                  <a:pt x="224800" y="97750"/>
                </a:lnTo>
                <a:lnTo>
                  <a:pt x="225216" y="97708"/>
                </a:lnTo>
                <a:lnTo>
                  <a:pt x="225631" y="97662"/>
                </a:lnTo>
                <a:lnTo>
                  <a:pt x="226045" y="97614"/>
                </a:lnTo>
                <a:lnTo>
                  <a:pt x="226458" y="97562"/>
                </a:lnTo>
                <a:lnTo>
                  <a:pt x="226870" y="97506"/>
                </a:lnTo>
                <a:lnTo>
                  <a:pt x="227281" y="97447"/>
                </a:lnTo>
                <a:lnTo>
                  <a:pt x="227692" y="97385"/>
                </a:lnTo>
                <a:lnTo>
                  <a:pt x="228101" y="97319"/>
                </a:lnTo>
                <a:lnTo>
                  <a:pt x="228510" y="97251"/>
                </a:lnTo>
                <a:lnTo>
                  <a:pt x="228917" y="97178"/>
                </a:lnTo>
                <a:lnTo>
                  <a:pt x="229324" y="97103"/>
                </a:lnTo>
                <a:lnTo>
                  <a:pt x="229730" y="97024"/>
                </a:lnTo>
                <a:lnTo>
                  <a:pt x="232687" y="83274"/>
                </a:lnTo>
                <a:lnTo>
                  <a:pt x="232277" y="83311"/>
                </a:lnTo>
                <a:lnTo>
                  <a:pt x="231881" y="83346"/>
                </a:lnTo>
                <a:lnTo>
                  <a:pt x="231497" y="83380"/>
                </a:lnTo>
                <a:lnTo>
                  <a:pt x="231126" y="83412"/>
                </a:lnTo>
                <a:lnTo>
                  <a:pt x="230768" y="83442"/>
                </a:lnTo>
                <a:lnTo>
                  <a:pt x="230424" y="83471"/>
                </a:lnTo>
                <a:lnTo>
                  <a:pt x="230092" y="83499"/>
                </a:lnTo>
                <a:lnTo>
                  <a:pt x="229773" y="83525"/>
                </a:lnTo>
                <a:lnTo>
                  <a:pt x="229468" y="83549"/>
                </a:lnTo>
                <a:lnTo>
                  <a:pt x="229175" y="83572"/>
                </a:lnTo>
                <a:lnTo>
                  <a:pt x="228895" y="83593"/>
                </a:lnTo>
                <a:lnTo>
                  <a:pt x="228629" y="83613"/>
                </a:lnTo>
                <a:lnTo>
                  <a:pt x="228375" y="83631"/>
                </a:lnTo>
                <a:lnTo>
                  <a:pt x="228134" y="83647"/>
                </a:lnTo>
                <a:lnTo>
                  <a:pt x="227907" y="83662"/>
                </a:lnTo>
                <a:lnTo>
                  <a:pt x="227692" y="83675"/>
                </a:lnTo>
                <a:lnTo>
                  <a:pt x="227490" y="83687"/>
                </a:lnTo>
                <a:lnTo>
                  <a:pt x="227302" y="83697"/>
                </a:lnTo>
                <a:lnTo>
                  <a:pt x="227126" y="83706"/>
                </a:lnTo>
                <a:lnTo>
                  <a:pt x="226964" y="83713"/>
                </a:lnTo>
                <a:lnTo>
                  <a:pt x="226814" y="83719"/>
                </a:lnTo>
                <a:lnTo>
                  <a:pt x="226677" y="83722"/>
                </a:lnTo>
                <a:lnTo>
                  <a:pt x="226554" y="83725"/>
                </a:lnTo>
                <a:lnTo>
                  <a:pt x="226443" y="83726"/>
                </a:lnTo>
                <a:lnTo>
                  <a:pt x="226146" y="83724"/>
                </a:lnTo>
                <a:lnTo>
                  <a:pt x="225856" y="83717"/>
                </a:lnTo>
                <a:lnTo>
                  <a:pt x="225575" y="83707"/>
                </a:lnTo>
                <a:lnTo>
                  <a:pt x="225300" y="83692"/>
                </a:lnTo>
                <a:lnTo>
                  <a:pt x="225034" y="83674"/>
                </a:lnTo>
                <a:lnTo>
                  <a:pt x="224776" y="83651"/>
                </a:lnTo>
                <a:lnTo>
                  <a:pt x="224525" y="83624"/>
                </a:lnTo>
                <a:lnTo>
                  <a:pt x="224282" y="83593"/>
                </a:lnTo>
                <a:lnTo>
                  <a:pt x="224046" y="83558"/>
                </a:lnTo>
                <a:lnTo>
                  <a:pt x="223819" y="83518"/>
                </a:lnTo>
                <a:lnTo>
                  <a:pt x="223599" y="83475"/>
                </a:lnTo>
                <a:lnTo>
                  <a:pt x="223387" y="83427"/>
                </a:lnTo>
                <a:lnTo>
                  <a:pt x="223183" y="83375"/>
                </a:lnTo>
                <a:lnTo>
                  <a:pt x="222986" y="83319"/>
                </a:lnTo>
                <a:lnTo>
                  <a:pt x="222798" y="83259"/>
                </a:lnTo>
                <a:lnTo>
                  <a:pt x="222617" y="83195"/>
                </a:lnTo>
                <a:lnTo>
                  <a:pt x="222444" y="83126"/>
                </a:lnTo>
                <a:lnTo>
                  <a:pt x="222278" y="83054"/>
                </a:lnTo>
                <a:lnTo>
                  <a:pt x="222120" y="82977"/>
                </a:lnTo>
                <a:lnTo>
                  <a:pt x="221970" y="82896"/>
                </a:lnTo>
                <a:lnTo>
                  <a:pt x="221828" y="82811"/>
                </a:lnTo>
                <a:lnTo>
                  <a:pt x="221694" y="82722"/>
                </a:lnTo>
                <a:lnTo>
                  <a:pt x="221567" y="82629"/>
                </a:lnTo>
                <a:lnTo>
                  <a:pt x="221448" y="82531"/>
                </a:lnTo>
                <a:lnTo>
                  <a:pt x="221336" y="82430"/>
                </a:lnTo>
                <a:lnTo>
                  <a:pt x="221228" y="82325"/>
                </a:lnTo>
                <a:lnTo>
                  <a:pt x="221125" y="82218"/>
                </a:lnTo>
                <a:lnTo>
                  <a:pt x="221027" y="82107"/>
                </a:lnTo>
                <a:lnTo>
                  <a:pt x="220933" y="81992"/>
                </a:lnTo>
                <a:lnTo>
                  <a:pt x="220844" y="81875"/>
                </a:lnTo>
                <a:lnTo>
                  <a:pt x="220761" y="81754"/>
                </a:lnTo>
                <a:lnTo>
                  <a:pt x="220682" y="81630"/>
                </a:lnTo>
                <a:lnTo>
                  <a:pt x="220607" y="81503"/>
                </a:lnTo>
                <a:lnTo>
                  <a:pt x="220538" y="81372"/>
                </a:lnTo>
                <a:lnTo>
                  <a:pt x="220473" y="81238"/>
                </a:lnTo>
                <a:lnTo>
                  <a:pt x="220413" y="81101"/>
                </a:lnTo>
                <a:lnTo>
                  <a:pt x="220358" y="80961"/>
                </a:lnTo>
                <a:lnTo>
                  <a:pt x="220308" y="80817"/>
                </a:lnTo>
                <a:lnTo>
                  <a:pt x="220262" y="80670"/>
                </a:lnTo>
                <a:lnTo>
                  <a:pt x="220221" y="80520"/>
                </a:lnTo>
                <a:lnTo>
                  <a:pt x="220186" y="80367"/>
                </a:lnTo>
                <a:lnTo>
                  <a:pt x="220154" y="80210"/>
                </a:lnTo>
                <a:lnTo>
                  <a:pt x="220128" y="80051"/>
                </a:lnTo>
                <a:lnTo>
                  <a:pt x="220106" y="79888"/>
                </a:lnTo>
                <a:lnTo>
                  <a:pt x="220090" y="79721"/>
                </a:lnTo>
                <a:lnTo>
                  <a:pt x="220078" y="79552"/>
                </a:lnTo>
                <a:lnTo>
                  <a:pt x="220070" y="79379"/>
                </a:lnTo>
                <a:lnTo>
                  <a:pt x="220068" y="79203"/>
                </a:lnTo>
                <a:lnTo>
                  <a:pt x="220071" y="79100"/>
                </a:lnTo>
                <a:lnTo>
                  <a:pt x="220080" y="78974"/>
                </a:lnTo>
                <a:lnTo>
                  <a:pt x="220094" y="78824"/>
                </a:lnTo>
                <a:lnTo>
                  <a:pt x="220114" y="78651"/>
                </a:lnTo>
                <a:lnTo>
                  <a:pt x="220139" y="78455"/>
                </a:lnTo>
                <a:lnTo>
                  <a:pt x="220171" y="78236"/>
                </a:lnTo>
                <a:lnTo>
                  <a:pt x="220208" y="77993"/>
                </a:lnTo>
                <a:lnTo>
                  <a:pt x="220251" y="77728"/>
                </a:lnTo>
                <a:lnTo>
                  <a:pt x="220299" y="77438"/>
                </a:lnTo>
                <a:lnTo>
                  <a:pt x="220353" y="77126"/>
                </a:lnTo>
                <a:lnTo>
                  <a:pt x="220413" y="76790"/>
                </a:lnTo>
                <a:lnTo>
                  <a:pt x="220479" y="76431"/>
                </a:lnTo>
                <a:lnTo>
                  <a:pt x="220550" y="76049"/>
                </a:lnTo>
                <a:lnTo>
                  <a:pt x="220627" y="75643"/>
                </a:lnTo>
                <a:lnTo>
                  <a:pt x="220710" y="75214"/>
                </a:lnTo>
                <a:lnTo>
                  <a:pt x="220798" y="74762"/>
                </a:lnTo>
                <a:lnTo>
                  <a:pt x="220893" y="74287"/>
                </a:lnTo>
                <a:lnTo>
                  <a:pt x="220992" y="73788"/>
                </a:lnTo>
                <a:lnTo>
                  <a:pt x="221098" y="73266"/>
                </a:lnTo>
                <a:lnTo>
                  <a:pt x="221209" y="72721"/>
                </a:lnTo>
                <a:lnTo>
                  <a:pt x="221326" y="72152"/>
                </a:lnTo>
                <a:lnTo>
                  <a:pt x="221449" y="71560"/>
                </a:lnTo>
                <a:lnTo>
                  <a:pt x="221577" y="70945"/>
                </a:lnTo>
                <a:lnTo>
                  <a:pt x="221711" y="70307"/>
                </a:lnTo>
                <a:lnTo>
                  <a:pt x="227961" y="41572"/>
                </a:lnTo>
                <a:lnTo>
                  <a:pt x="239391" y="41572"/>
                </a:lnTo>
                <a:lnTo>
                  <a:pt x="242283" y="27758"/>
                </a:lnTo>
                <a:lnTo>
                  <a:pt x="230859" y="27758"/>
                </a:lnTo>
                <a:lnTo>
                  <a:pt x="235842" y="4002"/>
                </a:lnTo>
                <a:lnTo>
                  <a:pt x="214288" y="16784"/>
                </a:lnTo>
                <a:lnTo>
                  <a:pt x="211996" y="27758"/>
                </a:lnTo>
                <a:lnTo>
                  <a:pt x="202717" y="27758"/>
                </a:lnTo>
                <a:lnTo>
                  <a:pt x="199825" y="41572"/>
                </a:lnTo>
                <a:lnTo>
                  <a:pt x="209201" y="41572"/>
                </a:lnTo>
                <a:lnTo>
                  <a:pt x="203111" y="69070"/>
                </a:lnTo>
                <a:lnTo>
                  <a:pt x="202913" y="70008"/>
                </a:lnTo>
                <a:lnTo>
                  <a:pt x="202723" y="70917"/>
                </a:lnTo>
                <a:close/>
                <a:moveTo>
                  <a:pt x="25713" y="64142"/>
                </a:moveTo>
                <a:lnTo>
                  <a:pt x="25856" y="63490"/>
                </a:lnTo>
                <a:lnTo>
                  <a:pt x="25995" y="62857"/>
                </a:lnTo>
                <a:lnTo>
                  <a:pt x="26131" y="62245"/>
                </a:lnTo>
                <a:lnTo>
                  <a:pt x="26263" y="61654"/>
                </a:lnTo>
                <a:lnTo>
                  <a:pt x="26392" y="61083"/>
                </a:lnTo>
                <a:lnTo>
                  <a:pt x="26518" y="60532"/>
                </a:lnTo>
                <a:lnTo>
                  <a:pt x="26640" y="60002"/>
                </a:lnTo>
                <a:lnTo>
                  <a:pt x="26759" y="59492"/>
                </a:lnTo>
                <a:lnTo>
                  <a:pt x="26874" y="59002"/>
                </a:lnTo>
                <a:lnTo>
                  <a:pt x="26986" y="58533"/>
                </a:lnTo>
                <a:lnTo>
                  <a:pt x="27095" y="58084"/>
                </a:lnTo>
                <a:lnTo>
                  <a:pt x="27200" y="57656"/>
                </a:lnTo>
                <a:lnTo>
                  <a:pt x="27301" y="57248"/>
                </a:lnTo>
                <a:lnTo>
                  <a:pt x="27400" y="56861"/>
                </a:lnTo>
                <a:lnTo>
                  <a:pt x="27495" y="56494"/>
                </a:lnTo>
                <a:lnTo>
                  <a:pt x="27586" y="56147"/>
                </a:lnTo>
                <a:lnTo>
                  <a:pt x="27674" y="55821"/>
                </a:lnTo>
                <a:lnTo>
                  <a:pt x="27758" y="55515"/>
                </a:lnTo>
                <a:lnTo>
                  <a:pt x="27840" y="55229"/>
                </a:lnTo>
                <a:lnTo>
                  <a:pt x="27917" y="54964"/>
                </a:lnTo>
                <a:lnTo>
                  <a:pt x="27992" y="54719"/>
                </a:lnTo>
                <a:lnTo>
                  <a:pt x="28062" y="54495"/>
                </a:lnTo>
                <a:lnTo>
                  <a:pt x="28130" y="54291"/>
                </a:lnTo>
                <a:lnTo>
                  <a:pt x="28279" y="53880"/>
                </a:lnTo>
                <a:lnTo>
                  <a:pt x="28430" y="53475"/>
                </a:lnTo>
                <a:lnTo>
                  <a:pt x="28584" y="53077"/>
                </a:lnTo>
                <a:lnTo>
                  <a:pt x="28741" y="52685"/>
                </a:lnTo>
                <a:lnTo>
                  <a:pt x="28899" y="52299"/>
                </a:lnTo>
                <a:lnTo>
                  <a:pt x="29060" y="51919"/>
                </a:lnTo>
                <a:lnTo>
                  <a:pt x="29224" y="51546"/>
                </a:lnTo>
                <a:lnTo>
                  <a:pt x="29390" y="51178"/>
                </a:lnTo>
                <a:lnTo>
                  <a:pt x="29558" y="50818"/>
                </a:lnTo>
                <a:lnTo>
                  <a:pt x="29728" y="50463"/>
                </a:lnTo>
                <a:lnTo>
                  <a:pt x="29902" y="50115"/>
                </a:lnTo>
                <a:lnTo>
                  <a:pt x="30077" y="49773"/>
                </a:lnTo>
                <a:lnTo>
                  <a:pt x="30255" y="49437"/>
                </a:lnTo>
                <a:lnTo>
                  <a:pt x="30435" y="49107"/>
                </a:lnTo>
                <a:lnTo>
                  <a:pt x="30618" y="48784"/>
                </a:lnTo>
                <a:lnTo>
                  <a:pt x="30803" y="48467"/>
                </a:lnTo>
                <a:lnTo>
                  <a:pt x="30990" y="48157"/>
                </a:lnTo>
                <a:lnTo>
                  <a:pt x="31180" y="47852"/>
                </a:lnTo>
                <a:lnTo>
                  <a:pt x="31372" y="47554"/>
                </a:lnTo>
                <a:lnTo>
                  <a:pt x="31567" y="47262"/>
                </a:lnTo>
                <a:lnTo>
                  <a:pt x="31764" y="46977"/>
                </a:lnTo>
                <a:lnTo>
                  <a:pt x="31963" y="46697"/>
                </a:lnTo>
                <a:lnTo>
                  <a:pt x="32165" y="46424"/>
                </a:lnTo>
                <a:lnTo>
                  <a:pt x="32369" y="46158"/>
                </a:lnTo>
                <a:lnTo>
                  <a:pt x="32576" y="45896"/>
                </a:lnTo>
                <a:lnTo>
                  <a:pt x="32786" y="45640"/>
                </a:lnTo>
                <a:lnTo>
                  <a:pt x="32998" y="45388"/>
                </a:lnTo>
                <a:lnTo>
                  <a:pt x="33213" y="45140"/>
                </a:lnTo>
                <a:lnTo>
                  <a:pt x="33432" y="44898"/>
                </a:lnTo>
                <a:lnTo>
                  <a:pt x="33653" y="44660"/>
                </a:lnTo>
                <a:lnTo>
                  <a:pt x="33877" y="44427"/>
                </a:lnTo>
                <a:lnTo>
                  <a:pt x="34103" y="44198"/>
                </a:lnTo>
                <a:lnTo>
                  <a:pt x="34333" y="43975"/>
                </a:lnTo>
                <a:lnTo>
                  <a:pt x="34566" y="43756"/>
                </a:lnTo>
                <a:lnTo>
                  <a:pt x="34801" y="43541"/>
                </a:lnTo>
                <a:lnTo>
                  <a:pt x="35039" y="43332"/>
                </a:lnTo>
                <a:lnTo>
                  <a:pt x="35280" y="43127"/>
                </a:lnTo>
                <a:lnTo>
                  <a:pt x="35524" y="42927"/>
                </a:lnTo>
                <a:lnTo>
                  <a:pt x="35771" y="42732"/>
                </a:lnTo>
                <a:lnTo>
                  <a:pt x="36020" y="42541"/>
                </a:lnTo>
                <a:lnTo>
                  <a:pt x="36273" y="42355"/>
                </a:lnTo>
                <a:lnTo>
                  <a:pt x="36528" y="42174"/>
                </a:lnTo>
                <a:lnTo>
                  <a:pt x="36786" y="41997"/>
                </a:lnTo>
                <a:lnTo>
                  <a:pt x="37047" y="41825"/>
                </a:lnTo>
                <a:lnTo>
                  <a:pt x="37311" y="41658"/>
                </a:lnTo>
                <a:lnTo>
                  <a:pt x="37578" y="41496"/>
                </a:lnTo>
                <a:lnTo>
                  <a:pt x="37848" y="41338"/>
                </a:lnTo>
                <a:lnTo>
                  <a:pt x="38120" y="41185"/>
                </a:lnTo>
                <a:lnTo>
                  <a:pt x="38393" y="41037"/>
                </a:lnTo>
                <a:lnTo>
                  <a:pt x="38666" y="40896"/>
                </a:lnTo>
                <a:lnTo>
                  <a:pt x="38938" y="40761"/>
                </a:lnTo>
                <a:lnTo>
                  <a:pt x="39210" y="40633"/>
                </a:lnTo>
                <a:lnTo>
                  <a:pt x="39481" y="40510"/>
                </a:lnTo>
                <a:lnTo>
                  <a:pt x="39751" y="40394"/>
                </a:lnTo>
                <a:lnTo>
                  <a:pt x="40020" y="40284"/>
                </a:lnTo>
                <a:lnTo>
                  <a:pt x="40289" y="40181"/>
                </a:lnTo>
                <a:lnTo>
                  <a:pt x="40557" y="40084"/>
                </a:lnTo>
                <a:lnTo>
                  <a:pt x="40824" y="39993"/>
                </a:lnTo>
                <a:lnTo>
                  <a:pt x="41091" y="39908"/>
                </a:lnTo>
                <a:lnTo>
                  <a:pt x="41357" y="39829"/>
                </a:lnTo>
                <a:lnTo>
                  <a:pt x="41622" y="39757"/>
                </a:lnTo>
                <a:lnTo>
                  <a:pt x="41887" y="39691"/>
                </a:lnTo>
                <a:lnTo>
                  <a:pt x="42151" y="39632"/>
                </a:lnTo>
                <a:lnTo>
                  <a:pt x="42414" y="39578"/>
                </a:lnTo>
                <a:lnTo>
                  <a:pt x="42676" y="39531"/>
                </a:lnTo>
                <a:lnTo>
                  <a:pt x="42938" y="39490"/>
                </a:lnTo>
                <a:lnTo>
                  <a:pt x="43200" y="39456"/>
                </a:lnTo>
                <a:lnTo>
                  <a:pt x="43460" y="39428"/>
                </a:lnTo>
                <a:lnTo>
                  <a:pt x="43720" y="39406"/>
                </a:lnTo>
                <a:lnTo>
                  <a:pt x="43979" y="39390"/>
                </a:lnTo>
                <a:lnTo>
                  <a:pt x="44237" y="39381"/>
                </a:lnTo>
                <a:lnTo>
                  <a:pt x="44495" y="39377"/>
                </a:lnTo>
                <a:lnTo>
                  <a:pt x="44767" y="39381"/>
                </a:lnTo>
                <a:lnTo>
                  <a:pt x="45033" y="39390"/>
                </a:lnTo>
                <a:lnTo>
                  <a:pt x="45295" y="39405"/>
                </a:lnTo>
                <a:lnTo>
                  <a:pt x="45551" y="39426"/>
                </a:lnTo>
                <a:lnTo>
                  <a:pt x="45803" y="39453"/>
                </a:lnTo>
                <a:lnTo>
                  <a:pt x="46050" y="39486"/>
                </a:lnTo>
                <a:lnTo>
                  <a:pt x="46292" y="39526"/>
                </a:lnTo>
                <a:lnTo>
                  <a:pt x="46529" y="39571"/>
                </a:lnTo>
                <a:lnTo>
                  <a:pt x="46761" y="39623"/>
                </a:lnTo>
                <a:lnTo>
                  <a:pt x="46988" y="39680"/>
                </a:lnTo>
                <a:lnTo>
                  <a:pt x="47211" y="39744"/>
                </a:lnTo>
                <a:lnTo>
                  <a:pt x="47428" y="39813"/>
                </a:lnTo>
                <a:lnTo>
                  <a:pt x="47641" y="39889"/>
                </a:lnTo>
                <a:lnTo>
                  <a:pt x="47848" y="39971"/>
                </a:lnTo>
                <a:lnTo>
                  <a:pt x="48051" y="40058"/>
                </a:lnTo>
                <a:lnTo>
                  <a:pt x="48249" y="40152"/>
                </a:lnTo>
                <a:lnTo>
                  <a:pt x="48442" y="40252"/>
                </a:lnTo>
                <a:lnTo>
                  <a:pt x="48630" y="40358"/>
                </a:lnTo>
                <a:lnTo>
                  <a:pt x="48813" y="40470"/>
                </a:lnTo>
                <a:lnTo>
                  <a:pt x="48991" y="40588"/>
                </a:lnTo>
                <a:lnTo>
                  <a:pt x="49164" y="40712"/>
                </a:lnTo>
                <a:lnTo>
                  <a:pt x="49333" y="40842"/>
                </a:lnTo>
                <a:lnTo>
                  <a:pt x="49496" y="40978"/>
                </a:lnTo>
                <a:lnTo>
                  <a:pt x="49655" y="41120"/>
                </a:lnTo>
                <a:lnTo>
                  <a:pt x="49807" y="41267"/>
                </a:lnTo>
                <a:lnTo>
                  <a:pt x="49954" y="41418"/>
                </a:lnTo>
                <a:lnTo>
                  <a:pt x="50094" y="41571"/>
                </a:lnTo>
                <a:lnTo>
                  <a:pt x="50227" y="41728"/>
                </a:lnTo>
                <a:lnTo>
                  <a:pt x="50354" y="41889"/>
                </a:lnTo>
                <a:lnTo>
                  <a:pt x="50474" y="42052"/>
                </a:lnTo>
                <a:lnTo>
                  <a:pt x="50588" y="42220"/>
                </a:lnTo>
                <a:lnTo>
                  <a:pt x="50695" y="42390"/>
                </a:lnTo>
                <a:lnTo>
                  <a:pt x="50796" y="42564"/>
                </a:lnTo>
                <a:lnTo>
                  <a:pt x="50890" y="42741"/>
                </a:lnTo>
                <a:lnTo>
                  <a:pt x="50978" y="42922"/>
                </a:lnTo>
                <a:lnTo>
                  <a:pt x="51059" y="43105"/>
                </a:lnTo>
                <a:lnTo>
                  <a:pt x="51134" y="43293"/>
                </a:lnTo>
                <a:lnTo>
                  <a:pt x="51202" y="43483"/>
                </a:lnTo>
                <a:lnTo>
                  <a:pt x="51264" y="43677"/>
                </a:lnTo>
                <a:lnTo>
                  <a:pt x="51320" y="43875"/>
                </a:lnTo>
                <a:lnTo>
                  <a:pt x="51368" y="44075"/>
                </a:lnTo>
                <a:lnTo>
                  <a:pt x="51411" y="44280"/>
                </a:lnTo>
                <a:lnTo>
                  <a:pt x="51446" y="44487"/>
                </a:lnTo>
                <a:lnTo>
                  <a:pt x="51476" y="44698"/>
                </a:lnTo>
                <a:lnTo>
                  <a:pt x="51498" y="44912"/>
                </a:lnTo>
                <a:lnTo>
                  <a:pt x="51515" y="45129"/>
                </a:lnTo>
                <a:lnTo>
                  <a:pt x="51524" y="45350"/>
                </a:lnTo>
                <a:lnTo>
                  <a:pt x="51528" y="45575"/>
                </a:lnTo>
                <a:lnTo>
                  <a:pt x="51525" y="45761"/>
                </a:lnTo>
                <a:lnTo>
                  <a:pt x="51517" y="45965"/>
                </a:lnTo>
                <a:lnTo>
                  <a:pt x="51504" y="46186"/>
                </a:lnTo>
                <a:lnTo>
                  <a:pt x="51486" y="46425"/>
                </a:lnTo>
                <a:lnTo>
                  <a:pt x="51462" y="46681"/>
                </a:lnTo>
                <a:lnTo>
                  <a:pt x="51433" y="46954"/>
                </a:lnTo>
                <a:lnTo>
                  <a:pt x="51399" y="47246"/>
                </a:lnTo>
                <a:lnTo>
                  <a:pt x="51360" y="47554"/>
                </a:lnTo>
                <a:lnTo>
                  <a:pt x="51315" y="47880"/>
                </a:lnTo>
                <a:lnTo>
                  <a:pt x="51265" y="48224"/>
                </a:lnTo>
                <a:lnTo>
                  <a:pt x="51210" y="48585"/>
                </a:lnTo>
                <a:lnTo>
                  <a:pt x="51150" y="48964"/>
                </a:lnTo>
                <a:lnTo>
                  <a:pt x="51084" y="49360"/>
                </a:lnTo>
                <a:lnTo>
                  <a:pt x="51013" y="49773"/>
                </a:lnTo>
                <a:lnTo>
                  <a:pt x="50937" y="50204"/>
                </a:lnTo>
                <a:lnTo>
                  <a:pt x="50856" y="50653"/>
                </a:lnTo>
                <a:lnTo>
                  <a:pt x="50769" y="51119"/>
                </a:lnTo>
                <a:lnTo>
                  <a:pt x="50677" y="51602"/>
                </a:lnTo>
                <a:lnTo>
                  <a:pt x="50580" y="52103"/>
                </a:lnTo>
                <a:lnTo>
                  <a:pt x="50478" y="52622"/>
                </a:lnTo>
                <a:lnTo>
                  <a:pt x="50370" y="53158"/>
                </a:lnTo>
                <a:lnTo>
                  <a:pt x="50257" y="53711"/>
                </a:lnTo>
                <a:lnTo>
                  <a:pt x="50139" y="54282"/>
                </a:lnTo>
                <a:lnTo>
                  <a:pt x="50016" y="54870"/>
                </a:lnTo>
                <a:lnTo>
                  <a:pt x="41209" y="96313"/>
                </a:lnTo>
                <a:lnTo>
                  <a:pt x="60072" y="96313"/>
                </a:lnTo>
                <a:lnTo>
                  <a:pt x="66710" y="65193"/>
                </a:lnTo>
                <a:lnTo>
                  <a:pt x="66947" y="64099"/>
                </a:lnTo>
                <a:lnTo>
                  <a:pt x="67189" y="63033"/>
                </a:lnTo>
                <a:lnTo>
                  <a:pt x="67435" y="61995"/>
                </a:lnTo>
                <a:lnTo>
                  <a:pt x="67685" y="60985"/>
                </a:lnTo>
                <a:lnTo>
                  <a:pt x="67939" y="60004"/>
                </a:lnTo>
                <a:lnTo>
                  <a:pt x="68197" y="59050"/>
                </a:lnTo>
                <a:lnTo>
                  <a:pt x="68459" y="58124"/>
                </a:lnTo>
                <a:lnTo>
                  <a:pt x="68725" y="57226"/>
                </a:lnTo>
                <a:lnTo>
                  <a:pt x="68996" y="56356"/>
                </a:lnTo>
                <a:lnTo>
                  <a:pt x="69270" y="55515"/>
                </a:lnTo>
                <a:lnTo>
                  <a:pt x="69549" y="54701"/>
                </a:lnTo>
                <a:lnTo>
                  <a:pt x="69832" y="53915"/>
                </a:lnTo>
                <a:lnTo>
                  <a:pt x="70119" y="53157"/>
                </a:lnTo>
                <a:lnTo>
                  <a:pt x="70410" y="52428"/>
                </a:lnTo>
                <a:lnTo>
                  <a:pt x="70705" y="51726"/>
                </a:lnTo>
                <a:lnTo>
                  <a:pt x="71004" y="51052"/>
                </a:lnTo>
                <a:lnTo>
                  <a:pt x="71307" y="50406"/>
                </a:lnTo>
                <a:lnTo>
                  <a:pt x="71615" y="49788"/>
                </a:lnTo>
                <a:lnTo>
                  <a:pt x="71926" y="49199"/>
                </a:lnTo>
                <a:lnTo>
                  <a:pt x="72242" y="48637"/>
                </a:lnTo>
                <a:lnTo>
                  <a:pt x="72561" y="48103"/>
                </a:lnTo>
                <a:lnTo>
                  <a:pt x="72885" y="47597"/>
                </a:lnTo>
                <a:lnTo>
                  <a:pt x="73213" y="47120"/>
                </a:lnTo>
                <a:lnTo>
                  <a:pt x="73545" y="46670"/>
                </a:lnTo>
                <a:lnTo>
                  <a:pt x="74008" y="46075"/>
                </a:lnTo>
                <a:lnTo>
                  <a:pt x="74476" y="45505"/>
                </a:lnTo>
                <a:lnTo>
                  <a:pt x="74949" y="44961"/>
                </a:lnTo>
                <a:lnTo>
                  <a:pt x="75427" y="44442"/>
                </a:lnTo>
                <a:lnTo>
                  <a:pt x="75911" y="43948"/>
                </a:lnTo>
                <a:lnTo>
                  <a:pt x="76400" y="43480"/>
                </a:lnTo>
                <a:lnTo>
                  <a:pt x="76894" y="43036"/>
                </a:lnTo>
                <a:lnTo>
                  <a:pt x="77394" y="42619"/>
                </a:lnTo>
                <a:lnTo>
                  <a:pt x="77898" y="42226"/>
                </a:lnTo>
                <a:lnTo>
                  <a:pt x="78408" y="41859"/>
                </a:lnTo>
                <a:lnTo>
                  <a:pt x="78923" y="41517"/>
                </a:lnTo>
                <a:lnTo>
                  <a:pt x="79444" y="41201"/>
                </a:lnTo>
                <a:lnTo>
                  <a:pt x="79970" y="40909"/>
                </a:lnTo>
                <a:lnTo>
                  <a:pt x="80501" y="40644"/>
                </a:lnTo>
                <a:lnTo>
                  <a:pt x="81037" y="40403"/>
                </a:lnTo>
                <a:lnTo>
                  <a:pt x="81578" y="40188"/>
                </a:lnTo>
                <a:lnTo>
                  <a:pt x="82125" y="39998"/>
                </a:lnTo>
                <a:lnTo>
                  <a:pt x="82677" y="39833"/>
                </a:lnTo>
                <a:lnTo>
                  <a:pt x="83234" y="39694"/>
                </a:lnTo>
                <a:lnTo>
                  <a:pt x="83796" y="39580"/>
                </a:lnTo>
                <a:lnTo>
                  <a:pt x="84364" y="39491"/>
                </a:lnTo>
                <a:lnTo>
                  <a:pt x="84937" y="39428"/>
                </a:lnTo>
                <a:lnTo>
                  <a:pt x="85515" y="39390"/>
                </a:lnTo>
                <a:lnTo>
                  <a:pt x="86098" y="39377"/>
                </a:lnTo>
                <a:lnTo>
                  <a:pt x="86386" y="39380"/>
                </a:lnTo>
                <a:lnTo>
                  <a:pt x="86667" y="39389"/>
                </a:lnTo>
                <a:lnTo>
                  <a:pt x="86942" y="39403"/>
                </a:lnTo>
                <a:lnTo>
                  <a:pt x="87211" y="39423"/>
                </a:lnTo>
                <a:lnTo>
                  <a:pt x="87474" y="39449"/>
                </a:lnTo>
                <a:lnTo>
                  <a:pt x="87731" y="39480"/>
                </a:lnTo>
                <a:lnTo>
                  <a:pt x="87982" y="39517"/>
                </a:lnTo>
                <a:lnTo>
                  <a:pt x="88227" y="39560"/>
                </a:lnTo>
                <a:lnTo>
                  <a:pt x="88466" y="39608"/>
                </a:lnTo>
                <a:lnTo>
                  <a:pt x="88699" y="39663"/>
                </a:lnTo>
                <a:lnTo>
                  <a:pt x="88926" y="39722"/>
                </a:lnTo>
                <a:lnTo>
                  <a:pt x="89146" y="39788"/>
                </a:lnTo>
                <a:lnTo>
                  <a:pt x="89361" y="39859"/>
                </a:lnTo>
                <a:lnTo>
                  <a:pt x="89570" y="39936"/>
                </a:lnTo>
                <a:lnTo>
                  <a:pt x="89772" y="40019"/>
                </a:lnTo>
                <a:lnTo>
                  <a:pt x="89969" y="40107"/>
                </a:lnTo>
                <a:lnTo>
                  <a:pt x="90159" y="40201"/>
                </a:lnTo>
                <a:lnTo>
                  <a:pt x="90344" y="40301"/>
                </a:lnTo>
                <a:lnTo>
                  <a:pt x="90522" y="40407"/>
                </a:lnTo>
                <a:lnTo>
                  <a:pt x="90695" y="40518"/>
                </a:lnTo>
                <a:lnTo>
                  <a:pt x="90861" y="40635"/>
                </a:lnTo>
                <a:lnTo>
                  <a:pt x="91021" y="40757"/>
                </a:lnTo>
                <a:lnTo>
                  <a:pt x="91175" y="40886"/>
                </a:lnTo>
                <a:lnTo>
                  <a:pt x="91324" y="41020"/>
                </a:lnTo>
                <a:lnTo>
                  <a:pt x="91466" y="41158"/>
                </a:lnTo>
                <a:lnTo>
                  <a:pt x="91602" y="41302"/>
                </a:lnTo>
                <a:lnTo>
                  <a:pt x="91732" y="41449"/>
                </a:lnTo>
                <a:lnTo>
                  <a:pt x="91856" y="41600"/>
                </a:lnTo>
                <a:lnTo>
                  <a:pt x="91974" y="41756"/>
                </a:lnTo>
                <a:lnTo>
                  <a:pt x="92086" y="41915"/>
                </a:lnTo>
                <a:lnTo>
                  <a:pt x="92191" y="42079"/>
                </a:lnTo>
                <a:lnTo>
                  <a:pt x="92291" y="42247"/>
                </a:lnTo>
                <a:lnTo>
                  <a:pt x="92385" y="42419"/>
                </a:lnTo>
                <a:lnTo>
                  <a:pt x="92473" y="42595"/>
                </a:lnTo>
                <a:lnTo>
                  <a:pt x="92554" y="42775"/>
                </a:lnTo>
                <a:lnTo>
                  <a:pt x="92630" y="42960"/>
                </a:lnTo>
                <a:lnTo>
                  <a:pt x="92699" y="43148"/>
                </a:lnTo>
                <a:lnTo>
                  <a:pt x="92763" y="43341"/>
                </a:lnTo>
                <a:lnTo>
                  <a:pt x="92820" y="43538"/>
                </a:lnTo>
                <a:lnTo>
                  <a:pt x="92872" y="43739"/>
                </a:lnTo>
                <a:lnTo>
                  <a:pt x="92917" y="43944"/>
                </a:lnTo>
                <a:lnTo>
                  <a:pt x="92956" y="44153"/>
                </a:lnTo>
                <a:lnTo>
                  <a:pt x="92990" y="44367"/>
                </a:lnTo>
                <a:lnTo>
                  <a:pt x="93017" y="44584"/>
                </a:lnTo>
                <a:lnTo>
                  <a:pt x="93038" y="44806"/>
                </a:lnTo>
                <a:lnTo>
                  <a:pt x="93053" y="45032"/>
                </a:lnTo>
                <a:lnTo>
                  <a:pt x="93062" y="45262"/>
                </a:lnTo>
                <a:lnTo>
                  <a:pt x="93065" y="45496"/>
                </a:lnTo>
                <a:lnTo>
                  <a:pt x="93062" y="45594"/>
                </a:lnTo>
                <a:lnTo>
                  <a:pt x="93054" y="45715"/>
                </a:lnTo>
                <a:lnTo>
                  <a:pt x="93040" y="45861"/>
                </a:lnTo>
                <a:lnTo>
                  <a:pt x="93020" y="46030"/>
                </a:lnTo>
                <a:lnTo>
                  <a:pt x="92994" y="46223"/>
                </a:lnTo>
                <a:lnTo>
                  <a:pt x="92963" y="46439"/>
                </a:lnTo>
                <a:lnTo>
                  <a:pt x="92925" y="46680"/>
                </a:lnTo>
                <a:lnTo>
                  <a:pt x="92883" y="46944"/>
                </a:lnTo>
                <a:lnTo>
                  <a:pt x="92834" y="47232"/>
                </a:lnTo>
                <a:lnTo>
                  <a:pt x="92780" y="47543"/>
                </a:lnTo>
                <a:lnTo>
                  <a:pt x="92720" y="47879"/>
                </a:lnTo>
                <a:lnTo>
                  <a:pt x="92654" y="48238"/>
                </a:lnTo>
                <a:lnTo>
                  <a:pt x="92583" y="48621"/>
                </a:lnTo>
                <a:lnTo>
                  <a:pt x="92506" y="49028"/>
                </a:lnTo>
                <a:lnTo>
                  <a:pt x="92423" y="49458"/>
                </a:lnTo>
                <a:lnTo>
                  <a:pt x="92335" y="49912"/>
                </a:lnTo>
                <a:lnTo>
                  <a:pt x="92241" y="50390"/>
                </a:lnTo>
                <a:lnTo>
                  <a:pt x="92141" y="50892"/>
                </a:lnTo>
                <a:lnTo>
                  <a:pt x="92035" y="51418"/>
                </a:lnTo>
                <a:lnTo>
                  <a:pt x="91924" y="51967"/>
                </a:lnTo>
                <a:lnTo>
                  <a:pt x="91807" y="52540"/>
                </a:lnTo>
                <a:lnTo>
                  <a:pt x="91685" y="53137"/>
                </a:lnTo>
                <a:lnTo>
                  <a:pt x="91556" y="53758"/>
                </a:lnTo>
                <a:lnTo>
                  <a:pt x="91422" y="54402"/>
                </a:lnTo>
                <a:lnTo>
                  <a:pt x="82484" y="96313"/>
                </a:lnTo>
                <a:lnTo>
                  <a:pt x="101346" y="96313"/>
                </a:lnTo>
                <a:lnTo>
                  <a:pt x="110285" y="54406"/>
                </a:lnTo>
                <a:lnTo>
                  <a:pt x="110435" y="53690"/>
                </a:lnTo>
                <a:lnTo>
                  <a:pt x="110579" y="52991"/>
                </a:lnTo>
                <a:lnTo>
                  <a:pt x="110716" y="52310"/>
                </a:lnTo>
                <a:lnTo>
                  <a:pt x="110847" y="51647"/>
                </a:lnTo>
                <a:lnTo>
                  <a:pt x="110972" y="51003"/>
                </a:lnTo>
                <a:lnTo>
                  <a:pt x="111090" y="50376"/>
                </a:lnTo>
                <a:lnTo>
                  <a:pt x="111202" y="49767"/>
                </a:lnTo>
                <a:lnTo>
                  <a:pt x="111307" y="49176"/>
                </a:lnTo>
                <a:lnTo>
                  <a:pt x="111406" y="48604"/>
                </a:lnTo>
                <a:lnTo>
                  <a:pt x="111499" y="48049"/>
                </a:lnTo>
                <a:lnTo>
                  <a:pt x="111585" y="47512"/>
                </a:lnTo>
                <a:lnTo>
                  <a:pt x="111665" y="46993"/>
                </a:lnTo>
                <a:lnTo>
                  <a:pt x="111739" y="46492"/>
                </a:lnTo>
                <a:lnTo>
                  <a:pt x="111806" y="46010"/>
                </a:lnTo>
                <a:lnTo>
                  <a:pt x="111866" y="45545"/>
                </a:lnTo>
                <a:lnTo>
                  <a:pt x="111921" y="45098"/>
                </a:lnTo>
                <a:lnTo>
                  <a:pt x="111969" y="44669"/>
                </a:lnTo>
                <a:lnTo>
                  <a:pt x="112010" y="44258"/>
                </a:lnTo>
                <a:lnTo>
                  <a:pt x="112045" y="43866"/>
                </a:lnTo>
                <a:lnTo>
                  <a:pt x="112074" y="43491"/>
                </a:lnTo>
                <a:lnTo>
                  <a:pt x="112096" y="43134"/>
                </a:lnTo>
                <a:lnTo>
                  <a:pt x="112112" y="42795"/>
                </a:lnTo>
                <a:lnTo>
                  <a:pt x="112122" y="42474"/>
                </a:lnTo>
                <a:lnTo>
                  <a:pt x="112125" y="42171"/>
                </a:lnTo>
                <a:lnTo>
                  <a:pt x="112117" y="41571"/>
                </a:lnTo>
                <a:lnTo>
                  <a:pt x="112093" y="40980"/>
                </a:lnTo>
                <a:lnTo>
                  <a:pt x="112052" y="40399"/>
                </a:lnTo>
                <a:lnTo>
                  <a:pt x="111996" y="39828"/>
                </a:lnTo>
                <a:lnTo>
                  <a:pt x="111923" y="39267"/>
                </a:lnTo>
                <a:lnTo>
                  <a:pt x="111834" y="38716"/>
                </a:lnTo>
                <a:lnTo>
                  <a:pt x="111728" y="38175"/>
                </a:lnTo>
                <a:lnTo>
                  <a:pt x="111607" y="37643"/>
                </a:lnTo>
                <a:lnTo>
                  <a:pt x="111469" y="37122"/>
                </a:lnTo>
                <a:lnTo>
                  <a:pt x="111315" y="36610"/>
                </a:lnTo>
                <a:lnTo>
                  <a:pt x="111145" y="36109"/>
                </a:lnTo>
                <a:lnTo>
                  <a:pt x="110959" y="35617"/>
                </a:lnTo>
                <a:lnTo>
                  <a:pt x="110756" y="35136"/>
                </a:lnTo>
                <a:lnTo>
                  <a:pt x="110537" y="34664"/>
                </a:lnTo>
                <a:lnTo>
                  <a:pt x="110302" y="34202"/>
                </a:lnTo>
                <a:lnTo>
                  <a:pt x="110051" y="33750"/>
                </a:lnTo>
                <a:lnTo>
                  <a:pt x="109784" y="33308"/>
                </a:lnTo>
                <a:lnTo>
                  <a:pt x="109500" y="32876"/>
                </a:lnTo>
                <a:lnTo>
                  <a:pt x="109201" y="32454"/>
                </a:lnTo>
                <a:lnTo>
                  <a:pt x="108885" y="32041"/>
                </a:lnTo>
                <a:lnTo>
                  <a:pt x="108552" y="31639"/>
                </a:lnTo>
                <a:lnTo>
                  <a:pt x="108204" y="31246"/>
                </a:lnTo>
                <a:lnTo>
                  <a:pt x="107840" y="30864"/>
                </a:lnTo>
                <a:lnTo>
                  <a:pt x="107459" y="30491"/>
                </a:lnTo>
                <a:lnTo>
                  <a:pt x="107064" y="30131"/>
                </a:lnTo>
                <a:lnTo>
                  <a:pt x="106656" y="29787"/>
                </a:lnTo>
                <a:lnTo>
                  <a:pt x="106235" y="29457"/>
                </a:lnTo>
                <a:lnTo>
                  <a:pt x="105801" y="29143"/>
                </a:lnTo>
                <a:lnTo>
                  <a:pt x="105355" y="28845"/>
                </a:lnTo>
                <a:lnTo>
                  <a:pt x="104896" y="28561"/>
                </a:lnTo>
                <a:lnTo>
                  <a:pt x="104424" y="28293"/>
                </a:lnTo>
                <a:lnTo>
                  <a:pt x="103939" y="28040"/>
                </a:lnTo>
                <a:lnTo>
                  <a:pt x="103441" y="27803"/>
                </a:lnTo>
                <a:lnTo>
                  <a:pt x="102931" y="27581"/>
                </a:lnTo>
                <a:lnTo>
                  <a:pt x="102408" y="27374"/>
                </a:lnTo>
                <a:lnTo>
                  <a:pt x="101872" y="27182"/>
                </a:lnTo>
                <a:lnTo>
                  <a:pt x="101324" y="27006"/>
                </a:lnTo>
                <a:lnTo>
                  <a:pt x="100762" y="26845"/>
                </a:lnTo>
                <a:lnTo>
                  <a:pt x="100188" y="26700"/>
                </a:lnTo>
                <a:lnTo>
                  <a:pt x="99601" y="26570"/>
                </a:lnTo>
                <a:lnTo>
                  <a:pt x="99001" y="26455"/>
                </a:lnTo>
                <a:lnTo>
                  <a:pt x="98389" y="26355"/>
                </a:lnTo>
                <a:lnTo>
                  <a:pt x="97764" y="26271"/>
                </a:lnTo>
                <a:lnTo>
                  <a:pt x="97126" y="26202"/>
                </a:lnTo>
                <a:lnTo>
                  <a:pt x="96475" y="26148"/>
                </a:lnTo>
                <a:lnTo>
                  <a:pt x="95811" y="26110"/>
                </a:lnTo>
                <a:lnTo>
                  <a:pt x="95135" y="26087"/>
                </a:lnTo>
                <a:lnTo>
                  <a:pt x="94445" y="26080"/>
                </a:lnTo>
                <a:lnTo>
                  <a:pt x="93838" y="26086"/>
                </a:lnTo>
                <a:lnTo>
                  <a:pt x="93233" y="26104"/>
                </a:lnTo>
                <a:lnTo>
                  <a:pt x="92630" y="26134"/>
                </a:lnTo>
                <a:lnTo>
                  <a:pt x="92028" y="26177"/>
                </a:lnTo>
                <a:lnTo>
                  <a:pt x="91429" y="26232"/>
                </a:lnTo>
                <a:lnTo>
                  <a:pt x="90831" y="26299"/>
                </a:lnTo>
                <a:lnTo>
                  <a:pt x="90235" y="26378"/>
                </a:lnTo>
                <a:lnTo>
                  <a:pt x="89640" y="26469"/>
                </a:lnTo>
                <a:lnTo>
                  <a:pt x="89048" y="26572"/>
                </a:lnTo>
                <a:lnTo>
                  <a:pt x="88457" y="26688"/>
                </a:lnTo>
                <a:lnTo>
                  <a:pt x="87868" y="26816"/>
                </a:lnTo>
                <a:lnTo>
                  <a:pt x="87282" y="26956"/>
                </a:lnTo>
                <a:lnTo>
                  <a:pt x="86696" y="27108"/>
                </a:lnTo>
                <a:lnTo>
                  <a:pt x="86113" y="27272"/>
                </a:lnTo>
                <a:lnTo>
                  <a:pt x="85532" y="27448"/>
                </a:lnTo>
                <a:lnTo>
                  <a:pt x="84952" y="27637"/>
                </a:lnTo>
                <a:lnTo>
                  <a:pt x="84374" y="27838"/>
                </a:lnTo>
                <a:lnTo>
                  <a:pt x="83798" y="28051"/>
                </a:lnTo>
                <a:lnTo>
                  <a:pt x="83224" y="28276"/>
                </a:lnTo>
                <a:lnTo>
                  <a:pt x="82652" y="28513"/>
                </a:lnTo>
                <a:lnTo>
                  <a:pt x="82081" y="28762"/>
                </a:lnTo>
                <a:lnTo>
                  <a:pt x="81512" y="29024"/>
                </a:lnTo>
                <a:lnTo>
                  <a:pt x="80946" y="29298"/>
                </a:lnTo>
                <a:lnTo>
                  <a:pt x="80380" y="29584"/>
                </a:lnTo>
                <a:lnTo>
                  <a:pt x="79822" y="29878"/>
                </a:lnTo>
                <a:lnTo>
                  <a:pt x="79274" y="30179"/>
                </a:lnTo>
                <a:lnTo>
                  <a:pt x="78737" y="30486"/>
                </a:lnTo>
                <a:lnTo>
                  <a:pt x="78212" y="30798"/>
                </a:lnTo>
                <a:lnTo>
                  <a:pt x="77697" y="31117"/>
                </a:lnTo>
                <a:lnTo>
                  <a:pt x="77193" y="31441"/>
                </a:lnTo>
                <a:lnTo>
                  <a:pt x="76700" y="31771"/>
                </a:lnTo>
                <a:lnTo>
                  <a:pt x="76218" y="32107"/>
                </a:lnTo>
                <a:lnTo>
                  <a:pt x="75747" y="32449"/>
                </a:lnTo>
                <a:lnTo>
                  <a:pt x="75287" y="32797"/>
                </a:lnTo>
                <a:lnTo>
                  <a:pt x="74838" y="33150"/>
                </a:lnTo>
                <a:lnTo>
                  <a:pt x="74400" y="33510"/>
                </a:lnTo>
                <a:lnTo>
                  <a:pt x="73972" y="33875"/>
                </a:lnTo>
                <a:lnTo>
                  <a:pt x="73556" y="34246"/>
                </a:lnTo>
                <a:lnTo>
                  <a:pt x="73151" y="34623"/>
                </a:lnTo>
                <a:lnTo>
                  <a:pt x="72757" y="35006"/>
                </a:lnTo>
                <a:lnTo>
                  <a:pt x="72373" y="35395"/>
                </a:lnTo>
                <a:lnTo>
                  <a:pt x="72001" y="35789"/>
                </a:lnTo>
                <a:lnTo>
                  <a:pt x="71639" y="36190"/>
                </a:lnTo>
                <a:lnTo>
                  <a:pt x="71289" y="36596"/>
                </a:lnTo>
                <a:lnTo>
                  <a:pt x="70949" y="37008"/>
                </a:lnTo>
                <a:lnTo>
                  <a:pt x="70620" y="37426"/>
                </a:lnTo>
                <a:lnTo>
                  <a:pt x="70303" y="37850"/>
                </a:lnTo>
                <a:lnTo>
                  <a:pt x="69996" y="38280"/>
                </a:lnTo>
                <a:lnTo>
                  <a:pt x="69892" y="37808"/>
                </a:lnTo>
                <a:lnTo>
                  <a:pt x="69777" y="37345"/>
                </a:lnTo>
                <a:lnTo>
                  <a:pt x="69652" y="36891"/>
                </a:lnTo>
                <a:lnTo>
                  <a:pt x="69516" y="36445"/>
                </a:lnTo>
                <a:lnTo>
                  <a:pt x="69369" y="36008"/>
                </a:lnTo>
                <a:lnTo>
                  <a:pt x="69212" y="35579"/>
                </a:lnTo>
                <a:lnTo>
                  <a:pt x="69043" y="35159"/>
                </a:lnTo>
                <a:lnTo>
                  <a:pt x="68864" y="34747"/>
                </a:lnTo>
                <a:lnTo>
                  <a:pt x="68674" y="34344"/>
                </a:lnTo>
                <a:lnTo>
                  <a:pt x="68474" y="33949"/>
                </a:lnTo>
                <a:lnTo>
                  <a:pt x="68263" y="33563"/>
                </a:lnTo>
                <a:lnTo>
                  <a:pt x="68041" y="33186"/>
                </a:lnTo>
                <a:lnTo>
                  <a:pt x="67808" y="32817"/>
                </a:lnTo>
                <a:lnTo>
                  <a:pt x="67565" y="32457"/>
                </a:lnTo>
                <a:lnTo>
                  <a:pt x="67311" y="32105"/>
                </a:lnTo>
                <a:lnTo>
                  <a:pt x="67046" y="31762"/>
                </a:lnTo>
                <a:lnTo>
                  <a:pt x="66770" y="31427"/>
                </a:lnTo>
                <a:lnTo>
                  <a:pt x="66484" y="31101"/>
                </a:lnTo>
                <a:lnTo>
                  <a:pt x="66187" y="30784"/>
                </a:lnTo>
                <a:lnTo>
                  <a:pt x="65879" y="30475"/>
                </a:lnTo>
                <a:lnTo>
                  <a:pt x="65561" y="30175"/>
                </a:lnTo>
                <a:lnTo>
                  <a:pt x="65232" y="29883"/>
                </a:lnTo>
                <a:lnTo>
                  <a:pt x="64892" y="29600"/>
                </a:lnTo>
                <a:lnTo>
                  <a:pt x="64541" y="29325"/>
                </a:lnTo>
                <a:lnTo>
                  <a:pt x="64179" y="29060"/>
                </a:lnTo>
                <a:lnTo>
                  <a:pt x="63804" y="28807"/>
                </a:lnTo>
                <a:lnTo>
                  <a:pt x="63417" y="28565"/>
                </a:lnTo>
                <a:lnTo>
                  <a:pt x="63017" y="28334"/>
                </a:lnTo>
                <a:lnTo>
                  <a:pt x="62604" y="28114"/>
                </a:lnTo>
                <a:lnTo>
                  <a:pt x="62179" y="27905"/>
                </a:lnTo>
                <a:lnTo>
                  <a:pt x="61741" y="27708"/>
                </a:lnTo>
                <a:lnTo>
                  <a:pt x="61291" y="27522"/>
                </a:lnTo>
                <a:lnTo>
                  <a:pt x="60829" y="27347"/>
                </a:lnTo>
                <a:lnTo>
                  <a:pt x="60353" y="27184"/>
                </a:lnTo>
                <a:lnTo>
                  <a:pt x="59866" y="27032"/>
                </a:lnTo>
                <a:lnTo>
                  <a:pt x="59365" y="26891"/>
                </a:lnTo>
                <a:lnTo>
                  <a:pt x="58852" y="26761"/>
                </a:lnTo>
                <a:lnTo>
                  <a:pt x="58327" y="26643"/>
                </a:lnTo>
                <a:lnTo>
                  <a:pt x="57789" y="26536"/>
                </a:lnTo>
                <a:lnTo>
                  <a:pt x="57238" y="26440"/>
                </a:lnTo>
                <a:lnTo>
                  <a:pt x="56675" y="26356"/>
                </a:lnTo>
                <a:lnTo>
                  <a:pt x="56100" y="26282"/>
                </a:lnTo>
                <a:lnTo>
                  <a:pt x="55511" y="26220"/>
                </a:lnTo>
                <a:lnTo>
                  <a:pt x="54911" y="26170"/>
                </a:lnTo>
                <a:lnTo>
                  <a:pt x="54297" y="26130"/>
                </a:lnTo>
                <a:lnTo>
                  <a:pt x="53671" y="26102"/>
                </a:lnTo>
                <a:lnTo>
                  <a:pt x="53033" y="26085"/>
                </a:lnTo>
                <a:lnTo>
                  <a:pt x="52382" y="26080"/>
                </a:lnTo>
                <a:lnTo>
                  <a:pt x="51431" y="26097"/>
                </a:lnTo>
                <a:lnTo>
                  <a:pt x="50483" y="26149"/>
                </a:lnTo>
                <a:lnTo>
                  <a:pt x="49539" y="26236"/>
                </a:lnTo>
                <a:lnTo>
                  <a:pt x="48599" y="26357"/>
                </a:lnTo>
                <a:lnTo>
                  <a:pt x="47663" y="26514"/>
                </a:lnTo>
                <a:lnTo>
                  <a:pt x="46730" y="26705"/>
                </a:lnTo>
                <a:lnTo>
                  <a:pt x="45801" y="26931"/>
                </a:lnTo>
                <a:lnTo>
                  <a:pt x="44875" y="27191"/>
                </a:lnTo>
                <a:lnTo>
                  <a:pt x="43953" y="27486"/>
                </a:lnTo>
                <a:lnTo>
                  <a:pt x="43035" y="27816"/>
                </a:lnTo>
                <a:lnTo>
                  <a:pt x="42120" y="28181"/>
                </a:lnTo>
                <a:lnTo>
                  <a:pt x="41209" y="28580"/>
                </a:lnTo>
                <a:lnTo>
                  <a:pt x="40302" y="29015"/>
                </a:lnTo>
                <a:lnTo>
                  <a:pt x="39398" y="29484"/>
                </a:lnTo>
                <a:lnTo>
                  <a:pt x="38498" y="29987"/>
                </a:lnTo>
                <a:lnTo>
                  <a:pt x="37601" y="30526"/>
                </a:lnTo>
                <a:lnTo>
                  <a:pt x="36709" y="31099"/>
                </a:lnTo>
                <a:lnTo>
                  <a:pt x="35820" y="31707"/>
                </a:lnTo>
                <a:lnTo>
                  <a:pt x="34934" y="32349"/>
                </a:lnTo>
                <a:lnTo>
                  <a:pt x="34052" y="33027"/>
                </a:lnTo>
                <a:lnTo>
                  <a:pt x="33174" y="33739"/>
                </a:lnTo>
                <a:lnTo>
                  <a:pt x="32300" y="34485"/>
                </a:lnTo>
                <a:lnTo>
                  <a:pt x="31429" y="35267"/>
                </a:lnTo>
                <a:lnTo>
                  <a:pt x="30562" y="36083"/>
                </a:lnTo>
                <a:lnTo>
                  <a:pt x="32336" y="27758"/>
                </a:lnTo>
                <a:lnTo>
                  <a:pt x="14591" y="27758"/>
                </a:lnTo>
                <a:lnTo>
                  <a:pt x="0" y="96313"/>
                </a:lnTo>
                <a:lnTo>
                  <a:pt x="18863" y="96313"/>
                </a:lnTo>
                <a:lnTo>
                  <a:pt x="25567" y="64816"/>
                </a:lnTo>
                <a:lnTo>
                  <a:pt x="25713" y="64142"/>
                </a:lnTo>
                <a:close/>
                <a:moveTo>
                  <a:pt x="273369" y="27758"/>
                </a:moveTo>
                <a:lnTo>
                  <a:pt x="254506" y="27758"/>
                </a:lnTo>
                <a:lnTo>
                  <a:pt x="239915" y="96313"/>
                </a:lnTo>
                <a:lnTo>
                  <a:pt x="258778" y="96313"/>
                </a:lnTo>
                <a:lnTo>
                  <a:pt x="273369" y="27758"/>
                </a:lnTo>
                <a:close/>
                <a:moveTo>
                  <a:pt x="317345" y="56815"/>
                </a:moveTo>
                <a:lnTo>
                  <a:pt x="317252" y="56971"/>
                </a:lnTo>
                <a:lnTo>
                  <a:pt x="317148" y="57147"/>
                </a:lnTo>
                <a:lnTo>
                  <a:pt x="317033" y="57342"/>
                </a:lnTo>
                <a:lnTo>
                  <a:pt x="316908" y="57558"/>
                </a:lnTo>
                <a:lnTo>
                  <a:pt x="316772" y="57794"/>
                </a:lnTo>
                <a:lnTo>
                  <a:pt x="316625" y="58049"/>
                </a:lnTo>
                <a:lnTo>
                  <a:pt x="316467" y="58325"/>
                </a:lnTo>
                <a:lnTo>
                  <a:pt x="316298" y="58621"/>
                </a:lnTo>
                <a:lnTo>
                  <a:pt x="316118" y="58937"/>
                </a:lnTo>
                <a:lnTo>
                  <a:pt x="315928" y="59273"/>
                </a:lnTo>
                <a:lnTo>
                  <a:pt x="315726" y="59629"/>
                </a:lnTo>
                <a:lnTo>
                  <a:pt x="315514" y="60004"/>
                </a:lnTo>
                <a:lnTo>
                  <a:pt x="315291" y="60400"/>
                </a:lnTo>
                <a:lnTo>
                  <a:pt x="315057" y="60816"/>
                </a:lnTo>
                <a:lnTo>
                  <a:pt x="314812" y="61252"/>
                </a:lnTo>
                <a:lnTo>
                  <a:pt x="314557" y="61708"/>
                </a:lnTo>
                <a:lnTo>
                  <a:pt x="314291" y="62184"/>
                </a:lnTo>
                <a:lnTo>
                  <a:pt x="314013" y="62680"/>
                </a:lnTo>
                <a:lnTo>
                  <a:pt x="313725" y="63196"/>
                </a:lnTo>
                <a:lnTo>
                  <a:pt x="313426" y="63733"/>
                </a:lnTo>
                <a:lnTo>
                  <a:pt x="313117" y="64289"/>
                </a:lnTo>
                <a:lnTo>
                  <a:pt x="312796" y="64865"/>
                </a:lnTo>
                <a:lnTo>
                  <a:pt x="312465" y="65461"/>
                </a:lnTo>
                <a:lnTo>
                  <a:pt x="312134" y="66056"/>
                </a:lnTo>
                <a:lnTo>
                  <a:pt x="311815" y="66630"/>
                </a:lnTo>
                <a:lnTo>
                  <a:pt x="311509" y="67181"/>
                </a:lnTo>
                <a:lnTo>
                  <a:pt x="311215" y="67711"/>
                </a:lnTo>
                <a:lnTo>
                  <a:pt x="310933" y="68219"/>
                </a:lnTo>
                <a:lnTo>
                  <a:pt x="310663" y="68705"/>
                </a:lnTo>
                <a:lnTo>
                  <a:pt x="310406" y="69169"/>
                </a:lnTo>
                <a:lnTo>
                  <a:pt x="310161" y="69612"/>
                </a:lnTo>
                <a:lnTo>
                  <a:pt x="309928" y="70032"/>
                </a:lnTo>
                <a:lnTo>
                  <a:pt x="309707" y="70431"/>
                </a:lnTo>
                <a:lnTo>
                  <a:pt x="309498" y="70808"/>
                </a:lnTo>
                <a:lnTo>
                  <a:pt x="309302" y="71163"/>
                </a:lnTo>
                <a:lnTo>
                  <a:pt x="309117" y="71496"/>
                </a:lnTo>
                <a:lnTo>
                  <a:pt x="308945" y="71807"/>
                </a:lnTo>
                <a:lnTo>
                  <a:pt x="308786" y="72097"/>
                </a:lnTo>
                <a:lnTo>
                  <a:pt x="308638" y="72365"/>
                </a:lnTo>
                <a:lnTo>
                  <a:pt x="308503" y="72610"/>
                </a:lnTo>
                <a:lnTo>
                  <a:pt x="308380" y="72834"/>
                </a:lnTo>
                <a:lnTo>
                  <a:pt x="308269" y="73037"/>
                </a:lnTo>
                <a:lnTo>
                  <a:pt x="308170" y="73217"/>
                </a:lnTo>
                <a:lnTo>
                  <a:pt x="308083" y="73375"/>
                </a:lnTo>
                <a:lnTo>
                  <a:pt x="308009" y="73512"/>
                </a:lnTo>
                <a:lnTo>
                  <a:pt x="307947" y="73627"/>
                </a:lnTo>
                <a:lnTo>
                  <a:pt x="307897" y="73720"/>
                </a:lnTo>
                <a:lnTo>
                  <a:pt x="307861" y="73377"/>
                </a:lnTo>
                <a:lnTo>
                  <a:pt x="307820" y="73006"/>
                </a:lnTo>
                <a:lnTo>
                  <a:pt x="307773" y="72606"/>
                </a:lnTo>
                <a:lnTo>
                  <a:pt x="307720" y="72178"/>
                </a:lnTo>
                <a:lnTo>
                  <a:pt x="307661" y="71722"/>
                </a:lnTo>
                <a:lnTo>
                  <a:pt x="307597" y="71237"/>
                </a:lnTo>
                <a:lnTo>
                  <a:pt x="307527" y="70724"/>
                </a:lnTo>
                <a:lnTo>
                  <a:pt x="307451" y="70182"/>
                </a:lnTo>
                <a:lnTo>
                  <a:pt x="307370" y="69612"/>
                </a:lnTo>
                <a:lnTo>
                  <a:pt x="307283" y="69013"/>
                </a:lnTo>
                <a:lnTo>
                  <a:pt x="307190" y="68386"/>
                </a:lnTo>
                <a:lnTo>
                  <a:pt x="307092" y="67731"/>
                </a:lnTo>
                <a:lnTo>
                  <a:pt x="306988" y="67047"/>
                </a:lnTo>
                <a:lnTo>
                  <a:pt x="306878" y="66335"/>
                </a:lnTo>
                <a:lnTo>
                  <a:pt x="306762" y="65594"/>
                </a:lnTo>
                <a:lnTo>
                  <a:pt x="306641" y="64825"/>
                </a:lnTo>
                <a:lnTo>
                  <a:pt x="306514" y="64027"/>
                </a:lnTo>
                <a:lnTo>
                  <a:pt x="306381" y="63201"/>
                </a:lnTo>
                <a:lnTo>
                  <a:pt x="306243" y="62347"/>
                </a:lnTo>
                <a:lnTo>
                  <a:pt x="306099" y="61464"/>
                </a:lnTo>
                <a:lnTo>
                  <a:pt x="305949" y="60553"/>
                </a:lnTo>
                <a:lnTo>
                  <a:pt x="305793" y="59613"/>
                </a:lnTo>
                <a:lnTo>
                  <a:pt x="305632" y="58645"/>
                </a:lnTo>
                <a:lnTo>
                  <a:pt x="305465" y="57648"/>
                </a:lnTo>
                <a:lnTo>
                  <a:pt x="300536" y="27758"/>
                </a:lnTo>
                <a:lnTo>
                  <a:pt x="282002" y="27758"/>
                </a:lnTo>
                <a:lnTo>
                  <a:pt x="296001" y="96313"/>
                </a:lnTo>
                <a:lnTo>
                  <a:pt x="312235" y="96313"/>
                </a:lnTo>
                <a:lnTo>
                  <a:pt x="355152" y="27758"/>
                </a:lnTo>
                <a:lnTo>
                  <a:pt x="334778" y="27758"/>
                </a:lnTo>
                <a:lnTo>
                  <a:pt x="317427" y="56680"/>
                </a:lnTo>
                <a:lnTo>
                  <a:pt x="317345" y="56815"/>
                </a:lnTo>
                <a:close/>
                <a:moveTo>
                  <a:pt x="147274" y="45933"/>
                </a:moveTo>
                <a:lnTo>
                  <a:pt x="147391" y="45650"/>
                </a:lnTo>
                <a:lnTo>
                  <a:pt x="147515" y="45373"/>
                </a:lnTo>
                <a:lnTo>
                  <a:pt x="147645" y="45102"/>
                </a:lnTo>
                <a:lnTo>
                  <a:pt x="147781" y="44837"/>
                </a:lnTo>
                <a:lnTo>
                  <a:pt x="147924" y="44577"/>
                </a:lnTo>
                <a:lnTo>
                  <a:pt x="148073" y="44324"/>
                </a:lnTo>
                <a:lnTo>
                  <a:pt x="148229" y="44076"/>
                </a:lnTo>
                <a:lnTo>
                  <a:pt x="148392" y="43835"/>
                </a:lnTo>
                <a:lnTo>
                  <a:pt x="148561" y="43599"/>
                </a:lnTo>
                <a:lnTo>
                  <a:pt x="148736" y="43369"/>
                </a:lnTo>
                <a:lnTo>
                  <a:pt x="148918" y="43145"/>
                </a:lnTo>
                <a:lnTo>
                  <a:pt x="149106" y="42927"/>
                </a:lnTo>
                <a:lnTo>
                  <a:pt x="149301" y="42715"/>
                </a:lnTo>
                <a:lnTo>
                  <a:pt x="149503" y="42509"/>
                </a:lnTo>
                <a:lnTo>
                  <a:pt x="149711" y="42308"/>
                </a:lnTo>
                <a:lnTo>
                  <a:pt x="149925" y="42114"/>
                </a:lnTo>
                <a:lnTo>
                  <a:pt x="150146" y="41925"/>
                </a:lnTo>
                <a:lnTo>
                  <a:pt x="150374" y="41742"/>
                </a:lnTo>
                <a:lnTo>
                  <a:pt x="150608" y="41566"/>
                </a:lnTo>
                <a:lnTo>
                  <a:pt x="150848" y="41395"/>
                </a:lnTo>
                <a:lnTo>
                  <a:pt x="151096" y="41230"/>
                </a:lnTo>
                <a:lnTo>
                  <a:pt x="151350" y="41073"/>
                </a:lnTo>
                <a:lnTo>
                  <a:pt x="151613" y="40922"/>
                </a:lnTo>
                <a:lnTo>
                  <a:pt x="151882" y="40778"/>
                </a:lnTo>
                <a:lnTo>
                  <a:pt x="152159" y="40642"/>
                </a:lnTo>
                <a:lnTo>
                  <a:pt x="152444" y="40512"/>
                </a:lnTo>
                <a:lnTo>
                  <a:pt x="152736" y="40390"/>
                </a:lnTo>
                <a:lnTo>
                  <a:pt x="153035" y="40274"/>
                </a:lnTo>
                <a:lnTo>
                  <a:pt x="153342" y="40165"/>
                </a:lnTo>
                <a:lnTo>
                  <a:pt x="153656" y="40064"/>
                </a:lnTo>
                <a:lnTo>
                  <a:pt x="153978" y="39969"/>
                </a:lnTo>
                <a:lnTo>
                  <a:pt x="154307" y="39882"/>
                </a:lnTo>
                <a:lnTo>
                  <a:pt x="154643" y="39801"/>
                </a:lnTo>
                <a:lnTo>
                  <a:pt x="154987" y="39728"/>
                </a:lnTo>
                <a:lnTo>
                  <a:pt x="155338" y="39661"/>
                </a:lnTo>
                <a:lnTo>
                  <a:pt x="155697" y="39602"/>
                </a:lnTo>
                <a:lnTo>
                  <a:pt x="156063" y="39549"/>
                </a:lnTo>
                <a:lnTo>
                  <a:pt x="156437" y="39504"/>
                </a:lnTo>
                <a:lnTo>
                  <a:pt x="156818" y="39465"/>
                </a:lnTo>
                <a:lnTo>
                  <a:pt x="157206" y="39434"/>
                </a:lnTo>
                <a:lnTo>
                  <a:pt x="157602" y="39409"/>
                </a:lnTo>
                <a:lnTo>
                  <a:pt x="158005" y="39391"/>
                </a:lnTo>
                <a:lnTo>
                  <a:pt x="158416" y="39381"/>
                </a:lnTo>
                <a:lnTo>
                  <a:pt x="158834" y="39377"/>
                </a:lnTo>
                <a:lnTo>
                  <a:pt x="159229" y="39381"/>
                </a:lnTo>
                <a:lnTo>
                  <a:pt x="159617" y="39391"/>
                </a:lnTo>
                <a:lnTo>
                  <a:pt x="159996" y="39409"/>
                </a:lnTo>
                <a:lnTo>
                  <a:pt x="160367" y="39433"/>
                </a:lnTo>
                <a:lnTo>
                  <a:pt x="160730" y="39464"/>
                </a:lnTo>
                <a:lnTo>
                  <a:pt x="161085" y="39503"/>
                </a:lnTo>
                <a:lnTo>
                  <a:pt x="161431" y="39548"/>
                </a:lnTo>
                <a:lnTo>
                  <a:pt x="161769" y="39600"/>
                </a:lnTo>
                <a:lnTo>
                  <a:pt x="162099" y="39659"/>
                </a:lnTo>
                <a:lnTo>
                  <a:pt x="162421" y="39725"/>
                </a:lnTo>
                <a:lnTo>
                  <a:pt x="162735" y="39798"/>
                </a:lnTo>
                <a:lnTo>
                  <a:pt x="163040" y="39878"/>
                </a:lnTo>
                <a:lnTo>
                  <a:pt x="163337" y="39965"/>
                </a:lnTo>
                <a:lnTo>
                  <a:pt x="163626" y="40058"/>
                </a:lnTo>
                <a:lnTo>
                  <a:pt x="163907" y="40159"/>
                </a:lnTo>
                <a:lnTo>
                  <a:pt x="164179" y="40267"/>
                </a:lnTo>
                <a:lnTo>
                  <a:pt x="164443" y="40382"/>
                </a:lnTo>
                <a:lnTo>
                  <a:pt x="164699" y="40503"/>
                </a:lnTo>
                <a:lnTo>
                  <a:pt x="164947" y="40632"/>
                </a:lnTo>
                <a:lnTo>
                  <a:pt x="165187" y="40767"/>
                </a:lnTo>
                <a:lnTo>
                  <a:pt x="165418" y="40910"/>
                </a:lnTo>
                <a:lnTo>
                  <a:pt x="165642" y="41059"/>
                </a:lnTo>
                <a:lnTo>
                  <a:pt x="165857" y="41215"/>
                </a:lnTo>
                <a:lnTo>
                  <a:pt x="166063" y="41379"/>
                </a:lnTo>
                <a:lnTo>
                  <a:pt x="166262" y="41547"/>
                </a:lnTo>
                <a:lnTo>
                  <a:pt x="166452" y="41719"/>
                </a:lnTo>
                <a:lnTo>
                  <a:pt x="166633" y="41894"/>
                </a:lnTo>
                <a:lnTo>
                  <a:pt x="166806" y="42073"/>
                </a:lnTo>
                <a:lnTo>
                  <a:pt x="166971" y="42254"/>
                </a:lnTo>
                <a:lnTo>
                  <a:pt x="167127" y="42440"/>
                </a:lnTo>
                <a:lnTo>
                  <a:pt x="167275" y="42628"/>
                </a:lnTo>
                <a:lnTo>
                  <a:pt x="167414" y="42820"/>
                </a:lnTo>
                <a:lnTo>
                  <a:pt x="167545" y="43016"/>
                </a:lnTo>
                <a:lnTo>
                  <a:pt x="167668" y="43214"/>
                </a:lnTo>
                <a:lnTo>
                  <a:pt x="167782" y="43416"/>
                </a:lnTo>
                <a:lnTo>
                  <a:pt x="167887" y="43622"/>
                </a:lnTo>
                <a:lnTo>
                  <a:pt x="167984" y="43831"/>
                </a:lnTo>
                <a:lnTo>
                  <a:pt x="168073" y="44043"/>
                </a:lnTo>
                <a:lnTo>
                  <a:pt x="168153" y="44258"/>
                </a:lnTo>
                <a:lnTo>
                  <a:pt x="168225" y="44477"/>
                </a:lnTo>
                <a:lnTo>
                  <a:pt x="168288" y="44699"/>
                </a:lnTo>
                <a:lnTo>
                  <a:pt x="168343" y="44925"/>
                </a:lnTo>
                <a:lnTo>
                  <a:pt x="168390" y="45154"/>
                </a:lnTo>
                <a:lnTo>
                  <a:pt x="168428" y="45386"/>
                </a:lnTo>
                <a:lnTo>
                  <a:pt x="168457" y="45622"/>
                </a:lnTo>
                <a:lnTo>
                  <a:pt x="168478" y="45861"/>
                </a:lnTo>
                <a:lnTo>
                  <a:pt x="168491" y="46103"/>
                </a:lnTo>
                <a:lnTo>
                  <a:pt x="168495" y="46349"/>
                </a:lnTo>
                <a:lnTo>
                  <a:pt x="168493" y="46546"/>
                </a:lnTo>
                <a:lnTo>
                  <a:pt x="168487" y="46747"/>
                </a:lnTo>
                <a:lnTo>
                  <a:pt x="168477" y="46954"/>
                </a:lnTo>
                <a:lnTo>
                  <a:pt x="168462" y="47167"/>
                </a:lnTo>
                <a:lnTo>
                  <a:pt x="168444" y="47385"/>
                </a:lnTo>
                <a:lnTo>
                  <a:pt x="168421" y="47608"/>
                </a:lnTo>
                <a:lnTo>
                  <a:pt x="168394" y="47837"/>
                </a:lnTo>
                <a:lnTo>
                  <a:pt x="168364" y="48071"/>
                </a:lnTo>
                <a:lnTo>
                  <a:pt x="168329" y="48310"/>
                </a:lnTo>
                <a:lnTo>
                  <a:pt x="168290" y="48555"/>
                </a:lnTo>
                <a:lnTo>
                  <a:pt x="168247" y="48805"/>
                </a:lnTo>
                <a:lnTo>
                  <a:pt x="168199" y="49060"/>
                </a:lnTo>
                <a:lnTo>
                  <a:pt x="168148" y="49321"/>
                </a:lnTo>
                <a:lnTo>
                  <a:pt x="168092" y="49588"/>
                </a:lnTo>
                <a:lnTo>
                  <a:pt x="168033" y="49859"/>
                </a:lnTo>
                <a:lnTo>
                  <a:pt x="167969" y="50136"/>
                </a:lnTo>
                <a:lnTo>
                  <a:pt x="167901" y="50419"/>
                </a:lnTo>
                <a:lnTo>
                  <a:pt x="167830" y="50707"/>
                </a:lnTo>
                <a:lnTo>
                  <a:pt x="167754" y="51000"/>
                </a:lnTo>
                <a:lnTo>
                  <a:pt x="167674" y="51298"/>
                </a:lnTo>
                <a:lnTo>
                  <a:pt x="167589" y="51602"/>
                </a:lnTo>
                <a:lnTo>
                  <a:pt x="167501" y="51912"/>
                </a:lnTo>
                <a:lnTo>
                  <a:pt x="167409" y="52226"/>
                </a:lnTo>
                <a:lnTo>
                  <a:pt x="167312" y="52546"/>
                </a:lnTo>
                <a:lnTo>
                  <a:pt x="166919" y="52675"/>
                </a:lnTo>
                <a:lnTo>
                  <a:pt x="166494" y="52802"/>
                </a:lnTo>
                <a:lnTo>
                  <a:pt x="166039" y="52927"/>
                </a:lnTo>
                <a:lnTo>
                  <a:pt x="165552" y="53051"/>
                </a:lnTo>
                <a:lnTo>
                  <a:pt x="165035" y="53173"/>
                </a:lnTo>
                <a:lnTo>
                  <a:pt x="164486" y="53294"/>
                </a:lnTo>
                <a:lnTo>
                  <a:pt x="163906" y="53413"/>
                </a:lnTo>
                <a:lnTo>
                  <a:pt x="163296" y="53530"/>
                </a:lnTo>
                <a:lnTo>
                  <a:pt x="162654" y="53646"/>
                </a:lnTo>
                <a:lnTo>
                  <a:pt x="161981" y="53761"/>
                </a:lnTo>
                <a:lnTo>
                  <a:pt x="161277" y="53873"/>
                </a:lnTo>
                <a:lnTo>
                  <a:pt x="160542" y="53985"/>
                </a:lnTo>
                <a:lnTo>
                  <a:pt x="159777" y="54094"/>
                </a:lnTo>
                <a:lnTo>
                  <a:pt x="158980" y="54202"/>
                </a:lnTo>
                <a:lnTo>
                  <a:pt x="158152" y="54309"/>
                </a:lnTo>
                <a:lnTo>
                  <a:pt x="157293" y="54414"/>
                </a:lnTo>
                <a:lnTo>
                  <a:pt x="156403" y="54517"/>
                </a:lnTo>
                <a:lnTo>
                  <a:pt x="155482" y="54619"/>
                </a:lnTo>
                <a:lnTo>
                  <a:pt x="154530" y="54719"/>
                </a:lnTo>
                <a:lnTo>
                  <a:pt x="153546" y="54818"/>
                </a:lnTo>
                <a:lnTo>
                  <a:pt x="152532" y="54915"/>
                </a:lnTo>
                <a:lnTo>
                  <a:pt x="151487" y="55011"/>
                </a:lnTo>
                <a:lnTo>
                  <a:pt x="150411" y="55105"/>
                </a:lnTo>
                <a:lnTo>
                  <a:pt x="149304" y="55197"/>
                </a:lnTo>
                <a:lnTo>
                  <a:pt x="147990" y="55308"/>
                </a:lnTo>
                <a:lnTo>
                  <a:pt x="146710" y="55434"/>
                </a:lnTo>
                <a:lnTo>
                  <a:pt x="145463" y="55577"/>
                </a:lnTo>
                <a:lnTo>
                  <a:pt x="144251" y="55736"/>
                </a:lnTo>
                <a:lnTo>
                  <a:pt x="143073" y="55911"/>
                </a:lnTo>
                <a:lnTo>
                  <a:pt x="141928" y="56102"/>
                </a:lnTo>
                <a:lnTo>
                  <a:pt x="140818" y="56310"/>
                </a:lnTo>
                <a:lnTo>
                  <a:pt x="139741" y="56533"/>
                </a:lnTo>
                <a:lnTo>
                  <a:pt x="138698" y="56773"/>
                </a:lnTo>
                <a:lnTo>
                  <a:pt x="137689" y="57029"/>
                </a:lnTo>
                <a:lnTo>
                  <a:pt x="136714" y="57301"/>
                </a:lnTo>
                <a:lnTo>
                  <a:pt x="135773" y="57589"/>
                </a:lnTo>
                <a:lnTo>
                  <a:pt x="134865" y="57893"/>
                </a:lnTo>
                <a:lnTo>
                  <a:pt x="133992" y="58214"/>
                </a:lnTo>
                <a:lnTo>
                  <a:pt x="133152" y="58551"/>
                </a:lnTo>
                <a:lnTo>
                  <a:pt x="132347" y="58904"/>
                </a:lnTo>
                <a:lnTo>
                  <a:pt x="131575" y="59273"/>
                </a:lnTo>
                <a:lnTo>
                  <a:pt x="130837" y="59658"/>
                </a:lnTo>
                <a:lnTo>
                  <a:pt x="130133" y="60059"/>
                </a:lnTo>
                <a:lnTo>
                  <a:pt x="129463" y="60476"/>
                </a:lnTo>
                <a:lnTo>
                  <a:pt x="128827" y="60910"/>
                </a:lnTo>
                <a:lnTo>
                  <a:pt x="128225" y="61360"/>
                </a:lnTo>
                <a:lnTo>
                  <a:pt x="127656" y="61826"/>
                </a:lnTo>
                <a:lnTo>
                  <a:pt x="127122" y="62308"/>
                </a:lnTo>
                <a:lnTo>
                  <a:pt x="126615" y="62805"/>
                </a:lnTo>
                <a:lnTo>
                  <a:pt x="126130" y="63316"/>
                </a:lnTo>
                <a:lnTo>
                  <a:pt x="125666" y="63840"/>
                </a:lnTo>
                <a:lnTo>
                  <a:pt x="125224" y="64378"/>
                </a:lnTo>
                <a:lnTo>
                  <a:pt x="124803" y="64930"/>
                </a:lnTo>
                <a:lnTo>
                  <a:pt x="124404" y="65496"/>
                </a:lnTo>
                <a:lnTo>
                  <a:pt x="124027" y="66075"/>
                </a:lnTo>
                <a:lnTo>
                  <a:pt x="123671" y="66668"/>
                </a:lnTo>
                <a:lnTo>
                  <a:pt x="123337" y="67274"/>
                </a:lnTo>
                <a:lnTo>
                  <a:pt x="123024" y="67895"/>
                </a:lnTo>
                <a:lnTo>
                  <a:pt x="122733" y="68529"/>
                </a:lnTo>
                <a:lnTo>
                  <a:pt x="122464" y="69176"/>
                </a:lnTo>
                <a:lnTo>
                  <a:pt x="122216" y="69838"/>
                </a:lnTo>
                <a:lnTo>
                  <a:pt x="121989" y="70513"/>
                </a:lnTo>
                <a:lnTo>
                  <a:pt x="121784" y="71202"/>
                </a:lnTo>
                <a:lnTo>
                  <a:pt x="121601" y="71904"/>
                </a:lnTo>
                <a:lnTo>
                  <a:pt x="121439" y="72620"/>
                </a:lnTo>
                <a:lnTo>
                  <a:pt x="121299" y="73350"/>
                </a:lnTo>
                <a:lnTo>
                  <a:pt x="121180" y="74094"/>
                </a:lnTo>
                <a:lnTo>
                  <a:pt x="121083" y="74851"/>
                </a:lnTo>
                <a:lnTo>
                  <a:pt x="121008" y="75622"/>
                </a:lnTo>
                <a:lnTo>
                  <a:pt x="120954" y="76406"/>
                </a:lnTo>
                <a:lnTo>
                  <a:pt x="120922" y="77205"/>
                </a:lnTo>
                <a:lnTo>
                  <a:pt x="120911" y="78017"/>
                </a:lnTo>
                <a:lnTo>
                  <a:pt x="120921" y="78744"/>
                </a:lnTo>
                <a:lnTo>
                  <a:pt x="120950" y="79460"/>
                </a:lnTo>
                <a:lnTo>
                  <a:pt x="120999" y="80165"/>
                </a:lnTo>
                <a:lnTo>
                  <a:pt x="121068" y="80858"/>
                </a:lnTo>
                <a:lnTo>
                  <a:pt x="121156" y="81541"/>
                </a:lnTo>
                <a:lnTo>
                  <a:pt x="121264" y="82212"/>
                </a:lnTo>
                <a:lnTo>
                  <a:pt x="121392" y="82873"/>
                </a:lnTo>
                <a:lnTo>
                  <a:pt x="121539" y="83522"/>
                </a:lnTo>
                <a:lnTo>
                  <a:pt x="121706" y="84160"/>
                </a:lnTo>
                <a:lnTo>
                  <a:pt x="121892" y="84787"/>
                </a:lnTo>
                <a:lnTo>
                  <a:pt x="122098" y="85403"/>
                </a:lnTo>
                <a:lnTo>
                  <a:pt x="122324" y="86008"/>
                </a:lnTo>
                <a:lnTo>
                  <a:pt x="122569" y="86602"/>
                </a:lnTo>
                <a:lnTo>
                  <a:pt x="122834" y="87185"/>
                </a:lnTo>
                <a:lnTo>
                  <a:pt x="123119" y="87756"/>
                </a:lnTo>
                <a:lnTo>
                  <a:pt x="123423" y="88316"/>
                </a:lnTo>
                <a:lnTo>
                  <a:pt x="123747" y="88866"/>
                </a:lnTo>
                <a:lnTo>
                  <a:pt x="124090" y="89404"/>
                </a:lnTo>
                <a:lnTo>
                  <a:pt x="124453" y="89931"/>
                </a:lnTo>
                <a:lnTo>
                  <a:pt x="124836" y="90447"/>
                </a:lnTo>
                <a:lnTo>
                  <a:pt x="125238" y="90952"/>
                </a:lnTo>
                <a:lnTo>
                  <a:pt x="125660" y="91446"/>
                </a:lnTo>
                <a:lnTo>
                  <a:pt x="126102" y="91928"/>
                </a:lnTo>
                <a:lnTo>
                  <a:pt x="126563" y="92400"/>
                </a:lnTo>
                <a:lnTo>
                  <a:pt x="127039" y="92856"/>
                </a:lnTo>
                <a:lnTo>
                  <a:pt x="127526" y="93293"/>
                </a:lnTo>
                <a:lnTo>
                  <a:pt x="128023" y="93711"/>
                </a:lnTo>
                <a:lnTo>
                  <a:pt x="128531" y="94109"/>
                </a:lnTo>
                <a:lnTo>
                  <a:pt x="129049" y="94487"/>
                </a:lnTo>
                <a:lnTo>
                  <a:pt x="129578" y="94846"/>
                </a:lnTo>
                <a:lnTo>
                  <a:pt x="130117" y="95186"/>
                </a:lnTo>
                <a:lnTo>
                  <a:pt x="130667" y="95507"/>
                </a:lnTo>
                <a:lnTo>
                  <a:pt x="131227" y="95808"/>
                </a:lnTo>
                <a:lnTo>
                  <a:pt x="131798" y="96089"/>
                </a:lnTo>
                <a:lnTo>
                  <a:pt x="132379" y="96351"/>
                </a:lnTo>
                <a:lnTo>
                  <a:pt x="132971" y="96594"/>
                </a:lnTo>
                <a:lnTo>
                  <a:pt x="133573" y="96817"/>
                </a:lnTo>
                <a:lnTo>
                  <a:pt x="134186" y="97021"/>
                </a:lnTo>
                <a:lnTo>
                  <a:pt x="134809" y="97205"/>
                </a:lnTo>
                <a:lnTo>
                  <a:pt x="135443" y="97371"/>
                </a:lnTo>
                <a:lnTo>
                  <a:pt x="136087" y="97516"/>
                </a:lnTo>
                <a:lnTo>
                  <a:pt x="136742" y="97642"/>
                </a:lnTo>
                <a:lnTo>
                  <a:pt x="137407" y="97749"/>
                </a:lnTo>
                <a:lnTo>
                  <a:pt x="138083" y="97837"/>
                </a:lnTo>
                <a:lnTo>
                  <a:pt x="138769" y="97904"/>
                </a:lnTo>
                <a:lnTo>
                  <a:pt x="139466" y="97953"/>
                </a:lnTo>
                <a:lnTo>
                  <a:pt x="140173" y="97982"/>
                </a:lnTo>
                <a:lnTo>
                  <a:pt x="140891" y="97992"/>
                </a:lnTo>
                <a:lnTo>
                  <a:pt x="141345" y="97988"/>
                </a:lnTo>
                <a:lnTo>
                  <a:pt x="141800" y="97975"/>
                </a:lnTo>
                <a:lnTo>
                  <a:pt x="142254" y="97954"/>
                </a:lnTo>
                <a:lnTo>
                  <a:pt x="142708" y="97924"/>
                </a:lnTo>
                <a:lnTo>
                  <a:pt x="143161" y="97885"/>
                </a:lnTo>
                <a:lnTo>
                  <a:pt x="143614" y="97839"/>
                </a:lnTo>
                <a:lnTo>
                  <a:pt x="144068" y="97783"/>
                </a:lnTo>
                <a:lnTo>
                  <a:pt x="144520" y="97719"/>
                </a:lnTo>
                <a:lnTo>
                  <a:pt x="144973" y="97647"/>
                </a:lnTo>
                <a:lnTo>
                  <a:pt x="145425" y="97566"/>
                </a:lnTo>
                <a:lnTo>
                  <a:pt x="145878" y="97477"/>
                </a:lnTo>
                <a:lnTo>
                  <a:pt x="146330" y="97379"/>
                </a:lnTo>
                <a:lnTo>
                  <a:pt x="146781" y="97272"/>
                </a:lnTo>
                <a:lnTo>
                  <a:pt x="147233" y="97157"/>
                </a:lnTo>
                <a:lnTo>
                  <a:pt x="147684" y="97034"/>
                </a:lnTo>
                <a:lnTo>
                  <a:pt x="148135" y="96902"/>
                </a:lnTo>
                <a:lnTo>
                  <a:pt x="148586" y="96761"/>
                </a:lnTo>
                <a:lnTo>
                  <a:pt x="149037" y="96612"/>
                </a:lnTo>
                <a:lnTo>
                  <a:pt x="149487" y="96454"/>
                </a:lnTo>
                <a:lnTo>
                  <a:pt x="149937" y="96288"/>
                </a:lnTo>
                <a:lnTo>
                  <a:pt x="150387" y="96114"/>
                </a:lnTo>
                <a:lnTo>
                  <a:pt x="150837" y="95931"/>
                </a:lnTo>
                <a:lnTo>
                  <a:pt x="151286" y="95739"/>
                </a:lnTo>
                <a:lnTo>
                  <a:pt x="151735" y="95539"/>
                </a:lnTo>
                <a:lnTo>
                  <a:pt x="152182" y="95331"/>
                </a:lnTo>
                <a:lnTo>
                  <a:pt x="152625" y="95116"/>
                </a:lnTo>
                <a:lnTo>
                  <a:pt x="153063" y="94893"/>
                </a:lnTo>
                <a:lnTo>
                  <a:pt x="153497" y="94664"/>
                </a:lnTo>
                <a:lnTo>
                  <a:pt x="153927" y="94427"/>
                </a:lnTo>
                <a:lnTo>
                  <a:pt x="154352" y="94183"/>
                </a:lnTo>
                <a:lnTo>
                  <a:pt x="154773" y="93932"/>
                </a:lnTo>
                <a:lnTo>
                  <a:pt x="155190" y="93674"/>
                </a:lnTo>
                <a:lnTo>
                  <a:pt x="155602" y="93409"/>
                </a:lnTo>
                <a:lnTo>
                  <a:pt x="156010" y="93136"/>
                </a:lnTo>
                <a:lnTo>
                  <a:pt x="156413" y="92856"/>
                </a:lnTo>
                <a:lnTo>
                  <a:pt x="156813" y="92569"/>
                </a:lnTo>
                <a:lnTo>
                  <a:pt x="157208" y="92275"/>
                </a:lnTo>
                <a:lnTo>
                  <a:pt x="157598" y="91974"/>
                </a:lnTo>
                <a:lnTo>
                  <a:pt x="157984" y="91666"/>
                </a:lnTo>
                <a:lnTo>
                  <a:pt x="158366" y="91350"/>
                </a:lnTo>
                <a:lnTo>
                  <a:pt x="158744" y="91027"/>
                </a:lnTo>
                <a:lnTo>
                  <a:pt x="159117" y="90697"/>
                </a:lnTo>
                <a:lnTo>
                  <a:pt x="159486" y="90360"/>
                </a:lnTo>
                <a:lnTo>
                  <a:pt x="159851" y="90016"/>
                </a:lnTo>
                <a:lnTo>
                  <a:pt x="160211" y="89664"/>
                </a:lnTo>
                <a:lnTo>
                  <a:pt x="160567" y="89306"/>
                </a:lnTo>
                <a:lnTo>
                  <a:pt x="160918" y="88940"/>
                </a:lnTo>
                <a:lnTo>
                  <a:pt x="161265" y="88567"/>
                </a:lnTo>
                <a:lnTo>
                  <a:pt x="161289" y="88900"/>
                </a:lnTo>
                <a:lnTo>
                  <a:pt x="161315" y="89232"/>
                </a:lnTo>
                <a:lnTo>
                  <a:pt x="161344" y="89564"/>
                </a:lnTo>
                <a:lnTo>
                  <a:pt x="161377" y="89894"/>
                </a:lnTo>
                <a:lnTo>
                  <a:pt x="161412" y="90224"/>
                </a:lnTo>
                <a:lnTo>
                  <a:pt x="161450" y="90552"/>
                </a:lnTo>
                <a:lnTo>
                  <a:pt x="161491" y="90880"/>
                </a:lnTo>
                <a:lnTo>
                  <a:pt x="161536" y="91207"/>
                </a:lnTo>
                <a:lnTo>
                  <a:pt x="161583" y="91532"/>
                </a:lnTo>
                <a:lnTo>
                  <a:pt x="161633" y="91858"/>
                </a:lnTo>
                <a:lnTo>
                  <a:pt x="161686" y="92182"/>
                </a:lnTo>
                <a:lnTo>
                  <a:pt x="161742" y="92505"/>
                </a:lnTo>
                <a:lnTo>
                  <a:pt x="161801" y="92827"/>
                </a:lnTo>
                <a:lnTo>
                  <a:pt x="161863" y="93149"/>
                </a:lnTo>
                <a:lnTo>
                  <a:pt x="161928" y="93469"/>
                </a:lnTo>
                <a:lnTo>
                  <a:pt x="161996" y="93789"/>
                </a:lnTo>
                <a:lnTo>
                  <a:pt x="162067" y="94107"/>
                </a:lnTo>
                <a:lnTo>
                  <a:pt x="162140" y="94425"/>
                </a:lnTo>
                <a:lnTo>
                  <a:pt x="162217" y="94742"/>
                </a:lnTo>
                <a:lnTo>
                  <a:pt x="162297" y="95058"/>
                </a:lnTo>
                <a:lnTo>
                  <a:pt x="162380" y="95373"/>
                </a:lnTo>
                <a:lnTo>
                  <a:pt x="162465" y="95688"/>
                </a:lnTo>
                <a:lnTo>
                  <a:pt x="162554" y="96001"/>
                </a:lnTo>
                <a:lnTo>
                  <a:pt x="162646" y="96313"/>
                </a:lnTo>
                <a:lnTo>
                  <a:pt x="180983" y="96313"/>
                </a:lnTo>
                <a:lnTo>
                  <a:pt x="180854" y="95868"/>
                </a:lnTo>
                <a:lnTo>
                  <a:pt x="180731" y="95427"/>
                </a:lnTo>
                <a:lnTo>
                  <a:pt x="180613" y="94988"/>
                </a:lnTo>
                <a:lnTo>
                  <a:pt x="180501" y="94553"/>
                </a:lnTo>
                <a:lnTo>
                  <a:pt x="180394" y="94121"/>
                </a:lnTo>
                <a:lnTo>
                  <a:pt x="180293" y="93693"/>
                </a:lnTo>
                <a:lnTo>
                  <a:pt x="180197" y="93268"/>
                </a:lnTo>
                <a:lnTo>
                  <a:pt x="180106" y="92846"/>
                </a:lnTo>
                <a:lnTo>
                  <a:pt x="180021" y="92428"/>
                </a:lnTo>
                <a:lnTo>
                  <a:pt x="179942" y="92013"/>
                </a:lnTo>
                <a:lnTo>
                  <a:pt x="179868" y="91602"/>
                </a:lnTo>
                <a:lnTo>
                  <a:pt x="179800" y="91194"/>
                </a:lnTo>
                <a:lnTo>
                  <a:pt x="179737" y="90789"/>
                </a:lnTo>
                <a:lnTo>
                  <a:pt x="179679" y="90387"/>
                </a:lnTo>
                <a:lnTo>
                  <a:pt x="179627" y="89989"/>
                </a:lnTo>
                <a:lnTo>
                  <a:pt x="179581" y="89595"/>
                </a:lnTo>
                <a:lnTo>
                  <a:pt x="179539" y="89203"/>
                </a:lnTo>
                <a:lnTo>
                  <a:pt x="179504" y="88815"/>
                </a:lnTo>
                <a:lnTo>
                  <a:pt x="179474" y="88431"/>
                </a:lnTo>
                <a:lnTo>
                  <a:pt x="179449" y="88049"/>
                </a:lnTo>
                <a:lnTo>
                  <a:pt x="179430" y="87671"/>
                </a:lnTo>
                <a:lnTo>
                  <a:pt x="179416" y="87297"/>
                </a:lnTo>
                <a:lnTo>
                  <a:pt x="179408" y="86926"/>
                </a:lnTo>
                <a:lnTo>
                  <a:pt x="179405" y="86558"/>
                </a:lnTo>
                <a:lnTo>
                  <a:pt x="179410" y="86136"/>
                </a:lnTo>
                <a:lnTo>
                  <a:pt x="179424" y="85688"/>
                </a:lnTo>
                <a:lnTo>
                  <a:pt x="179448" y="85215"/>
                </a:lnTo>
                <a:lnTo>
                  <a:pt x="179482" y="84716"/>
                </a:lnTo>
                <a:lnTo>
                  <a:pt x="179525" y="84192"/>
                </a:lnTo>
                <a:lnTo>
                  <a:pt x="179578" y="83642"/>
                </a:lnTo>
                <a:lnTo>
                  <a:pt x="179640" y="83066"/>
                </a:lnTo>
                <a:lnTo>
                  <a:pt x="179712" y="82465"/>
                </a:lnTo>
                <a:lnTo>
                  <a:pt x="179793" y="81838"/>
                </a:lnTo>
                <a:lnTo>
                  <a:pt x="179884" y="81186"/>
                </a:lnTo>
                <a:lnTo>
                  <a:pt x="179985" y="80508"/>
                </a:lnTo>
                <a:lnTo>
                  <a:pt x="180095" y="79805"/>
                </a:lnTo>
                <a:lnTo>
                  <a:pt x="180215" y="79076"/>
                </a:lnTo>
                <a:lnTo>
                  <a:pt x="180345" y="78322"/>
                </a:lnTo>
                <a:lnTo>
                  <a:pt x="180484" y="77542"/>
                </a:lnTo>
                <a:lnTo>
                  <a:pt x="180632" y="76736"/>
                </a:lnTo>
                <a:lnTo>
                  <a:pt x="180790" y="75905"/>
                </a:lnTo>
                <a:lnTo>
                  <a:pt x="180958" y="75048"/>
                </a:lnTo>
                <a:lnTo>
                  <a:pt x="181135" y="74166"/>
                </a:lnTo>
                <a:lnTo>
                  <a:pt x="181322" y="73258"/>
                </a:lnTo>
                <a:lnTo>
                  <a:pt x="181519" y="72324"/>
                </a:lnTo>
                <a:lnTo>
                  <a:pt x="181725" y="71365"/>
                </a:lnTo>
                <a:lnTo>
                  <a:pt x="181940" y="70381"/>
                </a:lnTo>
                <a:lnTo>
                  <a:pt x="182166" y="69371"/>
                </a:lnTo>
                <a:lnTo>
                  <a:pt x="182440" y="68152"/>
                </a:lnTo>
                <a:lnTo>
                  <a:pt x="182705" y="66973"/>
                </a:lnTo>
                <a:lnTo>
                  <a:pt x="182960" y="65833"/>
                </a:lnTo>
                <a:lnTo>
                  <a:pt x="183205" y="64733"/>
                </a:lnTo>
                <a:lnTo>
                  <a:pt x="183441" y="63672"/>
                </a:lnTo>
                <a:lnTo>
                  <a:pt x="183667" y="62651"/>
                </a:lnTo>
                <a:lnTo>
                  <a:pt x="183883" y="61669"/>
                </a:lnTo>
                <a:lnTo>
                  <a:pt x="184090" y="60727"/>
                </a:lnTo>
                <a:lnTo>
                  <a:pt x="184287" y="59824"/>
                </a:lnTo>
                <a:lnTo>
                  <a:pt x="184474" y="58961"/>
                </a:lnTo>
                <a:lnTo>
                  <a:pt x="184651" y="58137"/>
                </a:lnTo>
                <a:lnTo>
                  <a:pt x="184819" y="57353"/>
                </a:lnTo>
                <a:lnTo>
                  <a:pt x="184977" y="56608"/>
                </a:lnTo>
                <a:lnTo>
                  <a:pt x="185126" y="55902"/>
                </a:lnTo>
                <a:lnTo>
                  <a:pt x="185264" y="55237"/>
                </a:lnTo>
                <a:lnTo>
                  <a:pt x="185393" y="54610"/>
                </a:lnTo>
                <a:lnTo>
                  <a:pt x="185513" y="54023"/>
                </a:lnTo>
                <a:lnTo>
                  <a:pt x="185622" y="53476"/>
                </a:lnTo>
                <a:lnTo>
                  <a:pt x="185722" y="52968"/>
                </a:lnTo>
                <a:lnTo>
                  <a:pt x="185812" y="52500"/>
                </a:lnTo>
                <a:lnTo>
                  <a:pt x="185893" y="52071"/>
                </a:lnTo>
                <a:lnTo>
                  <a:pt x="185964" y="51682"/>
                </a:lnTo>
                <a:lnTo>
                  <a:pt x="186025" y="51332"/>
                </a:lnTo>
                <a:lnTo>
                  <a:pt x="186076" y="51021"/>
                </a:lnTo>
                <a:lnTo>
                  <a:pt x="186122" y="50731"/>
                </a:lnTo>
                <a:lnTo>
                  <a:pt x="186165" y="50442"/>
                </a:lnTo>
                <a:lnTo>
                  <a:pt x="186207" y="50155"/>
                </a:lnTo>
                <a:lnTo>
                  <a:pt x="186247" y="49869"/>
                </a:lnTo>
                <a:lnTo>
                  <a:pt x="186285" y="49584"/>
                </a:lnTo>
                <a:lnTo>
                  <a:pt x="186321" y="49301"/>
                </a:lnTo>
                <a:lnTo>
                  <a:pt x="186355" y="49018"/>
                </a:lnTo>
                <a:lnTo>
                  <a:pt x="186387" y="48738"/>
                </a:lnTo>
                <a:lnTo>
                  <a:pt x="186417" y="48458"/>
                </a:lnTo>
                <a:lnTo>
                  <a:pt x="186445" y="48180"/>
                </a:lnTo>
                <a:lnTo>
                  <a:pt x="186471" y="47904"/>
                </a:lnTo>
                <a:lnTo>
                  <a:pt x="186495" y="47628"/>
                </a:lnTo>
                <a:lnTo>
                  <a:pt x="186518" y="47354"/>
                </a:lnTo>
                <a:lnTo>
                  <a:pt x="186538" y="47082"/>
                </a:lnTo>
                <a:lnTo>
                  <a:pt x="186556" y="46810"/>
                </a:lnTo>
                <a:lnTo>
                  <a:pt x="186573" y="46540"/>
                </a:lnTo>
                <a:lnTo>
                  <a:pt x="186587" y="46272"/>
                </a:lnTo>
                <a:lnTo>
                  <a:pt x="186600" y="46004"/>
                </a:lnTo>
                <a:lnTo>
                  <a:pt x="186611" y="45738"/>
                </a:lnTo>
                <a:lnTo>
                  <a:pt x="186619" y="45474"/>
                </a:lnTo>
                <a:lnTo>
                  <a:pt x="186626" y="45210"/>
                </a:lnTo>
                <a:lnTo>
                  <a:pt x="186631" y="44949"/>
                </a:lnTo>
                <a:lnTo>
                  <a:pt x="186634" y="44688"/>
                </a:lnTo>
                <a:lnTo>
                  <a:pt x="186635" y="44429"/>
                </a:lnTo>
                <a:lnTo>
                  <a:pt x="186624" y="43792"/>
                </a:lnTo>
                <a:lnTo>
                  <a:pt x="186590" y="43164"/>
                </a:lnTo>
                <a:lnTo>
                  <a:pt x="186534" y="42544"/>
                </a:lnTo>
                <a:lnTo>
                  <a:pt x="186456" y="41932"/>
                </a:lnTo>
                <a:lnTo>
                  <a:pt x="186355" y="41328"/>
                </a:lnTo>
                <a:lnTo>
                  <a:pt x="186232" y="40732"/>
                </a:lnTo>
                <a:lnTo>
                  <a:pt x="186087" y="40145"/>
                </a:lnTo>
                <a:lnTo>
                  <a:pt x="185919" y="39566"/>
                </a:lnTo>
                <a:lnTo>
                  <a:pt x="185729" y="38994"/>
                </a:lnTo>
                <a:lnTo>
                  <a:pt x="185517" y="38432"/>
                </a:lnTo>
                <a:lnTo>
                  <a:pt x="185282" y="37877"/>
                </a:lnTo>
                <a:lnTo>
                  <a:pt x="185025" y="37330"/>
                </a:lnTo>
                <a:lnTo>
                  <a:pt x="184745" y="36792"/>
                </a:lnTo>
                <a:lnTo>
                  <a:pt x="184443" y="36262"/>
                </a:lnTo>
                <a:lnTo>
                  <a:pt x="184119" y="35740"/>
                </a:lnTo>
                <a:lnTo>
                  <a:pt x="183772" y="35226"/>
                </a:lnTo>
                <a:lnTo>
                  <a:pt x="183403" y="34721"/>
                </a:lnTo>
                <a:lnTo>
                  <a:pt x="183012" y="34223"/>
                </a:lnTo>
                <a:lnTo>
                  <a:pt x="182598" y="33734"/>
                </a:lnTo>
                <a:lnTo>
                  <a:pt x="182162" y="33253"/>
                </a:lnTo>
                <a:lnTo>
                  <a:pt x="181704" y="32780"/>
                </a:lnTo>
                <a:lnTo>
                  <a:pt x="181223" y="32316"/>
                </a:lnTo>
                <a:lnTo>
                  <a:pt x="180719" y="31859"/>
                </a:lnTo>
                <a:lnTo>
                  <a:pt x="180194" y="31411"/>
                </a:lnTo>
                <a:lnTo>
                  <a:pt x="179645" y="30976"/>
                </a:lnTo>
                <a:lnTo>
                  <a:pt x="179072" y="30560"/>
                </a:lnTo>
                <a:lnTo>
                  <a:pt x="178474" y="30162"/>
                </a:lnTo>
                <a:lnTo>
                  <a:pt x="177852" y="29782"/>
                </a:lnTo>
                <a:lnTo>
                  <a:pt x="177205" y="29421"/>
                </a:lnTo>
                <a:lnTo>
                  <a:pt x="176534" y="29079"/>
                </a:lnTo>
                <a:lnTo>
                  <a:pt x="175838" y="28755"/>
                </a:lnTo>
                <a:lnTo>
                  <a:pt x="175119" y="28449"/>
                </a:lnTo>
                <a:lnTo>
                  <a:pt x="174374" y="28162"/>
                </a:lnTo>
                <a:lnTo>
                  <a:pt x="173606" y="27894"/>
                </a:lnTo>
                <a:lnTo>
                  <a:pt x="172812" y="27644"/>
                </a:lnTo>
                <a:lnTo>
                  <a:pt x="171995" y="27412"/>
                </a:lnTo>
                <a:lnTo>
                  <a:pt x="171153" y="27200"/>
                </a:lnTo>
                <a:lnTo>
                  <a:pt x="170286" y="27005"/>
                </a:lnTo>
                <a:lnTo>
                  <a:pt x="169396" y="26829"/>
                </a:lnTo>
                <a:lnTo>
                  <a:pt x="168480" y="26672"/>
                </a:lnTo>
                <a:lnTo>
                  <a:pt x="167541" y="26533"/>
                </a:lnTo>
                <a:lnTo>
                  <a:pt x="166577" y="26413"/>
                </a:lnTo>
                <a:lnTo>
                  <a:pt x="165588" y="26311"/>
                </a:lnTo>
                <a:lnTo>
                  <a:pt x="164575" y="26228"/>
                </a:lnTo>
                <a:lnTo>
                  <a:pt x="163538" y="26163"/>
                </a:lnTo>
                <a:lnTo>
                  <a:pt x="162476" y="26117"/>
                </a:lnTo>
                <a:lnTo>
                  <a:pt x="161390" y="26089"/>
                </a:lnTo>
                <a:lnTo>
                  <a:pt x="160280" y="26080"/>
                </a:lnTo>
                <a:lnTo>
                  <a:pt x="159209" y="26088"/>
                </a:lnTo>
                <a:lnTo>
                  <a:pt x="158157" y="26115"/>
                </a:lnTo>
                <a:lnTo>
                  <a:pt x="157122" y="26160"/>
                </a:lnTo>
                <a:lnTo>
                  <a:pt x="156105" y="26223"/>
                </a:lnTo>
                <a:lnTo>
                  <a:pt x="155106" y="26304"/>
                </a:lnTo>
                <a:lnTo>
                  <a:pt x="154124" y="26403"/>
                </a:lnTo>
                <a:lnTo>
                  <a:pt x="153160" y="26519"/>
                </a:lnTo>
                <a:lnTo>
                  <a:pt x="152214" y="26654"/>
                </a:lnTo>
                <a:lnTo>
                  <a:pt x="151285" y="26806"/>
                </a:lnTo>
                <a:lnTo>
                  <a:pt x="150374" y="26977"/>
                </a:lnTo>
                <a:lnTo>
                  <a:pt x="149481" y="27165"/>
                </a:lnTo>
                <a:lnTo>
                  <a:pt x="148605" y="27372"/>
                </a:lnTo>
                <a:lnTo>
                  <a:pt x="147747" y="27596"/>
                </a:lnTo>
                <a:lnTo>
                  <a:pt x="146907" y="27838"/>
                </a:lnTo>
                <a:lnTo>
                  <a:pt x="146085" y="28098"/>
                </a:lnTo>
                <a:lnTo>
                  <a:pt x="145280" y="28377"/>
                </a:lnTo>
                <a:lnTo>
                  <a:pt x="144493" y="28673"/>
                </a:lnTo>
                <a:lnTo>
                  <a:pt x="143723" y="28987"/>
                </a:lnTo>
                <a:lnTo>
                  <a:pt x="142971" y="29319"/>
                </a:lnTo>
                <a:lnTo>
                  <a:pt x="142237" y="29669"/>
                </a:lnTo>
                <a:lnTo>
                  <a:pt x="141521" y="30036"/>
                </a:lnTo>
                <a:lnTo>
                  <a:pt x="140822" y="30422"/>
                </a:lnTo>
                <a:lnTo>
                  <a:pt x="140141" y="30826"/>
                </a:lnTo>
                <a:lnTo>
                  <a:pt x="139478" y="31248"/>
                </a:lnTo>
                <a:lnTo>
                  <a:pt x="138832" y="31685"/>
                </a:lnTo>
                <a:lnTo>
                  <a:pt x="138202" y="32137"/>
                </a:lnTo>
                <a:lnTo>
                  <a:pt x="137588" y="32602"/>
                </a:lnTo>
                <a:lnTo>
                  <a:pt x="136990" y="33081"/>
                </a:lnTo>
                <a:lnTo>
                  <a:pt x="136409" y="33574"/>
                </a:lnTo>
                <a:lnTo>
                  <a:pt x="135845" y="34081"/>
                </a:lnTo>
                <a:lnTo>
                  <a:pt x="135296" y="34602"/>
                </a:lnTo>
                <a:lnTo>
                  <a:pt x="134764" y="35137"/>
                </a:lnTo>
                <a:lnTo>
                  <a:pt x="134248" y="35686"/>
                </a:lnTo>
                <a:lnTo>
                  <a:pt x="133749" y="36249"/>
                </a:lnTo>
                <a:lnTo>
                  <a:pt x="133266" y="36825"/>
                </a:lnTo>
                <a:lnTo>
                  <a:pt x="132799" y="37416"/>
                </a:lnTo>
                <a:lnTo>
                  <a:pt x="132348" y="38020"/>
                </a:lnTo>
                <a:lnTo>
                  <a:pt x="131914" y="38638"/>
                </a:lnTo>
                <a:lnTo>
                  <a:pt x="131496" y="39271"/>
                </a:lnTo>
                <a:lnTo>
                  <a:pt x="131094" y="39917"/>
                </a:lnTo>
                <a:lnTo>
                  <a:pt x="130709" y="40577"/>
                </a:lnTo>
                <a:lnTo>
                  <a:pt x="130340" y="41251"/>
                </a:lnTo>
                <a:lnTo>
                  <a:pt x="129988" y="41939"/>
                </a:lnTo>
                <a:lnTo>
                  <a:pt x="129651" y="42640"/>
                </a:lnTo>
                <a:lnTo>
                  <a:pt x="129331" y="43356"/>
                </a:lnTo>
                <a:lnTo>
                  <a:pt x="129028" y="44086"/>
                </a:lnTo>
                <a:lnTo>
                  <a:pt x="128740" y="44829"/>
                </a:lnTo>
                <a:lnTo>
                  <a:pt x="128469" y="45587"/>
                </a:lnTo>
                <a:lnTo>
                  <a:pt x="146872" y="47124"/>
                </a:lnTo>
                <a:lnTo>
                  <a:pt x="146963" y="46817"/>
                </a:lnTo>
                <a:lnTo>
                  <a:pt x="147060" y="46517"/>
                </a:lnTo>
                <a:lnTo>
                  <a:pt x="147164" y="46222"/>
                </a:lnTo>
                <a:lnTo>
                  <a:pt x="147274" y="45933"/>
                </a:lnTo>
                <a:close/>
                <a:moveTo>
                  <a:pt x="163921" y="68400"/>
                </a:moveTo>
                <a:lnTo>
                  <a:pt x="163795" y="68923"/>
                </a:lnTo>
                <a:lnTo>
                  <a:pt x="163668" y="69434"/>
                </a:lnTo>
                <a:lnTo>
                  <a:pt x="163539" y="69932"/>
                </a:lnTo>
                <a:lnTo>
                  <a:pt x="163409" y="70417"/>
                </a:lnTo>
                <a:lnTo>
                  <a:pt x="163277" y="70890"/>
                </a:lnTo>
                <a:lnTo>
                  <a:pt x="163144" y="71351"/>
                </a:lnTo>
                <a:lnTo>
                  <a:pt x="163010" y="71799"/>
                </a:lnTo>
                <a:lnTo>
                  <a:pt x="162874" y="72235"/>
                </a:lnTo>
                <a:lnTo>
                  <a:pt x="162736" y="72658"/>
                </a:lnTo>
                <a:lnTo>
                  <a:pt x="162597" y="73068"/>
                </a:lnTo>
                <a:lnTo>
                  <a:pt x="162456" y="73467"/>
                </a:lnTo>
                <a:lnTo>
                  <a:pt x="162314" y="73852"/>
                </a:lnTo>
                <a:lnTo>
                  <a:pt x="162171" y="74225"/>
                </a:lnTo>
                <a:lnTo>
                  <a:pt x="162026" y="74586"/>
                </a:lnTo>
                <a:lnTo>
                  <a:pt x="161880" y="74934"/>
                </a:lnTo>
                <a:lnTo>
                  <a:pt x="161732" y="75270"/>
                </a:lnTo>
                <a:lnTo>
                  <a:pt x="161582" y="75594"/>
                </a:lnTo>
                <a:lnTo>
                  <a:pt x="161431" y="75904"/>
                </a:lnTo>
                <a:lnTo>
                  <a:pt x="161279" y="76203"/>
                </a:lnTo>
                <a:lnTo>
                  <a:pt x="161125" y="76489"/>
                </a:lnTo>
                <a:lnTo>
                  <a:pt x="160970" y="76762"/>
                </a:lnTo>
                <a:lnTo>
                  <a:pt x="160810" y="77027"/>
                </a:lnTo>
                <a:lnTo>
                  <a:pt x="160644" y="77288"/>
                </a:lnTo>
                <a:lnTo>
                  <a:pt x="160472" y="77545"/>
                </a:lnTo>
                <a:lnTo>
                  <a:pt x="160292" y="77798"/>
                </a:lnTo>
                <a:lnTo>
                  <a:pt x="160106" y="78047"/>
                </a:lnTo>
                <a:lnTo>
                  <a:pt x="159914" y="78292"/>
                </a:lnTo>
                <a:lnTo>
                  <a:pt x="159715" y="78533"/>
                </a:lnTo>
                <a:lnTo>
                  <a:pt x="159509" y="78770"/>
                </a:lnTo>
                <a:lnTo>
                  <a:pt x="159297" y="79002"/>
                </a:lnTo>
                <a:lnTo>
                  <a:pt x="159078" y="79231"/>
                </a:lnTo>
                <a:lnTo>
                  <a:pt x="158852" y="79456"/>
                </a:lnTo>
                <a:lnTo>
                  <a:pt x="158620" y="79676"/>
                </a:lnTo>
                <a:lnTo>
                  <a:pt x="158381" y="79893"/>
                </a:lnTo>
                <a:lnTo>
                  <a:pt x="158136" y="80106"/>
                </a:lnTo>
                <a:lnTo>
                  <a:pt x="157884" y="80314"/>
                </a:lnTo>
                <a:lnTo>
                  <a:pt x="157625" y="80519"/>
                </a:lnTo>
                <a:lnTo>
                  <a:pt x="157360" y="80719"/>
                </a:lnTo>
                <a:lnTo>
                  <a:pt x="157088" y="80915"/>
                </a:lnTo>
                <a:lnTo>
                  <a:pt x="156809" y="81108"/>
                </a:lnTo>
                <a:lnTo>
                  <a:pt x="156524" y="81296"/>
                </a:lnTo>
                <a:lnTo>
                  <a:pt x="156232" y="81480"/>
                </a:lnTo>
                <a:lnTo>
                  <a:pt x="155934" y="81661"/>
                </a:lnTo>
                <a:lnTo>
                  <a:pt x="155629" y="81837"/>
                </a:lnTo>
                <a:lnTo>
                  <a:pt x="155317" y="82009"/>
                </a:lnTo>
                <a:lnTo>
                  <a:pt x="155002" y="82175"/>
                </a:lnTo>
                <a:lnTo>
                  <a:pt x="154684" y="82335"/>
                </a:lnTo>
                <a:lnTo>
                  <a:pt x="154365" y="82487"/>
                </a:lnTo>
                <a:lnTo>
                  <a:pt x="154044" y="82632"/>
                </a:lnTo>
                <a:lnTo>
                  <a:pt x="153721" y="82770"/>
                </a:lnTo>
                <a:lnTo>
                  <a:pt x="153397" y="82901"/>
                </a:lnTo>
                <a:lnTo>
                  <a:pt x="153071" y="83025"/>
                </a:lnTo>
                <a:lnTo>
                  <a:pt x="152743" y="83142"/>
                </a:lnTo>
                <a:lnTo>
                  <a:pt x="152414" y="83252"/>
                </a:lnTo>
                <a:lnTo>
                  <a:pt x="152083" y="83354"/>
                </a:lnTo>
                <a:lnTo>
                  <a:pt x="151750" y="83450"/>
                </a:lnTo>
                <a:lnTo>
                  <a:pt x="151415" y="83538"/>
                </a:lnTo>
                <a:lnTo>
                  <a:pt x="151079" y="83620"/>
                </a:lnTo>
                <a:lnTo>
                  <a:pt x="150741" y="83694"/>
                </a:lnTo>
                <a:lnTo>
                  <a:pt x="150401" y="83762"/>
                </a:lnTo>
                <a:lnTo>
                  <a:pt x="150059" y="83822"/>
                </a:lnTo>
                <a:lnTo>
                  <a:pt x="149716" y="83875"/>
                </a:lnTo>
                <a:lnTo>
                  <a:pt x="149371" y="83921"/>
                </a:lnTo>
                <a:lnTo>
                  <a:pt x="149025" y="83960"/>
                </a:lnTo>
                <a:lnTo>
                  <a:pt x="148677" y="83992"/>
                </a:lnTo>
                <a:lnTo>
                  <a:pt x="148327" y="84016"/>
                </a:lnTo>
                <a:lnTo>
                  <a:pt x="147975" y="84034"/>
                </a:lnTo>
                <a:lnTo>
                  <a:pt x="147621" y="84045"/>
                </a:lnTo>
                <a:lnTo>
                  <a:pt x="147266" y="84048"/>
                </a:lnTo>
                <a:lnTo>
                  <a:pt x="146946" y="84044"/>
                </a:lnTo>
                <a:lnTo>
                  <a:pt x="146630" y="84033"/>
                </a:lnTo>
                <a:lnTo>
                  <a:pt x="146320" y="84013"/>
                </a:lnTo>
                <a:lnTo>
                  <a:pt x="146016" y="83986"/>
                </a:lnTo>
                <a:lnTo>
                  <a:pt x="145716" y="83951"/>
                </a:lnTo>
                <a:lnTo>
                  <a:pt x="145422" y="83909"/>
                </a:lnTo>
                <a:lnTo>
                  <a:pt x="145133" y="83858"/>
                </a:lnTo>
                <a:lnTo>
                  <a:pt x="144849" y="83800"/>
                </a:lnTo>
                <a:lnTo>
                  <a:pt x="144570" y="83734"/>
                </a:lnTo>
                <a:lnTo>
                  <a:pt x="144297" y="83661"/>
                </a:lnTo>
                <a:lnTo>
                  <a:pt x="144029" y="83579"/>
                </a:lnTo>
                <a:lnTo>
                  <a:pt x="143766" y="83490"/>
                </a:lnTo>
                <a:lnTo>
                  <a:pt x="143509" y="83393"/>
                </a:lnTo>
                <a:lnTo>
                  <a:pt x="143257" y="83288"/>
                </a:lnTo>
                <a:lnTo>
                  <a:pt x="143010" y="83176"/>
                </a:lnTo>
                <a:lnTo>
                  <a:pt x="142768" y="83056"/>
                </a:lnTo>
                <a:lnTo>
                  <a:pt x="142531" y="82928"/>
                </a:lnTo>
                <a:lnTo>
                  <a:pt x="142300" y="82792"/>
                </a:lnTo>
                <a:lnTo>
                  <a:pt x="142074" y="82649"/>
                </a:lnTo>
                <a:lnTo>
                  <a:pt x="141853" y="82498"/>
                </a:lnTo>
                <a:lnTo>
                  <a:pt x="141638" y="82339"/>
                </a:lnTo>
                <a:lnTo>
                  <a:pt x="141427" y="82172"/>
                </a:lnTo>
                <a:lnTo>
                  <a:pt x="141222" y="81997"/>
                </a:lnTo>
                <a:lnTo>
                  <a:pt x="141022" y="81815"/>
                </a:lnTo>
                <a:lnTo>
                  <a:pt x="140829" y="81627"/>
                </a:lnTo>
                <a:lnTo>
                  <a:pt x="140644" y="81436"/>
                </a:lnTo>
                <a:lnTo>
                  <a:pt x="140468" y="81241"/>
                </a:lnTo>
                <a:lnTo>
                  <a:pt x="140299" y="81042"/>
                </a:lnTo>
                <a:lnTo>
                  <a:pt x="140139" y="80840"/>
                </a:lnTo>
                <a:lnTo>
                  <a:pt x="139987" y="80635"/>
                </a:lnTo>
                <a:lnTo>
                  <a:pt x="139843" y="80426"/>
                </a:lnTo>
                <a:lnTo>
                  <a:pt x="139708" y="80214"/>
                </a:lnTo>
                <a:lnTo>
                  <a:pt x="139581" y="79998"/>
                </a:lnTo>
                <a:lnTo>
                  <a:pt x="139461" y="79779"/>
                </a:lnTo>
                <a:lnTo>
                  <a:pt x="139351" y="79556"/>
                </a:lnTo>
                <a:lnTo>
                  <a:pt x="139248" y="79329"/>
                </a:lnTo>
                <a:lnTo>
                  <a:pt x="139153" y="79100"/>
                </a:lnTo>
                <a:lnTo>
                  <a:pt x="139067" y="78866"/>
                </a:lnTo>
                <a:lnTo>
                  <a:pt x="138989" y="78630"/>
                </a:lnTo>
                <a:lnTo>
                  <a:pt x="138919" y="78389"/>
                </a:lnTo>
                <a:lnTo>
                  <a:pt x="138858" y="78146"/>
                </a:lnTo>
                <a:lnTo>
                  <a:pt x="138804" y="77899"/>
                </a:lnTo>
                <a:lnTo>
                  <a:pt x="138759" y="77648"/>
                </a:lnTo>
                <a:lnTo>
                  <a:pt x="138722" y="77394"/>
                </a:lnTo>
                <a:lnTo>
                  <a:pt x="138693" y="77136"/>
                </a:lnTo>
                <a:lnTo>
                  <a:pt x="138673" y="76875"/>
                </a:lnTo>
                <a:lnTo>
                  <a:pt x="138660" y="76610"/>
                </a:lnTo>
                <a:lnTo>
                  <a:pt x="138656" y="76342"/>
                </a:lnTo>
                <a:lnTo>
                  <a:pt x="138662" y="76016"/>
                </a:lnTo>
                <a:lnTo>
                  <a:pt x="138678" y="75695"/>
                </a:lnTo>
                <a:lnTo>
                  <a:pt x="138705" y="75380"/>
                </a:lnTo>
                <a:lnTo>
                  <a:pt x="138742" y="75070"/>
                </a:lnTo>
                <a:lnTo>
                  <a:pt x="138790" y="74766"/>
                </a:lnTo>
                <a:lnTo>
                  <a:pt x="138849" y="74468"/>
                </a:lnTo>
                <a:lnTo>
                  <a:pt x="138919" y="74175"/>
                </a:lnTo>
                <a:lnTo>
                  <a:pt x="139000" y="73888"/>
                </a:lnTo>
                <a:lnTo>
                  <a:pt x="139091" y="73606"/>
                </a:lnTo>
                <a:lnTo>
                  <a:pt x="139193" y="73330"/>
                </a:lnTo>
                <a:lnTo>
                  <a:pt x="139305" y="73060"/>
                </a:lnTo>
                <a:lnTo>
                  <a:pt x="139429" y="72795"/>
                </a:lnTo>
                <a:lnTo>
                  <a:pt x="139563" y="72536"/>
                </a:lnTo>
                <a:lnTo>
                  <a:pt x="139707" y="72283"/>
                </a:lnTo>
                <a:lnTo>
                  <a:pt x="139863" y="72035"/>
                </a:lnTo>
                <a:lnTo>
                  <a:pt x="140029" y="71793"/>
                </a:lnTo>
                <a:lnTo>
                  <a:pt x="140206" y="71557"/>
                </a:lnTo>
                <a:lnTo>
                  <a:pt x="140394" y="71326"/>
                </a:lnTo>
                <a:lnTo>
                  <a:pt x="140592" y="71100"/>
                </a:lnTo>
                <a:lnTo>
                  <a:pt x="140802" y="70881"/>
                </a:lnTo>
                <a:lnTo>
                  <a:pt x="141021" y="70667"/>
                </a:lnTo>
                <a:lnTo>
                  <a:pt x="141252" y="70458"/>
                </a:lnTo>
                <a:lnTo>
                  <a:pt x="141493" y="70256"/>
                </a:lnTo>
                <a:lnTo>
                  <a:pt x="141745" y="70058"/>
                </a:lnTo>
                <a:lnTo>
                  <a:pt x="142124" y="69791"/>
                </a:lnTo>
                <a:lnTo>
                  <a:pt x="142537" y="69530"/>
                </a:lnTo>
                <a:lnTo>
                  <a:pt x="142984" y="69273"/>
                </a:lnTo>
                <a:lnTo>
                  <a:pt x="143465" y="69022"/>
                </a:lnTo>
                <a:lnTo>
                  <a:pt x="143981" y="68777"/>
                </a:lnTo>
                <a:lnTo>
                  <a:pt x="144530" y="68537"/>
                </a:lnTo>
                <a:lnTo>
                  <a:pt x="145114" y="68302"/>
                </a:lnTo>
                <a:lnTo>
                  <a:pt x="145733" y="68073"/>
                </a:lnTo>
                <a:lnTo>
                  <a:pt x="146385" y="67849"/>
                </a:lnTo>
                <a:lnTo>
                  <a:pt x="147072" y="67630"/>
                </a:lnTo>
                <a:lnTo>
                  <a:pt x="147793" y="67417"/>
                </a:lnTo>
                <a:lnTo>
                  <a:pt x="148548" y="67209"/>
                </a:lnTo>
                <a:lnTo>
                  <a:pt x="149337" y="67007"/>
                </a:lnTo>
                <a:lnTo>
                  <a:pt x="150161" y="66810"/>
                </a:lnTo>
                <a:lnTo>
                  <a:pt x="151019" y="66618"/>
                </a:lnTo>
                <a:lnTo>
                  <a:pt x="151911" y="66432"/>
                </a:lnTo>
                <a:lnTo>
                  <a:pt x="152837" y="66251"/>
                </a:lnTo>
                <a:lnTo>
                  <a:pt x="153798" y="66076"/>
                </a:lnTo>
                <a:lnTo>
                  <a:pt x="154792" y="65906"/>
                </a:lnTo>
                <a:lnTo>
                  <a:pt x="155821" y="65741"/>
                </a:lnTo>
                <a:lnTo>
                  <a:pt x="156884" y="65582"/>
                </a:lnTo>
                <a:lnTo>
                  <a:pt x="157982" y="65428"/>
                </a:lnTo>
                <a:lnTo>
                  <a:pt x="159114" y="65279"/>
                </a:lnTo>
                <a:lnTo>
                  <a:pt x="160280" y="65136"/>
                </a:lnTo>
                <a:lnTo>
                  <a:pt x="160513" y="65104"/>
                </a:lnTo>
                <a:lnTo>
                  <a:pt x="160743" y="65071"/>
                </a:lnTo>
                <a:lnTo>
                  <a:pt x="160969" y="65038"/>
                </a:lnTo>
                <a:lnTo>
                  <a:pt x="161191" y="65005"/>
                </a:lnTo>
                <a:lnTo>
                  <a:pt x="161409" y="64972"/>
                </a:lnTo>
                <a:lnTo>
                  <a:pt x="161623" y="64938"/>
                </a:lnTo>
                <a:lnTo>
                  <a:pt x="161833" y="64905"/>
                </a:lnTo>
                <a:lnTo>
                  <a:pt x="162039" y="64871"/>
                </a:lnTo>
                <a:lnTo>
                  <a:pt x="162242" y="64836"/>
                </a:lnTo>
                <a:lnTo>
                  <a:pt x="162441" y="64802"/>
                </a:lnTo>
                <a:lnTo>
                  <a:pt x="162635" y="64767"/>
                </a:lnTo>
                <a:lnTo>
                  <a:pt x="162826" y="64732"/>
                </a:lnTo>
                <a:lnTo>
                  <a:pt x="163013" y="64697"/>
                </a:lnTo>
                <a:lnTo>
                  <a:pt x="163197" y="64662"/>
                </a:lnTo>
                <a:lnTo>
                  <a:pt x="163376" y="64626"/>
                </a:lnTo>
                <a:lnTo>
                  <a:pt x="163551" y="64590"/>
                </a:lnTo>
                <a:lnTo>
                  <a:pt x="163723" y="64554"/>
                </a:lnTo>
                <a:lnTo>
                  <a:pt x="163890" y="64518"/>
                </a:lnTo>
                <a:lnTo>
                  <a:pt x="164054" y="64481"/>
                </a:lnTo>
                <a:lnTo>
                  <a:pt x="164214" y="64445"/>
                </a:lnTo>
                <a:lnTo>
                  <a:pt x="164370" y="64407"/>
                </a:lnTo>
                <a:lnTo>
                  <a:pt x="164522" y="64370"/>
                </a:lnTo>
                <a:lnTo>
                  <a:pt x="164670" y="64333"/>
                </a:lnTo>
                <a:lnTo>
                  <a:pt x="164815" y="64295"/>
                </a:lnTo>
                <a:lnTo>
                  <a:pt x="164289" y="66756"/>
                </a:lnTo>
                <a:lnTo>
                  <a:pt x="164167" y="67317"/>
                </a:lnTo>
                <a:lnTo>
                  <a:pt x="164045" y="67865"/>
                </a:lnTo>
                <a:lnTo>
                  <a:pt x="163921" y="68400"/>
                </a:lnTo>
                <a:close/>
                <a:moveTo>
                  <a:pt x="694952" y="41314"/>
                </a:moveTo>
                <a:lnTo>
                  <a:pt x="683253" y="96313"/>
                </a:lnTo>
                <a:lnTo>
                  <a:pt x="702116" y="96313"/>
                </a:lnTo>
                <a:lnTo>
                  <a:pt x="713815" y="41314"/>
                </a:lnTo>
                <a:lnTo>
                  <a:pt x="727157" y="41314"/>
                </a:lnTo>
                <a:lnTo>
                  <a:pt x="730049" y="27758"/>
                </a:lnTo>
                <a:lnTo>
                  <a:pt x="716707" y="27758"/>
                </a:lnTo>
                <a:lnTo>
                  <a:pt x="717759" y="22914"/>
                </a:lnTo>
                <a:lnTo>
                  <a:pt x="717852" y="22455"/>
                </a:lnTo>
                <a:lnTo>
                  <a:pt x="717944" y="22010"/>
                </a:lnTo>
                <a:lnTo>
                  <a:pt x="718037" y="21580"/>
                </a:lnTo>
                <a:lnTo>
                  <a:pt x="718129" y="21165"/>
                </a:lnTo>
                <a:lnTo>
                  <a:pt x="718221" y="20765"/>
                </a:lnTo>
                <a:lnTo>
                  <a:pt x="718313" y="20379"/>
                </a:lnTo>
                <a:lnTo>
                  <a:pt x="718405" y="20009"/>
                </a:lnTo>
                <a:lnTo>
                  <a:pt x="718496" y="19653"/>
                </a:lnTo>
                <a:lnTo>
                  <a:pt x="718587" y="19313"/>
                </a:lnTo>
                <a:lnTo>
                  <a:pt x="718678" y="18987"/>
                </a:lnTo>
                <a:lnTo>
                  <a:pt x="718769" y="18676"/>
                </a:lnTo>
                <a:lnTo>
                  <a:pt x="718859" y="18380"/>
                </a:lnTo>
                <a:lnTo>
                  <a:pt x="718950" y="18099"/>
                </a:lnTo>
                <a:lnTo>
                  <a:pt x="719040" y="17833"/>
                </a:lnTo>
                <a:lnTo>
                  <a:pt x="719130" y="17581"/>
                </a:lnTo>
                <a:lnTo>
                  <a:pt x="719219" y="17345"/>
                </a:lnTo>
                <a:lnTo>
                  <a:pt x="719308" y="17123"/>
                </a:lnTo>
                <a:lnTo>
                  <a:pt x="719398" y="16917"/>
                </a:lnTo>
                <a:lnTo>
                  <a:pt x="719486" y="16725"/>
                </a:lnTo>
                <a:lnTo>
                  <a:pt x="719575" y="16548"/>
                </a:lnTo>
                <a:lnTo>
                  <a:pt x="719664" y="16386"/>
                </a:lnTo>
                <a:lnTo>
                  <a:pt x="719752" y="16239"/>
                </a:lnTo>
                <a:lnTo>
                  <a:pt x="719840" y="16106"/>
                </a:lnTo>
                <a:lnTo>
                  <a:pt x="719927" y="15989"/>
                </a:lnTo>
                <a:lnTo>
                  <a:pt x="720062" y="15822"/>
                </a:lnTo>
                <a:lnTo>
                  <a:pt x="720202" y="15662"/>
                </a:lnTo>
                <a:lnTo>
                  <a:pt x="720347" y="15510"/>
                </a:lnTo>
                <a:lnTo>
                  <a:pt x="720499" y="15364"/>
                </a:lnTo>
                <a:lnTo>
                  <a:pt x="720656" y="15226"/>
                </a:lnTo>
                <a:lnTo>
                  <a:pt x="720819" y="15094"/>
                </a:lnTo>
                <a:lnTo>
                  <a:pt x="720987" y="14970"/>
                </a:lnTo>
                <a:lnTo>
                  <a:pt x="721162" y="14853"/>
                </a:lnTo>
                <a:lnTo>
                  <a:pt x="721342" y="14743"/>
                </a:lnTo>
                <a:lnTo>
                  <a:pt x="721527" y="14640"/>
                </a:lnTo>
                <a:lnTo>
                  <a:pt x="721719" y="14544"/>
                </a:lnTo>
                <a:lnTo>
                  <a:pt x="721916" y="14455"/>
                </a:lnTo>
                <a:lnTo>
                  <a:pt x="722118" y="14373"/>
                </a:lnTo>
                <a:lnTo>
                  <a:pt x="722327" y="14299"/>
                </a:lnTo>
                <a:lnTo>
                  <a:pt x="722541" y="14231"/>
                </a:lnTo>
                <a:lnTo>
                  <a:pt x="722761" y="14171"/>
                </a:lnTo>
                <a:lnTo>
                  <a:pt x="722986" y="14118"/>
                </a:lnTo>
                <a:lnTo>
                  <a:pt x="723218" y="14071"/>
                </a:lnTo>
                <a:lnTo>
                  <a:pt x="723455" y="14032"/>
                </a:lnTo>
                <a:lnTo>
                  <a:pt x="723697" y="14000"/>
                </a:lnTo>
                <a:lnTo>
                  <a:pt x="723946" y="13975"/>
                </a:lnTo>
                <a:lnTo>
                  <a:pt x="724200" y="13958"/>
                </a:lnTo>
                <a:lnTo>
                  <a:pt x="724460" y="13947"/>
                </a:lnTo>
                <a:lnTo>
                  <a:pt x="724725" y="13943"/>
                </a:lnTo>
                <a:lnTo>
                  <a:pt x="725080" y="13947"/>
                </a:lnTo>
                <a:lnTo>
                  <a:pt x="725444" y="13959"/>
                </a:lnTo>
                <a:lnTo>
                  <a:pt x="725817" y="13979"/>
                </a:lnTo>
                <a:lnTo>
                  <a:pt x="726199" y="14006"/>
                </a:lnTo>
                <a:lnTo>
                  <a:pt x="726589" y="14042"/>
                </a:lnTo>
                <a:lnTo>
                  <a:pt x="726989" y="14085"/>
                </a:lnTo>
                <a:lnTo>
                  <a:pt x="727397" y="14136"/>
                </a:lnTo>
                <a:lnTo>
                  <a:pt x="727814" y="14195"/>
                </a:lnTo>
                <a:lnTo>
                  <a:pt x="728241" y="14261"/>
                </a:lnTo>
                <a:lnTo>
                  <a:pt x="728676" y="14336"/>
                </a:lnTo>
                <a:lnTo>
                  <a:pt x="729120" y="14418"/>
                </a:lnTo>
                <a:lnTo>
                  <a:pt x="729572" y="14508"/>
                </a:lnTo>
                <a:lnTo>
                  <a:pt x="730034" y="14606"/>
                </a:lnTo>
                <a:lnTo>
                  <a:pt x="730505" y="14712"/>
                </a:lnTo>
                <a:lnTo>
                  <a:pt x="730984" y="14826"/>
                </a:lnTo>
                <a:lnTo>
                  <a:pt x="731473" y="14948"/>
                </a:lnTo>
                <a:lnTo>
                  <a:pt x="731970" y="15077"/>
                </a:lnTo>
                <a:lnTo>
                  <a:pt x="732477" y="15214"/>
                </a:lnTo>
                <a:lnTo>
                  <a:pt x="732992" y="15360"/>
                </a:lnTo>
                <a:lnTo>
                  <a:pt x="733516" y="15513"/>
                </a:lnTo>
                <a:lnTo>
                  <a:pt x="734049" y="15673"/>
                </a:lnTo>
                <a:lnTo>
                  <a:pt x="734591" y="15842"/>
                </a:lnTo>
                <a:lnTo>
                  <a:pt x="735142" y="16019"/>
                </a:lnTo>
                <a:lnTo>
                  <a:pt x="735701" y="16203"/>
                </a:lnTo>
                <a:lnTo>
                  <a:pt x="739382" y="3070"/>
                </a:lnTo>
                <a:lnTo>
                  <a:pt x="738584" y="2820"/>
                </a:lnTo>
                <a:lnTo>
                  <a:pt x="737789" y="2580"/>
                </a:lnTo>
                <a:lnTo>
                  <a:pt x="736997" y="2351"/>
                </a:lnTo>
                <a:lnTo>
                  <a:pt x="736209" y="2132"/>
                </a:lnTo>
                <a:lnTo>
                  <a:pt x="735423" y="1924"/>
                </a:lnTo>
                <a:lnTo>
                  <a:pt x="734641" y="1727"/>
                </a:lnTo>
                <a:lnTo>
                  <a:pt x="733863" y="1540"/>
                </a:lnTo>
                <a:lnTo>
                  <a:pt x="733087" y="1365"/>
                </a:lnTo>
                <a:lnTo>
                  <a:pt x="732314" y="1199"/>
                </a:lnTo>
                <a:lnTo>
                  <a:pt x="731545" y="1045"/>
                </a:lnTo>
                <a:lnTo>
                  <a:pt x="730779" y="901"/>
                </a:lnTo>
                <a:lnTo>
                  <a:pt x="730016" y="768"/>
                </a:lnTo>
                <a:lnTo>
                  <a:pt x="729256" y="645"/>
                </a:lnTo>
                <a:lnTo>
                  <a:pt x="728500" y="533"/>
                </a:lnTo>
                <a:lnTo>
                  <a:pt x="727747" y="432"/>
                </a:lnTo>
                <a:lnTo>
                  <a:pt x="726996" y="341"/>
                </a:lnTo>
                <a:lnTo>
                  <a:pt x="726249" y="261"/>
                </a:lnTo>
                <a:lnTo>
                  <a:pt x="725506" y="192"/>
                </a:lnTo>
                <a:lnTo>
                  <a:pt x="724765" y="133"/>
                </a:lnTo>
                <a:lnTo>
                  <a:pt x="724028" y="85"/>
                </a:lnTo>
                <a:lnTo>
                  <a:pt x="723294" y="48"/>
                </a:lnTo>
                <a:lnTo>
                  <a:pt x="722563" y="21"/>
                </a:lnTo>
                <a:lnTo>
                  <a:pt x="721835" y="5"/>
                </a:lnTo>
                <a:lnTo>
                  <a:pt x="721110" y="0"/>
                </a:lnTo>
                <a:lnTo>
                  <a:pt x="720518" y="4"/>
                </a:lnTo>
                <a:lnTo>
                  <a:pt x="719935" y="17"/>
                </a:lnTo>
                <a:lnTo>
                  <a:pt x="719362" y="38"/>
                </a:lnTo>
                <a:lnTo>
                  <a:pt x="718798" y="67"/>
                </a:lnTo>
                <a:lnTo>
                  <a:pt x="718244" y="105"/>
                </a:lnTo>
                <a:lnTo>
                  <a:pt x="717699" y="152"/>
                </a:lnTo>
                <a:lnTo>
                  <a:pt x="717164" y="206"/>
                </a:lnTo>
                <a:lnTo>
                  <a:pt x="716638" y="270"/>
                </a:lnTo>
                <a:lnTo>
                  <a:pt x="716121" y="341"/>
                </a:lnTo>
                <a:lnTo>
                  <a:pt x="715614" y="421"/>
                </a:lnTo>
                <a:lnTo>
                  <a:pt x="715117" y="510"/>
                </a:lnTo>
                <a:lnTo>
                  <a:pt x="714628" y="607"/>
                </a:lnTo>
                <a:lnTo>
                  <a:pt x="714150" y="712"/>
                </a:lnTo>
                <a:lnTo>
                  <a:pt x="713681" y="826"/>
                </a:lnTo>
                <a:lnTo>
                  <a:pt x="713221" y="948"/>
                </a:lnTo>
                <a:lnTo>
                  <a:pt x="712771" y="1079"/>
                </a:lnTo>
                <a:lnTo>
                  <a:pt x="712330" y="1218"/>
                </a:lnTo>
                <a:lnTo>
                  <a:pt x="711899" y="1365"/>
                </a:lnTo>
                <a:lnTo>
                  <a:pt x="711477" y="1521"/>
                </a:lnTo>
                <a:lnTo>
                  <a:pt x="711065" y="1685"/>
                </a:lnTo>
                <a:lnTo>
                  <a:pt x="710662" y="1858"/>
                </a:lnTo>
                <a:lnTo>
                  <a:pt x="710269" y="2039"/>
                </a:lnTo>
                <a:lnTo>
                  <a:pt x="709885" y="2229"/>
                </a:lnTo>
                <a:lnTo>
                  <a:pt x="709510" y="2427"/>
                </a:lnTo>
                <a:lnTo>
                  <a:pt x="709144" y="2632"/>
                </a:lnTo>
                <a:lnTo>
                  <a:pt x="708786" y="2843"/>
                </a:lnTo>
                <a:lnTo>
                  <a:pt x="708435" y="3060"/>
                </a:lnTo>
                <a:lnTo>
                  <a:pt x="708093" y="3283"/>
                </a:lnTo>
                <a:lnTo>
                  <a:pt x="707757" y="3512"/>
                </a:lnTo>
                <a:lnTo>
                  <a:pt x="707430" y="3747"/>
                </a:lnTo>
                <a:lnTo>
                  <a:pt x="707110" y="3988"/>
                </a:lnTo>
                <a:lnTo>
                  <a:pt x="706797" y="4235"/>
                </a:lnTo>
                <a:lnTo>
                  <a:pt x="706493" y="4488"/>
                </a:lnTo>
                <a:lnTo>
                  <a:pt x="706195" y="4746"/>
                </a:lnTo>
                <a:lnTo>
                  <a:pt x="705906" y="5011"/>
                </a:lnTo>
                <a:lnTo>
                  <a:pt x="705624" y="5282"/>
                </a:lnTo>
                <a:lnTo>
                  <a:pt x="705350" y="5558"/>
                </a:lnTo>
                <a:lnTo>
                  <a:pt x="705084" y="5841"/>
                </a:lnTo>
                <a:lnTo>
                  <a:pt x="704825" y="6129"/>
                </a:lnTo>
                <a:lnTo>
                  <a:pt x="704574" y="6424"/>
                </a:lnTo>
                <a:lnTo>
                  <a:pt x="704330" y="6724"/>
                </a:lnTo>
                <a:lnTo>
                  <a:pt x="704094" y="7030"/>
                </a:lnTo>
                <a:lnTo>
                  <a:pt x="703866" y="7343"/>
                </a:lnTo>
                <a:lnTo>
                  <a:pt x="703645" y="7661"/>
                </a:lnTo>
                <a:lnTo>
                  <a:pt x="703432" y="7985"/>
                </a:lnTo>
                <a:lnTo>
                  <a:pt x="703227" y="8315"/>
                </a:lnTo>
                <a:lnTo>
                  <a:pt x="703029" y="8651"/>
                </a:lnTo>
                <a:lnTo>
                  <a:pt x="702839" y="8993"/>
                </a:lnTo>
                <a:lnTo>
                  <a:pt x="702702" y="9256"/>
                </a:lnTo>
                <a:lnTo>
                  <a:pt x="702564" y="9539"/>
                </a:lnTo>
                <a:lnTo>
                  <a:pt x="702425" y="9842"/>
                </a:lnTo>
                <a:lnTo>
                  <a:pt x="702286" y="10163"/>
                </a:lnTo>
                <a:lnTo>
                  <a:pt x="702146" y="10505"/>
                </a:lnTo>
                <a:lnTo>
                  <a:pt x="702005" y="10866"/>
                </a:lnTo>
                <a:lnTo>
                  <a:pt x="701864" y="11246"/>
                </a:lnTo>
                <a:lnTo>
                  <a:pt x="701722" y="11646"/>
                </a:lnTo>
                <a:lnTo>
                  <a:pt x="701579" y="12066"/>
                </a:lnTo>
                <a:lnTo>
                  <a:pt x="701436" y="12505"/>
                </a:lnTo>
                <a:lnTo>
                  <a:pt x="701292" y="12964"/>
                </a:lnTo>
                <a:lnTo>
                  <a:pt x="701147" y="13442"/>
                </a:lnTo>
                <a:lnTo>
                  <a:pt x="701001" y="13940"/>
                </a:lnTo>
                <a:lnTo>
                  <a:pt x="700855" y="14457"/>
                </a:lnTo>
                <a:lnTo>
                  <a:pt x="700708" y="14994"/>
                </a:lnTo>
                <a:lnTo>
                  <a:pt x="700561" y="15551"/>
                </a:lnTo>
                <a:lnTo>
                  <a:pt x="700413" y="16127"/>
                </a:lnTo>
                <a:lnTo>
                  <a:pt x="700264" y="16722"/>
                </a:lnTo>
                <a:lnTo>
                  <a:pt x="700114" y="17337"/>
                </a:lnTo>
                <a:lnTo>
                  <a:pt x="699964" y="17972"/>
                </a:lnTo>
                <a:lnTo>
                  <a:pt x="699813" y="18626"/>
                </a:lnTo>
                <a:lnTo>
                  <a:pt x="699661" y="19299"/>
                </a:lnTo>
                <a:lnTo>
                  <a:pt x="699509" y="19993"/>
                </a:lnTo>
                <a:lnTo>
                  <a:pt x="699356" y="20705"/>
                </a:lnTo>
                <a:lnTo>
                  <a:pt x="697844" y="27758"/>
                </a:lnTo>
                <a:lnTo>
                  <a:pt x="687328" y="27758"/>
                </a:lnTo>
                <a:lnTo>
                  <a:pt x="687278" y="27995"/>
                </a:lnTo>
                <a:lnTo>
                  <a:pt x="687093" y="27917"/>
                </a:lnTo>
                <a:lnTo>
                  <a:pt x="686708" y="27761"/>
                </a:lnTo>
                <a:lnTo>
                  <a:pt x="686324" y="27612"/>
                </a:lnTo>
                <a:lnTo>
                  <a:pt x="685942" y="27469"/>
                </a:lnTo>
                <a:lnTo>
                  <a:pt x="685563" y="27334"/>
                </a:lnTo>
                <a:lnTo>
                  <a:pt x="685185" y="27205"/>
                </a:lnTo>
                <a:lnTo>
                  <a:pt x="684810" y="27084"/>
                </a:lnTo>
                <a:lnTo>
                  <a:pt x="684436" y="26969"/>
                </a:lnTo>
                <a:lnTo>
                  <a:pt x="684065" y="26861"/>
                </a:lnTo>
                <a:lnTo>
                  <a:pt x="683695" y="26760"/>
                </a:lnTo>
                <a:lnTo>
                  <a:pt x="683328" y="26667"/>
                </a:lnTo>
                <a:lnTo>
                  <a:pt x="682963" y="26580"/>
                </a:lnTo>
                <a:lnTo>
                  <a:pt x="682600" y="26500"/>
                </a:lnTo>
                <a:lnTo>
                  <a:pt x="682238" y="26427"/>
                </a:lnTo>
                <a:lnTo>
                  <a:pt x="681879" y="26361"/>
                </a:lnTo>
                <a:lnTo>
                  <a:pt x="681522" y="26302"/>
                </a:lnTo>
                <a:lnTo>
                  <a:pt x="681167" y="26250"/>
                </a:lnTo>
                <a:lnTo>
                  <a:pt x="680814" y="26205"/>
                </a:lnTo>
                <a:lnTo>
                  <a:pt x="680464" y="26166"/>
                </a:lnTo>
                <a:lnTo>
                  <a:pt x="680115" y="26135"/>
                </a:lnTo>
                <a:lnTo>
                  <a:pt x="679768" y="26111"/>
                </a:lnTo>
                <a:lnTo>
                  <a:pt x="679423" y="26093"/>
                </a:lnTo>
                <a:lnTo>
                  <a:pt x="679081" y="26083"/>
                </a:lnTo>
                <a:lnTo>
                  <a:pt x="678740" y="26080"/>
                </a:lnTo>
                <a:lnTo>
                  <a:pt x="677784" y="26105"/>
                </a:lnTo>
                <a:lnTo>
                  <a:pt x="676834" y="26183"/>
                </a:lnTo>
                <a:lnTo>
                  <a:pt x="675890" y="26313"/>
                </a:lnTo>
                <a:lnTo>
                  <a:pt x="674952" y="26495"/>
                </a:lnTo>
                <a:lnTo>
                  <a:pt x="674019" y="26728"/>
                </a:lnTo>
                <a:lnTo>
                  <a:pt x="673092" y="27014"/>
                </a:lnTo>
                <a:lnTo>
                  <a:pt x="672170" y="27351"/>
                </a:lnTo>
                <a:lnTo>
                  <a:pt x="671255" y="27740"/>
                </a:lnTo>
                <a:lnTo>
                  <a:pt x="670345" y="28182"/>
                </a:lnTo>
                <a:lnTo>
                  <a:pt x="669441" y="28675"/>
                </a:lnTo>
                <a:lnTo>
                  <a:pt x="668542" y="29220"/>
                </a:lnTo>
                <a:lnTo>
                  <a:pt x="667649" y="29817"/>
                </a:lnTo>
                <a:lnTo>
                  <a:pt x="666762" y="30465"/>
                </a:lnTo>
                <a:lnTo>
                  <a:pt x="665880" y="31166"/>
                </a:lnTo>
                <a:lnTo>
                  <a:pt x="665005" y="31919"/>
                </a:lnTo>
                <a:lnTo>
                  <a:pt x="664135" y="32723"/>
                </a:lnTo>
                <a:lnTo>
                  <a:pt x="663270" y="33580"/>
                </a:lnTo>
                <a:lnTo>
                  <a:pt x="662412" y="34488"/>
                </a:lnTo>
                <a:lnTo>
                  <a:pt x="661559" y="35448"/>
                </a:lnTo>
                <a:lnTo>
                  <a:pt x="660712" y="36460"/>
                </a:lnTo>
                <a:lnTo>
                  <a:pt x="659870" y="37524"/>
                </a:lnTo>
                <a:lnTo>
                  <a:pt x="659034" y="38640"/>
                </a:lnTo>
                <a:lnTo>
                  <a:pt x="658204" y="39808"/>
                </a:lnTo>
                <a:lnTo>
                  <a:pt x="657380" y="41028"/>
                </a:lnTo>
                <a:lnTo>
                  <a:pt x="660206" y="27758"/>
                </a:lnTo>
                <a:lnTo>
                  <a:pt x="642592" y="27758"/>
                </a:lnTo>
                <a:lnTo>
                  <a:pt x="628001" y="96313"/>
                </a:lnTo>
                <a:lnTo>
                  <a:pt x="646864" y="96313"/>
                </a:lnTo>
                <a:lnTo>
                  <a:pt x="651465" y="74815"/>
                </a:lnTo>
                <a:lnTo>
                  <a:pt x="651695" y="73733"/>
                </a:lnTo>
                <a:lnTo>
                  <a:pt x="651925" y="72676"/>
                </a:lnTo>
                <a:lnTo>
                  <a:pt x="652156" y="71643"/>
                </a:lnTo>
                <a:lnTo>
                  <a:pt x="652386" y="70635"/>
                </a:lnTo>
                <a:lnTo>
                  <a:pt x="652618" y="69652"/>
                </a:lnTo>
                <a:lnTo>
                  <a:pt x="652849" y="68693"/>
                </a:lnTo>
                <a:lnTo>
                  <a:pt x="653080" y="67758"/>
                </a:lnTo>
                <a:lnTo>
                  <a:pt x="653312" y="66849"/>
                </a:lnTo>
                <a:lnTo>
                  <a:pt x="653544" y="65964"/>
                </a:lnTo>
                <a:lnTo>
                  <a:pt x="653776" y="65103"/>
                </a:lnTo>
                <a:lnTo>
                  <a:pt x="654009" y="64267"/>
                </a:lnTo>
                <a:lnTo>
                  <a:pt x="654241" y="63456"/>
                </a:lnTo>
                <a:lnTo>
                  <a:pt x="654474" y="62669"/>
                </a:lnTo>
                <a:lnTo>
                  <a:pt x="654707" y="61907"/>
                </a:lnTo>
                <a:lnTo>
                  <a:pt x="654941" y="61170"/>
                </a:lnTo>
                <a:lnTo>
                  <a:pt x="655174" y="60457"/>
                </a:lnTo>
                <a:lnTo>
                  <a:pt x="655408" y="59768"/>
                </a:lnTo>
                <a:lnTo>
                  <a:pt x="655642" y="59105"/>
                </a:lnTo>
                <a:lnTo>
                  <a:pt x="655876" y="58465"/>
                </a:lnTo>
                <a:lnTo>
                  <a:pt x="656111" y="57851"/>
                </a:lnTo>
                <a:lnTo>
                  <a:pt x="656346" y="57261"/>
                </a:lnTo>
                <a:lnTo>
                  <a:pt x="656581" y="56696"/>
                </a:lnTo>
                <a:lnTo>
                  <a:pt x="656816" y="56155"/>
                </a:lnTo>
                <a:lnTo>
                  <a:pt x="657051" y="55639"/>
                </a:lnTo>
                <a:lnTo>
                  <a:pt x="657290" y="55139"/>
                </a:lnTo>
                <a:lnTo>
                  <a:pt x="657537" y="54648"/>
                </a:lnTo>
                <a:lnTo>
                  <a:pt x="657792" y="54165"/>
                </a:lnTo>
                <a:lnTo>
                  <a:pt x="658054" y="53690"/>
                </a:lnTo>
                <a:lnTo>
                  <a:pt x="658324" y="53224"/>
                </a:lnTo>
                <a:lnTo>
                  <a:pt x="658602" y="52767"/>
                </a:lnTo>
                <a:lnTo>
                  <a:pt x="658887" y="52317"/>
                </a:lnTo>
                <a:lnTo>
                  <a:pt x="659180" y="51877"/>
                </a:lnTo>
                <a:lnTo>
                  <a:pt x="659480" y="51444"/>
                </a:lnTo>
                <a:lnTo>
                  <a:pt x="659788" y="51020"/>
                </a:lnTo>
                <a:lnTo>
                  <a:pt x="660104" y="50605"/>
                </a:lnTo>
                <a:lnTo>
                  <a:pt x="660428" y="50198"/>
                </a:lnTo>
                <a:lnTo>
                  <a:pt x="660759" y="49799"/>
                </a:lnTo>
                <a:lnTo>
                  <a:pt x="661097" y="49409"/>
                </a:lnTo>
                <a:lnTo>
                  <a:pt x="661444" y="49027"/>
                </a:lnTo>
                <a:lnTo>
                  <a:pt x="661798" y="48654"/>
                </a:lnTo>
                <a:lnTo>
                  <a:pt x="662159" y="48289"/>
                </a:lnTo>
                <a:lnTo>
                  <a:pt x="662529" y="47932"/>
                </a:lnTo>
                <a:lnTo>
                  <a:pt x="662906" y="47584"/>
                </a:lnTo>
                <a:lnTo>
                  <a:pt x="663290" y="47244"/>
                </a:lnTo>
                <a:lnTo>
                  <a:pt x="663683" y="46913"/>
                </a:lnTo>
                <a:lnTo>
                  <a:pt x="664082" y="46590"/>
                </a:lnTo>
                <a:lnTo>
                  <a:pt x="664490" y="46276"/>
                </a:lnTo>
                <a:lnTo>
                  <a:pt x="664905" y="45970"/>
                </a:lnTo>
                <a:lnTo>
                  <a:pt x="665324" y="45674"/>
                </a:lnTo>
                <a:lnTo>
                  <a:pt x="665742" y="45391"/>
                </a:lnTo>
                <a:lnTo>
                  <a:pt x="666160" y="45121"/>
                </a:lnTo>
                <a:lnTo>
                  <a:pt x="666576" y="44863"/>
                </a:lnTo>
                <a:lnTo>
                  <a:pt x="666993" y="44618"/>
                </a:lnTo>
                <a:lnTo>
                  <a:pt x="667409" y="44385"/>
                </a:lnTo>
                <a:lnTo>
                  <a:pt x="667824" y="44165"/>
                </a:lnTo>
                <a:lnTo>
                  <a:pt x="668239" y="43957"/>
                </a:lnTo>
                <a:lnTo>
                  <a:pt x="668653" y="43762"/>
                </a:lnTo>
                <a:lnTo>
                  <a:pt x="669066" y="43580"/>
                </a:lnTo>
                <a:lnTo>
                  <a:pt x="669479" y="43410"/>
                </a:lnTo>
                <a:lnTo>
                  <a:pt x="669892" y="43253"/>
                </a:lnTo>
                <a:lnTo>
                  <a:pt x="670304" y="43108"/>
                </a:lnTo>
                <a:lnTo>
                  <a:pt x="670715" y="42976"/>
                </a:lnTo>
                <a:lnTo>
                  <a:pt x="671126" y="42856"/>
                </a:lnTo>
                <a:lnTo>
                  <a:pt x="671536" y="42750"/>
                </a:lnTo>
                <a:lnTo>
                  <a:pt x="671945" y="42655"/>
                </a:lnTo>
                <a:lnTo>
                  <a:pt x="672355" y="42573"/>
                </a:lnTo>
                <a:lnTo>
                  <a:pt x="672763" y="42504"/>
                </a:lnTo>
                <a:lnTo>
                  <a:pt x="673171" y="42448"/>
                </a:lnTo>
                <a:lnTo>
                  <a:pt x="673578" y="42404"/>
                </a:lnTo>
                <a:lnTo>
                  <a:pt x="673985" y="42372"/>
                </a:lnTo>
                <a:lnTo>
                  <a:pt x="674391" y="42353"/>
                </a:lnTo>
                <a:lnTo>
                  <a:pt x="674797" y="42347"/>
                </a:lnTo>
                <a:lnTo>
                  <a:pt x="675037" y="42349"/>
                </a:lnTo>
                <a:lnTo>
                  <a:pt x="675276" y="42353"/>
                </a:lnTo>
                <a:lnTo>
                  <a:pt x="675514" y="42361"/>
                </a:lnTo>
                <a:lnTo>
                  <a:pt x="675751" y="42372"/>
                </a:lnTo>
                <a:lnTo>
                  <a:pt x="675987" y="42386"/>
                </a:lnTo>
                <a:lnTo>
                  <a:pt x="676222" y="42403"/>
                </a:lnTo>
                <a:lnTo>
                  <a:pt x="676456" y="42424"/>
                </a:lnTo>
                <a:lnTo>
                  <a:pt x="676688" y="42447"/>
                </a:lnTo>
                <a:lnTo>
                  <a:pt x="676919" y="42474"/>
                </a:lnTo>
                <a:lnTo>
                  <a:pt x="677149" y="42504"/>
                </a:lnTo>
                <a:lnTo>
                  <a:pt x="677378" y="42537"/>
                </a:lnTo>
                <a:lnTo>
                  <a:pt x="677606" y="42573"/>
                </a:lnTo>
                <a:lnTo>
                  <a:pt x="677833" y="42612"/>
                </a:lnTo>
                <a:lnTo>
                  <a:pt x="678059" y="42654"/>
                </a:lnTo>
                <a:lnTo>
                  <a:pt x="678283" y="42700"/>
                </a:lnTo>
                <a:lnTo>
                  <a:pt x="678506" y="42749"/>
                </a:lnTo>
                <a:lnTo>
                  <a:pt x="678728" y="42800"/>
                </a:lnTo>
                <a:lnTo>
                  <a:pt x="678950" y="42855"/>
                </a:lnTo>
                <a:lnTo>
                  <a:pt x="679169" y="42913"/>
                </a:lnTo>
                <a:lnTo>
                  <a:pt x="679388" y="42975"/>
                </a:lnTo>
                <a:lnTo>
                  <a:pt x="679606" y="43039"/>
                </a:lnTo>
                <a:lnTo>
                  <a:pt x="679822" y="43106"/>
                </a:lnTo>
                <a:lnTo>
                  <a:pt x="680037" y="43177"/>
                </a:lnTo>
                <a:lnTo>
                  <a:pt x="680252" y="43251"/>
                </a:lnTo>
                <a:lnTo>
                  <a:pt x="687080" y="28923"/>
                </a:lnTo>
                <a:lnTo>
                  <a:pt x="684436" y="41314"/>
                </a:lnTo>
                <a:lnTo>
                  <a:pt x="694952" y="41314"/>
                </a:lnTo>
                <a:close/>
                <a:moveTo>
                  <a:pt x="506802" y="60288"/>
                </a:moveTo>
                <a:lnTo>
                  <a:pt x="507799" y="60283"/>
                </a:lnTo>
                <a:lnTo>
                  <a:pt x="508768" y="60275"/>
                </a:lnTo>
                <a:lnTo>
                  <a:pt x="509709" y="60265"/>
                </a:lnTo>
                <a:lnTo>
                  <a:pt x="510621" y="60252"/>
                </a:lnTo>
                <a:lnTo>
                  <a:pt x="511505" y="60238"/>
                </a:lnTo>
                <a:lnTo>
                  <a:pt x="512361" y="60221"/>
                </a:lnTo>
                <a:lnTo>
                  <a:pt x="513188" y="60202"/>
                </a:lnTo>
                <a:lnTo>
                  <a:pt x="513988" y="60181"/>
                </a:lnTo>
                <a:lnTo>
                  <a:pt x="514758" y="60157"/>
                </a:lnTo>
                <a:lnTo>
                  <a:pt x="515501" y="60131"/>
                </a:lnTo>
                <a:lnTo>
                  <a:pt x="516215" y="60103"/>
                </a:lnTo>
                <a:lnTo>
                  <a:pt x="516901" y="60073"/>
                </a:lnTo>
                <a:lnTo>
                  <a:pt x="517559" y="60041"/>
                </a:lnTo>
                <a:lnTo>
                  <a:pt x="518188" y="60006"/>
                </a:lnTo>
                <a:lnTo>
                  <a:pt x="518790" y="59969"/>
                </a:lnTo>
                <a:lnTo>
                  <a:pt x="519362" y="59930"/>
                </a:lnTo>
                <a:lnTo>
                  <a:pt x="519907" y="59888"/>
                </a:lnTo>
                <a:lnTo>
                  <a:pt x="520423" y="59844"/>
                </a:lnTo>
                <a:lnTo>
                  <a:pt x="520911" y="59799"/>
                </a:lnTo>
                <a:lnTo>
                  <a:pt x="521371" y="59750"/>
                </a:lnTo>
                <a:lnTo>
                  <a:pt x="521802" y="59700"/>
                </a:lnTo>
                <a:lnTo>
                  <a:pt x="522205" y="59647"/>
                </a:lnTo>
                <a:lnTo>
                  <a:pt x="522867" y="59554"/>
                </a:lnTo>
                <a:lnTo>
                  <a:pt x="523518" y="59457"/>
                </a:lnTo>
                <a:lnTo>
                  <a:pt x="524158" y="59357"/>
                </a:lnTo>
                <a:lnTo>
                  <a:pt x="524786" y="59253"/>
                </a:lnTo>
                <a:lnTo>
                  <a:pt x="525403" y="59146"/>
                </a:lnTo>
                <a:lnTo>
                  <a:pt x="526009" y="59035"/>
                </a:lnTo>
                <a:lnTo>
                  <a:pt x="526603" y="58921"/>
                </a:lnTo>
                <a:lnTo>
                  <a:pt x="527185" y="58803"/>
                </a:lnTo>
                <a:lnTo>
                  <a:pt x="527757" y="58682"/>
                </a:lnTo>
                <a:lnTo>
                  <a:pt x="528316" y="58557"/>
                </a:lnTo>
                <a:lnTo>
                  <a:pt x="528865" y="58429"/>
                </a:lnTo>
                <a:lnTo>
                  <a:pt x="529402" y="58298"/>
                </a:lnTo>
                <a:lnTo>
                  <a:pt x="529927" y="58163"/>
                </a:lnTo>
                <a:lnTo>
                  <a:pt x="530441" y="58024"/>
                </a:lnTo>
                <a:lnTo>
                  <a:pt x="530944" y="57882"/>
                </a:lnTo>
                <a:lnTo>
                  <a:pt x="531435" y="57737"/>
                </a:lnTo>
                <a:lnTo>
                  <a:pt x="531915" y="57588"/>
                </a:lnTo>
                <a:lnTo>
                  <a:pt x="532384" y="57435"/>
                </a:lnTo>
                <a:lnTo>
                  <a:pt x="532841" y="57279"/>
                </a:lnTo>
                <a:lnTo>
                  <a:pt x="533287" y="57120"/>
                </a:lnTo>
                <a:lnTo>
                  <a:pt x="533721" y="56957"/>
                </a:lnTo>
                <a:lnTo>
                  <a:pt x="534144" y="56791"/>
                </a:lnTo>
                <a:lnTo>
                  <a:pt x="534555" y="56621"/>
                </a:lnTo>
                <a:lnTo>
                  <a:pt x="534955" y="56448"/>
                </a:lnTo>
                <a:lnTo>
                  <a:pt x="535349" y="56269"/>
                </a:lnTo>
                <a:lnTo>
                  <a:pt x="535740" y="56084"/>
                </a:lnTo>
                <a:lnTo>
                  <a:pt x="536129" y="55892"/>
                </a:lnTo>
                <a:lnTo>
                  <a:pt x="536515" y="55693"/>
                </a:lnTo>
                <a:lnTo>
                  <a:pt x="536900" y="55487"/>
                </a:lnTo>
                <a:lnTo>
                  <a:pt x="537282" y="55275"/>
                </a:lnTo>
                <a:lnTo>
                  <a:pt x="537663" y="55055"/>
                </a:lnTo>
                <a:lnTo>
                  <a:pt x="538041" y="54829"/>
                </a:lnTo>
                <a:lnTo>
                  <a:pt x="538417" y="54596"/>
                </a:lnTo>
                <a:lnTo>
                  <a:pt x="538790" y="54356"/>
                </a:lnTo>
                <a:lnTo>
                  <a:pt x="539162" y="54109"/>
                </a:lnTo>
                <a:lnTo>
                  <a:pt x="539531" y="53855"/>
                </a:lnTo>
                <a:lnTo>
                  <a:pt x="539899" y="53595"/>
                </a:lnTo>
                <a:lnTo>
                  <a:pt x="540264" y="53327"/>
                </a:lnTo>
                <a:lnTo>
                  <a:pt x="540627" y="53053"/>
                </a:lnTo>
                <a:lnTo>
                  <a:pt x="540987" y="52772"/>
                </a:lnTo>
                <a:lnTo>
                  <a:pt x="541346" y="52484"/>
                </a:lnTo>
                <a:lnTo>
                  <a:pt x="541702" y="52189"/>
                </a:lnTo>
                <a:lnTo>
                  <a:pt x="542057" y="51888"/>
                </a:lnTo>
                <a:lnTo>
                  <a:pt x="542409" y="51579"/>
                </a:lnTo>
                <a:lnTo>
                  <a:pt x="542759" y="51264"/>
                </a:lnTo>
                <a:lnTo>
                  <a:pt x="543106" y="50942"/>
                </a:lnTo>
                <a:lnTo>
                  <a:pt x="543452" y="50613"/>
                </a:lnTo>
                <a:lnTo>
                  <a:pt x="543795" y="50277"/>
                </a:lnTo>
                <a:lnTo>
                  <a:pt x="544135" y="49933"/>
                </a:lnTo>
                <a:lnTo>
                  <a:pt x="544471" y="49579"/>
                </a:lnTo>
                <a:lnTo>
                  <a:pt x="544802" y="49216"/>
                </a:lnTo>
                <a:lnTo>
                  <a:pt x="545129" y="48844"/>
                </a:lnTo>
                <a:lnTo>
                  <a:pt x="545451" y="48462"/>
                </a:lnTo>
                <a:lnTo>
                  <a:pt x="545769" y="48071"/>
                </a:lnTo>
                <a:lnTo>
                  <a:pt x="546082" y="47670"/>
                </a:lnTo>
                <a:lnTo>
                  <a:pt x="546391" y="47260"/>
                </a:lnTo>
                <a:lnTo>
                  <a:pt x="546696" y="46841"/>
                </a:lnTo>
                <a:lnTo>
                  <a:pt x="546996" y="46412"/>
                </a:lnTo>
                <a:lnTo>
                  <a:pt x="547291" y="45974"/>
                </a:lnTo>
                <a:lnTo>
                  <a:pt x="547583" y="45526"/>
                </a:lnTo>
                <a:lnTo>
                  <a:pt x="547869" y="45069"/>
                </a:lnTo>
                <a:lnTo>
                  <a:pt x="548152" y="44603"/>
                </a:lnTo>
                <a:lnTo>
                  <a:pt x="548429" y="44127"/>
                </a:lnTo>
                <a:lnTo>
                  <a:pt x="548703" y="43641"/>
                </a:lnTo>
                <a:lnTo>
                  <a:pt x="548972" y="43147"/>
                </a:lnTo>
                <a:lnTo>
                  <a:pt x="549236" y="42642"/>
                </a:lnTo>
                <a:lnTo>
                  <a:pt x="549496" y="42129"/>
                </a:lnTo>
                <a:lnTo>
                  <a:pt x="549752" y="41606"/>
                </a:lnTo>
                <a:lnTo>
                  <a:pt x="550003" y="41074"/>
                </a:lnTo>
                <a:lnTo>
                  <a:pt x="550249" y="40532"/>
                </a:lnTo>
                <a:lnTo>
                  <a:pt x="550491" y="39980"/>
                </a:lnTo>
                <a:lnTo>
                  <a:pt x="550729" y="39420"/>
                </a:lnTo>
                <a:lnTo>
                  <a:pt x="550960" y="38854"/>
                </a:lnTo>
                <a:lnTo>
                  <a:pt x="551181" y="38286"/>
                </a:lnTo>
                <a:lnTo>
                  <a:pt x="551392" y="37717"/>
                </a:lnTo>
                <a:lnTo>
                  <a:pt x="551593" y="37147"/>
                </a:lnTo>
                <a:lnTo>
                  <a:pt x="551784" y="36575"/>
                </a:lnTo>
                <a:lnTo>
                  <a:pt x="551966" y="36003"/>
                </a:lnTo>
                <a:lnTo>
                  <a:pt x="552137" y="35428"/>
                </a:lnTo>
                <a:lnTo>
                  <a:pt x="552299" y="34853"/>
                </a:lnTo>
                <a:lnTo>
                  <a:pt x="552451" y="34276"/>
                </a:lnTo>
                <a:lnTo>
                  <a:pt x="552594" y="33697"/>
                </a:lnTo>
                <a:lnTo>
                  <a:pt x="552726" y="33118"/>
                </a:lnTo>
                <a:lnTo>
                  <a:pt x="552849" y="32537"/>
                </a:lnTo>
                <a:lnTo>
                  <a:pt x="552962" y="31955"/>
                </a:lnTo>
                <a:lnTo>
                  <a:pt x="553065" y="31371"/>
                </a:lnTo>
                <a:lnTo>
                  <a:pt x="553158" y="30786"/>
                </a:lnTo>
                <a:lnTo>
                  <a:pt x="553241" y="30199"/>
                </a:lnTo>
                <a:lnTo>
                  <a:pt x="553315" y="29612"/>
                </a:lnTo>
                <a:lnTo>
                  <a:pt x="553379" y="29023"/>
                </a:lnTo>
                <a:lnTo>
                  <a:pt x="553433" y="28432"/>
                </a:lnTo>
                <a:lnTo>
                  <a:pt x="553477" y="27841"/>
                </a:lnTo>
                <a:lnTo>
                  <a:pt x="553511" y="27248"/>
                </a:lnTo>
                <a:lnTo>
                  <a:pt x="553536" y="26653"/>
                </a:lnTo>
                <a:lnTo>
                  <a:pt x="553550" y="26057"/>
                </a:lnTo>
                <a:lnTo>
                  <a:pt x="553555" y="25460"/>
                </a:lnTo>
                <a:lnTo>
                  <a:pt x="553549" y="24818"/>
                </a:lnTo>
                <a:lnTo>
                  <a:pt x="553531" y="24183"/>
                </a:lnTo>
                <a:lnTo>
                  <a:pt x="553500" y="23555"/>
                </a:lnTo>
                <a:lnTo>
                  <a:pt x="553457" y="22936"/>
                </a:lnTo>
                <a:lnTo>
                  <a:pt x="553401" y="22323"/>
                </a:lnTo>
                <a:lnTo>
                  <a:pt x="553333" y="21718"/>
                </a:lnTo>
                <a:lnTo>
                  <a:pt x="553253" y="21121"/>
                </a:lnTo>
                <a:lnTo>
                  <a:pt x="553161" y="20531"/>
                </a:lnTo>
                <a:lnTo>
                  <a:pt x="553056" y="19949"/>
                </a:lnTo>
                <a:lnTo>
                  <a:pt x="552939" y="19374"/>
                </a:lnTo>
                <a:lnTo>
                  <a:pt x="552810" y="18807"/>
                </a:lnTo>
                <a:lnTo>
                  <a:pt x="552668" y="18247"/>
                </a:lnTo>
                <a:lnTo>
                  <a:pt x="552514" y="17695"/>
                </a:lnTo>
                <a:lnTo>
                  <a:pt x="552348" y="17150"/>
                </a:lnTo>
                <a:lnTo>
                  <a:pt x="552169" y="16613"/>
                </a:lnTo>
                <a:lnTo>
                  <a:pt x="551978" y="16083"/>
                </a:lnTo>
                <a:lnTo>
                  <a:pt x="551775" y="15561"/>
                </a:lnTo>
                <a:lnTo>
                  <a:pt x="551559" y="15046"/>
                </a:lnTo>
                <a:lnTo>
                  <a:pt x="551331" y="14539"/>
                </a:lnTo>
                <a:lnTo>
                  <a:pt x="551091" y="14039"/>
                </a:lnTo>
                <a:lnTo>
                  <a:pt x="550838" y="13547"/>
                </a:lnTo>
                <a:lnTo>
                  <a:pt x="550573" y="13063"/>
                </a:lnTo>
                <a:lnTo>
                  <a:pt x="550296" y="12585"/>
                </a:lnTo>
                <a:lnTo>
                  <a:pt x="550006" y="12116"/>
                </a:lnTo>
                <a:lnTo>
                  <a:pt x="549706" y="11656"/>
                </a:lnTo>
                <a:lnTo>
                  <a:pt x="549397" y="11206"/>
                </a:lnTo>
                <a:lnTo>
                  <a:pt x="549079" y="10768"/>
                </a:lnTo>
                <a:lnTo>
                  <a:pt x="548753" y="10341"/>
                </a:lnTo>
                <a:lnTo>
                  <a:pt x="548418" y="9924"/>
                </a:lnTo>
                <a:lnTo>
                  <a:pt x="548073" y="9519"/>
                </a:lnTo>
                <a:lnTo>
                  <a:pt x="547721" y="9124"/>
                </a:lnTo>
                <a:lnTo>
                  <a:pt x="547359" y="8741"/>
                </a:lnTo>
                <a:lnTo>
                  <a:pt x="546989" y="8369"/>
                </a:lnTo>
                <a:lnTo>
                  <a:pt x="546609" y="8007"/>
                </a:lnTo>
                <a:lnTo>
                  <a:pt x="546221" y="7657"/>
                </a:lnTo>
                <a:lnTo>
                  <a:pt x="545824" y="7318"/>
                </a:lnTo>
                <a:lnTo>
                  <a:pt x="545419" y="6989"/>
                </a:lnTo>
                <a:lnTo>
                  <a:pt x="545005" y="6672"/>
                </a:lnTo>
                <a:lnTo>
                  <a:pt x="544581" y="6366"/>
                </a:lnTo>
                <a:lnTo>
                  <a:pt x="544149" y="6070"/>
                </a:lnTo>
                <a:lnTo>
                  <a:pt x="543709" y="5786"/>
                </a:lnTo>
                <a:lnTo>
                  <a:pt x="543259" y="5512"/>
                </a:lnTo>
                <a:lnTo>
                  <a:pt x="542801" y="5250"/>
                </a:lnTo>
                <a:lnTo>
                  <a:pt x="542334" y="4999"/>
                </a:lnTo>
                <a:lnTo>
                  <a:pt x="541858" y="4758"/>
                </a:lnTo>
                <a:lnTo>
                  <a:pt x="541373" y="4529"/>
                </a:lnTo>
                <a:lnTo>
                  <a:pt x="540880" y="4311"/>
                </a:lnTo>
                <a:lnTo>
                  <a:pt x="540378" y="4103"/>
                </a:lnTo>
                <a:lnTo>
                  <a:pt x="539863" y="3905"/>
                </a:lnTo>
                <a:lnTo>
                  <a:pt x="539334" y="3716"/>
                </a:lnTo>
                <a:lnTo>
                  <a:pt x="538789" y="3535"/>
                </a:lnTo>
                <a:lnTo>
                  <a:pt x="538230" y="3362"/>
                </a:lnTo>
                <a:lnTo>
                  <a:pt x="537655" y="3198"/>
                </a:lnTo>
                <a:lnTo>
                  <a:pt x="537065" y="3042"/>
                </a:lnTo>
                <a:lnTo>
                  <a:pt x="536459" y="2895"/>
                </a:lnTo>
                <a:lnTo>
                  <a:pt x="535839" y="2756"/>
                </a:lnTo>
                <a:lnTo>
                  <a:pt x="535203" y="2626"/>
                </a:lnTo>
                <a:lnTo>
                  <a:pt x="534553" y="2503"/>
                </a:lnTo>
                <a:lnTo>
                  <a:pt x="533887" y="2390"/>
                </a:lnTo>
                <a:lnTo>
                  <a:pt x="533205" y="2285"/>
                </a:lnTo>
                <a:lnTo>
                  <a:pt x="532509" y="2188"/>
                </a:lnTo>
                <a:lnTo>
                  <a:pt x="531798" y="2099"/>
                </a:lnTo>
                <a:lnTo>
                  <a:pt x="531071" y="2019"/>
                </a:lnTo>
                <a:lnTo>
                  <a:pt x="530329" y="1948"/>
                </a:lnTo>
                <a:lnTo>
                  <a:pt x="529572" y="1885"/>
                </a:lnTo>
                <a:lnTo>
                  <a:pt x="528800" y="1830"/>
                </a:lnTo>
                <a:lnTo>
                  <a:pt x="528013" y="1784"/>
                </a:lnTo>
                <a:lnTo>
                  <a:pt x="527210" y="1746"/>
                </a:lnTo>
                <a:lnTo>
                  <a:pt x="526392" y="1716"/>
                </a:lnTo>
                <a:lnTo>
                  <a:pt x="525559" y="1695"/>
                </a:lnTo>
                <a:lnTo>
                  <a:pt x="524711" y="1683"/>
                </a:lnTo>
                <a:lnTo>
                  <a:pt x="523848" y="1678"/>
                </a:lnTo>
                <a:lnTo>
                  <a:pt x="484676" y="1678"/>
                </a:lnTo>
                <a:lnTo>
                  <a:pt x="464499" y="96313"/>
                </a:lnTo>
                <a:lnTo>
                  <a:pt x="484348" y="96313"/>
                </a:lnTo>
                <a:lnTo>
                  <a:pt x="492038" y="60293"/>
                </a:lnTo>
                <a:lnTo>
                  <a:pt x="504722" y="60293"/>
                </a:lnTo>
                <a:lnTo>
                  <a:pt x="505776" y="60292"/>
                </a:lnTo>
                <a:lnTo>
                  <a:pt x="506802" y="60288"/>
                </a:lnTo>
                <a:close/>
                <a:moveTo>
                  <a:pt x="516932" y="17307"/>
                </a:moveTo>
                <a:lnTo>
                  <a:pt x="517678" y="17316"/>
                </a:lnTo>
                <a:lnTo>
                  <a:pt x="518399" y="17328"/>
                </a:lnTo>
                <a:lnTo>
                  <a:pt x="519097" y="17343"/>
                </a:lnTo>
                <a:lnTo>
                  <a:pt x="519771" y="17362"/>
                </a:lnTo>
                <a:lnTo>
                  <a:pt x="520421" y="17385"/>
                </a:lnTo>
                <a:lnTo>
                  <a:pt x="521047" y="17411"/>
                </a:lnTo>
                <a:lnTo>
                  <a:pt x="521650" y="17440"/>
                </a:lnTo>
                <a:lnTo>
                  <a:pt x="522228" y="17473"/>
                </a:lnTo>
                <a:lnTo>
                  <a:pt x="522783" y="17509"/>
                </a:lnTo>
                <a:lnTo>
                  <a:pt x="523314" y="17549"/>
                </a:lnTo>
                <a:lnTo>
                  <a:pt x="523821" y="17592"/>
                </a:lnTo>
                <a:lnTo>
                  <a:pt x="524304" y="17639"/>
                </a:lnTo>
                <a:lnTo>
                  <a:pt x="524764" y="17689"/>
                </a:lnTo>
                <a:lnTo>
                  <a:pt x="525199" y="17742"/>
                </a:lnTo>
                <a:lnTo>
                  <a:pt x="525611" y="17799"/>
                </a:lnTo>
                <a:lnTo>
                  <a:pt x="525998" y="17860"/>
                </a:lnTo>
                <a:lnTo>
                  <a:pt x="526362" y="17924"/>
                </a:lnTo>
                <a:lnTo>
                  <a:pt x="526702" y="17991"/>
                </a:lnTo>
                <a:lnTo>
                  <a:pt x="527019" y="18062"/>
                </a:lnTo>
                <a:lnTo>
                  <a:pt x="527311" y="18136"/>
                </a:lnTo>
                <a:lnTo>
                  <a:pt x="527580" y="18214"/>
                </a:lnTo>
                <a:lnTo>
                  <a:pt x="527824" y="18295"/>
                </a:lnTo>
                <a:lnTo>
                  <a:pt x="528055" y="18380"/>
                </a:lnTo>
                <a:lnTo>
                  <a:pt x="528281" y="18468"/>
                </a:lnTo>
                <a:lnTo>
                  <a:pt x="528503" y="18561"/>
                </a:lnTo>
                <a:lnTo>
                  <a:pt x="528721" y="18659"/>
                </a:lnTo>
                <a:lnTo>
                  <a:pt x="528934" y="18760"/>
                </a:lnTo>
                <a:lnTo>
                  <a:pt x="529143" y="18865"/>
                </a:lnTo>
                <a:lnTo>
                  <a:pt x="529348" y="18975"/>
                </a:lnTo>
                <a:lnTo>
                  <a:pt x="529548" y="19088"/>
                </a:lnTo>
                <a:lnTo>
                  <a:pt x="529744" y="19206"/>
                </a:lnTo>
                <a:lnTo>
                  <a:pt x="529935" y="19328"/>
                </a:lnTo>
                <a:lnTo>
                  <a:pt x="530122" y="19454"/>
                </a:lnTo>
                <a:lnTo>
                  <a:pt x="530305" y="19584"/>
                </a:lnTo>
                <a:lnTo>
                  <a:pt x="530484" y="19719"/>
                </a:lnTo>
                <a:lnTo>
                  <a:pt x="530658" y="19857"/>
                </a:lnTo>
                <a:lnTo>
                  <a:pt x="530828" y="20000"/>
                </a:lnTo>
                <a:lnTo>
                  <a:pt x="530994" y="20146"/>
                </a:lnTo>
                <a:lnTo>
                  <a:pt x="531155" y="20297"/>
                </a:lnTo>
                <a:lnTo>
                  <a:pt x="531312" y="20452"/>
                </a:lnTo>
                <a:lnTo>
                  <a:pt x="531464" y="20611"/>
                </a:lnTo>
                <a:lnTo>
                  <a:pt x="531613" y="20774"/>
                </a:lnTo>
                <a:lnTo>
                  <a:pt x="531756" y="20941"/>
                </a:lnTo>
                <a:lnTo>
                  <a:pt x="531896" y="21113"/>
                </a:lnTo>
                <a:lnTo>
                  <a:pt x="532031" y="21288"/>
                </a:lnTo>
                <a:lnTo>
                  <a:pt x="532162" y="21468"/>
                </a:lnTo>
                <a:lnTo>
                  <a:pt x="532288" y="21652"/>
                </a:lnTo>
                <a:lnTo>
                  <a:pt x="532409" y="21840"/>
                </a:lnTo>
                <a:lnTo>
                  <a:pt x="532524" y="22032"/>
                </a:lnTo>
                <a:lnTo>
                  <a:pt x="532634" y="22228"/>
                </a:lnTo>
                <a:lnTo>
                  <a:pt x="532739" y="22429"/>
                </a:lnTo>
                <a:lnTo>
                  <a:pt x="532838" y="22633"/>
                </a:lnTo>
                <a:lnTo>
                  <a:pt x="532932" y="22843"/>
                </a:lnTo>
                <a:lnTo>
                  <a:pt x="533020" y="23056"/>
                </a:lnTo>
                <a:lnTo>
                  <a:pt x="533103" y="23273"/>
                </a:lnTo>
                <a:lnTo>
                  <a:pt x="533181" y="23495"/>
                </a:lnTo>
                <a:lnTo>
                  <a:pt x="533253" y="23721"/>
                </a:lnTo>
                <a:lnTo>
                  <a:pt x="533320" y="23951"/>
                </a:lnTo>
                <a:lnTo>
                  <a:pt x="533382" y="24186"/>
                </a:lnTo>
                <a:lnTo>
                  <a:pt x="533438" y="24424"/>
                </a:lnTo>
                <a:lnTo>
                  <a:pt x="533489" y="24667"/>
                </a:lnTo>
                <a:lnTo>
                  <a:pt x="533535" y="24914"/>
                </a:lnTo>
                <a:lnTo>
                  <a:pt x="533575" y="25166"/>
                </a:lnTo>
                <a:lnTo>
                  <a:pt x="533610" y="25421"/>
                </a:lnTo>
                <a:lnTo>
                  <a:pt x="533640" y="25681"/>
                </a:lnTo>
                <a:lnTo>
                  <a:pt x="533664" y="25945"/>
                </a:lnTo>
                <a:lnTo>
                  <a:pt x="533682" y="26214"/>
                </a:lnTo>
                <a:lnTo>
                  <a:pt x="533696" y="26486"/>
                </a:lnTo>
                <a:lnTo>
                  <a:pt x="533704" y="26763"/>
                </a:lnTo>
                <a:lnTo>
                  <a:pt x="533707" y="27044"/>
                </a:lnTo>
                <a:lnTo>
                  <a:pt x="533701" y="27464"/>
                </a:lnTo>
                <a:lnTo>
                  <a:pt x="533686" y="27882"/>
                </a:lnTo>
                <a:lnTo>
                  <a:pt x="533659" y="28297"/>
                </a:lnTo>
                <a:lnTo>
                  <a:pt x="533623" y="28708"/>
                </a:lnTo>
                <a:lnTo>
                  <a:pt x="533575" y="29117"/>
                </a:lnTo>
                <a:lnTo>
                  <a:pt x="533518" y="29523"/>
                </a:lnTo>
                <a:lnTo>
                  <a:pt x="533449" y="29927"/>
                </a:lnTo>
                <a:lnTo>
                  <a:pt x="533371" y="30327"/>
                </a:lnTo>
                <a:lnTo>
                  <a:pt x="533281" y="30724"/>
                </a:lnTo>
                <a:lnTo>
                  <a:pt x="533182" y="31119"/>
                </a:lnTo>
                <a:lnTo>
                  <a:pt x="533072" y="31510"/>
                </a:lnTo>
                <a:lnTo>
                  <a:pt x="532951" y="31899"/>
                </a:lnTo>
                <a:lnTo>
                  <a:pt x="532820" y="32285"/>
                </a:lnTo>
                <a:lnTo>
                  <a:pt x="532678" y="32668"/>
                </a:lnTo>
                <a:lnTo>
                  <a:pt x="532526" y="33048"/>
                </a:lnTo>
                <a:lnTo>
                  <a:pt x="532363" y="33425"/>
                </a:lnTo>
                <a:lnTo>
                  <a:pt x="532190" y="33799"/>
                </a:lnTo>
                <a:lnTo>
                  <a:pt x="532006" y="34170"/>
                </a:lnTo>
                <a:lnTo>
                  <a:pt x="531812" y="34539"/>
                </a:lnTo>
                <a:lnTo>
                  <a:pt x="531607" y="34904"/>
                </a:lnTo>
                <a:lnTo>
                  <a:pt x="531392" y="35267"/>
                </a:lnTo>
                <a:lnTo>
                  <a:pt x="531166" y="35627"/>
                </a:lnTo>
                <a:lnTo>
                  <a:pt x="530930" y="35983"/>
                </a:lnTo>
                <a:lnTo>
                  <a:pt x="530683" y="36337"/>
                </a:lnTo>
                <a:lnTo>
                  <a:pt x="530427" y="36686"/>
                </a:lnTo>
                <a:lnTo>
                  <a:pt x="530164" y="37026"/>
                </a:lnTo>
                <a:lnTo>
                  <a:pt x="529893" y="37359"/>
                </a:lnTo>
                <a:lnTo>
                  <a:pt x="529613" y="37683"/>
                </a:lnTo>
                <a:lnTo>
                  <a:pt x="529327" y="38000"/>
                </a:lnTo>
                <a:lnTo>
                  <a:pt x="529032" y="38308"/>
                </a:lnTo>
                <a:lnTo>
                  <a:pt x="528730" y="38609"/>
                </a:lnTo>
                <a:lnTo>
                  <a:pt x="528419" y="38901"/>
                </a:lnTo>
                <a:lnTo>
                  <a:pt x="528102" y="39186"/>
                </a:lnTo>
                <a:lnTo>
                  <a:pt x="527776" y="39462"/>
                </a:lnTo>
                <a:lnTo>
                  <a:pt x="527443" y="39730"/>
                </a:lnTo>
                <a:lnTo>
                  <a:pt x="527101" y="39991"/>
                </a:lnTo>
                <a:lnTo>
                  <a:pt x="526752" y="40243"/>
                </a:lnTo>
                <a:lnTo>
                  <a:pt x="526396" y="40487"/>
                </a:lnTo>
                <a:lnTo>
                  <a:pt x="526031" y="40724"/>
                </a:lnTo>
                <a:lnTo>
                  <a:pt x="525659" y="40952"/>
                </a:lnTo>
                <a:lnTo>
                  <a:pt x="525279" y="41172"/>
                </a:lnTo>
                <a:lnTo>
                  <a:pt x="524891" y="41385"/>
                </a:lnTo>
                <a:lnTo>
                  <a:pt x="524496" y="41589"/>
                </a:lnTo>
                <a:lnTo>
                  <a:pt x="524093" y="41785"/>
                </a:lnTo>
                <a:lnTo>
                  <a:pt x="523682" y="41973"/>
                </a:lnTo>
                <a:lnTo>
                  <a:pt x="523263" y="42154"/>
                </a:lnTo>
                <a:lnTo>
                  <a:pt x="522836" y="42326"/>
                </a:lnTo>
                <a:lnTo>
                  <a:pt x="522402" y="42490"/>
                </a:lnTo>
                <a:lnTo>
                  <a:pt x="521946" y="42647"/>
                </a:lnTo>
                <a:lnTo>
                  <a:pt x="521453" y="42797"/>
                </a:lnTo>
                <a:lnTo>
                  <a:pt x="520924" y="42941"/>
                </a:lnTo>
                <a:lnTo>
                  <a:pt x="520359" y="43078"/>
                </a:lnTo>
                <a:lnTo>
                  <a:pt x="519758" y="43208"/>
                </a:lnTo>
                <a:lnTo>
                  <a:pt x="519120" y="43331"/>
                </a:lnTo>
                <a:lnTo>
                  <a:pt x="518446" y="43448"/>
                </a:lnTo>
                <a:lnTo>
                  <a:pt x="517736" y="43558"/>
                </a:lnTo>
                <a:lnTo>
                  <a:pt x="516989" y="43662"/>
                </a:lnTo>
                <a:lnTo>
                  <a:pt x="516206" y="43758"/>
                </a:lnTo>
                <a:lnTo>
                  <a:pt x="515387" y="43849"/>
                </a:lnTo>
                <a:lnTo>
                  <a:pt x="514532" y="43932"/>
                </a:lnTo>
                <a:lnTo>
                  <a:pt x="513640" y="44009"/>
                </a:lnTo>
                <a:lnTo>
                  <a:pt x="512712" y="44079"/>
                </a:lnTo>
                <a:lnTo>
                  <a:pt x="511748" y="44142"/>
                </a:lnTo>
                <a:lnTo>
                  <a:pt x="510747" y="44199"/>
                </a:lnTo>
                <a:lnTo>
                  <a:pt x="509710" y="44249"/>
                </a:lnTo>
                <a:lnTo>
                  <a:pt x="508637" y="44292"/>
                </a:lnTo>
                <a:lnTo>
                  <a:pt x="507528" y="44329"/>
                </a:lnTo>
                <a:lnTo>
                  <a:pt x="506382" y="44359"/>
                </a:lnTo>
                <a:lnTo>
                  <a:pt x="505200" y="44383"/>
                </a:lnTo>
                <a:lnTo>
                  <a:pt x="503982" y="44399"/>
                </a:lnTo>
                <a:lnTo>
                  <a:pt x="502727" y="44409"/>
                </a:lnTo>
                <a:lnTo>
                  <a:pt x="501436" y="44413"/>
                </a:lnTo>
                <a:lnTo>
                  <a:pt x="495324" y="44413"/>
                </a:lnTo>
                <a:lnTo>
                  <a:pt x="501173" y="17300"/>
                </a:lnTo>
                <a:lnTo>
                  <a:pt x="515370" y="17300"/>
                </a:lnTo>
                <a:lnTo>
                  <a:pt x="516163" y="17302"/>
                </a:lnTo>
                <a:lnTo>
                  <a:pt x="516932" y="17307"/>
                </a:lnTo>
                <a:close/>
                <a:moveTo>
                  <a:pt x="420535" y="65955"/>
                </a:moveTo>
                <a:lnTo>
                  <a:pt x="420624" y="65486"/>
                </a:lnTo>
                <a:lnTo>
                  <a:pt x="420708" y="65013"/>
                </a:lnTo>
                <a:lnTo>
                  <a:pt x="420788" y="64535"/>
                </a:lnTo>
                <a:lnTo>
                  <a:pt x="420863" y="64053"/>
                </a:lnTo>
                <a:lnTo>
                  <a:pt x="420934" y="63566"/>
                </a:lnTo>
                <a:lnTo>
                  <a:pt x="421000" y="63074"/>
                </a:lnTo>
                <a:lnTo>
                  <a:pt x="421062" y="62577"/>
                </a:lnTo>
                <a:lnTo>
                  <a:pt x="421119" y="62076"/>
                </a:lnTo>
                <a:lnTo>
                  <a:pt x="421172" y="61569"/>
                </a:lnTo>
                <a:lnTo>
                  <a:pt x="421219" y="61059"/>
                </a:lnTo>
                <a:lnTo>
                  <a:pt x="421263" y="60543"/>
                </a:lnTo>
                <a:lnTo>
                  <a:pt x="421302" y="60023"/>
                </a:lnTo>
                <a:lnTo>
                  <a:pt x="421336" y="59498"/>
                </a:lnTo>
                <a:lnTo>
                  <a:pt x="421365" y="58968"/>
                </a:lnTo>
                <a:lnTo>
                  <a:pt x="421391" y="58434"/>
                </a:lnTo>
                <a:lnTo>
                  <a:pt x="421411" y="57895"/>
                </a:lnTo>
                <a:lnTo>
                  <a:pt x="421427" y="57351"/>
                </a:lnTo>
                <a:lnTo>
                  <a:pt x="421439" y="56802"/>
                </a:lnTo>
                <a:lnTo>
                  <a:pt x="421445" y="56249"/>
                </a:lnTo>
                <a:lnTo>
                  <a:pt x="421448" y="55691"/>
                </a:lnTo>
                <a:lnTo>
                  <a:pt x="421435" y="54533"/>
                </a:lnTo>
                <a:lnTo>
                  <a:pt x="421395" y="53396"/>
                </a:lnTo>
                <a:lnTo>
                  <a:pt x="421330" y="52281"/>
                </a:lnTo>
                <a:lnTo>
                  <a:pt x="421238" y="51188"/>
                </a:lnTo>
                <a:lnTo>
                  <a:pt x="421120" y="50116"/>
                </a:lnTo>
                <a:lnTo>
                  <a:pt x="420975" y="49066"/>
                </a:lnTo>
                <a:lnTo>
                  <a:pt x="420805" y="48038"/>
                </a:lnTo>
                <a:lnTo>
                  <a:pt x="420608" y="47031"/>
                </a:lnTo>
                <a:lnTo>
                  <a:pt x="420385" y="46046"/>
                </a:lnTo>
                <a:lnTo>
                  <a:pt x="420135" y="45083"/>
                </a:lnTo>
                <a:lnTo>
                  <a:pt x="419860" y="44141"/>
                </a:lnTo>
                <a:lnTo>
                  <a:pt x="419558" y="43221"/>
                </a:lnTo>
                <a:lnTo>
                  <a:pt x="419230" y="42323"/>
                </a:lnTo>
                <a:lnTo>
                  <a:pt x="418876" y="41446"/>
                </a:lnTo>
                <a:lnTo>
                  <a:pt x="418495" y="40591"/>
                </a:lnTo>
                <a:lnTo>
                  <a:pt x="418088" y="39757"/>
                </a:lnTo>
                <a:lnTo>
                  <a:pt x="417655" y="38946"/>
                </a:lnTo>
                <a:lnTo>
                  <a:pt x="417196" y="38156"/>
                </a:lnTo>
                <a:lnTo>
                  <a:pt x="416711" y="37387"/>
                </a:lnTo>
                <a:lnTo>
                  <a:pt x="416199" y="36641"/>
                </a:lnTo>
                <a:lnTo>
                  <a:pt x="415661" y="35915"/>
                </a:lnTo>
                <a:lnTo>
                  <a:pt x="415097" y="35212"/>
                </a:lnTo>
                <a:lnTo>
                  <a:pt x="414506" y="34530"/>
                </a:lnTo>
                <a:lnTo>
                  <a:pt x="413889" y="33870"/>
                </a:lnTo>
                <a:lnTo>
                  <a:pt x="413250" y="33235"/>
                </a:lnTo>
                <a:lnTo>
                  <a:pt x="412593" y="32626"/>
                </a:lnTo>
                <a:lnTo>
                  <a:pt x="411918" y="32044"/>
                </a:lnTo>
                <a:lnTo>
                  <a:pt x="411224" y="31490"/>
                </a:lnTo>
                <a:lnTo>
                  <a:pt x="410512" y="30962"/>
                </a:lnTo>
                <a:lnTo>
                  <a:pt x="409782" y="30462"/>
                </a:lnTo>
                <a:lnTo>
                  <a:pt x="409033" y="29988"/>
                </a:lnTo>
                <a:lnTo>
                  <a:pt x="408266" y="29542"/>
                </a:lnTo>
                <a:lnTo>
                  <a:pt x="407481" y="29123"/>
                </a:lnTo>
                <a:lnTo>
                  <a:pt x="406678" y="28731"/>
                </a:lnTo>
                <a:lnTo>
                  <a:pt x="405856" y="28365"/>
                </a:lnTo>
                <a:lnTo>
                  <a:pt x="405017" y="28027"/>
                </a:lnTo>
                <a:lnTo>
                  <a:pt x="404159" y="27716"/>
                </a:lnTo>
                <a:lnTo>
                  <a:pt x="403282" y="27432"/>
                </a:lnTo>
                <a:lnTo>
                  <a:pt x="402388" y="27175"/>
                </a:lnTo>
                <a:lnTo>
                  <a:pt x="401475" y="26945"/>
                </a:lnTo>
                <a:lnTo>
                  <a:pt x="400544" y="26742"/>
                </a:lnTo>
                <a:lnTo>
                  <a:pt x="399594" y="26566"/>
                </a:lnTo>
                <a:lnTo>
                  <a:pt x="398627" y="26418"/>
                </a:lnTo>
                <a:lnTo>
                  <a:pt x="397641" y="26296"/>
                </a:lnTo>
                <a:lnTo>
                  <a:pt x="396637" y="26201"/>
                </a:lnTo>
                <a:lnTo>
                  <a:pt x="395614" y="26134"/>
                </a:lnTo>
                <a:lnTo>
                  <a:pt x="394574" y="26093"/>
                </a:lnTo>
                <a:lnTo>
                  <a:pt x="393515" y="26080"/>
                </a:lnTo>
                <a:lnTo>
                  <a:pt x="391855" y="26105"/>
                </a:lnTo>
                <a:lnTo>
                  <a:pt x="390227" y="26183"/>
                </a:lnTo>
                <a:lnTo>
                  <a:pt x="388632" y="26312"/>
                </a:lnTo>
                <a:lnTo>
                  <a:pt x="387069" y="26493"/>
                </a:lnTo>
                <a:lnTo>
                  <a:pt x="385537" y="26725"/>
                </a:lnTo>
                <a:lnTo>
                  <a:pt x="384038" y="27009"/>
                </a:lnTo>
                <a:lnTo>
                  <a:pt x="382572" y="27345"/>
                </a:lnTo>
                <a:lnTo>
                  <a:pt x="381137" y="27732"/>
                </a:lnTo>
                <a:lnTo>
                  <a:pt x="379734" y="28171"/>
                </a:lnTo>
                <a:lnTo>
                  <a:pt x="378364" y="28662"/>
                </a:lnTo>
                <a:lnTo>
                  <a:pt x="377026" y="29204"/>
                </a:lnTo>
                <a:lnTo>
                  <a:pt x="375720" y="29798"/>
                </a:lnTo>
                <a:lnTo>
                  <a:pt x="374446" y="30443"/>
                </a:lnTo>
                <a:lnTo>
                  <a:pt x="373205" y="31141"/>
                </a:lnTo>
                <a:lnTo>
                  <a:pt x="371995" y="31889"/>
                </a:lnTo>
                <a:lnTo>
                  <a:pt x="370818" y="32690"/>
                </a:lnTo>
                <a:lnTo>
                  <a:pt x="369673" y="33542"/>
                </a:lnTo>
                <a:lnTo>
                  <a:pt x="368560" y="34446"/>
                </a:lnTo>
                <a:lnTo>
                  <a:pt x="367480" y="35401"/>
                </a:lnTo>
                <a:lnTo>
                  <a:pt x="366431" y="36408"/>
                </a:lnTo>
                <a:lnTo>
                  <a:pt x="365415" y="37467"/>
                </a:lnTo>
                <a:lnTo>
                  <a:pt x="364431" y="38577"/>
                </a:lnTo>
                <a:lnTo>
                  <a:pt x="363479" y="39739"/>
                </a:lnTo>
                <a:lnTo>
                  <a:pt x="362559" y="40953"/>
                </a:lnTo>
                <a:lnTo>
                  <a:pt x="361910" y="41875"/>
                </a:lnTo>
                <a:lnTo>
                  <a:pt x="361289" y="42807"/>
                </a:lnTo>
                <a:lnTo>
                  <a:pt x="360695" y="43750"/>
                </a:lnTo>
                <a:lnTo>
                  <a:pt x="360129" y="44704"/>
                </a:lnTo>
                <a:lnTo>
                  <a:pt x="359590" y="45669"/>
                </a:lnTo>
                <a:lnTo>
                  <a:pt x="359080" y="46644"/>
                </a:lnTo>
                <a:lnTo>
                  <a:pt x="358596" y="47630"/>
                </a:lnTo>
                <a:lnTo>
                  <a:pt x="358141" y="48627"/>
                </a:lnTo>
                <a:lnTo>
                  <a:pt x="357713" y="49635"/>
                </a:lnTo>
                <a:lnTo>
                  <a:pt x="357312" y="50654"/>
                </a:lnTo>
                <a:lnTo>
                  <a:pt x="356940" y="51683"/>
                </a:lnTo>
                <a:lnTo>
                  <a:pt x="356594" y="52723"/>
                </a:lnTo>
                <a:lnTo>
                  <a:pt x="356277" y="53774"/>
                </a:lnTo>
                <a:lnTo>
                  <a:pt x="355987" y="54836"/>
                </a:lnTo>
                <a:lnTo>
                  <a:pt x="355725" y="55909"/>
                </a:lnTo>
                <a:lnTo>
                  <a:pt x="355490" y="56992"/>
                </a:lnTo>
                <a:lnTo>
                  <a:pt x="355283" y="58086"/>
                </a:lnTo>
                <a:lnTo>
                  <a:pt x="355103" y="59191"/>
                </a:lnTo>
                <a:lnTo>
                  <a:pt x="354951" y="60306"/>
                </a:lnTo>
                <a:lnTo>
                  <a:pt x="354827" y="61433"/>
                </a:lnTo>
                <a:lnTo>
                  <a:pt x="354731" y="62570"/>
                </a:lnTo>
                <a:lnTo>
                  <a:pt x="354662" y="63718"/>
                </a:lnTo>
                <a:lnTo>
                  <a:pt x="354620" y="64877"/>
                </a:lnTo>
                <a:lnTo>
                  <a:pt x="354606" y="66046"/>
                </a:lnTo>
                <a:lnTo>
                  <a:pt x="354622" y="67238"/>
                </a:lnTo>
                <a:lnTo>
                  <a:pt x="354667" y="68410"/>
                </a:lnTo>
                <a:lnTo>
                  <a:pt x="354744" y="69563"/>
                </a:lnTo>
                <a:lnTo>
                  <a:pt x="354851" y="70695"/>
                </a:lnTo>
                <a:lnTo>
                  <a:pt x="354989" y="71809"/>
                </a:lnTo>
                <a:lnTo>
                  <a:pt x="355157" y="72902"/>
                </a:lnTo>
                <a:lnTo>
                  <a:pt x="355356" y="73976"/>
                </a:lnTo>
                <a:lnTo>
                  <a:pt x="355585" y="75031"/>
                </a:lnTo>
                <a:lnTo>
                  <a:pt x="355845" y="76065"/>
                </a:lnTo>
                <a:lnTo>
                  <a:pt x="356135" y="77080"/>
                </a:lnTo>
                <a:lnTo>
                  <a:pt x="356456" y="78076"/>
                </a:lnTo>
                <a:lnTo>
                  <a:pt x="356808" y="79052"/>
                </a:lnTo>
                <a:lnTo>
                  <a:pt x="357190" y="80008"/>
                </a:lnTo>
                <a:lnTo>
                  <a:pt x="357603" y="80944"/>
                </a:lnTo>
                <a:lnTo>
                  <a:pt x="358047" y="81861"/>
                </a:lnTo>
                <a:lnTo>
                  <a:pt x="358521" y="82758"/>
                </a:lnTo>
                <a:lnTo>
                  <a:pt x="359025" y="83636"/>
                </a:lnTo>
                <a:lnTo>
                  <a:pt x="359560" y="84494"/>
                </a:lnTo>
                <a:lnTo>
                  <a:pt x="360126" y="85332"/>
                </a:lnTo>
                <a:lnTo>
                  <a:pt x="360722" y="86151"/>
                </a:lnTo>
                <a:lnTo>
                  <a:pt x="361349" y="86950"/>
                </a:lnTo>
                <a:lnTo>
                  <a:pt x="362007" y="87729"/>
                </a:lnTo>
                <a:lnTo>
                  <a:pt x="362695" y="88489"/>
                </a:lnTo>
                <a:lnTo>
                  <a:pt x="363413" y="89229"/>
                </a:lnTo>
                <a:lnTo>
                  <a:pt x="364156" y="89944"/>
                </a:lnTo>
                <a:lnTo>
                  <a:pt x="364918" y="90628"/>
                </a:lnTo>
                <a:lnTo>
                  <a:pt x="365697" y="91283"/>
                </a:lnTo>
                <a:lnTo>
                  <a:pt x="366495" y="91906"/>
                </a:lnTo>
                <a:lnTo>
                  <a:pt x="367311" y="92500"/>
                </a:lnTo>
                <a:lnTo>
                  <a:pt x="368145" y="93063"/>
                </a:lnTo>
                <a:lnTo>
                  <a:pt x="368998" y="93595"/>
                </a:lnTo>
                <a:lnTo>
                  <a:pt x="369869" y="94097"/>
                </a:lnTo>
                <a:lnTo>
                  <a:pt x="370758" y="94569"/>
                </a:lnTo>
                <a:lnTo>
                  <a:pt x="371665" y="95010"/>
                </a:lnTo>
                <a:lnTo>
                  <a:pt x="372591" y="95421"/>
                </a:lnTo>
                <a:lnTo>
                  <a:pt x="373535" y="95801"/>
                </a:lnTo>
                <a:lnTo>
                  <a:pt x="374497" y="96151"/>
                </a:lnTo>
                <a:lnTo>
                  <a:pt x="375477" y="96470"/>
                </a:lnTo>
                <a:lnTo>
                  <a:pt x="376476" y="96760"/>
                </a:lnTo>
                <a:lnTo>
                  <a:pt x="377493" y="97018"/>
                </a:lnTo>
                <a:lnTo>
                  <a:pt x="378528" y="97246"/>
                </a:lnTo>
                <a:lnTo>
                  <a:pt x="379581" y="97444"/>
                </a:lnTo>
                <a:lnTo>
                  <a:pt x="380653" y="97612"/>
                </a:lnTo>
                <a:lnTo>
                  <a:pt x="381743" y="97748"/>
                </a:lnTo>
                <a:lnTo>
                  <a:pt x="382851" y="97855"/>
                </a:lnTo>
                <a:lnTo>
                  <a:pt x="383978" y="97931"/>
                </a:lnTo>
                <a:lnTo>
                  <a:pt x="385122" y="97977"/>
                </a:lnTo>
                <a:lnTo>
                  <a:pt x="386285" y="97992"/>
                </a:lnTo>
                <a:lnTo>
                  <a:pt x="387136" y="97983"/>
                </a:lnTo>
                <a:lnTo>
                  <a:pt x="387980" y="97957"/>
                </a:lnTo>
                <a:lnTo>
                  <a:pt x="388817" y="97914"/>
                </a:lnTo>
                <a:lnTo>
                  <a:pt x="389647" y="97853"/>
                </a:lnTo>
                <a:lnTo>
                  <a:pt x="390470" y="97775"/>
                </a:lnTo>
                <a:lnTo>
                  <a:pt x="391286" y="97679"/>
                </a:lnTo>
                <a:lnTo>
                  <a:pt x="392096" y="97566"/>
                </a:lnTo>
                <a:lnTo>
                  <a:pt x="392898" y="97436"/>
                </a:lnTo>
                <a:lnTo>
                  <a:pt x="393693" y="97288"/>
                </a:lnTo>
                <a:lnTo>
                  <a:pt x="394481" y="97123"/>
                </a:lnTo>
                <a:lnTo>
                  <a:pt x="395263" y="96941"/>
                </a:lnTo>
                <a:lnTo>
                  <a:pt x="396037" y="96741"/>
                </a:lnTo>
                <a:lnTo>
                  <a:pt x="396805" y="96524"/>
                </a:lnTo>
                <a:lnTo>
                  <a:pt x="397565" y="96289"/>
                </a:lnTo>
                <a:lnTo>
                  <a:pt x="398318" y="96038"/>
                </a:lnTo>
                <a:lnTo>
                  <a:pt x="399065" y="95768"/>
                </a:lnTo>
                <a:lnTo>
                  <a:pt x="399805" y="95482"/>
                </a:lnTo>
                <a:lnTo>
                  <a:pt x="400537" y="95178"/>
                </a:lnTo>
                <a:lnTo>
                  <a:pt x="401263" y="94856"/>
                </a:lnTo>
                <a:lnTo>
                  <a:pt x="401981" y="94518"/>
                </a:lnTo>
                <a:lnTo>
                  <a:pt x="402693" y="94162"/>
                </a:lnTo>
                <a:lnTo>
                  <a:pt x="403398" y="93788"/>
                </a:lnTo>
                <a:lnTo>
                  <a:pt x="404096" y="93397"/>
                </a:lnTo>
                <a:lnTo>
                  <a:pt x="404787" y="92989"/>
                </a:lnTo>
                <a:lnTo>
                  <a:pt x="405468" y="92563"/>
                </a:lnTo>
                <a:lnTo>
                  <a:pt x="406138" y="92120"/>
                </a:lnTo>
                <a:lnTo>
                  <a:pt x="406797" y="91660"/>
                </a:lnTo>
                <a:lnTo>
                  <a:pt x="407444" y="91182"/>
                </a:lnTo>
                <a:lnTo>
                  <a:pt x="408079" y="90687"/>
                </a:lnTo>
                <a:lnTo>
                  <a:pt x="408703" y="90175"/>
                </a:lnTo>
                <a:lnTo>
                  <a:pt x="409316" y="89645"/>
                </a:lnTo>
                <a:lnTo>
                  <a:pt x="409917" y="89098"/>
                </a:lnTo>
                <a:lnTo>
                  <a:pt x="410506" y="88533"/>
                </a:lnTo>
                <a:lnTo>
                  <a:pt x="411084" y="87951"/>
                </a:lnTo>
                <a:lnTo>
                  <a:pt x="411650" y="87352"/>
                </a:lnTo>
                <a:lnTo>
                  <a:pt x="412205" y="86735"/>
                </a:lnTo>
                <a:lnTo>
                  <a:pt x="412749" y="86101"/>
                </a:lnTo>
                <a:lnTo>
                  <a:pt x="413280" y="85450"/>
                </a:lnTo>
                <a:lnTo>
                  <a:pt x="413801" y="84781"/>
                </a:lnTo>
                <a:lnTo>
                  <a:pt x="414309" y="84095"/>
                </a:lnTo>
                <a:lnTo>
                  <a:pt x="414806" y="83391"/>
                </a:lnTo>
                <a:lnTo>
                  <a:pt x="415292" y="82671"/>
                </a:lnTo>
                <a:lnTo>
                  <a:pt x="415766" y="81932"/>
                </a:lnTo>
                <a:lnTo>
                  <a:pt x="416229" y="81177"/>
                </a:lnTo>
                <a:lnTo>
                  <a:pt x="416680" y="80404"/>
                </a:lnTo>
                <a:lnTo>
                  <a:pt x="417120" y="79613"/>
                </a:lnTo>
                <a:lnTo>
                  <a:pt x="417548" y="78805"/>
                </a:lnTo>
                <a:lnTo>
                  <a:pt x="417964" y="77980"/>
                </a:lnTo>
                <a:lnTo>
                  <a:pt x="401073" y="75140"/>
                </a:lnTo>
                <a:lnTo>
                  <a:pt x="400628" y="75920"/>
                </a:lnTo>
                <a:lnTo>
                  <a:pt x="400168" y="76666"/>
                </a:lnTo>
                <a:lnTo>
                  <a:pt x="399694" y="77379"/>
                </a:lnTo>
                <a:lnTo>
                  <a:pt x="399206" y="78059"/>
                </a:lnTo>
                <a:lnTo>
                  <a:pt x="398703" y="78706"/>
                </a:lnTo>
                <a:lnTo>
                  <a:pt x="398185" y="79320"/>
                </a:lnTo>
                <a:lnTo>
                  <a:pt x="397654" y="79900"/>
                </a:lnTo>
                <a:lnTo>
                  <a:pt x="397108" y="80448"/>
                </a:lnTo>
                <a:lnTo>
                  <a:pt x="396547" y="80962"/>
                </a:lnTo>
                <a:lnTo>
                  <a:pt x="395973" y="81443"/>
                </a:lnTo>
                <a:lnTo>
                  <a:pt x="395384" y="81891"/>
                </a:lnTo>
                <a:lnTo>
                  <a:pt x="394780" y="82305"/>
                </a:lnTo>
                <a:lnTo>
                  <a:pt x="394162" y="82687"/>
                </a:lnTo>
                <a:lnTo>
                  <a:pt x="393530" y="83035"/>
                </a:lnTo>
                <a:lnTo>
                  <a:pt x="392883" y="83350"/>
                </a:lnTo>
                <a:lnTo>
                  <a:pt x="392222" y="83632"/>
                </a:lnTo>
                <a:lnTo>
                  <a:pt x="391547" y="83881"/>
                </a:lnTo>
                <a:lnTo>
                  <a:pt x="390857" y="84097"/>
                </a:lnTo>
                <a:lnTo>
                  <a:pt x="390153" y="84279"/>
                </a:lnTo>
                <a:lnTo>
                  <a:pt x="389435" y="84428"/>
                </a:lnTo>
                <a:lnTo>
                  <a:pt x="388702" y="84545"/>
                </a:lnTo>
                <a:lnTo>
                  <a:pt x="387954" y="84628"/>
                </a:lnTo>
                <a:lnTo>
                  <a:pt x="387193" y="84677"/>
                </a:lnTo>
                <a:lnTo>
                  <a:pt x="386417" y="84694"/>
                </a:lnTo>
                <a:lnTo>
                  <a:pt x="385943" y="84687"/>
                </a:lnTo>
                <a:lnTo>
                  <a:pt x="385476" y="84665"/>
                </a:lnTo>
                <a:lnTo>
                  <a:pt x="385014" y="84628"/>
                </a:lnTo>
                <a:lnTo>
                  <a:pt x="384559" y="84577"/>
                </a:lnTo>
                <a:lnTo>
                  <a:pt x="384110" y="84512"/>
                </a:lnTo>
                <a:lnTo>
                  <a:pt x="383667" y="84432"/>
                </a:lnTo>
                <a:lnTo>
                  <a:pt x="383229" y="84337"/>
                </a:lnTo>
                <a:lnTo>
                  <a:pt x="382798" y="84228"/>
                </a:lnTo>
                <a:lnTo>
                  <a:pt x="382373" y="84104"/>
                </a:lnTo>
                <a:lnTo>
                  <a:pt x="381954" y="83965"/>
                </a:lnTo>
                <a:lnTo>
                  <a:pt x="381541" y="83812"/>
                </a:lnTo>
                <a:lnTo>
                  <a:pt x="381134" y="83645"/>
                </a:lnTo>
                <a:lnTo>
                  <a:pt x="380733" y="83463"/>
                </a:lnTo>
                <a:lnTo>
                  <a:pt x="380338" y="83266"/>
                </a:lnTo>
                <a:lnTo>
                  <a:pt x="379950" y="83055"/>
                </a:lnTo>
                <a:lnTo>
                  <a:pt x="379567" y="82829"/>
                </a:lnTo>
                <a:lnTo>
                  <a:pt x="379190" y="82589"/>
                </a:lnTo>
                <a:lnTo>
                  <a:pt x="378819" y="82334"/>
                </a:lnTo>
                <a:lnTo>
                  <a:pt x="378455" y="82064"/>
                </a:lnTo>
                <a:lnTo>
                  <a:pt x="378096" y="81780"/>
                </a:lnTo>
                <a:lnTo>
                  <a:pt x="377744" y="81481"/>
                </a:lnTo>
                <a:lnTo>
                  <a:pt x="377397" y="81168"/>
                </a:lnTo>
                <a:lnTo>
                  <a:pt x="377057" y="80840"/>
                </a:lnTo>
                <a:lnTo>
                  <a:pt x="376722" y="80498"/>
                </a:lnTo>
                <a:lnTo>
                  <a:pt x="376398" y="80144"/>
                </a:lnTo>
                <a:lnTo>
                  <a:pt x="376087" y="79780"/>
                </a:lnTo>
                <a:lnTo>
                  <a:pt x="375790" y="79408"/>
                </a:lnTo>
                <a:lnTo>
                  <a:pt x="375507" y="79026"/>
                </a:lnTo>
                <a:lnTo>
                  <a:pt x="375238" y="78635"/>
                </a:lnTo>
                <a:lnTo>
                  <a:pt x="374983" y="78235"/>
                </a:lnTo>
                <a:lnTo>
                  <a:pt x="374741" y="77825"/>
                </a:lnTo>
                <a:lnTo>
                  <a:pt x="374513" y="77407"/>
                </a:lnTo>
                <a:lnTo>
                  <a:pt x="374299" y="76979"/>
                </a:lnTo>
                <a:lnTo>
                  <a:pt x="374099" y="76542"/>
                </a:lnTo>
                <a:lnTo>
                  <a:pt x="373913" y="76096"/>
                </a:lnTo>
                <a:lnTo>
                  <a:pt x="373740" y="75640"/>
                </a:lnTo>
                <a:lnTo>
                  <a:pt x="373581" y="75176"/>
                </a:lnTo>
                <a:lnTo>
                  <a:pt x="373436" y="74702"/>
                </a:lnTo>
                <a:lnTo>
                  <a:pt x="373305" y="74219"/>
                </a:lnTo>
                <a:lnTo>
                  <a:pt x="373188" y="73727"/>
                </a:lnTo>
                <a:lnTo>
                  <a:pt x="373084" y="73226"/>
                </a:lnTo>
                <a:lnTo>
                  <a:pt x="372995" y="72715"/>
                </a:lnTo>
                <a:lnTo>
                  <a:pt x="372919" y="72196"/>
                </a:lnTo>
                <a:lnTo>
                  <a:pt x="372857" y="71667"/>
                </a:lnTo>
                <a:lnTo>
                  <a:pt x="372808" y="71129"/>
                </a:lnTo>
                <a:lnTo>
                  <a:pt x="372774" y="70581"/>
                </a:lnTo>
                <a:lnTo>
                  <a:pt x="372753" y="70025"/>
                </a:lnTo>
                <a:lnTo>
                  <a:pt x="372746" y="69459"/>
                </a:lnTo>
                <a:lnTo>
                  <a:pt x="372746" y="69410"/>
                </a:lnTo>
                <a:lnTo>
                  <a:pt x="372747" y="69359"/>
                </a:lnTo>
                <a:lnTo>
                  <a:pt x="372747" y="69306"/>
                </a:lnTo>
                <a:lnTo>
                  <a:pt x="372748" y="69251"/>
                </a:lnTo>
                <a:lnTo>
                  <a:pt x="372749" y="69195"/>
                </a:lnTo>
                <a:lnTo>
                  <a:pt x="372750" y="69137"/>
                </a:lnTo>
                <a:lnTo>
                  <a:pt x="372752" y="69076"/>
                </a:lnTo>
                <a:lnTo>
                  <a:pt x="372753" y="69015"/>
                </a:lnTo>
                <a:lnTo>
                  <a:pt x="372755" y="68951"/>
                </a:lnTo>
                <a:lnTo>
                  <a:pt x="372758" y="68886"/>
                </a:lnTo>
                <a:lnTo>
                  <a:pt x="372760" y="68818"/>
                </a:lnTo>
                <a:lnTo>
                  <a:pt x="372763" y="68749"/>
                </a:lnTo>
                <a:lnTo>
                  <a:pt x="372765" y="68678"/>
                </a:lnTo>
                <a:lnTo>
                  <a:pt x="372769" y="68606"/>
                </a:lnTo>
                <a:lnTo>
                  <a:pt x="372772" y="68531"/>
                </a:lnTo>
                <a:lnTo>
                  <a:pt x="372775" y="68455"/>
                </a:lnTo>
                <a:lnTo>
                  <a:pt x="372779" y="68377"/>
                </a:lnTo>
                <a:lnTo>
                  <a:pt x="372783" y="68297"/>
                </a:lnTo>
                <a:lnTo>
                  <a:pt x="372787" y="68216"/>
                </a:lnTo>
                <a:lnTo>
                  <a:pt x="372792" y="68132"/>
                </a:lnTo>
                <a:lnTo>
                  <a:pt x="372796" y="68047"/>
                </a:lnTo>
                <a:lnTo>
                  <a:pt x="372801" y="67960"/>
                </a:lnTo>
                <a:lnTo>
                  <a:pt x="372807" y="67871"/>
                </a:lnTo>
                <a:lnTo>
                  <a:pt x="372812" y="67781"/>
                </a:lnTo>
                <a:lnTo>
                  <a:pt x="420133" y="67781"/>
                </a:lnTo>
                <a:lnTo>
                  <a:pt x="420240" y="67331"/>
                </a:lnTo>
                <a:lnTo>
                  <a:pt x="420343" y="66877"/>
                </a:lnTo>
                <a:lnTo>
                  <a:pt x="420441" y="66418"/>
                </a:lnTo>
                <a:lnTo>
                  <a:pt x="420535" y="65955"/>
                </a:lnTo>
                <a:close/>
                <a:moveTo>
                  <a:pt x="375175" y="54378"/>
                </a:moveTo>
                <a:lnTo>
                  <a:pt x="375349" y="53726"/>
                </a:lnTo>
                <a:lnTo>
                  <a:pt x="375532" y="53088"/>
                </a:lnTo>
                <a:lnTo>
                  <a:pt x="375726" y="52465"/>
                </a:lnTo>
                <a:lnTo>
                  <a:pt x="375931" y="51856"/>
                </a:lnTo>
                <a:lnTo>
                  <a:pt x="376146" y="51261"/>
                </a:lnTo>
                <a:lnTo>
                  <a:pt x="376371" y="50680"/>
                </a:lnTo>
                <a:lnTo>
                  <a:pt x="376606" y="50114"/>
                </a:lnTo>
                <a:lnTo>
                  <a:pt x="376852" y="49562"/>
                </a:lnTo>
                <a:lnTo>
                  <a:pt x="377109" y="49024"/>
                </a:lnTo>
                <a:lnTo>
                  <a:pt x="377375" y="48501"/>
                </a:lnTo>
                <a:lnTo>
                  <a:pt x="377652" y="47992"/>
                </a:lnTo>
                <a:lnTo>
                  <a:pt x="377940" y="47497"/>
                </a:lnTo>
                <a:lnTo>
                  <a:pt x="378238" y="47016"/>
                </a:lnTo>
                <a:lnTo>
                  <a:pt x="378546" y="46550"/>
                </a:lnTo>
                <a:lnTo>
                  <a:pt x="378865" y="46098"/>
                </a:lnTo>
                <a:lnTo>
                  <a:pt x="379194" y="45660"/>
                </a:lnTo>
                <a:lnTo>
                  <a:pt x="379533" y="45237"/>
                </a:lnTo>
                <a:lnTo>
                  <a:pt x="379883" y="44828"/>
                </a:lnTo>
                <a:lnTo>
                  <a:pt x="380243" y="44433"/>
                </a:lnTo>
                <a:lnTo>
                  <a:pt x="380614" y="44053"/>
                </a:lnTo>
                <a:lnTo>
                  <a:pt x="380995" y="43686"/>
                </a:lnTo>
                <a:lnTo>
                  <a:pt x="381383" y="43335"/>
                </a:lnTo>
                <a:lnTo>
                  <a:pt x="381775" y="42998"/>
                </a:lnTo>
                <a:lnTo>
                  <a:pt x="382172" y="42677"/>
                </a:lnTo>
                <a:lnTo>
                  <a:pt x="382573" y="42370"/>
                </a:lnTo>
                <a:lnTo>
                  <a:pt x="382978" y="42078"/>
                </a:lnTo>
                <a:lnTo>
                  <a:pt x="383387" y="41801"/>
                </a:lnTo>
                <a:lnTo>
                  <a:pt x="383801" y="41539"/>
                </a:lnTo>
                <a:lnTo>
                  <a:pt x="384219" y="41293"/>
                </a:lnTo>
                <a:lnTo>
                  <a:pt x="384641" y="41061"/>
                </a:lnTo>
                <a:lnTo>
                  <a:pt x="385067" y="40844"/>
                </a:lnTo>
                <a:lnTo>
                  <a:pt x="385497" y="40642"/>
                </a:lnTo>
                <a:lnTo>
                  <a:pt x="385932" y="40455"/>
                </a:lnTo>
                <a:lnTo>
                  <a:pt x="386371" y="40283"/>
                </a:lnTo>
                <a:lnTo>
                  <a:pt x="386814" y="40126"/>
                </a:lnTo>
                <a:lnTo>
                  <a:pt x="387261" y="39983"/>
                </a:lnTo>
                <a:lnTo>
                  <a:pt x="387713" y="39856"/>
                </a:lnTo>
                <a:lnTo>
                  <a:pt x="388169" y="39744"/>
                </a:lnTo>
                <a:lnTo>
                  <a:pt x="388629" y="39647"/>
                </a:lnTo>
                <a:lnTo>
                  <a:pt x="389093" y="39565"/>
                </a:lnTo>
                <a:lnTo>
                  <a:pt x="389561" y="39497"/>
                </a:lnTo>
                <a:lnTo>
                  <a:pt x="390034" y="39445"/>
                </a:lnTo>
                <a:lnTo>
                  <a:pt x="390511" y="39407"/>
                </a:lnTo>
                <a:lnTo>
                  <a:pt x="390992" y="39385"/>
                </a:lnTo>
                <a:lnTo>
                  <a:pt x="391477" y="39377"/>
                </a:lnTo>
                <a:lnTo>
                  <a:pt x="391961" y="39384"/>
                </a:lnTo>
                <a:lnTo>
                  <a:pt x="392436" y="39404"/>
                </a:lnTo>
                <a:lnTo>
                  <a:pt x="392903" y="39437"/>
                </a:lnTo>
                <a:lnTo>
                  <a:pt x="393362" y="39483"/>
                </a:lnTo>
                <a:lnTo>
                  <a:pt x="393812" y="39542"/>
                </a:lnTo>
                <a:lnTo>
                  <a:pt x="394254" y="39615"/>
                </a:lnTo>
                <a:lnTo>
                  <a:pt x="394688" y="39700"/>
                </a:lnTo>
                <a:lnTo>
                  <a:pt x="395114" y="39799"/>
                </a:lnTo>
                <a:lnTo>
                  <a:pt x="395532" y="39911"/>
                </a:lnTo>
                <a:lnTo>
                  <a:pt x="395941" y="40036"/>
                </a:lnTo>
                <a:lnTo>
                  <a:pt x="396342" y="40175"/>
                </a:lnTo>
                <a:lnTo>
                  <a:pt x="396735" y="40326"/>
                </a:lnTo>
                <a:lnTo>
                  <a:pt x="397120" y="40491"/>
                </a:lnTo>
                <a:lnTo>
                  <a:pt x="397497" y="40669"/>
                </a:lnTo>
                <a:lnTo>
                  <a:pt x="397865" y="40860"/>
                </a:lnTo>
                <a:lnTo>
                  <a:pt x="398225" y="41064"/>
                </a:lnTo>
                <a:lnTo>
                  <a:pt x="398577" y="41281"/>
                </a:lnTo>
                <a:lnTo>
                  <a:pt x="398921" y="41512"/>
                </a:lnTo>
                <a:lnTo>
                  <a:pt x="399256" y="41756"/>
                </a:lnTo>
                <a:lnTo>
                  <a:pt x="399583" y="42013"/>
                </a:lnTo>
                <a:lnTo>
                  <a:pt x="399902" y="42283"/>
                </a:lnTo>
                <a:lnTo>
                  <a:pt x="400213" y="42566"/>
                </a:lnTo>
                <a:lnTo>
                  <a:pt x="400516" y="42862"/>
                </a:lnTo>
                <a:lnTo>
                  <a:pt x="400810" y="43172"/>
                </a:lnTo>
                <a:lnTo>
                  <a:pt x="401095" y="43495"/>
                </a:lnTo>
                <a:lnTo>
                  <a:pt x="401367" y="43831"/>
                </a:lnTo>
                <a:lnTo>
                  <a:pt x="401627" y="44180"/>
                </a:lnTo>
                <a:lnTo>
                  <a:pt x="401875" y="44542"/>
                </a:lnTo>
                <a:lnTo>
                  <a:pt x="402111" y="44918"/>
                </a:lnTo>
                <a:lnTo>
                  <a:pt x="402334" y="45306"/>
                </a:lnTo>
                <a:lnTo>
                  <a:pt x="402546" y="45708"/>
                </a:lnTo>
                <a:lnTo>
                  <a:pt x="402746" y="46123"/>
                </a:lnTo>
                <a:lnTo>
                  <a:pt x="402933" y="46552"/>
                </a:lnTo>
                <a:lnTo>
                  <a:pt x="403108" y="46993"/>
                </a:lnTo>
                <a:lnTo>
                  <a:pt x="403272" y="47447"/>
                </a:lnTo>
                <a:lnTo>
                  <a:pt x="403423" y="47915"/>
                </a:lnTo>
                <a:lnTo>
                  <a:pt x="403562" y="48396"/>
                </a:lnTo>
                <a:lnTo>
                  <a:pt x="403689" y="48890"/>
                </a:lnTo>
                <a:lnTo>
                  <a:pt x="403804" y="49397"/>
                </a:lnTo>
                <a:lnTo>
                  <a:pt x="403907" y="49918"/>
                </a:lnTo>
                <a:lnTo>
                  <a:pt x="403997" y="50451"/>
                </a:lnTo>
                <a:lnTo>
                  <a:pt x="404076" y="50998"/>
                </a:lnTo>
                <a:lnTo>
                  <a:pt x="404142" y="51558"/>
                </a:lnTo>
                <a:lnTo>
                  <a:pt x="404197" y="52131"/>
                </a:lnTo>
                <a:lnTo>
                  <a:pt x="404239" y="52718"/>
                </a:lnTo>
                <a:lnTo>
                  <a:pt x="404269" y="53317"/>
                </a:lnTo>
                <a:lnTo>
                  <a:pt x="404288" y="53930"/>
                </a:lnTo>
                <a:lnTo>
                  <a:pt x="404294" y="54556"/>
                </a:lnTo>
                <a:lnTo>
                  <a:pt x="404294" y="54610"/>
                </a:lnTo>
                <a:lnTo>
                  <a:pt x="404293" y="54667"/>
                </a:lnTo>
                <a:lnTo>
                  <a:pt x="404293" y="54725"/>
                </a:lnTo>
                <a:lnTo>
                  <a:pt x="404292" y="54786"/>
                </a:lnTo>
                <a:lnTo>
                  <a:pt x="404291" y="54848"/>
                </a:lnTo>
                <a:lnTo>
                  <a:pt x="404290" y="54913"/>
                </a:lnTo>
                <a:lnTo>
                  <a:pt x="404288" y="54979"/>
                </a:lnTo>
                <a:lnTo>
                  <a:pt x="404286" y="55048"/>
                </a:lnTo>
                <a:lnTo>
                  <a:pt x="404284" y="55118"/>
                </a:lnTo>
                <a:lnTo>
                  <a:pt x="404282" y="55191"/>
                </a:lnTo>
                <a:lnTo>
                  <a:pt x="404280" y="55266"/>
                </a:lnTo>
                <a:lnTo>
                  <a:pt x="404277" y="55342"/>
                </a:lnTo>
                <a:lnTo>
                  <a:pt x="404274" y="55421"/>
                </a:lnTo>
                <a:lnTo>
                  <a:pt x="404271" y="55502"/>
                </a:lnTo>
                <a:lnTo>
                  <a:pt x="404268" y="55584"/>
                </a:lnTo>
                <a:lnTo>
                  <a:pt x="404264" y="55669"/>
                </a:lnTo>
                <a:lnTo>
                  <a:pt x="404261" y="55756"/>
                </a:lnTo>
                <a:lnTo>
                  <a:pt x="404257" y="55845"/>
                </a:lnTo>
                <a:lnTo>
                  <a:pt x="404252" y="55935"/>
                </a:lnTo>
                <a:lnTo>
                  <a:pt x="404248" y="56028"/>
                </a:lnTo>
                <a:lnTo>
                  <a:pt x="404243" y="56123"/>
                </a:lnTo>
                <a:lnTo>
                  <a:pt x="404238" y="56220"/>
                </a:lnTo>
                <a:lnTo>
                  <a:pt x="404233" y="56319"/>
                </a:lnTo>
                <a:lnTo>
                  <a:pt x="404228" y="56420"/>
                </a:lnTo>
                <a:lnTo>
                  <a:pt x="374718" y="56420"/>
                </a:lnTo>
                <a:lnTo>
                  <a:pt x="374860" y="55725"/>
                </a:lnTo>
                <a:lnTo>
                  <a:pt x="375012" y="55044"/>
                </a:lnTo>
                <a:lnTo>
                  <a:pt x="375175" y="54378"/>
                </a:lnTo>
                <a:close/>
                <a:moveTo>
                  <a:pt x="622574" y="65955"/>
                </a:moveTo>
                <a:lnTo>
                  <a:pt x="622663" y="65486"/>
                </a:lnTo>
                <a:lnTo>
                  <a:pt x="622747" y="65013"/>
                </a:lnTo>
                <a:lnTo>
                  <a:pt x="622827" y="64535"/>
                </a:lnTo>
                <a:lnTo>
                  <a:pt x="622902" y="64053"/>
                </a:lnTo>
                <a:lnTo>
                  <a:pt x="622973" y="63566"/>
                </a:lnTo>
                <a:lnTo>
                  <a:pt x="623039" y="63074"/>
                </a:lnTo>
                <a:lnTo>
                  <a:pt x="623101" y="62577"/>
                </a:lnTo>
                <a:lnTo>
                  <a:pt x="623158" y="62076"/>
                </a:lnTo>
                <a:lnTo>
                  <a:pt x="623211" y="61569"/>
                </a:lnTo>
                <a:lnTo>
                  <a:pt x="623258" y="61059"/>
                </a:lnTo>
                <a:lnTo>
                  <a:pt x="623302" y="60543"/>
                </a:lnTo>
                <a:lnTo>
                  <a:pt x="623341" y="60023"/>
                </a:lnTo>
                <a:lnTo>
                  <a:pt x="623375" y="59498"/>
                </a:lnTo>
                <a:lnTo>
                  <a:pt x="623404" y="58968"/>
                </a:lnTo>
                <a:lnTo>
                  <a:pt x="623430" y="58434"/>
                </a:lnTo>
                <a:lnTo>
                  <a:pt x="623450" y="57895"/>
                </a:lnTo>
                <a:lnTo>
                  <a:pt x="623466" y="57351"/>
                </a:lnTo>
                <a:lnTo>
                  <a:pt x="623478" y="56802"/>
                </a:lnTo>
                <a:lnTo>
                  <a:pt x="623484" y="56249"/>
                </a:lnTo>
                <a:lnTo>
                  <a:pt x="623487" y="55691"/>
                </a:lnTo>
                <a:lnTo>
                  <a:pt x="623474" y="54533"/>
                </a:lnTo>
                <a:lnTo>
                  <a:pt x="623434" y="53396"/>
                </a:lnTo>
                <a:lnTo>
                  <a:pt x="623369" y="52281"/>
                </a:lnTo>
                <a:lnTo>
                  <a:pt x="623277" y="51188"/>
                </a:lnTo>
                <a:lnTo>
                  <a:pt x="623159" y="50116"/>
                </a:lnTo>
                <a:lnTo>
                  <a:pt x="623014" y="49066"/>
                </a:lnTo>
                <a:lnTo>
                  <a:pt x="622844" y="48038"/>
                </a:lnTo>
                <a:lnTo>
                  <a:pt x="622647" y="47031"/>
                </a:lnTo>
                <a:lnTo>
                  <a:pt x="622424" y="46046"/>
                </a:lnTo>
                <a:lnTo>
                  <a:pt x="622174" y="45083"/>
                </a:lnTo>
                <a:lnTo>
                  <a:pt x="621899" y="44141"/>
                </a:lnTo>
                <a:lnTo>
                  <a:pt x="621597" y="43221"/>
                </a:lnTo>
                <a:lnTo>
                  <a:pt x="621269" y="42323"/>
                </a:lnTo>
                <a:lnTo>
                  <a:pt x="620915" y="41446"/>
                </a:lnTo>
                <a:lnTo>
                  <a:pt x="620534" y="40591"/>
                </a:lnTo>
                <a:lnTo>
                  <a:pt x="620127" y="39757"/>
                </a:lnTo>
                <a:lnTo>
                  <a:pt x="619694" y="38946"/>
                </a:lnTo>
                <a:lnTo>
                  <a:pt x="619235" y="38156"/>
                </a:lnTo>
                <a:lnTo>
                  <a:pt x="618750" y="37387"/>
                </a:lnTo>
                <a:lnTo>
                  <a:pt x="618238" y="36641"/>
                </a:lnTo>
                <a:lnTo>
                  <a:pt x="617700" y="35915"/>
                </a:lnTo>
                <a:lnTo>
                  <a:pt x="617136" y="35212"/>
                </a:lnTo>
                <a:lnTo>
                  <a:pt x="616545" y="34530"/>
                </a:lnTo>
                <a:lnTo>
                  <a:pt x="615928" y="33870"/>
                </a:lnTo>
                <a:lnTo>
                  <a:pt x="615289" y="33235"/>
                </a:lnTo>
                <a:lnTo>
                  <a:pt x="614632" y="32626"/>
                </a:lnTo>
                <a:lnTo>
                  <a:pt x="613957" y="32044"/>
                </a:lnTo>
                <a:lnTo>
                  <a:pt x="613263" y="31490"/>
                </a:lnTo>
                <a:lnTo>
                  <a:pt x="612551" y="30962"/>
                </a:lnTo>
                <a:lnTo>
                  <a:pt x="611821" y="30462"/>
                </a:lnTo>
                <a:lnTo>
                  <a:pt x="611072" y="29988"/>
                </a:lnTo>
                <a:lnTo>
                  <a:pt x="610305" y="29542"/>
                </a:lnTo>
                <a:lnTo>
                  <a:pt x="609520" y="29123"/>
                </a:lnTo>
                <a:lnTo>
                  <a:pt x="608717" y="28731"/>
                </a:lnTo>
                <a:lnTo>
                  <a:pt x="607895" y="28365"/>
                </a:lnTo>
                <a:lnTo>
                  <a:pt x="607056" y="28027"/>
                </a:lnTo>
                <a:lnTo>
                  <a:pt x="606198" y="27716"/>
                </a:lnTo>
                <a:lnTo>
                  <a:pt x="605321" y="27432"/>
                </a:lnTo>
                <a:lnTo>
                  <a:pt x="604427" y="27175"/>
                </a:lnTo>
                <a:lnTo>
                  <a:pt x="603514" y="26945"/>
                </a:lnTo>
                <a:lnTo>
                  <a:pt x="602583" y="26742"/>
                </a:lnTo>
                <a:lnTo>
                  <a:pt x="601633" y="26566"/>
                </a:lnTo>
                <a:lnTo>
                  <a:pt x="600666" y="26418"/>
                </a:lnTo>
                <a:lnTo>
                  <a:pt x="599680" y="26296"/>
                </a:lnTo>
                <a:lnTo>
                  <a:pt x="598676" y="26201"/>
                </a:lnTo>
                <a:lnTo>
                  <a:pt x="597653" y="26134"/>
                </a:lnTo>
                <a:lnTo>
                  <a:pt x="596613" y="26093"/>
                </a:lnTo>
                <a:lnTo>
                  <a:pt x="595554" y="26080"/>
                </a:lnTo>
                <a:lnTo>
                  <a:pt x="593894" y="26105"/>
                </a:lnTo>
                <a:lnTo>
                  <a:pt x="592266" y="26183"/>
                </a:lnTo>
                <a:lnTo>
                  <a:pt x="590671" y="26312"/>
                </a:lnTo>
                <a:lnTo>
                  <a:pt x="589107" y="26493"/>
                </a:lnTo>
                <a:lnTo>
                  <a:pt x="587576" y="26725"/>
                </a:lnTo>
                <a:lnTo>
                  <a:pt x="586077" y="27009"/>
                </a:lnTo>
                <a:lnTo>
                  <a:pt x="584611" y="27345"/>
                </a:lnTo>
                <a:lnTo>
                  <a:pt x="583176" y="27732"/>
                </a:lnTo>
                <a:lnTo>
                  <a:pt x="581773" y="28171"/>
                </a:lnTo>
                <a:lnTo>
                  <a:pt x="580403" y="28662"/>
                </a:lnTo>
                <a:lnTo>
                  <a:pt x="579065" y="29204"/>
                </a:lnTo>
                <a:lnTo>
                  <a:pt x="577759" y="29798"/>
                </a:lnTo>
                <a:lnTo>
                  <a:pt x="576485" y="30443"/>
                </a:lnTo>
                <a:lnTo>
                  <a:pt x="575244" y="31141"/>
                </a:lnTo>
                <a:lnTo>
                  <a:pt x="574034" y="31889"/>
                </a:lnTo>
                <a:lnTo>
                  <a:pt x="572857" y="32690"/>
                </a:lnTo>
                <a:lnTo>
                  <a:pt x="571712" y="33542"/>
                </a:lnTo>
                <a:lnTo>
                  <a:pt x="570599" y="34446"/>
                </a:lnTo>
                <a:lnTo>
                  <a:pt x="569519" y="35401"/>
                </a:lnTo>
                <a:lnTo>
                  <a:pt x="568470" y="36408"/>
                </a:lnTo>
                <a:lnTo>
                  <a:pt x="567454" y="37467"/>
                </a:lnTo>
                <a:lnTo>
                  <a:pt x="566470" y="38577"/>
                </a:lnTo>
                <a:lnTo>
                  <a:pt x="565518" y="39739"/>
                </a:lnTo>
                <a:lnTo>
                  <a:pt x="564598" y="40953"/>
                </a:lnTo>
                <a:lnTo>
                  <a:pt x="563949" y="41875"/>
                </a:lnTo>
                <a:lnTo>
                  <a:pt x="563328" y="42807"/>
                </a:lnTo>
                <a:lnTo>
                  <a:pt x="562734" y="43750"/>
                </a:lnTo>
                <a:lnTo>
                  <a:pt x="562168" y="44704"/>
                </a:lnTo>
                <a:lnTo>
                  <a:pt x="561629" y="45669"/>
                </a:lnTo>
                <a:lnTo>
                  <a:pt x="561119" y="46644"/>
                </a:lnTo>
                <a:lnTo>
                  <a:pt x="560635" y="47630"/>
                </a:lnTo>
                <a:lnTo>
                  <a:pt x="560180" y="48627"/>
                </a:lnTo>
                <a:lnTo>
                  <a:pt x="559752" y="49635"/>
                </a:lnTo>
                <a:lnTo>
                  <a:pt x="559351" y="50654"/>
                </a:lnTo>
                <a:lnTo>
                  <a:pt x="558979" y="51683"/>
                </a:lnTo>
                <a:lnTo>
                  <a:pt x="558633" y="52723"/>
                </a:lnTo>
                <a:lnTo>
                  <a:pt x="558316" y="53774"/>
                </a:lnTo>
                <a:lnTo>
                  <a:pt x="558026" y="54836"/>
                </a:lnTo>
                <a:lnTo>
                  <a:pt x="557764" y="55909"/>
                </a:lnTo>
                <a:lnTo>
                  <a:pt x="557529" y="56992"/>
                </a:lnTo>
                <a:lnTo>
                  <a:pt x="557322" y="58086"/>
                </a:lnTo>
                <a:lnTo>
                  <a:pt x="557142" y="59191"/>
                </a:lnTo>
                <a:lnTo>
                  <a:pt x="556990" y="60306"/>
                </a:lnTo>
                <a:lnTo>
                  <a:pt x="556866" y="61433"/>
                </a:lnTo>
                <a:lnTo>
                  <a:pt x="556770" y="62570"/>
                </a:lnTo>
                <a:lnTo>
                  <a:pt x="556701" y="63718"/>
                </a:lnTo>
                <a:lnTo>
                  <a:pt x="556659" y="64877"/>
                </a:lnTo>
                <a:lnTo>
                  <a:pt x="556645" y="66046"/>
                </a:lnTo>
                <a:lnTo>
                  <a:pt x="556661" y="67238"/>
                </a:lnTo>
                <a:lnTo>
                  <a:pt x="556706" y="68410"/>
                </a:lnTo>
                <a:lnTo>
                  <a:pt x="556783" y="69563"/>
                </a:lnTo>
                <a:lnTo>
                  <a:pt x="556890" y="70695"/>
                </a:lnTo>
                <a:lnTo>
                  <a:pt x="557028" y="71809"/>
                </a:lnTo>
                <a:lnTo>
                  <a:pt x="557196" y="72902"/>
                </a:lnTo>
                <a:lnTo>
                  <a:pt x="557395" y="73976"/>
                </a:lnTo>
                <a:lnTo>
                  <a:pt x="557624" y="75031"/>
                </a:lnTo>
                <a:lnTo>
                  <a:pt x="557884" y="76065"/>
                </a:lnTo>
                <a:lnTo>
                  <a:pt x="558174" y="77080"/>
                </a:lnTo>
                <a:lnTo>
                  <a:pt x="558495" y="78076"/>
                </a:lnTo>
                <a:lnTo>
                  <a:pt x="558847" y="79052"/>
                </a:lnTo>
                <a:lnTo>
                  <a:pt x="559229" y="80008"/>
                </a:lnTo>
                <a:lnTo>
                  <a:pt x="559642" y="80944"/>
                </a:lnTo>
                <a:lnTo>
                  <a:pt x="560086" y="81861"/>
                </a:lnTo>
                <a:lnTo>
                  <a:pt x="560560" y="82758"/>
                </a:lnTo>
                <a:lnTo>
                  <a:pt x="561064" y="83636"/>
                </a:lnTo>
                <a:lnTo>
                  <a:pt x="561599" y="84494"/>
                </a:lnTo>
                <a:lnTo>
                  <a:pt x="562165" y="85332"/>
                </a:lnTo>
                <a:lnTo>
                  <a:pt x="562761" y="86151"/>
                </a:lnTo>
                <a:lnTo>
                  <a:pt x="563388" y="86950"/>
                </a:lnTo>
                <a:lnTo>
                  <a:pt x="564046" y="87729"/>
                </a:lnTo>
                <a:lnTo>
                  <a:pt x="564734" y="88489"/>
                </a:lnTo>
                <a:lnTo>
                  <a:pt x="565452" y="89229"/>
                </a:lnTo>
                <a:lnTo>
                  <a:pt x="566195" y="89944"/>
                </a:lnTo>
                <a:lnTo>
                  <a:pt x="566957" y="90628"/>
                </a:lnTo>
                <a:lnTo>
                  <a:pt x="567736" y="91283"/>
                </a:lnTo>
                <a:lnTo>
                  <a:pt x="568534" y="91906"/>
                </a:lnTo>
                <a:lnTo>
                  <a:pt x="569350" y="92500"/>
                </a:lnTo>
                <a:lnTo>
                  <a:pt x="570184" y="93063"/>
                </a:lnTo>
                <a:lnTo>
                  <a:pt x="571037" y="93595"/>
                </a:lnTo>
                <a:lnTo>
                  <a:pt x="571908" y="94097"/>
                </a:lnTo>
                <a:lnTo>
                  <a:pt x="572797" y="94569"/>
                </a:lnTo>
                <a:lnTo>
                  <a:pt x="573704" y="95010"/>
                </a:lnTo>
                <a:lnTo>
                  <a:pt x="574630" y="95421"/>
                </a:lnTo>
                <a:lnTo>
                  <a:pt x="575574" y="95801"/>
                </a:lnTo>
                <a:lnTo>
                  <a:pt x="576536" y="96151"/>
                </a:lnTo>
                <a:lnTo>
                  <a:pt x="577516" y="96470"/>
                </a:lnTo>
                <a:lnTo>
                  <a:pt x="578515" y="96760"/>
                </a:lnTo>
                <a:lnTo>
                  <a:pt x="579532" y="97018"/>
                </a:lnTo>
                <a:lnTo>
                  <a:pt x="580567" y="97246"/>
                </a:lnTo>
                <a:lnTo>
                  <a:pt x="581620" y="97444"/>
                </a:lnTo>
                <a:lnTo>
                  <a:pt x="582692" y="97612"/>
                </a:lnTo>
                <a:lnTo>
                  <a:pt x="583782" y="97748"/>
                </a:lnTo>
                <a:lnTo>
                  <a:pt x="584890" y="97855"/>
                </a:lnTo>
                <a:lnTo>
                  <a:pt x="586017" y="97931"/>
                </a:lnTo>
                <a:lnTo>
                  <a:pt x="587161" y="97977"/>
                </a:lnTo>
                <a:lnTo>
                  <a:pt x="588324" y="97992"/>
                </a:lnTo>
                <a:lnTo>
                  <a:pt x="589175" y="97983"/>
                </a:lnTo>
                <a:lnTo>
                  <a:pt x="590019" y="97957"/>
                </a:lnTo>
                <a:lnTo>
                  <a:pt x="590856" y="97914"/>
                </a:lnTo>
                <a:lnTo>
                  <a:pt x="591686" y="97853"/>
                </a:lnTo>
                <a:lnTo>
                  <a:pt x="592509" y="97775"/>
                </a:lnTo>
                <a:lnTo>
                  <a:pt x="593325" y="97679"/>
                </a:lnTo>
                <a:lnTo>
                  <a:pt x="594135" y="97566"/>
                </a:lnTo>
                <a:lnTo>
                  <a:pt x="594937" y="97436"/>
                </a:lnTo>
                <a:lnTo>
                  <a:pt x="595732" y="97288"/>
                </a:lnTo>
                <a:lnTo>
                  <a:pt x="596520" y="97123"/>
                </a:lnTo>
                <a:lnTo>
                  <a:pt x="597302" y="96941"/>
                </a:lnTo>
                <a:lnTo>
                  <a:pt x="598076" y="96741"/>
                </a:lnTo>
                <a:lnTo>
                  <a:pt x="598843" y="96524"/>
                </a:lnTo>
                <a:lnTo>
                  <a:pt x="599604" y="96289"/>
                </a:lnTo>
                <a:lnTo>
                  <a:pt x="600357" y="96038"/>
                </a:lnTo>
                <a:lnTo>
                  <a:pt x="601104" y="95768"/>
                </a:lnTo>
                <a:lnTo>
                  <a:pt x="601844" y="95482"/>
                </a:lnTo>
                <a:lnTo>
                  <a:pt x="602576" y="95178"/>
                </a:lnTo>
                <a:lnTo>
                  <a:pt x="603302" y="94856"/>
                </a:lnTo>
                <a:lnTo>
                  <a:pt x="604020" y="94518"/>
                </a:lnTo>
                <a:lnTo>
                  <a:pt x="604732" y="94162"/>
                </a:lnTo>
                <a:lnTo>
                  <a:pt x="605437" y="93788"/>
                </a:lnTo>
                <a:lnTo>
                  <a:pt x="606135" y="93397"/>
                </a:lnTo>
                <a:lnTo>
                  <a:pt x="606826" y="92989"/>
                </a:lnTo>
                <a:lnTo>
                  <a:pt x="607507" y="92563"/>
                </a:lnTo>
                <a:lnTo>
                  <a:pt x="608177" y="92120"/>
                </a:lnTo>
                <a:lnTo>
                  <a:pt x="608836" y="91660"/>
                </a:lnTo>
                <a:lnTo>
                  <a:pt x="609483" y="91182"/>
                </a:lnTo>
                <a:lnTo>
                  <a:pt x="610118" y="90687"/>
                </a:lnTo>
                <a:lnTo>
                  <a:pt x="610742" y="90175"/>
                </a:lnTo>
                <a:lnTo>
                  <a:pt x="611355" y="89645"/>
                </a:lnTo>
                <a:lnTo>
                  <a:pt x="611956" y="89098"/>
                </a:lnTo>
                <a:lnTo>
                  <a:pt x="612545" y="88533"/>
                </a:lnTo>
                <a:lnTo>
                  <a:pt x="613123" y="87951"/>
                </a:lnTo>
                <a:lnTo>
                  <a:pt x="613689" y="87352"/>
                </a:lnTo>
                <a:lnTo>
                  <a:pt x="614244" y="86735"/>
                </a:lnTo>
                <a:lnTo>
                  <a:pt x="614788" y="86101"/>
                </a:lnTo>
                <a:lnTo>
                  <a:pt x="615319" y="85450"/>
                </a:lnTo>
                <a:lnTo>
                  <a:pt x="615840" y="84781"/>
                </a:lnTo>
                <a:lnTo>
                  <a:pt x="616348" y="84095"/>
                </a:lnTo>
                <a:lnTo>
                  <a:pt x="616845" y="83391"/>
                </a:lnTo>
                <a:lnTo>
                  <a:pt x="617331" y="82671"/>
                </a:lnTo>
                <a:lnTo>
                  <a:pt x="617805" y="81932"/>
                </a:lnTo>
                <a:lnTo>
                  <a:pt x="618268" y="81177"/>
                </a:lnTo>
                <a:lnTo>
                  <a:pt x="618719" y="80404"/>
                </a:lnTo>
                <a:lnTo>
                  <a:pt x="619159" y="79613"/>
                </a:lnTo>
                <a:lnTo>
                  <a:pt x="619587" y="78805"/>
                </a:lnTo>
                <a:lnTo>
                  <a:pt x="620003" y="77980"/>
                </a:lnTo>
                <a:lnTo>
                  <a:pt x="603112" y="75140"/>
                </a:lnTo>
                <a:lnTo>
                  <a:pt x="602667" y="75920"/>
                </a:lnTo>
                <a:lnTo>
                  <a:pt x="602207" y="76666"/>
                </a:lnTo>
                <a:lnTo>
                  <a:pt x="601733" y="77379"/>
                </a:lnTo>
                <a:lnTo>
                  <a:pt x="601245" y="78059"/>
                </a:lnTo>
                <a:lnTo>
                  <a:pt x="600742" y="78706"/>
                </a:lnTo>
                <a:lnTo>
                  <a:pt x="600224" y="79320"/>
                </a:lnTo>
                <a:lnTo>
                  <a:pt x="599693" y="79900"/>
                </a:lnTo>
                <a:lnTo>
                  <a:pt x="599147" y="80448"/>
                </a:lnTo>
                <a:lnTo>
                  <a:pt x="598586" y="80962"/>
                </a:lnTo>
                <a:lnTo>
                  <a:pt x="598012" y="81443"/>
                </a:lnTo>
                <a:lnTo>
                  <a:pt x="597423" y="81891"/>
                </a:lnTo>
                <a:lnTo>
                  <a:pt x="596819" y="82305"/>
                </a:lnTo>
                <a:lnTo>
                  <a:pt x="596201" y="82687"/>
                </a:lnTo>
                <a:lnTo>
                  <a:pt x="595569" y="83035"/>
                </a:lnTo>
                <a:lnTo>
                  <a:pt x="594922" y="83350"/>
                </a:lnTo>
                <a:lnTo>
                  <a:pt x="594261" y="83632"/>
                </a:lnTo>
                <a:lnTo>
                  <a:pt x="593586" y="83881"/>
                </a:lnTo>
                <a:lnTo>
                  <a:pt x="592896" y="84097"/>
                </a:lnTo>
                <a:lnTo>
                  <a:pt x="592192" y="84279"/>
                </a:lnTo>
                <a:lnTo>
                  <a:pt x="591474" y="84428"/>
                </a:lnTo>
                <a:lnTo>
                  <a:pt x="590741" y="84545"/>
                </a:lnTo>
                <a:lnTo>
                  <a:pt x="589993" y="84628"/>
                </a:lnTo>
                <a:lnTo>
                  <a:pt x="589232" y="84677"/>
                </a:lnTo>
                <a:lnTo>
                  <a:pt x="588456" y="84694"/>
                </a:lnTo>
                <a:lnTo>
                  <a:pt x="587982" y="84687"/>
                </a:lnTo>
                <a:lnTo>
                  <a:pt x="587515" y="84665"/>
                </a:lnTo>
                <a:lnTo>
                  <a:pt x="587053" y="84628"/>
                </a:lnTo>
                <a:lnTo>
                  <a:pt x="586598" y="84577"/>
                </a:lnTo>
                <a:lnTo>
                  <a:pt x="586149" y="84512"/>
                </a:lnTo>
                <a:lnTo>
                  <a:pt x="585706" y="84432"/>
                </a:lnTo>
                <a:lnTo>
                  <a:pt x="585268" y="84337"/>
                </a:lnTo>
                <a:lnTo>
                  <a:pt x="584837" y="84228"/>
                </a:lnTo>
                <a:lnTo>
                  <a:pt x="584412" y="84104"/>
                </a:lnTo>
                <a:lnTo>
                  <a:pt x="583993" y="83965"/>
                </a:lnTo>
                <a:lnTo>
                  <a:pt x="583580" y="83812"/>
                </a:lnTo>
                <a:lnTo>
                  <a:pt x="583173" y="83645"/>
                </a:lnTo>
                <a:lnTo>
                  <a:pt x="582772" y="83463"/>
                </a:lnTo>
                <a:lnTo>
                  <a:pt x="582377" y="83266"/>
                </a:lnTo>
                <a:lnTo>
                  <a:pt x="581989" y="83055"/>
                </a:lnTo>
                <a:lnTo>
                  <a:pt x="581606" y="82829"/>
                </a:lnTo>
                <a:lnTo>
                  <a:pt x="581229" y="82589"/>
                </a:lnTo>
                <a:lnTo>
                  <a:pt x="580858" y="82334"/>
                </a:lnTo>
                <a:lnTo>
                  <a:pt x="580494" y="82064"/>
                </a:lnTo>
                <a:lnTo>
                  <a:pt x="580135" y="81780"/>
                </a:lnTo>
                <a:lnTo>
                  <a:pt x="579783" y="81481"/>
                </a:lnTo>
                <a:lnTo>
                  <a:pt x="579436" y="81168"/>
                </a:lnTo>
                <a:lnTo>
                  <a:pt x="579096" y="80840"/>
                </a:lnTo>
                <a:lnTo>
                  <a:pt x="578761" y="80498"/>
                </a:lnTo>
                <a:lnTo>
                  <a:pt x="578437" y="80144"/>
                </a:lnTo>
                <a:lnTo>
                  <a:pt x="578126" y="79780"/>
                </a:lnTo>
                <a:lnTo>
                  <a:pt x="577829" y="79408"/>
                </a:lnTo>
                <a:lnTo>
                  <a:pt x="577546" y="79026"/>
                </a:lnTo>
                <a:lnTo>
                  <a:pt x="577277" y="78635"/>
                </a:lnTo>
                <a:lnTo>
                  <a:pt x="577022" y="78235"/>
                </a:lnTo>
                <a:lnTo>
                  <a:pt x="576780" y="77825"/>
                </a:lnTo>
                <a:lnTo>
                  <a:pt x="576552" y="77407"/>
                </a:lnTo>
                <a:lnTo>
                  <a:pt x="576338" y="76979"/>
                </a:lnTo>
                <a:lnTo>
                  <a:pt x="576138" y="76542"/>
                </a:lnTo>
                <a:lnTo>
                  <a:pt x="575952" y="76096"/>
                </a:lnTo>
                <a:lnTo>
                  <a:pt x="575779" y="75640"/>
                </a:lnTo>
                <a:lnTo>
                  <a:pt x="575620" y="75176"/>
                </a:lnTo>
                <a:lnTo>
                  <a:pt x="575475" y="74702"/>
                </a:lnTo>
                <a:lnTo>
                  <a:pt x="575344" y="74219"/>
                </a:lnTo>
                <a:lnTo>
                  <a:pt x="575227" y="73727"/>
                </a:lnTo>
                <a:lnTo>
                  <a:pt x="575123" y="73226"/>
                </a:lnTo>
                <a:lnTo>
                  <a:pt x="575034" y="72715"/>
                </a:lnTo>
                <a:lnTo>
                  <a:pt x="574958" y="72196"/>
                </a:lnTo>
                <a:lnTo>
                  <a:pt x="574896" y="71667"/>
                </a:lnTo>
                <a:lnTo>
                  <a:pt x="574847" y="71129"/>
                </a:lnTo>
                <a:lnTo>
                  <a:pt x="574813" y="70581"/>
                </a:lnTo>
                <a:lnTo>
                  <a:pt x="574792" y="70025"/>
                </a:lnTo>
                <a:lnTo>
                  <a:pt x="574785" y="69459"/>
                </a:lnTo>
                <a:lnTo>
                  <a:pt x="574785" y="69410"/>
                </a:lnTo>
                <a:lnTo>
                  <a:pt x="574786" y="69359"/>
                </a:lnTo>
                <a:lnTo>
                  <a:pt x="574786" y="69306"/>
                </a:lnTo>
                <a:lnTo>
                  <a:pt x="574787" y="69251"/>
                </a:lnTo>
                <a:lnTo>
                  <a:pt x="574788" y="69195"/>
                </a:lnTo>
                <a:lnTo>
                  <a:pt x="574789" y="69137"/>
                </a:lnTo>
                <a:lnTo>
                  <a:pt x="574791" y="69076"/>
                </a:lnTo>
                <a:lnTo>
                  <a:pt x="574792" y="69015"/>
                </a:lnTo>
                <a:lnTo>
                  <a:pt x="574794" y="68951"/>
                </a:lnTo>
                <a:lnTo>
                  <a:pt x="574797" y="68886"/>
                </a:lnTo>
                <a:lnTo>
                  <a:pt x="574799" y="68818"/>
                </a:lnTo>
                <a:lnTo>
                  <a:pt x="574802" y="68749"/>
                </a:lnTo>
                <a:lnTo>
                  <a:pt x="574804" y="68678"/>
                </a:lnTo>
                <a:lnTo>
                  <a:pt x="574807" y="68606"/>
                </a:lnTo>
                <a:lnTo>
                  <a:pt x="574811" y="68531"/>
                </a:lnTo>
                <a:lnTo>
                  <a:pt x="574814" y="68455"/>
                </a:lnTo>
                <a:lnTo>
                  <a:pt x="574818" y="68377"/>
                </a:lnTo>
                <a:lnTo>
                  <a:pt x="574822" y="68297"/>
                </a:lnTo>
                <a:lnTo>
                  <a:pt x="574826" y="68216"/>
                </a:lnTo>
                <a:lnTo>
                  <a:pt x="574831" y="68132"/>
                </a:lnTo>
                <a:lnTo>
                  <a:pt x="574835" y="68047"/>
                </a:lnTo>
                <a:lnTo>
                  <a:pt x="574840" y="67960"/>
                </a:lnTo>
                <a:lnTo>
                  <a:pt x="574845" y="67871"/>
                </a:lnTo>
                <a:lnTo>
                  <a:pt x="574851" y="67781"/>
                </a:lnTo>
                <a:lnTo>
                  <a:pt x="622172" y="67781"/>
                </a:lnTo>
                <a:lnTo>
                  <a:pt x="622279" y="67331"/>
                </a:lnTo>
                <a:lnTo>
                  <a:pt x="622382" y="66877"/>
                </a:lnTo>
                <a:lnTo>
                  <a:pt x="622480" y="66418"/>
                </a:lnTo>
                <a:lnTo>
                  <a:pt x="622574" y="65955"/>
                </a:lnTo>
                <a:close/>
                <a:moveTo>
                  <a:pt x="577214" y="54378"/>
                </a:moveTo>
                <a:lnTo>
                  <a:pt x="577388" y="53726"/>
                </a:lnTo>
                <a:lnTo>
                  <a:pt x="577571" y="53088"/>
                </a:lnTo>
                <a:lnTo>
                  <a:pt x="577765" y="52465"/>
                </a:lnTo>
                <a:lnTo>
                  <a:pt x="577970" y="51856"/>
                </a:lnTo>
                <a:lnTo>
                  <a:pt x="578185" y="51261"/>
                </a:lnTo>
                <a:lnTo>
                  <a:pt x="578410" y="50680"/>
                </a:lnTo>
                <a:lnTo>
                  <a:pt x="578645" y="50114"/>
                </a:lnTo>
                <a:lnTo>
                  <a:pt x="578891" y="49562"/>
                </a:lnTo>
                <a:lnTo>
                  <a:pt x="579148" y="49024"/>
                </a:lnTo>
                <a:lnTo>
                  <a:pt x="579414" y="48501"/>
                </a:lnTo>
                <a:lnTo>
                  <a:pt x="579691" y="47992"/>
                </a:lnTo>
                <a:lnTo>
                  <a:pt x="579979" y="47497"/>
                </a:lnTo>
                <a:lnTo>
                  <a:pt x="580277" y="47016"/>
                </a:lnTo>
                <a:lnTo>
                  <a:pt x="580585" y="46550"/>
                </a:lnTo>
                <a:lnTo>
                  <a:pt x="580904" y="46098"/>
                </a:lnTo>
                <a:lnTo>
                  <a:pt x="581233" y="45660"/>
                </a:lnTo>
                <a:lnTo>
                  <a:pt x="581572" y="45237"/>
                </a:lnTo>
                <a:lnTo>
                  <a:pt x="581922" y="44828"/>
                </a:lnTo>
                <a:lnTo>
                  <a:pt x="582282" y="44433"/>
                </a:lnTo>
                <a:lnTo>
                  <a:pt x="582653" y="44053"/>
                </a:lnTo>
                <a:lnTo>
                  <a:pt x="583034" y="43686"/>
                </a:lnTo>
                <a:lnTo>
                  <a:pt x="583422" y="43335"/>
                </a:lnTo>
                <a:lnTo>
                  <a:pt x="583814" y="42998"/>
                </a:lnTo>
                <a:lnTo>
                  <a:pt x="584211" y="42677"/>
                </a:lnTo>
                <a:lnTo>
                  <a:pt x="584612" y="42370"/>
                </a:lnTo>
                <a:lnTo>
                  <a:pt x="585017" y="42078"/>
                </a:lnTo>
                <a:lnTo>
                  <a:pt x="585426" y="41801"/>
                </a:lnTo>
                <a:lnTo>
                  <a:pt x="585840" y="41539"/>
                </a:lnTo>
                <a:lnTo>
                  <a:pt x="586258" y="41293"/>
                </a:lnTo>
                <a:lnTo>
                  <a:pt x="586680" y="41061"/>
                </a:lnTo>
                <a:lnTo>
                  <a:pt x="587106" y="40844"/>
                </a:lnTo>
                <a:lnTo>
                  <a:pt x="587536" y="40642"/>
                </a:lnTo>
                <a:lnTo>
                  <a:pt x="587971" y="40455"/>
                </a:lnTo>
                <a:lnTo>
                  <a:pt x="588410" y="40283"/>
                </a:lnTo>
                <a:lnTo>
                  <a:pt x="588853" y="40126"/>
                </a:lnTo>
                <a:lnTo>
                  <a:pt x="589300" y="39983"/>
                </a:lnTo>
                <a:lnTo>
                  <a:pt x="589752" y="39856"/>
                </a:lnTo>
                <a:lnTo>
                  <a:pt x="590208" y="39744"/>
                </a:lnTo>
                <a:lnTo>
                  <a:pt x="590668" y="39647"/>
                </a:lnTo>
                <a:lnTo>
                  <a:pt x="591132" y="39565"/>
                </a:lnTo>
                <a:lnTo>
                  <a:pt x="591600" y="39497"/>
                </a:lnTo>
                <a:lnTo>
                  <a:pt x="592073" y="39445"/>
                </a:lnTo>
                <a:lnTo>
                  <a:pt x="592550" y="39407"/>
                </a:lnTo>
                <a:lnTo>
                  <a:pt x="593031" y="39385"/>
                </a:lnTo>
                <a:lnTo>
                  <a:pt x="593516" y="39377"/>
                </a:lnTo>
                <a:lnTo>
                  <a:pt x="594000" y="39384"/>
                </a:lnTo>
                <a:lnTo>
                  <a:pt x="594475" y="39404"/>
                </a:lnTo>
                <a:lnTo>
                  <a:pt x="594942" y="39437"/>
                </a:lnTo>
                <a:lnTo>
                  <a:pt x="595401" y="39483"/>
                </a:lnTo>
                <a:lnTo>
                  <a:pt x="595851" y="39542"/>
                </a:lnTo>
                <a:lnTo>
                  <a:pt x="596293" y="39615"/>
                </a:lnTo>
                <a:lnTo>
                  <a:pt x="596727" y="39700"/>
                </a:lnTo>
                <a:lnTo>
                  <a:pt x="597153" y="39799"/>
                </a:lnTo>
                <a:lnTo>
                  <a:pt x="597571" y="39911"/>
                </a:lnTo>
                <a:lnTo>
                  <a:pt x="597980" y="40036"/>
                </a:lnTo>
                <a:lnTo>
                  <a:pt x="598381" y="40175"/>
                </a:lnTo>
                <a:lnTo>
                  <a:pt x="598774" y="40326"/>
                </a:lnTo>
                <a:lnTo>
                  <a:pt x="599159" y="40491"/>
                </a:lnTo>
                <a:lnTo>
                  <a:pt x="599536" y="40669"/>
                </a:lnTo>
                <a:lnTo>
                  <a:pt x="599904" y="40860"/>
                </a:lnTo>
                <a:lnTo>
                  <a:pt x="600264" y="41064"/>
                </a:lnTo>
                <a:lnTo>
                  <a:pt x="600616" y="41281"/>
                </a:lnTo>
                <a:lnTo>
                  <a:pt x="600960" y="41512"/>
                </a:lnTo>
                <a:lnTo>
                  <a:pt x="601295" y="41756"/>
                </a:lnTo>
                <a:lnTo>
                  <a:pt x="601622" y="42013"/>
                </a:lnTo>
                <a:lnTo>
                  <a:pt x="601941" y="42283"/>
                </a:lnTo>
                <a:lnTo>
                  <a:pt x="602252" y="42566"/>
                </a:lnTo>
                <a:lnTo>
                  <a:pt x="602555" y="42862"/>
                </a:lnTo>
                <a:lnTo>
                  <a:pt x="602849" y="43172"/>
                </a:lnTo>
                <a:lnTo>
                  <a:pt x="603134" y="43495"/>
                </a:lnTo>
                <a:lnTo>
                  <a:pt x="603406" y="43831"/>
                </a:lnTo>
                <a:lnTo>
                  <a:pt x="603666" y="44180"/>
                </a:lnTo>
                <a:lnTo>
                  <a:pt x="603914" y="44542"/>
                </a:lnTo>
                <a:lnTo>
                  <a:pt x="604150" y="44918"/>
                </a:lnTo>
                <a:lnTo>
                  <a:pt x="604373" y="45306"/>
                </a:lnTo>
                <a:lnTo>
                  <a:pt x="604585" y="45708"/>
                </a:lnTo>
                <a:lnTo>
                  <a:pt x="604785" y="46123"/>
                </a:lnTo>
                <a:lnTo>
                  <a:pt x="604972" y="46552"/>
                </a:lnTo>
                <a:lnTo>
                  <a:pt x="605147" y="46993"/>
                </a:lnTo>
                <a:lnTo>
                  <a:pt x="605311" y="47447"/>
                </a:lnTo>
                <a:lnTo>
                  <a:pt x="605462" y="47915"/>
                </a:lnTo>
                <a:lnTo>
                  <a:pt x="605601" y="48396"/>
                </a:lnTo>
                <a:lnTo>
                  <a:pt x="605728" y="48890"/>
                </a:lnTo>
                <a:lnTo>
                  <a:pt x="605843" y="49397"/>
                </a:lnTo>
                <a:lnTo>
                  <a:pt x="605946" y="49918"/>
                </a:lnTo>
                <a:lnTo>
                  <a:pt x="606036" y="50451"/>
                </a:lnTo>
                <a:lnTo>
                  <a:pt x="606115" y="50998"/>
                </a:lnTo>
                <a:lnTo>
                  <a:pt x="606181" y="51558"/>
                </a:lnTo>
                <a:lnTo>
                  <a:pt x="606236" y="52131"/>
                </a:lnTo>
                <a:lnTo>
                  <a:pt x="606278" y="52718"/>
                </a:lnTo>
                <a:lnTo>
                  <a:pt x="606308" y="53317"/>
                </a:lnTo>
                <a:lnTo>
                  <a:pt x="606327" y="53930"/>
                </a:lnTo>
                <a:lnTo>
                  <a:pt x="606333" y="54556"/>
                </a:lnTo>
                <a:lnTo>
                  <a:pt x="606333" y="54610"/>
                </a:lnTo>
                <a:lnTo>
                  <a:pt x="606332" y="54667"/>
                </a:lnTo>
                <a:lnTo>
                  <a:pt x="606332" y="54725"/>
                </a:lnTo>
                <a:lnTo>
                  <a:pt x="606331" y="54786"/>
                </a:lnTo>
                <a:lnTo>
                  <a:pt x="606330" y="54848"/>
                </a:lnTo>
                <a:lnTo>
                  <a:pt x="606329" y="54913"/>
                </a:lnTo>
                <a:lnTo>
                  <a:pt x="606327" y="54979"/>
                </a:lnTo>
                <a:lnTo>
                  <a:pt x="606325" y="55048"/>
                </a:lnTo>
                <a:lnTo>
                  <a:pt x="606323" y="55118"/>
                </a:lnTo>
                <a:lnTo>
                  <a:pt x="606321" y="55191"/>
                </a:lnTo>
                <a:lnTo>
                  <a:pt x="606319" y="55266"/>
                </a:lnTo>
                <a:lnTo>
                  <a:pt x="606316" y="55342"/>
                </a:lnTo>
                <a:lnTo>
                  <a:pt x="606313" y="55421"/>
                </a:lnTo>
                <a:lnTo>
                  <a:pt x="606310" y="55502"/>
                </a:lnTo>
                <a:lnTo>
                  <a:pt x="606307" y="55584"/>
                </a:lnTo>
                <a:lnTo>
                  <a:pt x="606303" y="55669"/>
                </a:lnTo>
                <a:lnTo>
                  <a:pt x="606300" y="55756"/>
                </a:lnTo>
                <a:lnTo>
                  <a:pt x="606296" y="55845"/>
                </a:lnTo>
                <a:lnTo>
                  <a:pt x="606291" y="55935"/>
                </a:lnTo>
                <a:lnTo>
                  <a:pt x="606287" y="56028"/>
                </a:lnTo>
                <a:lnTo>
                  <a:pt x="606282" y="56123"/>
                </a:lnTo>
                <a:lnTo>
                  <a:pt x="606277" y="56220"/>
                </a:lnTo>
                <a:lnTo>
                  <a:pt x="606272" y="56319"/>
                </a:lnTo>
                <a:lnTo>
                  <a:pt x="606267" y="56420"/>
                </a:lnTo>
                <a:lnTo>
                  <a:pt x="576757" y="56420"/>
                </a:lnTo>
                <a:lnTo>
                  <a:pt x="576899" y="55725"/>
                </a:lnTo>
                <a:lnTo>
                  <a:pt x="577051" y="55044"/>
                </a:lnTo>
                <a:lnTo>
                  <a:pt x="577214" y="54378"/>
                </a:ln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or">
            <a:extLst xmlns:a="http://schemas.openxmlformats.org/drawingml/2006/main">
              <a:ext uri="{FF2B5EF4-FFF2-40B4-BE49-F238E27FC236}">
                <a16:creationId xmlns:a16="http://schemas.microsoft.com/office/drawing/2014/main" id="{1EB9B356-4CC8-436C-8DAB-133E8468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33" y="3406886"/>
            <a:ext cx="137910" cy="71912"/>
          </a:xfrm>
          <a:custGeom xmlns:a="http://schemas.openxmlformats.org/drawingml/2006/main">
            <a:pathLst>
              <a:path w="137910" h="71912">
                <a:moveTo>
                  <a:pt x="0" y="41776"/>
                </a:moveTo>
                <a:cubicBezTo>
                  <a:pt x="0" y="29058"/>
                  <a:pt x="3648" y="18915"/>
                  <a:pt x="10943" y="11349"/>
                </a:cubicBezTo>
                <a:cubicBezTo>
                  <a:pt x="18238" y="3783"/>
                  <a:pt x="27823" y="0"/>
                  <a:pt x="39697" y="0"/>
                </a:cubicBezTo>
                <a:cubicBezTo>
                  <a:pt x="49994" y="0"/>
                  <a:pt x="58034" y="2792"/>
                  <a:pt x="63818" y="8376"/>
                </a:cubicBezTo>
                <a:cubicBezTo>
                  <a:pt x="69602" y="13958"/>
                  <a:pt x="72494" y="21471"/>
                  <a:pt x="72494" y="30913"/>
                </a:cubicBezTo>
                <a:cubicBezTo>
                  <a:pt x="72494" y="42035"/>
                  <a:pt x="68879" y="51649"/>
                  <a:pt x="61649" y="59754"/>
                </a:cubicBezTo>
                <a:cubicBezTo>
                  <a:pt x="54420" y="67860"/>
                  <a:pt x="44736" y="71912"/>
                  <a:pt x="32599" y="71912"/>
                </a:cubicBezTo>
                <a:cubicBezTo>
                  <a:pt x="26027" y="71912"/>
                  <a:pt x="20199" y="70619"/>
                  <a:pt x="15117" y="68033"/>
                </a:cubicBezTo>
                <a:cubicBezTo>
                  <a:pt x="10034" y="65446"/>
                  <a:pt x="6244" y="61781"/>
                  <a:pt x="3746" y="57039"/>
                </a:cubicBezTo>
                <a:cubicBezTo>
                  <a:pt x="1249" y="52296"/>
                  <a:pt x="0" y="47208"/>
                  <a:pt x="0" y="41776"/>
                </a:cubicBezTo>
                <a:moveTo>
                  <a:pt x="53762" y="28510"/>
                </a:moveTo>
                <a:cubicBezTo>
                  <a:pt x="53762" y="24109"/>
                  <a:pt x="52459" y="20580"/>
                  <a:pt x="49852" y="17926"/>
                </a:cubicBezTo>
                <a:cubicBezTo>
                  <a:pt x="47245" y="15271"/>
                  <a:pt x="43882" y="13944"/>
                  <a:pt x="39763" y="13944"/>
                </a:cubicBezTo>
                <a:cubicBezTo>
                  <a:pt x="35688" y="13944"/>
                  <a:pt x="32073" y="15185"/>
                  <a:pt x="28919" y="17667"/>
                </a:cubicBezTo>
                <a:cubicBezTo>
                  <a:pt x="25764" y="20149"/>
                  <a:pt x="23310" y="23753"/>
                  <a:pt x="21557" y="28480"/>
                </a:cubicBezTo>
                <a:cubicBezTo>
                  <a:pt x="19805" y="33206"/>
                  <a:pt x="18929" y="37554"/>
                  <a:pt x="18929" y="41524"/>
                </a:cubicBezTo>
                <a:cubicBezTo>
                  <a:pt x="18929" y="46445"/>
                  <a:pt x="20287" y="50352"/>
                  <a:pt x="23003" y="53244"/>
                </a:cubicBezTo>
                <a:cubicBezTo>
                  <a:pt x="25720" y="56136"/>
                  <a:pt x="29138" y="57582"/>
                  <a:pt x="33256" y="57582"/>
                </a:cubicBezTo>
                <a:cubicBezTo>
                  <a:pt x="38427" y="57582"/>
                  <a:pt x="42764" y="55401"/>
                  <a:pt x="46270" y="51041"/>
                </a:cubicBezTo>
                <a:cubicBezTo>
                  <a:pt x="51265" y="44870"/>
                  <a:pt x="53762" y="37360"/>
                  <a:pt x="53762" y="28510"/>
                </a:cubicBezTo>
                <a:close/>
                <a:moveTo>
                  <a:pt x="93021" y="1678"/>
                </a:moveTo>
                <a:lnTo>
                  <a:pt x="110635" y="1678"/>
                </a:lnTo>
                <a:lnTo>
                  <a:pt x="107809" y="14948"/>
                </a:lnTo>
                <a:cubicBezTo>
                  <a:pt x="114381" y="4983"/>
                  <a:pt x="121501" y="0"/>
                  <a:pt x="129169" y="0"/>
                </a:cubicBezTo>
                <a:cubicBezTo>
                  <a:pt x="131886" y="0"/>
                  <a:pt x="134799" y="667"/>
                  <a:pt x="137910" y="2001"/>
                </a:cubicBezTo>
                <a:lnTo>
                  <a:pt x="130681" y="17171"/>
                </a:lnTo>
                <a:cubicBezTo>
                  <a:pt x="128972" y="16569"/>
                  <a:pt x="127153" y="16267"/>
                  <a:pt x="125226" y="16267"/>
                </a:cubicBezTo>
                <a:cubicBezTo>
                  <a:pt x="121983" y="16267"/>
                  <a:pt x="118686" y="17475"/>
                  <a:pt x="115334" y="19890"/>
                </a:cubicBezTo>
                <a:cubicBezTo>
                  <a:pt x="111982" y="22304"/>
                  <a:pt x="109364" y="25527"/>
                  <a:pt x="107480" y="29559"/>
                </a:cubicBezTo>
                <a:cubicBezTo>
                  <a:pt x="105596" y="33590"/>
                  <a:pt x="103734" y="39982"/>
                  <a:pt x="101893" y="48736"/>
                </a:cubicBezTo>
                <a:lnTo>
                  <a:pt x="97293" y="70234"/>
                </a:lnTo>
                <a:lnTo>
                  <a:pt x="78430" y="70234"/>
                </a:lnTo>
                <a:lnTo>
                  <a:pt x="93021" y="1678"/>
                </a:ln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mance">
            <a:extLst xmlns:a="http://schemas.openxmlformats.org/drawingml/2006/main">
              <a:ext uri="{FF2B5EF4-FFF2-40B4-BE49-F238E27FC236}">
                <a16:creationId xmlns:a16="http://schemas.microsoft.com/office/drawing/2014/main" id="{75894933-56E9-4A2E-B19C-296E3B64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84" y="3406886"/>
            <a:ext cx="421448" cy="71912"/>
          </a:xfrm>
          <a:custGeom xmlns:a="http://schemas.openxmlformats.org/drawingml/2006/main">
            <a:pathLst>
              <a:path w="421448" h="71912">
                <a:moveTo>
                  <a:pt x="14591" y="1678"/>
                </a:moveTo>
                <a:lnTo>
                  <a:pt x="32336" y="1678"/>
                </a:lnTo>
                <a:lnTo>
                  <a:pt x="30562" y="10004"/>
                </a:lnTo>
                <a:cubicBezTo>
                  <a:pt x="37485" y="3335"/>
                  <a:pt x="44758" y="0"/>
                  <a:pt x="52382" y="0"/>
                </a:cubicBezTo>
                <a:cubicBezTo>
                  <a:pt x="57640" y="0"/>
                  <a:pt x="61693" y="1082"/>
                  <a:pt x="64541" y="3246"/>
                </a:cubicBezTo>
                <a:cubicBezTo>
                  <a:pt x="67389" y="5408"/>
                  <a:pt x="69207" y="8393"/>
                  <a:pt x="69996" y="12201"/>
                </a:cubicBezTo>
                <a:cubicBezTo>
                  <a:pt x="72406" y="8739"/>
                  <a:pt x="75867" y="5840"/>
                  <a:pt x="80380" y="3504"/>
                </a:cubicBezTo>
                <a:cubicBezTo>
                  <a:pt x="84894" y="1168"/>
                  <a:pt x="89582" y="0"/>
                  <a:pt x="94445" y="0"/>
                </a:cubicBezTo>
                <a:cubicBezTo>
                  <a:pt x="100010" y="0"/>
                  <a:pt x="104348" y="1471"/>
                  <a:pt x="107459" y="4412"/>
                </a:cubicBezTo>
                <a:cubicBezTo>
                  <a:pt x="110570" y="7353"/>
                  <a:pt x="112125" y="11246"/>
                  <a:pt x="112125" y="16092"/>
                </a:cubicBezTo>
                <a:cubicBezTo>
                  <a:pt x="112125" y="18443"/>
                  <a:pt x="111512" y="22521"/>
                  <a:pt x="110285" y="28327"/>
                </a:cubicBezTo>
                <a:lnTo>
                  <a:pt x="101346" y="70234"/>
                </a:lnTo>
                <a:lnTo>
                  <a:pt x="82484" y="70234"/>
                </a:lnTo>
                <a:lnTo>
                  <a:pt x="91422" y="28323"/>
                </a:lnTo>
                <a:cubicBezTo>
                  <a:pt x="92518" y="23072"/>
                  <a:pt x="93065" y="20104"/>
                  <a:pt x="93065" y="19416"/>
                </a:cubicBezTo>
                <a:cubicBezTo>
                  <a:pt x="93065" y="17527"/>
                  <a:pt x="92485" y="16035"/>
                  <a:pt x="91324" y="14940"/>
                </a:cubicBezTo>
                <a:cubicBezTo>
                  <a:pt x="90162" y="13845"/>
                  <a:pt x="88421" y="13298"/>
                  <a:pt x="86098" y="13298"/>
                </a:cubicBezTo>
                <a:cubicBezTo>
                  <a:pt x="81410" y="13298"/>
                  <a:pt x="77226" y="15729"/>
                  <a:pt x="73545" y="20590"/>
                </a:cubicBezTo>
                <a:cubicBezTo>
                  <a:pt x="70872" y="24076"/>
                  <a:pt x="68594" y="30251"/>
                  <a:pt x="66710" y="39113"/>
                </a:cubicBezTo>
                <a:lnTo>
                  <a:pt x="60072" y="70234"/>
                </a:lnTo>
                <a:lnTo>
                  <a:pt x="41209" y="70234"/>
                </a:lnTo>
                <a:lnTo>
                  <a:pt x="50016" y="28791"/>
                </a:lnTo>
                <a:cubicBezTo>
                  <a:pt x="51024" y="24014"/>
                  <a:pt x="51528" y="20915"/>
                  <a:pt x="51528" y="19495"/>
                </a:cubicBezTo>
                <a:cubicBezTo>
                  <a:pt x="51528" y="17688"/>
                  <a:pt x="50903" y="16203"/>
                  <a:pt x="49655" y="15041"/>
                </a:cubicBezTo>
                <a:cubicBezTo>
                  <a:pt x="48406" y="13879"/>
                  <a:pt x="46686" y="13298"/>
                  <a:pt x="44495" y="13298"/>
                </a:cubicBezTo>
                <a:cubicBezTo>
                  <a:pt x="42436" y="13298"/>
                  <a:pt x="40311" y="13900"/>
                  <a:pt x="38120" y="15105"/>
                </a:cubicBezTo>
                <a:cubicBezTo>
                  <a:pt x="35929" y="16310"/>
                  <a:pt x="34012" y="17968"/>
                  <a:pt x="32369" y="20078"/>
                </a:cubicBezTo>
                <a:cubicBezTo>
                  <a:pt x="30726" y="22187"/>
                  <a:pt x="29313" y="24898"/>
                  <a:pt x="28130" y="28212"/>
                </a:cubicBezTo>
                <a:cubicBezTo>
                  <a:pt x="27604" y="29761"/>
                  <a:pt x="26750" y="33269"/>
                  <a:pt x="25567" y="38736"/>
                </a:cubicBezTo>
                <a:lnTo>
                  <a:pt x="18863" y="70234"/>
                </a:lnTo>
                <a:lnTo>
                  <a:pt x="0" y="70234"/>
                </a:lnTo>
                <a:lnTo>
                  <a:pt x="14591" y="1678"/>
                </a:lnTo>
                <a:close/>
                <a:moveTo>
                  <a:pt x="146872" y="21044"/>
                </a:moveTo>
                <a:lnTo>
                  <a:pt x="128469" y="19507"/>
                </a:lnTo>
                <a:cubicBezTo>
                  <a:pt x="130572" y="13392"/>
                  <a:pt x="134242" y="8612"/>
                  <a:pt x="139478" y="5168"/>
                </a:cubicBezTo>
                <a:cubicBezTo>
                  <a:pt x="144714" y="1723"/>
                  <a:pt x="151648" y="0"/>
                  <a:pt x="160280" y="0"/>
                </a:cubicBezTo>
                <a:cubicBezTo>
                  <a:pt x="169262" y="0"/>
                  <a:pt x="175900" y="1777"/>
                  <a:pt x="180194" y="5332"/>
                </a:cubicBezTo>
                <a:cubicBezTo>
                  <a:pt x="184488" y="8885"/>
                  <a:pt x="186635" y="13224"/>
                  <a:pt x="186635" y="18349"/>
                </a:cubicBezTo>
                <a:cubicBezTo>
                  <a:pt x="186635" y="20418"/>
                  <a:pt x="186449" y="22615"/>
                  <a:pt x="186076" y="24942"/>
                </a:cubicBezTo>
                <a:cubicBezTo>
                  <a:pt x="185704" y="27267"/>
                  <a:pt x="184400" y="33383"/>
                  <a:pt x="182166" y="43291"/>
                </a:cubicBezTo>
                <a:cubicBezTo>
                  <a:pt x="180325" y="51475"/>
                  <a:pt x="179405" y="57204"/>
                  <a:pt x="179405" y="60478"/>
                </a:cubicBezTo>
                <a:cubicBezTo>
                  <a:pt x="179405" y="63407"/>
                  <a:pt x="179931" y="66659"/>
                  <a:pt x="180983" y="70234"/>
                </a:cubicBezTo>
                <a:lnTo>
                  <a:pt x="162646" y="70234"/>
                </a:lnTo>
                <a:cubicBezTo>
                  <a:pt x="161901" y="67738"/>
                  <a:pt x="161441" y="65156"/>
                  <a:pt x="161265" y="62488"/>
                </a:cubicBezTo>
                <a:cubicBezTo>
                  <a:pt x="158505" y="65500"/>
                  <a:pt x="155328" y="67824"/>
                  <a:pt x="151736" y="69459"/>
                </a:cubicBezTo>
                <a:cubicBezTo>
                  <a:pt x="148143" y="71095"/>
                  <a:pt x="144528" y="71912"/>
                  <a:pt x="140891" y="71912"/>
                </a:cubicBezTo>
                <a:cubicBezTo>
                  <a:pt x="135107" y="71912"/>
                  <a:pt x="130331" y="70048"/>
                  <a:pt x="126563" y="66320"/>
                </a:cubicBezTo>
                <a:cubicBezTo>
                  <a:pt x="122795" y="62592"/>
                  <a:pt x="120911" y="57798"/>
                  <a:pt x="120911" y="51937"/>
                </a:cubicBezTo>
                <a:cubicBezTo>
                  <a:pt x="120911" y="45386"/>
                  <a:pt x="122981" y="40150"/>
                  <a:pt x="127122" y="36229"/>
                </a:cubicBezTo>
                <a:cubicBezTo>
                  <a:pt x="131262" y="32307"/>
                  <a:pt x="138656" y="29937"/>
                  <a:pt x="149304" y="29118"/>
                </a:cubicBezTo>
                <a:cubicBezTo>
                  <a:pt x="158286" y="28385"/>
                  <a:pt x="164289" y="27501"/>
                  <a:pt x="167312" y="26467"/>
                </a:cubicBezTo>
                <a:cubicBezTo>
                  <a:pt x="168101" y="23885"/>
                  <a:pt x="168495" y="21819"/>
                  <a:pt x="168495" y="20270"/>
                </a:cubicBezTo>
                <a:cubicBezTo>
                  <a:pt x="168495" y="18290"/>
                  <a:pt x="167685" y="16633"/>
                  <a:pt x="166063" y="15299"/>
                </a:cubicBezTo>
                <a:cubicBezTo>
                  <a:pt x="164442" y="13965"/>
                  <a:pt x="162032" y="13298"/>
                  <a:pt x="158834" y="13298"/>
                </a:cubicBezTo>
                <a:cubicBezTo>
                  <a:pt x="155460" y="13298"/>
                  <a:pt x="152798" y="13970"/>
                  <a:pt x="150848" y="15315"/>
                </a:cubicBezTo>
                <a:cubicBezTo>
                  <a:pt x="148898" y="16659"/>
                  <a:pt x="147573" y="18568"/>
                  <a:pt x="146872" y="21044"/>
                </a:cubicBezTo>
                <a:moveTo>
                  <a:pt x="164815" y="38216"/>
                </a:moveTo>
                <a:cubicBezTo>
                  <a:pt x="163675" y="38518"/>
                  <a:pt x="162164" y="38799"/>
                  <a:pt x="160280" y="39057"/>
                </a:cubicBezTo>
                <a:cubicBezTo>
                  <a:pt x="150815" y="40180"/>
                  <a:pt x="144637" y="41820"/>
                  <a:pt x="141745" y="43979"/>
                </a:cubicBezTo>
                <a:cubicBezTo>
                  <a:pt x="139686" y="45534"/>
                  <a:pt x="138656" y="47628"/>
                  <a:pt x="138656" y="50263"/>
                </a:cubicBezTo>
                <a:cubicBezTo>
                  <a:pt x="138656" y="52421"/>
                  <a:pt x="139445" y="54246"/>
                  <a:pt x="141022" y="55736"/>
                </a:cubicBezTo>
                <a:cubicBezTo>
                  <a:pt x="142600" y="57224"/>
                  <a:pt x="144681" y="57969"/>
                  <a:pt x="147266" y="57969"/>
                </a:cubicBezTo>
                <a:cubicBezTo>
                  <a:pt x="150114" y="57969"/>
                  <a:pt x="152798" y="57289"/>
                  <a:pt x="155317" y="55929"/>
                </a:cubicBezTo>
                <a:cubicBezTo>
                  <a:pt x="157837" y="54568"/>
                  <a:pt x="159721" y="52819"/>
                  <a:pt x="160970" y="50682"/>
                </a:cubicBezTo>
                <a:cubicBezTo>
                  <a:pt x="162218" y="48545"/>
                  <a:pt x="163325" y="45210"/>
                  <a:pt x="164289" y="40677"/>
                </a:cubicBezTo>
                <a:lnTo>
                  <a:pt x="164815" y="38216"/>
                </a:lnTo>
                <a:close/>
                <a:moveTo>
                  <a:pt x="209947" y="1678"/>
                </a:moveTo>
                <a:lnTo>
                  <a:pt x="227824" y="1678"/>
                </a:lnTo>
                <a:lnTo>
                  <a:pt x="225983" y="10601"/>
                </a:lnTo>
                <a:cubicBezTo>
                  <a:pt x="230453" y="6785"/>
                  <a:pt x="234626" y="4065"/>
                  <a:pt x="238504" y="2439"/>
                </a:cubicBezTo>
                <a:cubicBezTo>
                  <a:pt x="242381" y="813"/>
                  <a:pt x="246467" y="0"/>
                  <a:pt x="250761" y="0"/>
                </a:cubicBezTo>
                <a:cubicBezTo>
                  <a:pt x="256501" y="0"/>
                  <a:pt x="261025" y="1619"/>
                  <a:pt x="264333" y="4858"/>
                </a:cubicBezTo>
                <a:cubicBezTo>
                  <a:pt x="267641" y="8096"/>
                  <a:pt x="269295" y="12393"/>
                  <a:pt x="269295" y="17748"/>
                </a:cubicBezTo>
                <a:cubicBezTo>
                  <a:pt x="269295" y="20155"/>
                  <a:pt x="268572" y="24719"/>
                  <a:pt x="267127" y="31437"/>
                </a:cubicBezTo>
                <a:lnTo>
                  <a:pt x="258911" y="70234"/>
                </a:lnTo>
                <a:lnTo>
                  <a:pt x="240048" y="70234"/>
                </a:lnTo>
                <a:lnTo>
                  <a:pt x="248329" y="31304"/>
                </a:lnTo>
                <a:cubicBezTo>
                  <a:pt x="249556" y="25488"/>
                  <a:pt x="250170" y="22021"/>
                  <a:pt x="250170" y="20903"/>
                </a:cubicBezTo>
                <a:cubicBezTo>
                  <a:pt x="250170" y="18540"/>
                  <a:pt x="249458" y="16682"/>
                  <a:pt x="248034" y="15329"/>
                </a:cubicBezTo>
                <a:cubicBezTo>
                  <a:pt x="246610" y="13975"/>
                  <a:pt x="244627" y="13298"/>
                  <a:pt x="242086" y="13298"/>
                </a:cubicBezTo>
                <a:cubicBezTo>
                  <a:pt x="239325" y="13298"/>
                  <a:pt x="236258" y="14438"/>
                  <a:pt x="232884" y="16719"/>
                </a:cubicBezTo>
                <a:cubicBezTo>
                  <a:pt x="229511" y="19000"/>
                  <a:pt x="226860" y="22013"/>
                  <a:pt x="224932" y="25757"/>
                </a:cubicBezTo>
                <a:cubicBezTo>
                  <a:pt x="223530" y="28426"/>
                  <a:pt x="221952" y="33871"/>
                  <a:pt x="220200" y="42091"/>
                </a:cubicBezTo>
                <a:lnTo>
                  <a:pt x="214219" y="70234"/>
                </a:lnTo>
                <a:lnTo>
                  <a:pt x="195356" y="70234"/>
                </a:lnTo>
                <a:lnTo>
                  <a:pt x="209947" y="1678"/>
                </a:lnTo>
                <a:close/>
                <a:moveTo>
                  <a:pt x="324656" y="44413"/>
                </a:moveTo>
                <a:lnTo>
                  <a:pt x="342993" y="47318"/>
                </a:lnTo>
                <a:cubicBezTo>
                  <a:pt x="339970" y="55344"/>
                  <a:pt x="335501" y="61449"/>
                  <a:pt x="329586" y="65635"/>
                </a:cubicBezTo>
                <a:cubicBezTo>
                  <a:pt x="323670" y="69820"/>
                  <a:pt x="316813" y="71912"/>
                  <a:pt x="309014" y="71912"/>
                </a:cubicBezTo>
                <a:cubicBezTo>
                  <a:pt x="300119" y="71912"/>
                  <a:pt x="293065" y="69304"/>
                  <a:pt x="287851" y="64087"/>
                </a:cubicBezTo>
                <a:cubicBezTo>
                  <a:pt x="282637" y="58871"/>
                  <a:pt x="280030" y="51692"/>
                  <a:pt x="280030" y="42553"/>
                </a:cubicBezTo>
                <a:cubicBezTo>
                  <a:pt x="280030" y="35094"/>
                  <a:pt x="281607" y="28045"/>
                  <a:pt x="284762" y="21405"/>
                </a:cubicBezTo>
                <a:cubicBezTo>
                  <a:pt x="287917" y="14766"/>
                  <a:pt x="292671" y="9538"/>
                  <a:pt x="299024" y="5723"/>
                </a:cubicBezTo>
                <a:cubicBezTo>
                  <a:pt x="305377" y="1908"/>
                  <a:pt x="312344" y="0"/>
                  <a:pt x="319924" y="0"/>
                </a:cubicBezTo>
                <a:cubicBezTo>
                  <a:pt x="328162" y="0"/>
                  <a:pt x="334734" y="2124"/>
                  <a:pt x="339641" y="6371"/>
                </a:cubicBezTo>
                <a:cubicBezTo>
                  <a:pt x="344549" y="10618"/>
                  <a:pt x="347309" y="16208"/>
                  <a:pt x="347923" y="23142"/>
                </a:cubicBezTo>
                <a:lnTo>
                  <a:pt x="329980" y="25047"/>
                </a:lnTo>
                <a:cubicBezTo>
                  <a:pt x="329542" y="21151"/>
                  <a:pt x="328348" y="18283"/>
                  <a:pt x="326398" y="16445"/>
                </a:cubicBezTo>
                <a:cubicBezTo>
                  <a:pt x="324448" y="14605"/>
                  <a:pt x="321896" y="13685"/>
                  <a:pt x="318741" y="13685"/>
                </a:cubicBezTo>
                <a:cubicBezTo>
                  <a:pt x="315104" y="13685"/>
                  <a:pt x="311709" y="15021"/>
                  <a:pt x="308554" y="17694"/>
                </a:cubicBezTo>
                <a:cubicBezTo>
                  <a:pt x="305399" y="20366"/>
                  <a:pt x="302978" y="24363"/>
                  <a:pt x="301291" y="29686"/>
                </a:cubicBezTo>
                <a:cubicBezTo>
                  <a:pt x="299605" y="35009"/>
                  <a:pt x="298761" y="39998"/>
                  <a:pt x="298761" y="44653"/>
                </a:cubicBezTo>
                <a:cubicBezTo>
                  <a:pt x="298761" y="48703"/>
                  <a:pt x="299769" y="51828"/>
                  <a:pt x="301784" y="54027"/>
                </a:cubicBezTo>
                <a:cubicBezTo>
                  <a:pt x="303800" y="56225"/>
                  <a:pt x="306319" y="57323"/>
                  <a:pt x="309343" y="57323"/>
                </a:cubicBezTo>
                <a:cubicBezTo>
                  <a:pt x="312366" y="57323"/>
                  <a:pt x="315280" y="56247"/>
                  <a:pt x="318084" y="54096"/>
                </a:cubicBezTo>
                <a:cubicBezTo>
                  <a:pt x="320888" y="51944"/>
                  <a:pt x="323079" y="48716"/>
                  <a:pt x="324656" y="44413"/>
                </a:cubicBezTo>
                <a:close/>
                <a:moveTo>
                  <a:pt x="420133" y="41701"/>
                </a:moveTo>
                <a:lnTo>
                  <a:pt x="372812" y="41701"/>
                </a:lnTo>
                <a:cubicBezTo>
                  <a:pt x="372768" y="42433"/>
                  <a:pt x="372746" y="42992"/>
                  <a:pt x="372746" y="43380"/>
                </a:cubicBezTo>
                <a:cubicBezTo>
                  <a:pt x="372746" y="47942"/>
                  <a:pt x="374071" y="51621"/>
                  <a:pt x="376722" y="54418"/>
                </a:cubicBezTo>
                <a:cubicBezTo>
                  <a:pt x="379373" y="57216"/>
                  <a:pt x="382605" y="58614"/>
                  <a:pt x="386417" y="58614"/>
                </a:cubicBezTo>
                <a:cubicBezTo>
                  <a:pt x="392682" y="58614"/>
                  <a:pt x="397568" y="55430"/>
                  <a:pt x="401073" y="49060"/>
                </a:cubicBezTo>
                <a:lnTo>
                  <a:pt x="417964" y="51901"/>
                </a:lnTo>
                <a:cubicBezTo>
                  <a:pt x="414678" y="58571"/>
                  <a:pt x="410285" y="63574"/>
                  <a:pt x="404786" y="66909"/>
                </a:cubicBezTo>
                <a:cubicBezTo>
                  <a:pt x="399288" y="70245"/>
                  <a:pt x="393120" y="71912"/>
                  <a:pt x="386285" y="71912"/>
                </a:cubicBezTo>
                <a:cubicBezTo>
                  <a:pt x="376909" y="71912"/>
                  <a:pt x="369285" y="68991"/>
                  <a:pt x="363413" y="63149"/>
                </a:cubicBezTo>
                <a:cubicBezTo>
                  <a:pt x="357542" y="57307"/>
                  <a:pt x="354606" y="49580"/>
                  <a:pt x="354606" y="39967"/>
                </a:cubicBezTo>
                <a:cubicBezTo>
                  <a:pt x="354606" y="30567"/>
                  <a:pt x="357257" y="22203"/>
                  <a:pt x="362559" y="14873"/>
                </a:cubicBezTo>
                <a:cubicBezTo>
                  <a:pt x="369788" y="4958"/>
                  <a:pt x="380107" y="0"/>
                  <a:pt x="393515" y="0"/>
                </a:cubicBezTo>
                <a:cubicBezTo>
                  <a:pt x="402059" y="0"/>
                  <a:pt x="408850" y="2597"/>
                  <a:pt x="413889" y="7791"/>
                </a:cubicBezTo>
                <a:cubicBezTo>
                  <a:pt x="418928" y="12985"/>
                  <a:pt x="421448" y="20258"/>
                  <a:pt x="421448" y="29612"/>
                </a:cubicBezTo>
                <a:cubicBezTo>
                  <a:pt x="421448" y="34094"/>
                  <a:pt x="421009" y="38124"/>
                  <a:pt x="420133" y="41701"/>
                </a:cubicBezTo>
                <a:moveTo>
                  <a:pt x="404228" y="30340"/>
                </a:moveTo>
                <a:cubicBezTo>
                  <a:pt x="404272" y="29525"/>
                  <a:pt x="404294" y="28904"/>
                  <a:pt x="404294" y="28476"/>
                </a:cubicBezTo>
                <a:cubicBezTo>
                  <a:pt x="404294" y="23417"/>
                  <a:pt x="403132" y="19622"/>
                  <a:pt x="400810" y="17092"/>
                </a:cubicBezTo>
                <a:cubicBezTo>
                  <a:pt x="398488" y="14563"/>
                  <a:pt x="395377" y="13298"/>
                  <a:pt x="391477" y="13298"/>
                </a:cubicBezTo>
                <a:cubicBezTo>
                  <a:pt x="387578" y="13298"/>
                  <a:pt x="384083" y="14734"/>
                  <a:pt x="380994" y="17607"/>
                </a:cubicBezTo>
                <a:cubicBezTo>
                  <a:pt x="377905" y="20480"/>
                  <a:pt x="375813" y="24724"/>
                  <a:pt x="374718" y="30340"/>
                </a:cubicBezTo>
                <a:lnTo>
                  <a:pt x="404228" y="30340"/>
                </a:ln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Improvements！">
            <a:extLst xmlns:a="http://schemas.openxmlformats.org/drawingml/2006/main">
              <a:ext uri="{FF2B5EF4-FFF2-40B4-BE49-F238E27FC236}">
                <a16:creationId xmlns:a16="http://schemas.microsoft.com/office/drawing/2014/main" id="{D2C42278-C640-4512-B2E1-7177703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797" y="3541131"/>
            <a:ext cx="956261" cy="120844"/>
          </a:xfrm>
          <a:custGeom xmlns:a="http://schemas.openxmlformats.org/drawingml/2006/main">
            <a:pathLst>
              <a:path w="956261" h="120844">
                <a:moveTo>
                  <a:pt x="0" y="94635"/>
                </a:moveTo>
                <a:lnTo>
                  <a:pt x="20177" y="0"/>
                </a:lnTo>
                <a:lnTo>
                  <a:pt x="39960" y="0"/>
                </a:lnTo>
                <a:lnTo>
                  <a:pt x="19849" y="94635"/>
                </a:lnTo>
                <a:lnTo>
                  <a:pt x="0" y="94635"/>
                </a:lnTo>
                <a:close/>
                <a:moveTo>
                  <a:pt x="52141" y="26080"/>
                </a:moveTo>
                <a:lnTo>
                  <a:pt x="69887" y="26080"/>
                </a:lnTo>
                <a:lnTo>
                  <a:pt x="68112" y="34405"/>
                </a:lnTo>
                <a:cubicBezTo>
                  <a:pt x="75035" y="27736"/>
                  <a:pt x="82309" y="24401"/>
                  <a:pt x="89933" y="24401"/>
                </a:cubicBezTo>
                <a:cubicBezTo>
                  <a:pt x="95191" y="24401"/>
                  <a:pt x="99244" y="25483"/>
                  <a:pt x="102092" y="27647"/>
                </a:cubicBezTo>
                <a:cubicBezTo>
                  <a:pt x="104940" y="29809"/>
                  <a:pt x="106758" y="32794"/>
                  <a:pt x="107547" y="36602"/>
                </a:cubicBezTo>
                <a:cubicBezTo>
                  <a:pt x="109957" y="33140"/>
                  <a:pt x="113418" y="30241"/>
                  <a:pt x="117931" y="27905"/>
                </a:cubicBezTo>
                <a:cubicBezTo>
                  <a:pt x="122444" y="25569"/>
                  <a:pt x="127133" y="24401"/>
                  <a:pt x="131996" y="24401"/>
                </a:cubicBezTo>
                <a:cubicBezTo>
                  <a:pt x="137561" y="24401"/>
                  <a:pt x="141899" y="25872"/>
                  <a:pt x="145009" y="28813"/>
                </a:cubicBezTo>
                <a:cubicBezTo>
                  <a:pt x="148120" y="31754"/>
                  <a:pt x="149676" y="35648"/>
                  <a:pt x="149676" y="40493"/>
                </a:cubicBezTo>
                <a:cubicBezTo>
                  <a:pt x="149676" y="42844"/>
                  <a:pt x="149062" y="46922"/>
                  <a:pt x="147836" y="52728"/>
                </a:cubicBezTo>
                <a:lnTo>
                  <a:pt x="138897" y="94635"/>
                </a:lnTo>
                <a:lnTo>
                  <a:pt x="120034" y="94635"/>
                </a:lnTo>
                <a:lnTo>
                  <a:pt x="128973" y="52724"/>
                </a:lnTo>
                <a:cubicBezTo>
                  <a:pt x="130068" y="47474"/>
                  <a:pt x="130616" y="44505"/>
                  <a:pt x="130616" y="43818"/>
                </a:cubicBezTo>
                <a:cubicBezTo>
                  <a:pt x="130616" y="41928"/>
                  <a:pt x="130035" y="40436"/>
                  <a:pt x="128874" y="39341"/>
                </a:cubicBezTo>
                <a:cubicBezTo>
                  <a:pt x="127713" y="38246"/>
                  <a:pt x="125971" y="37699"/>
                  <a:pt x="123649" y="37699"/>
                </a:cubicBezTo>
                <a:cubicBezTo>
                  <a:pt x="118961" y="37699"/>
                  <a:pt x="114776" y="40130"/>
                  <a:pt x="111096" y="44992"/>
                </a:cubicBezTo>
                <a:cubicBezTo>
                  <a:pt x="108423" y="48477"/>
                  <a:pt x="106145" y="54652"/>
                  <a:pt x="104261" y="63514"/>
                </a:cubicBezTo>
                <a:lnTo>
                  <a:pt x="97622" y="94635"/>
                </a:lnTo>
                <a:lnTo>
                  <a:pt x="78760" y="94635"/>
                </a:lnTo>
                <a:lnTo>
                  <a:pt x="87567" y="53192"/>
                </a:lnTo>
                <a:cubicBezTo>
                  <a:pt x="88574" y="48415"/>
                  <a:pt x="89078" y="45316"/>
                  <a:pt x="89078" y="43896"/>
                </a:cubicBezTo>
                <a:cubicBezTo>
                  <a:pt x="89078" y="42089"/>
                  <a:pt x="88454" y="40604"/>
                  <a:pt x="87205" y="39442"/>
                </a:cubicBezTo>
                <a:cubicBezTo>
                  <a:pt x="85956" y="38280"/>
                  <a:pt x="84237" y="37699"/>
                  <a:pt x="82046" y="37699"/>
                </a:cubicBezTo>
                <a:cubicBezTo>
                  <a:pt x="79987" y="37699"/>
                  <a:pt x="77861" y="38302"/>
                  <a:pt x="75671" y="39507"/>
                </a:cubicBezTo>
                <a:cubicBezTo>
                  <a:pt x="73480" y="40712"/>
                  <a:pt x="71563" y="42369"/>
                  <a:pt x="69920" y="44479"/>
                </a:cubicBezTo>
                <a:cubicBezTo>
                  <a:pt x="68277" y="46588"/>
                  <a:pt x="66864" y="49299"/>
                  <a:pt x="65681" y="52613"/>
                </a:cubicBezTo>
                <a:cubicBezTo>
                  <a:pt x="65155" y="54162"/>
                  <a:pt x="64300" y="57670"/>
                  <a:pt x="63117" y="63137"/>
                </a:cubicBezTo>
                <a:lnTo>
                  <a:pt x="56413" y="94635"/>
                </a:lnTo>
                <a:lnTo>
                  <a:pt x="37551" y="94635"/>
                </a:lnTo>
                <a:lnTo>
                  <a:pt x="52141" y="26080"/>
                </a:lnTo>
                <a:close/>
                <a:moveTo>
                  <a:pt x="171804" y="26080"/>
                </a:moveTo>
                <a:lnTo>
                  <a:pt x="189680" y="26080"/>
                </a:lnTo>
                <a:lnTo>
                  <a:pt x="188169" y="33132"/>
                </a:lnTo>
                <a:cubicBezTo>
                  <a:pt x="191981" y="30005"/>
                  <a:pt x="195552" y="27769"/>
                  <a:pt x="198882" y="26422"/>
                </a:cubicBezTo>
                <a:cubicBezTo>
                  <a:pt x="202212" y="25075"/>
                  <a:pt x="205783" y="24401"/>
                  <a:pt x="209595" y="24401"/>
                </a:cubicBezTo>
                <a:cubicBezTo>
                  <a:pt x="216912" y="24401"/>
                  <a:pt x="222794" y="26880"/>
                  <a:pt x="227242" y="31839"/>
                </a:cubicBezTo>
                <a:cubicBezTo>
                  <a:pt x="231689" y="36796"/>
                  <a:pt x="233913" y="44189"/>
                  <a:pt x="233913" y="54019"/>
                </a:cubicBezTo>
                <a:cubicBezTo>
                  <a:pt x="233913" y="66393"/>
                  <a:pt x="230079" y="76848"/>
                  <a:pt x="222411" y="85384"/>
                </a:cubicBezTo>
                <a:cubicBezTo>
                  <a:pt x="215839" y="92670"/>
                  <a:pt x="208061" y="96313"/>
                  <a:pt x="199079" y="96313"/>
                </a:cubicBezTo>
                <a:cubicBezTo>
                  <a:pt x="189834" y="96313"/>
                  <a:pt x="182845" y="92651"/>
                  <a:pt x="178113" y="85327"/>
                </a:cubicBezTo>
                <a:lnTo>
                  <a:pt x="170555" y="120844"/>
                </a:lnTo>
                <a:lnTo>
                  <a:pt x="151692" y="120844"/>
                </a:lnTo>
                <a:lnTo>
                  <a:pt x="171804" y="26080"/>
                </a:lnTo>
                <a:moveTo>
                  <a:pt x="183174" y="65376"/>
                </a:moveTo>
                <a:cubicBezTo>
                  <a:pt x="183174" y="70758"/>
                  <a:pt x="184499" y="74936"/>
                  <a:pt x="187150" y="77910"/>
                </a:cubicBezTo>
                <a:cubicBezTo>
                  <a:pt x="189801" y="80883"/>
                  <a:pt x="192923" y="82370"/>
                  <a:pt x="196516" y="82370"/>
                </a:cubicBezTo>
                <a:cubicBezTo>
                  <a:pt x="199627" y="82370"/>
                  <a:pt x="202628" y="81258"/>
                  <a:pt x="205520" y="79035"/>
                </a:cubicBezTo>
                <a:cubicBezTo>
                  <a:pt x="208412" y="76812"/>
                  <a:pt x="210811" y="73122"/>
                  <a:pt x="212717" y="67965"/>
                </a:cubicBezTo>
                <a:cubicBezTo>
                  <a:pt x="214623" y="62807"/>
                  <a:pt x="215576" y="58027"/>
                  <a:pt x="215576" y="53626"/>
                </a:cubicBezTo>
                <a:cubicBezTo>
                  <a:pt x="215576" y="48490"/>
                  <a:pt x="214327" y="44551"/>
                  <a:pt x="211829" y="41810"/>
                </a:cubicBezTo>
                <a:cubicBezTo>
                  <a:pt x="209332" y="39070"/>
                  <a:pt x="206155" y="37699"/>
                  <a:pt x="202299" y="37699"/>
                </a:cubicBezTo>
                <a:cubicBezTo>
                  <a:pt x="198707" y="37699"/>
                  <a:pt x="195431" y="38957"/>
                  <a:pt x="192474" y="41473"/>
                </a:cubicBezTo>
                <a:cubicBezTo>
                  <a:pt x="189516" y="43990"/>
                  <a:pt x="187227" y="47689"/>
                  <a:pt x="185606" y="52571"/>
                </a:cubicBezTo>
                <a:cubicBezTo>
                  <a:pt x="183984" y="57452"/>
                  <a:pt x="183174" y="61721"/>
                  <a:pt x="183174" y="65376"/>
                </a:cubicBezTo>
                <a:close/>
                <a:moveTo>
                  <a:pt x="253586" y="26080"/>
                </a:moveTo>
                <a:lnTo>
                  <a:pt x="271200" y="26080"/>
                </a:lnTo>
                <a:lnTo>
                  <a:pt x="268374" y="39349"/>
                </a:lnTo>
                <a:cubicBezTo>
                  <a:pt x="274946" y="29384"/>
                  <a:pt x="282066" y="24401"/>
                  <a:pt x="289734" y="24401"/>
                </a:cubicBezTo>
                <a:cubicBezTo>
                  <a:pt x="292451" y="24401"/>
                  <a:pt x="295365" y="25068"/>
                  <a:pt x="298476" y="26402"/>
                </a:cubicBezTo>
                <a:lnTo>
                  <a:pt x="291246" y="41572"/>
                </a:lnTo>
                <a:cubicBezTo>
                  <a:pt x="289537" y="40970"/>
                  <a:pt x="287719" y="40669"/>
                  <a:pt x="285791" y="40669"/>
                </a:cubicBezTo>
                <a:cubicBezTo>
                  <a:pt x="282548" y="40669"/>
                  <a:pt x="279251" y="41876"/>
                  <a:pt x="275899" y="44292"/>
                </a:cubicBezTo>
                <a:cubicBezTo>
                  <a:pt x="272547" y="46706"/>
                  <a:pt x="269929" y="49929"/>
                  <a:pt x="268045" y="53960"/>
                </a:cubicBezTo>
                <a:cubicBezTo>
                  <a:pt x="266161" y="57991"/>
                  <a:pt x="264299" y="64383"/>
                  <a:pt x="262459" y="73137"/>
                </a:cubicBezTo>
                <a:lnTo>
                  <a:pt x="257858" y="94635"/>
                </a:lnTo>
                <a:lnTo>
                  <a:pt x="238995" y="94635"/>
                </a:lnTo>
                <a:lnTo>
                  <a:pt x="253586" y="26080"/>
                </a:lnTo>
                <a:close/>
                <a:moveTo>
                  <a:pt x="295168" y="66177"/>
                </a:moveTo>
                <a:cubicBezTo>
                  <a:pt x="295168" y="53459"/>
                  <a:pt x="298815" y="43317"/>
                  <a:pt x="306111" y="35750"/>
                </a:cubicBezTo>
                <a:cubicBezTo>
                  <a:pt x="313406" y="28184"/>
                  <a:pt x="322991" y="24401"/>
                  <a:pt x="334865" y="24401"/>
                </a:cubicBezTo>
                <a:cubicBezTo>
                  <a:pt x="345162" y="24401"/>
                  <a:pt x="353202" y="27193"/>
                  <a:pt x="358986" y="32777"/>
                </a:cubicBezTo>
                <a:cubicBezTo>
                  <a:pt x="364769" y="38359"/>
                  <a:pt x="367661" y="45872"/>
                  <a:pt x="367661" y="55314"/>
                </a:cubicBezTo>
                <a:cubicBezTo>
                  <a:pt x="367661" y="66436"/>
                  <a:pt x="364046" y="76050"/>
                  <a:pt x="356817" y="84155"/>
                </a:cubicBezTo>
                <a:cubicBezTo>
                  <a:pt x="349587" y="92261"/>
                  <a:pt x="339904" y="96313"/>
                  <a:pt x="327767" y="96313"/>
                </a:cubicBezTo>
                <a:cubicBezTo>
                  <a:pt x="321194" y="96313"/>
                  <a:pt x="315367" y="95020"/>
                  <a:pt x="310284" y="92434"/>
                </a:cubicBezTo>
                <a:cubicBezTo>
                  <a:pt x="305201" y="89847"/>
                  <a:pt x="301411" y="86182"/>
                  <a:pt x="298914" y="81440"/>
                </a:cubicBezTo>
                <a:cubicBezTo>
                  <a:pt x="296416" y="76697"/>
                  <a:pt x="295168" y="71609"/>
                  <a:pt x="295168" y="66177"/>
                </a:cubicBezTo>
                <a:moveTo>
                  <a:pt x="348930" y="52911"/>
                </a:moveTo>
                <a:cubicBezTo>
                  <a:pt x="348930" y="48510"/>
                  <a:pt x="347626" y="44982"/>
                  <a:pt x="345019" y="42327"/>
                </a:cubicBezTo>
                <a:cubicBezTo>
                  <a:pt x="342412" y="39672"/>
                  <a:pt x="339049" y="38345"/>
                  <a:pt x="334931" y="38345"/>
                </a:cubicBezTo>
                <a:cubicBezTo>
                  <a:pt x="330856" y="38345"/>
                  <a:pt x="327241" y="39586"/>
                  <a:pt x="324086" y="42069"/>
                </a:cubicBezTo>
                <a:cubicBezTo>
                  <a:pt x="320931" y="44550"/>
                  <a:pt x="318478" y="48154"/>
                  <a:pt x="316725" y="52881"/>
                </a:cubicBezTo>
                <a:cubicBezTo>
                  <a:pt x="314972" y="57607"/>
                  <a:pt x="314096" y="61955"/>
                  <a:pt x="314096" y="65925"/>
                </a:cubicBezTo>
                <a:cubicBezTo>
                  <a:pt x="314096" y="70846"/>
                  <a:pt x="315454" y="74753"/>
                  <a:pt x="318171" y="77645"/>
                </a:cubicBezTo>
                <a:cubicBezTo>
                  <a:pt x="320888" y="80537"/>
                  <a:pt x="324305" y="81983"/>
                  <a:pt x="328424" y="81983"/>
                </a:cubicBezTo>
                <a:cubicBezTo>
                  <a:pt x="333594" y="81983"/>
                  <a:pt x="337932" y="79803"/>
                  <a:pt x="341437" y="75443"/>
                </a:cubicBezTo>
                <a:cubicBezTo>
                  <a:pt x="346432" y="69271"/>
                  <a:pt x="348930" y="61761"/>
                  <a:pt x="348930" y="52911"/>
                </a:cubicBezTo>
                <a:close/>
                <a:moveTo>
                  <a:pt x="409549" y="94635"/>
                </a:moveTo>
                <a:lnTo>
                  <a:pt x="393315" y="94635"/>
                </a:lnTo>
                <a:lnTo>
                  <a:pt x="379316" y="26080"/>
                </a:lnTo>
                <a:lnTo>
                  <a:pt x="397850" y="26080"/>
                </a:lnTo>
                <a:lnTo>
                  <a:pt x="402779" y="55970"/>
                </a:lnTo>
                <a:cubicBezTo>
                  <a:pt x="404137" y="64056"/>
                  <a:pt x="404948" y="69414"/>
                  <a:pt x="405211" y="72041"/>
                </a:cubicBezTo>
                <a:cubicBezTo>
                  <a:pt x="405561" y="71385"/>
                  <a:pt x="407084" y="68632"/>
                  <a:pt x="409779" y="63783"/>
                </a:cubicBezTo>
                <a:cubicBezTo>
                  <a:pt x="412473" y="58933"/>
                  <a:pt x="414127" y="56006"/>
                  <a:pt x="414741" y="55001"/>
                </a:cubicBezTo>
                <a:lnTo>
                  <a:pt x="432092" y="26080"/>
                </a:lnTo>
                <a:lnTo>
                  <a:pt x="452466" y="26080"/>
                </a:lnTo>
                <a:lnTo>
                  <a:pt x="409549" y="94635"/>
                </a:lnTo>
                <a:close/>
                <a:moveTo>
                  <a:pt x="517447" y="66103"/>
                </a:moveTo>
                <a:lnTo>
                  <a:pt x="470126" y="66103"/>
                </a:lnTo>
                <a:cubicBezTo>
                  <a:pt x="470082" y="66834"/>
                  <a:pt x="470060" y="67394"/>
                  <a:pt x="470060" y="67781"/>
                </a:cubicBezTo>
                <a:cubicBezTo>
                  <a:pt x="470060" y="72343"/>
                  <a:pt x="471386" y="76022"/>
                  <a:pt x="474036" y="78820"/>
                </a:cubicBezTo>
                <a:cubicBezTo>
                  <a:pt x="476687" y="81617"/>
                  <a:pt x="479919" y="83016"/>
                  <a:pt x="483731" y="83016"/>
                </a:cubicBezTo>
                <a:cubicBezTo>
                  <a:pt x="489996" y="83016"/>
                  <a:pt x="494882" y="79831"/>
                  <a:pt x="498387" y="73462"/>
                </a:cubicBezTo>
                <a:lnTo>
                  <a:pt x="515278" y="76302"/>
                </a:lnTo>
                <a:cubicBezTo>
                  <a:pt x="511992" y="82972"/>
                  <a:pt x="507599" y="87975"/>
                  <a:pt x="502101" y="91311"/>
                </a:cubicBezTo>
                <a:cubicBezTo>
                  <a:pt x="496602" y="94646"/>
                  <a:pt x="490435" y="96313"/>
                  <a:pt x="483599" y="96313"/>
                </a:cubicBezTo>
                <a:cubicBezTo>
                  <a:pt x="474223" y="96313"/>
                  <a:pt x="466599" y="93392"/>
                  <a:pt x="460727" y="87550"/>
                </a:cubicBezTo>
                <a:cubicBezTo>
                  <a:pt x="454856" y="81708"/>
                  <a:pt x="451920" y="73981"/>
                  <a:pt x="451920" y="64368"/>
                </a:cubicBezTo>
                <a:cubicBezTo>
                  <a:pt x="451920" y="54968"/>
                  <a:pt x="454571" y="46604"/>
                  <a:pt x="459873" y="39275"/>
                </a:cubicBezTo>
                <a:cubicBezTo>
                  <a:pt x="467103" y="29359"/>
                  <a:pt x="477421" y="24401"/>
                  <a:pt x="490829" y="24401"/>
                </a:cubicBezTo>
                <a:cubicBezTo>
                  <a:pt x="499373" y="24401"/>
                  <a:pt x="506165" y="26998"/>
                  <a:pt x="511203" y="32192"/>
                </a:cubicBezTo>
                <a:cubicBezTo>
                  <a:pt x="516242" y="37386"/>
                  <a:pt x="518762" y="44659"/>
                  <a:pt x="518762" y="54013"/>
                </a:cubicBezTo>
                <a:cubicBezTo>
                  <a:pt x="518762" y="58495"/>
                  <a:pt x="518323" y="62525"/>
                  <a:pt x="517447" y="66103"/>
                </a:cubicBezTo>
                <a:moveTo>
                  <a:pt x="501542" y="54741"/>
                </a:moveTo>
                <a:cubicBezTo>
                  <a:pt x="501586" y="53926"/>
                  <a:pt x="501608" y="53305"/>
                  <a:pt x="501608" y="52877"/>
                </a:cubicBezTo>
                <a:cubicBezTo>
                  <a:pt x="501608" y="47818"/>
                  <a:pt x="500447" y="44023"/>
                  <a:pt x="498124" y="41494"/>
                </a:cubicBezTo>
                <a:cubicBezTo>
                  <a:pt x="495802" y="38964"/>
                  <a:pt x="492691" y="37699"/>
                  <a:pt x="488791" y="37699"/>
                </a:cubicBezTo>
                <a:cubicBezTo>
                  <a:pt x="484892" y="37699"/>
                  <a:pt x="481397" y="39135"/>
                  <a:pt x="478308" y="42008"/>
                </a:cubicBezTo>
                <a:cubicBezTo>
                  <a:pt x="475219" y="44881"/>
                  <a:pt x="473127" y="49125"/>
                  <a:pt x="472032" y="54741"/>
                </a:cubicBezTo>
                <a:lnTo>
                  <a:pt x="501542" y="54741"/>
                </a:lnTo>
                <a:close/>
                <a:moveTo>
                  <a:pt x="538327" y="26080"/>
                </a:moveTo>
                <a:lnTo>
                  <a:pt x="556073" y="26080"/>
                </a:lnTo>
                <a:lnTo>
                  <a:pt x="554298" y="34405"/>
                </a:lnTo>
                <a:cubicBezTo>
                  <a:pt x="561221" y="27736"/>
                  <a:pt x="568494" y="24401"/>
                  <a:pt x="576118" y="24401"/>
                </a:cubicBezTo>
                <a:cubicBezTo>
                  <a:pt x="581376" y="24401"/>
                  <a:pt x="585429" y="25483"/>
                  <a:pt x="588277" y="27647"/>
                </a:cubicBezTo>
                <a:cubicBezTo>
                  <a:pt x="591125" y="29809"/>
                  <a:pt x="592944" y="32794"/>
                  <a:pt x="593732" y="36602"/>
                </a:cubicBezTo>
                <a:cubicBezTo>
                  <a:pt x="596142" y="33140"/>
                  <a:pt x="599604" y="30241"/>
                  <a:pt x="604117" y="27905"/>
                </a:cubicBezTo>
                <a:cubicBezTo>
                  <a:pt x="608630" y="25569"/>
                  <a:pt x="613318" y="24401"/>
                  <a:pt x="618182" y="24401"/>
                </a:cubicBezTo>
                <a:cubicBezTo>
                  <a:pt x="623746" y="24401"/>
                  <a:pt x="628084" y="25872"/>
                  <a:pt x="631195" y="28813"/>
                </a:cubicBezTo>
                <a:cubicBezTo>
                  <a:pt x="634306" y="31754"/>
                  <a:pt x="635862" y="35648"/>
                  <a:pt x="635862" y="40493"/>
                </a:cubicBezTo>
                <a:cubicBezTo>
                  <a:pt x="635862" y="42844"/>
                  <a:pt x="635248" y="46922"/>
                  <a:pt x="634021" y="52728"/>
                </a:cubicBezTo>
                <a:lnTo>
                  <a:pt x="625083" y="94635"/>
                </a:lnTo>
                <a:lnTo>
                  <a:pt x="606220" y="94635"/>
                </a:lnTo>
                <a:lnTo>
                  <a:pt x="615158" y="52724"/>
                </a:lnTo>
                <a:cubicBezTo>
                  <a:pt x="616254" y="47474"/>
                  <a:pt x="616802" y="44505"/>
                  <a:pt x="616802" y="43818"/>
                </a:cubicBezTo>
                <a:cubicBezTo>
                  <a:pt x="616802" y="41928"/>
                  <a:pt x="616221" y="40436"/>
                  <a:pt x="615060" y="39341"/>
                </a:cubicBezTo>
                <a:cubicBezTo>
                  <a:pt x="613899" y="38246"/>
                  <a:pt x="612157" y="37699"/>
                  <a:pt x="609835" y="37699"/>
                </a:cubicBezTo>
                <a:cubicBezTo>
                  <a:pt x="605146" y="37699"/>
                  <a:pt x="600962" y="40130"/>
                  <a:pt x="597282" y="44992"/>
                </a:cubicBezTo>
                <a:cubicBezTo>
                  <a:pt x="594609" y="48477"/>
                  <a:pt x="592330" y="54652"/>
                  <a:pt x="590446" y="63514"/>
                </a:cubicBezTo>
                <a:lnTo>
                  <a:pt x="583808" y="94635"/>
                </a:lnTo>
                <a:lnTo>
                  <a:pt x="564945" y="94635"/>
                </a:lnTo>
                <a:lnTo>
                  <a:pt x="573752" y="53192"/>
                </a:lnTo>
                <a:cubicBezTo>
                  <a:pt x="574760" y="48415"/>
                  <a:pt x="575264" y="45316"/>
                  <a:pt x="575264" y="43896"/>
                </a:cubicBezTo>
                <a:cubicBezTo>
                  <a:pt x="575264" y="42089"/>
                  <a:pt x="574640" y="40604"/>
                  <a:pt x="573391" y="39442"/>
                </a:cubicBezTo>
                <a:cubicBezTo>
                  <a:pt x="572142" y="38280"/>
                  <a:pt x="570422" y="37699"/>
                  <a:pt x="568231" y="37699"/>
                </a:cubicBezTo>
                <a:cubicBezTo>
                  <a:pt x="566172" y="37699"/>
                  <a:pt x="564047" y="38302"/>
                  <a:pt x="561856" y="39507"/>
                </a:cubicBezTo>
                <a:cubicBezTo>
                  <a:pt x="559665" y="40712"/>
                  <a:pt x="557749" y="42369"/>
                  <a:pt x="556105" y="44479"/>
                </a:cubicBezTo>
                <a:cubicBezTo>
                  <a:pt x="554462" y="46588"/>
                  <a:pt x="553049" y="49299"/>
                  <a:pt x="551866" y="52613"/>
                </a:cubicBezTo>
                <a:cubicBezTo>
                  <a:pt x="551340" y="54162"/>
                  <a:pt x="550486" y="57670"/>
                  <a:pt x="549303" y="63137"/>
                </a:cubicBezTo>
                <a:lnTo>
                  <a:pt x="542599" y="94635"/>
                </a:lnTo>
                <a:lnTo>
                  <a:pt x="523736" y="94635"/>
                </a:lnTo>
                <a:lnTo>
                  <a:pt x="538327" y="26080"/>
                </a:lnTo>
                <a:close/>
                <a:moveTo>
                  <a:pt x="711948" y="66103"/>
                </a:moveTo>
                <a:lnTo>
                  <a:pt x="664627" y="66103"/>
                </a:lnTo>
                <a:cubicBezTo>
                  <a:pt x="664583" y="66834"/>
                  <a:pt x="664561" y="67394"/>
                  <a:pt x="664561" y="67781"/>
                </a:cubicBezTo>
                <a:cubicBezTo>
                  <a:pt x="664561" y="72343"/>
                  <a:pt x="665887" y="76022"/>
                  <a:pt x="668538" y="78820"/>
                </a:cubicBezTo>
                <a:cubicBezTo>
                  <a:pt x="671188" y="81617"/>
                  <a:pt x="674420" y="83016"/>
                  <a:pt x="678232" y="83016"/>
                </a:cubicBezTo>
                <a:cubicBezTo>
                  <a:pt x="684498" y="83016"/>
                  <a:pt x="689383" y="79831"/>
                  <a:pt x="692888" y="73462"/>
                </a:cubicBezTo>
                <a:lnTo>
                  <a:pt x="709779" y="76302"/>
                </a:lnTo>
                <a:cubicBezTo>
                  <a:pt x="706493" y="82972"/>
                  <a:pt x="702101" y="87975"/>
                  <a:pt x="696602" y="91311"/>
                </a:cubicBezTo>
                <a:cubicBezTo>
                  <a:pt x="691103" y="94646"/>
                  <a:pt x="684936" y="96313"/>
                  <a:pt x="678100" y="96313"/>
                </a:cubicBezTo>
                <a:cubicBezTo>
                  <a:pt x="668724" y="96313"/>
                  <a:pt x="661100" y="93392"/>
                  <a:pt x="655228" y="87550"/>
                </a:cubicBezTo>
                <a:cubicBezTo>
                  <a:pt x="649357" y="81708"/>
                  <a:pt x="646421" y="73981"/>
                  <a:pt x="646421" y="64368"/>
                </a:cubicBezTo>
                <a:cubicBezTo>
                  <a:pt x="646421" y="54968"/>
                  <a:pt x="649072" y="46604"/>
                  <a:pt x="654374" y="39275"/>
                </a:cubicBezTo>
                <a:cubicBezTo>
                  <a:pt x="661604" y="29359"/>
                  <a:pt x="671922" y="24401"/>
                  <a:pt x="685330" y="24401"/>
                </a:cubicBezTo>
                <a:cubicBezTo>
                  <a:pt x="693874" y="24401"/>
                  <a:pt x="700666" y="26998"/>
                  <a:pt x="705705" y="32192"/>
                </a:cubicBezTo>
                <a:cubicBezTo>
                  <a:pt x="710743" y="37386"/>
                  <a:pt x="713263" y="44659"/>
                  <a:pt x="713263" y="54013"/>
                </a:cubicBezTo>
                <a:cubicBezTo>
                  <a:pt x="713263" y="58495"/>
                  <a:pt x="712825" y="62525"/>
                  <a:pt x="711948" y="66103"/>
                </a:cubicBezTo>
                <a:moveTo>
                  <a:pt x="696043" y="54741"/>
                </a:moveTo>
                <a:cubicBezTo>
                  <a:pt x="696087" y="53926"/>
                  <a:pt x="696109" y="53305"/>
                  <a:pt x="696109" y="52877"/>
                </a:cubicBezTo>
                <a:cubicBezTo>
                  <a:pt x="696109" y="47818"/>
                  <a:pt x="694948" y="44023"/>
                  <a:pt x="692625" y="41494"/>
                </a:cubicBezTo>
                <a:cubicBezTo>
                  <a:pt x="690303" y="38964"/>
                  <a:pt x="687192" y="37699"/>
                  <a:pt x="683293" y="37699"/>
                </a:cubicBezTo>
                <a:cubicBezTo>
                  <a:pt x="679393" y="37699"/>
                  <a:pt x="675899" y="39135"/>
                  <a:pt x="672810" y="42008"/>
                </a:cubicBezTo>
                <a:cubicBezTo>
                  <a:pt x="669721" y="44881"/>
                  <a:pt x="667628" y="49125"/>
                  <a:pt x="666533" y="54741"/>
                </a:cubicBezTo>
                <a:lnTo>
                  <a:pt x="696043" y="54741"/>
                </a:lnTo>
                <a:close/>
                <a:moveTo>
                  <a:pt x="733683" y="26080"/>
                </a:moveTo>
                <a:lnTo>
                  <a:pt x="751560" y="26080"/>
                </a:lnTo>
                <a:lnTo>
                  <a:pt x="749719" y="35002"/>
                </a:lnTo>
                <a:cubicBezTo>
                  <a:pt x="754189" y="31187"/>
                  <a:pt x="758362" y="28466"/>
                  <a:pt x="762240" y="26840"/>
                </a:cubicBezTo>
                <a:cubicBezTo>
                  <a:pt x="766117" y="25214"/>
                  <a:pt x="770203" y="24401"/>
                  <a:pt x="774497" y="24401"/>
                </a:cubicBezTo>
                <a:cubicBezTo>
                  <a:pt x="780237" y="24401"/>
                  <a:pt x="784761" y="26020"/>
                  <a:pt x="788069" y="29259"/>
                </a:cubicBezTo>
                <a:cubicBezTo>
                  <a:pt x="791377" y="32497"/>
                  <a:pt x="793031" y="36794"/>
                  <a:pt x="793031" y="42149"/>
                </a:cubicBezTo>
                <a:cubicBezTo>
                  <a:pt x="793031" y="44557"/>
                  <a:pt x="792308" y="49120"/>
                  <a:pt x="790863" y="55839"/>
                </a:cubicBezTo>
                <a:lnTo>
                  <a:pt x="782647" y="94635"/>
                </a:lnTo>
                <a:lnTo>
                  <a:pt x="763784" y="94635"/>
                </a:lnTo>
                <a:lnTo>
                  <a:pt x="772065" y="55705"/>
                </a:lnTo>
                <a:cubicBezTo>
                  <a:pt x="773292" y="49889"/>
                  <a:pt x="773906" y="46422"/>
                  <a:pt x="773906" y="45304"/>
                </a:cubicBezTo>
                <a:cubicBezTo>
                  <a:pt x="773906" y="42941"/>
                  <a:pt x="773194" y="41083"/>
                  <a:pt x="771770" y="39731"/>
                </a:cubicBezTo>
                <a:cubicBezTo>
                  <a:pt x="770346" y="38376"/>
                  <a:pt x="768363" y="37699"/>
                  <a:pt x="765822" y="37699"/>
                </a:cubicBezTo>
                <a:cubicBezTo>
                  <a:pt x="763061" y="37699"/>
                  <a:pt x="759994" y="38840"/>
                  <a:pt x="756620" y="41120"/>
                </a:cubicBezTo>
                <a:cubicBezTo>
                  <a:pt x="753246" y="43401"/>
                  <a:pt x="750596" y="46414"/>
                  <a:pt x="748668" y="50158"/>
                </a:cubicBezTo>
                <a:cubicBezTo>
                  <a:pt x="747266" y="52827"/>
                  <a:pt x="745688" y="58272"/>
                  <a:pt x="743936" y="66492"/>
                </a:cubicBezTo>
                <a:lnTo>
                  <a:pt x="737955" y="94635"/>
                </a:lnTo>
                <a:lnTo>
                  <a:pt x="719092" y="94635"/>
                </a:lnTo>
                <a:lnTo>
                  <a:pt x="733683" y="26080"/>
                </a:lnTo>
                <a:close/>
                <a:moveTo>
                  <a:pt x="805804" y="39894"/>
                </a:moveTo>
                <a:lnTo>
                  <a:pt x="808696" y="26080"/>
                </a:lnTo>
                <a:lnTo>
                  <a:pt x="817975" y="26080"/>
                </a:lnTo>
                <a:lnTo>
                  <a:pt x="820267" y="15105"/>
                </a:lnTo>
                <a:lnTo>
                  <a:pt x="841820" y="2324"/>
                </a:lnTo>
                <a:lnTo>
                  <a:pt x="836838" y="26080"/>
                </a:lnTo>
                <a:lnTo>
                  <a:pt x="848261" y="26080"/>
                </a:lnTo>
                <a:lnTo>
                  <a:pt x="845370" y="39894"/>
                </a:lnTo>
                <a:lnTo>
                  <a:pt x="833940" y="39894"/>
                </a:lnTo>
                <a:lnTo>
                  <a:pt x="827690" y="68628"/>
                </a:lnTo>
                <a:cubicBezTo>
                  <a:pt x="826594" y="73829"/>
                  <a:pt x="826047" y="76794"/>
                  <a:pt x="826047" y="77524"/>
                </a:cubicBezTo>
                <a:cubicBezTo>
                  <a:pt x="826047" y="78946"/>
                  <a:pt x="826507" y="80055"/>
                  <a:pt x="827427" y="80853"/>
                </a:cubicBezTo>
                <a:cubicBezTo>
                  <a:pt x="828347" y="81649"/>
                  <a:pt x="830012" y="82047"/>
                  <a:pt x="832422" y="82047"/>
                </a:cubicBezTo>
                <a:cubicBezTo>
                  <a:pt x="833254" y="82047"/>
                  <a:pt x="835336" y="81897"/>
                  <a:pt x="838666" y="81595"/>
                </a:cubicBezTo>
                <a:lnTo>
                  <a:pt x="835708" y="95345"/>
                </a:lnTo>
                <a:cubicBezTo>
                  <a:pt x="832466" y="95991"/>
                  <a:pt x="829136" y="96313"/>
                  <a:pt x="825718" y="96313"/>
                </a:cubicBezTo>
                <a:cubicBezTo>
                  <a:pt x="819058" y="96313"/>
                  <a:pt x="814216" y="95049"/>
                  <a:pt x="811193" y="92521"/>
                </a:cubicBezTo>
                <a:cubicBezTo>
                  <a:pt x="808170" y="89991"/>
                  <a:pt x="806658" y="86479"/>
                  <a:pt x="806658" y="81983"/>
                </a:cubicBezTo>
                <a:cubicBezTo>
                  <a:pt x="806658" y="79874"/>
                  <a:pt x="807469" y="75010"/>
                  <a:pt x="809090" y="67392"/>
                </a:cubicBezTo>
                <a:lnTo>
                  <a:pt x="815180" y="39894"/>
                </a:lnTo>
                <a:lnTo>
                  <a:pt x="805804" y="39894"/>
                </a:lnTo>
                <a:close/>
                <a:moveTo>
                  <a:pt x="843463" y="75416"/>
                </a:moveTo>
                <a:lnTo>
                  <a:pt x="861734" y="72558"/>
                </a:lnTo>
                <a:cubicBezTo>
                  <a:pt x="863355" y="76368"/>
                  <a:pt x="865371" y="79064"/>
                  <a:pt x="867780" y="80645"/>
                </a:cubicBezTo>
                <a:cubicBezTo>
                  <a:pt x="870190" y="82225"/>
                  <a:pt x="873476" y="83016"/>
                  <a:pt x="877639" y="83016"/>
                </a:cubicBezTo>
                <a:cubicBezTo>
                  <a:pt x="881933" y="83016"/>
                  <a:pt x="885373" y="82071"/>
                  <a:pt x="887958" y="80183"/>
                </a:cubicBezTo>
                <a:cubicBezTo>
                  <a:pt x="889754" y="78895"/>
                  <a:pt x="890652" y="77328"/>
                  <a:pt x="890652" y="75483"/>
                </a:cubicBezTo>
                <a:cubicBezTo>
                  <a:pt x="890652" y="74238"/>
                  <a:pt x="890192" y="73119"/>
                  <a:pt x="889272" y="72126"/>
                </a:cubicBezTo>
                <a:cubicBezTo>
                  <a:pt x="888308" y="71178"/>
                  <a:pt x="885701" y="70014"/>
                  <a:pt x="881451" y="68634"/>
                </a:cubicBezTo>
                <a:cubicBezTo>
                  <a:pt x="870059" y="64926"/>
                  <a:pt x="863004" y="61995"/>
                  <a:pt x="860288" y="59841"/>
                </a:cubicBezTo>
                <a:cubicBezTo>
                  <a:pt x="856038" y="56477"/>
                  <a:pt x="853913" y="52080"/>
                  <a:pt x="853913" y="46648"/>
                </a:cubicBezTo>
                <a:cubicBezTo>
                  <a:pt x="853913" y="41216"/>
                  <a:pt x="855972" y="36538"/>
                  <a:pt x="860091" y="32614"/>
                </a:cubicBezTo>
                <a:cubicBezTo>
                  <a:pt x="865831" y="27139"/>
                  <a:pt x="874353" y="24401"/>
                  <a:pt x="885657" y="24401"/>
                </a:cubicBezTo>
                <a:cubicBezTo>
                  <a:pt x="894640" y="24401"/>
                  <a:pt x="901431" y="26015"/>
                  <a:pt x="906032" y="29243"/>
                </a:cubicBezTo>
                <a:cubicBezTo>
                  <a:pt x="910632" y="32470"/>
                  <a:pt x="913546" y="36838"/>
                  <a:pt x="914773" y="42347"/>
                </a:cubicBezTo>
                <a:lnTo>
                  <a:pt x="897356" y="45316"/>
                </a:lnTo>
                <a:cubicBezTo>
                  <a:pt x="896436" y="42820"/>
                  <a:pt x="894946" y="40948"/>
                  <a:pt x="892887" y="39700"/>
                </a:cubicBezTo>
                <a:cubicBezTo>
                  <a:pt x="890083" y="38022"/>
                  <a:pt x="886709" y="37183"/>
                  <a:pt x="882765" y="37183"/>
                </a:cubicBezTo>
                <a:cubicBezTo>
                  <a:pt x="878822" y="37183"/>
                  <a:pt x="875985" y="37831"/>
                  <a:pt x="874254" y="39127"/>
                </a:cubicBezTo>
                <a:cubicBezTo>
                  <a:pt x="872523" y="40424"/>
                  <a:pt x="871658" y="41915"/>
                  <a:pt x="871658" y="43602"/>
                </a:cubicBezTo>
                <a:cubicBezTo>
                  <a:pt x="871658" y="45330"/>
                  <a:pt x="872534" y="46755"/>
                  <a:pt x="874287" y="47876"/>
                </a:cubicBezTo>
                <a:cubicBezTo>
                  <a:pt x="875382" y="48566"/>
                  <a:pt x="878910" y="49773"/>
                  <a:pt x="884869" y="51497"/>
                </a:cubicBezTo>
                <a:cubicBezTo>
                  <a:pt x="894070" y="54128"/>
                  <a:pt x="900226" y="56715"/>
                  <a:pt x="903337" y="59258"/>
                </a:cubicBezTo>
                <a:cubicBezTo>
                  <a:pt x="907719" y="62837"/>
                  <a:pt x="909910" y="67148"/>
                  <a:pt x="909910" y="72193"/>
                </a:cubicBezTo>
                <a:cubicBezTo>
                  <a:pt x="909910" y="78702"/>
                  <a:pt x="907127" y="84350"/>
                  <a:pt x="901563" y="89136"/>
                </a:cubicBezTo>
                <a:cubicBezTo>
                  <a:pt x="895998" y="93921"/>
                  <a:pt x="888155" y="96313"/>
                  <a:pt x="878033" y="96313"/>
                </a:cubicBezTo>
                <a:cubicBezTo>
                  <a:pt x="867956" y="96313"/>
                  <a:pt x="860167" y="94486"/>
                  <a:pt x="854668" y="90830"/>
                </a:cubicBezTo>
                <a:cubicBezTo>
                  <a:pt x="849170" y="87174"/>
                  <a:pt x="845434" y="82036"/>
                  <a:pt x="843463" y="75416"/>
                </a:cubicBezTo>
                <a:close/>
                <a:moveTo>
                  <a:pt x="955320" y="17030"/>
                </a:moveTo>
                <a:cubicBezTo>
                  <a:pt x="955723" y="12132"/>
                  <a:pt x="952897" y="6705"/>
                  <a:pt x="948321" y="6705"/>
                </a:cubicBezTo>
                <a:cubicBezTo>
                  <a:pt x="944014" y="6705"/>
                  <a:pt x="941321" y="12265"/>
                  <a:pt x="941590" y="17030"/>
                </a:cubicBezTo>
                <a:lnTo>
                  <a:pt x="946166" y="73946"/>
                </a:lnTo>
                <a:lnTo>
                  <a:pt x="950204" y="73946"/>
                </a:lnTo>
                <a:lnTo>
                  <a:pt x="955320" y="17030"/>
                </a:lnTo>
                <a:moveTo>
                  <a:pt x="956261" y="89556"/>
                </a:moveTo>
                <a:cubicBezTo>
                  <a:pt x="956261" y="85458"/>
                  <a:pt x="952897" y="82152"/>
                  <a:pt x="948723" y="82152"/>
                </a:cubicBezTo>
                <a:cubicBezTo>
                  <a:pt x="944552" y="82152"/>
                  <a:pt x="941186" y="85458"/>
                  <a:pt x="941186" y="89556"/>
                </a:cubicBezTo>
                <a:cubicBezTo>
                  <a:pt x="941186" y="93655"/>
                  <a:pt x="944552" y="96959"/>
                  <a:pt x="948723" y="96959"/>
                </a:cubicBezTo>
                <a:cubicBezTo>
                  <a:pt x="952897" y="96959"/>
                  <a:pt x="956261" y="93655"/>
                  <a:pt x="956261" y="89556"/>
                </a:cubicBezTo>
                <a:close/>
              </a:path>
            </a:pathLst>
          </a:custGeom>
          <a:solidFill xmlns:a="http://schemas.openxmlformats.org/drawingml/2006/main">
            <a:srgbClr val="594B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35DDD-0733-43E2-AF5A-86A7141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62" y="1760985"/>
            <a:ext cx="538483" cy="155197"/>
          </a:xfrm>
          <a:custGeom xmlns:a="http://schemas.openxmlformats.org/drawingml/2006/main">
            <a:pathLst>
              <a:path w="538483" h="155197" fill="none">
                <a:moveTo>
                  <a:pt x="0" y="0"/>
                </a:moveTo>
                <a:cubicBezTo>
                  <a:pt x="205723" y="11442"/>
                  <a:pt x="367494" y="61764"/>
                  <a:pt x="538483" y="1551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8E912-7685-4126-8298-C7D9088B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161" y="1760985"/>
            <a:ext cx="572196" cy="193801"/>
          </a:xfrm>
          <a:custGeom xmlns:a="http://schemas.openxmlformats.org/drawingml/2006/main">
            <a:pathLst>
              <a:path w="572196" h="193801" fill="none">
                <a:moveTo>
                  <a:pt x="0" y="193801"/>
                </a:moveTo>
                <a:cubicBezTo>
                  <a:pt x="173225" y="76222"/>
                  <a:pt x="350692" y="10504"/>
                  <a:pt x="57219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DB65F-28C8-4452-8594-1269FD7C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99" y="2056880"/>
            <a:ext cx="345668" cy="397985"/>
          </a:xfrm>
          <a:custGeom xmlns:a="http://schemas.openxmlformats.org/drawingml/2006/main">
            <a:pathLst>
              <a:path w="345668" h="397985" fill="none">
                <a:moveTo>
                  <a:pt x="0" y="397985"/>
                </a:moveTo>
                <a:cubicBezTo>
                  <a:pt x="95753" y="212922"/>
                  <a:pt x="179138" y="122734"/>
                  <a:pt x="34566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40C36-B0E5-4562-9DEF-D713ADB2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085" y="2699364"/>
            <a:ext cx="66655" cy="558050"/>
          </a:xfrm>
          <a:custGeom xmlns:a="http://schemas.openxmlformats.org/drawingml/2006/main">
            <a:pathLst>
              <a:path w="66655" h="558050" fill="none">
                <a:moveTo>
                  <a:pt x="6959" y="558050"/>
                </a:moveTo>
                <a:cubicBezTo>
                  <a:pt x="2356" y="512691"/>
                  <a:pt x="0" y="466660"/>
                  <a:pt x="0" y="420088"/>
                </a:cubicBezTo>
                <a:cubicBezTo>
                  <a:pt x="0" y="244676"/>
                  <a:pt x="5769" y="153743"/>
                  <a:pt x="6665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0FBB9-578F-42D7-8E1F-4CCBEDFA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238" y="3404128"/>
            <a:ext cx="254927" cy="569395"/>
          </a:xfrm>
          <a:custGeom xmlns:a="http://schemas.openxmlformats.org/drawingml/2006/main">
            <a:pathLst>
              <a:path w="254927" h="569395" fill="none">
                <a:moveTo>
                  <a:pt x="254927" y="569395"/>
                </a:moveTo>
                <a:cubicBezTo>
                  <a:pt x="128948" y="405245"/>
                  <a:pt x="39854" y="21132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905D6-7C41-4AE0-B3C8-9297BD60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096" y="4056491"/>
            <a:ext cx="520864" cy="335657"/>
          </a:xfrm>
          <a:custGeom xmlns:a="http://schemas.openxmlformats.org/drawingml/2006/main">
            <a:pathLst>
              <a:path w="520864" h="335657" fill="none">
                <a:moveTo>
                  <a:pt x="520864" y="335657"/>
                </a:moveTo>
                <a:cubicBezTo>
                  <a:pt x="321571" y="265095"/>
                  <a:pt x="143791" y="14905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2D66E-14A8-43BC-A595-9960BEF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089" y="4432846"/>
            <a:ext cx="612735" cy="36356"/>
          </a:xfrm>
          <a:custGeom xmlns:a="http://schemas.openxmlformats.org/drawingml/2006/main">
            <a:pathLst>
              <a:path w="612735" h="36356" fill="none">
                <a:moveTo>
                  <a:pt x="612735" y="2836"/>
                </a:moveTo>
                <a:cubicBezTo>
                  <a:pt x="516177" y="24770"/>
                  <a:pt x="415689" y="36356"/>
                  <a:pt x="312485" y="36356"/>
                </a:cubicBezTo>
                <a:cubicBezTo>
                  <a:pt x="204918" y="36356"/>
                  <a:pt x="100296" y="2377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47BAE-DF33-4AD3-9E90-B7C533D8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328" y="4085907"/>
            <a:ext cx="446000" cy="290010"/>
          </a:xfrm>
          <a:custGeom xmlns:a="http://schemas.openxmlformats.org/drawingml/2006/main">
            <a:pathLst>
              <a:path w="446000" h="290010" fill="none">
                <a:moveTo>
                  <a:pt x="446000" y="0"/>
                </a:moveTo>
                <a:cubicBezTo>
                  <a:pt x="297906" y="157060"/>
                  <a:pt x="208475" y="218102"/>
                  <a:pt x="0" y="2900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F9AC8-33B8-4395-9A64-094AD5A8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797" y="3429846"/>
            <a:ext cx="213199" cy="479700"/>
          </a:xfrm>
          <a:custGeom xmlns:a="http://schemas.openxmlformats.org/drawingml/2006/main">
            <a:pathLst>
              <a:path w="213199" h="479700" fill="none">
                <a:moveTo>
                  <a:pt x="213199" y="0"/>
                </a:moveTo>
                <a:cubicBezTo>
                  <a:pt x="172840" y="205375"/>
                  <a:pt x="122049" y="319203"/>
                  <a:pt x="0" y="479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A7ABA-41D1-472D-9A65-66F34ED8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899" y="2672671"/>
            <a:ext cx="76427" cy="517463"/>
          </a:xfrm>
          <a:custGeom xmlns:a="http://schemas.openxmlformats.org/drawingml/2006/main">
            <a:pathLst>
              <a:path w="76427" h="517463" fill="none">
                <a:moveTo>
                  <a:pt x="0" y="0"/>
                </a:moveTo>
                <a:cubicBezTo>
                  <a:pt x="55262" y="142265"/>
                  <a:pt x="76427" y="280996"/>
                  <a:pt x="67773" y="448368"/>
                </a:cubicBezTo>
                <a:cubicBezTo>
                  <a:pt x="65466" y="493053"/>
                  <a:pt x="66199" y="474075"/>
                  <a:pt x="60045" y="5174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F8732-CA6C-4A0F-85F8-21B00BC2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68" y="2058936"/>
            <a:ext cx="340969" cy="393875"/>
          </a:xfrm>
          <a:custGeom xmlns:a="http://schemas.openxmlformats.org/drawingml/2006/main">
            <a:pathLst>
              <a:path w="340969" h="393875" fill="none">
                <a:moveTo>
                  <a:pt x="0" y="0"/>
                </a:moveTo>
                <a:cubicBezTo>
                  <a:pt x="161062" y="117999"/>
                  <a:pt x="245277" y="217273"/>
                  <a:pt x="340969" y="393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19" cap="flat">
            <a:solidFill>
              <a:srgbClr val="231815"/>
            </a:solidFill>
            <a:miter/>
          </a:ln>
        </p:spPr>
      </p:sp>
      <p:sp>
        <p:nvSpPr>
          <p:cNvPr id="74" name="Text S">
            <a:extLst xmlns:a="http://schemas.openxmlformats.org/drawingml/2006/main">
              <a:ext uri="{FF2B5EF4-FFF2-40B4-BE49-F238E27FC236}">
                <a16:creationId xmlns:a16="http://schemas.microsoft.com/office/drawing/2014/main" id="{E1EB290E-65EA-4071-B718-996738BF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986" y="2505452"/>
            <a:ext cx="85786" cy="78030"/>
          </a:xfrm>
          <a:custGeom xmlns:a="http://schemas.openxmlformats.org/drawingml/2006/main">
            <a:pathLst>
              <a:path w="85786" h="78030">
                <a:moveTo>
                  <a:pt x="39909" y="74682"/>
                </a:moveTo>
                <a:lnTo>
                  <a:pt x="45849" y="59714"/>
                </a:lnTo>
                <a:cubicBezTo>
                  <a:pt x="51030" y="61284"/>
                  <a:pt x="55405" y="61325"/>
                  <a:pt x="58973" y="59839"/>
                </a:cubicBezTo>
                <a:cubicBezTo>
                  <a:pt x="62541" y="58352"/>
                  <a:pt x="65466" y="55379"/>
                  <a:pt x="67750" y="50920"/>
                </a:cubicBezTo>
                <a:cubicBezTo>
                  <a:pt x="70169" y="46197"/>
                  <a:pt x="71004" y="42132"/>
                  <a:pt x="70253" y="38725"/>
                </a:cubicBezTo>
                <a:cubicBezTo>
                  <a:pt x="69502" y="35318"/>
                  <a:pt x="67803" y="32936"/>
                  <a:pt x="65155" y="31580"/>
                </a:cubicBezTo>
                <a:cubicBezTo>
                  <a:pt x="63456" y="30709"/>
                  <a:pt x="61752" y="30473"/>
                  <a:pt x="60044" y="30869"/>
                </a:cubicBezTo>
                <a:cubicBezTo>
                  <a:pt x="58335" y="31265"/>
                  <a:pt x="56396" y="32492"/>
                  <a:pt x="54227" y="34550"/>
                </a:cubicBezTo>
                <a:cubicBezTo>
                  <a:pt x="52760" y="35966"/>
                  <a:pt x="49711" y="39345"/>
                  <a:pt x="45080" y="44686"/>
                </a:cubicBezTo>
                <a:cubicBezTo>
                  <a:pt x="39127" y="51559"/>
                  <a:pt x="33935" y="55862"/>
                  <a:pt x="29503" y="57594"/>
                </a:cubicBezTo>
                <a:cubicBezTo>
                  <a:pt x="23269" y="60029"/>
                  <a:pt x="17312" y="59792"/>
                  <a:pt x="11632" y="56883"/>
                </a:cubicBezTo>
                <a:cubicBezTo>
                  <a:pt x="7976" y="55010"/>
                  <a:pt x="5094" y="52210"/>
                  <a:pt x="2985" y="48482"/>
                </a:cubicBezTo>
                <a:cubicBezTo>
                  <a:pt x="876" y="44754"/>
                  <a:pt x="0" y="40491"/>
                  <a:pt x="357" y="35691"/>
                </a:cubicBezTo>
                <a:cubicBezTo>
                  <a:pt x="713" y="30892"/>
                  <a:pt x="2321" y="25701"/>
                  <a:pt x="5180" y="20120"/>
                </a:cubicBezTo>
                <a:cubicBezTo>
                  <a:pt x="9849" y="11004"/>
                  <a:pt x="15343" y="5157"/>
                  <a:pt x="21664" y="2579"/>
                </a:cubicBezTo>
                <a:cubicBezTo>
                  <a:pt x="27983" y="0"/>
                  <a:pt x="34507" y="288"/>
                  <a:pt x="41236" y="3443"/>
                </a:cubicBezTo>
                <a:lnTo>
                  <a:pt x="34311" y="18407"/>
                </a:lnTo>
                <a:cubicBezTo>
                  <a:pt x="30309" y="17149"/>
                  <a:pt x="26972" y="17139"/>
                  <a:pt x="24302" y="18377"/>
                </a:cubicBezTo>
                <a:cubicBezTo>
                  <a:pt x="21632" y="19615"/>
                  <a:pt x="19240" y="22298"/>
                  <a:pt x="17125" y="26426"/>
                </a:cubicBezTo>
                <a:cubicBezTo>
                  <a:pt x="14943" y="30687"/>
                  <a:pt x="14098" y="34465"/>
                  <a:pt x="14591" y="37761"/>
                </a:cubicBezTo>
                <a:cubicBezTo>
                  <a:pt x="14903" y="39880"/>
                  <a:pt x="15989" y="41416"/>
                  <a:pt x="17847" y="42368"/>
                </a:cubicBezTo>
                <a:cubicBezTo>
                  <a:pt x="19542" y="43236"/>
                  <a:pt x="21364" y="43252"/>
                  <a:pt x="23314" y="42417"/>
                </a:cubicBezTo>
                <a:cubicBezTo>
                  <a:pt x="25794" y="41352"/>
                  <a:pt x="29693" y="37679"/>
                  <a:pt x="35011" y="31398"/>
                </a:cubicBezTo>
                <a:cubicBezTo>
                  <a:pt x="40330" y="25117"/>
                  <a:pt x="44755" y="20724"/>
                  <a:pt x="48285" y="18217"/>
                </a:cubicBezTo>
                <a:cubicBezTo>
                  <a:pt x="51815" y="15710"/>
                  <a:pt x="55617" y="14280"/>
                  <a:pt x="59691" y="13928"/>
                </a:cubicBezTo>
                <a:cubicBezTo>
                  <a:pt x="63765" y="13576"/>
                  <a:pt x="68070" y="14562"/>
                  <a:pt x="72608" y="16886"/>
                </a:cubicBezTo>
                <a:cubicBezTo>
                  <a:pt x="76720" y="18993"/>
                  <a:pt x="79980" y="22122"/>
                  <a:pt x="82386" y="26273"/>
                </a:cubicBezTo>
                <a:cubicBezTo>
                  <a:pt x="84793" y="30424"/>
                  <a:pt x="85786" y="35061"/>
                  <a:pt x="85367" y="40182"/>
                </a:cubicBezTo>
                <a:cubicBezTo>
                  <a:pt x="84948" y="45304"/>
                  <a:pt x="83122" y="51019"/>
                  <a:pt x="79891" y="57327"/>
                </a:cubicBezTo>
                <a:cubicBezTo>
                  <a:pt x="75188" y="66508"/>
                  <a:pt x="69479" y="72485"/>
                  <a:pt x="62764" y="75257"/>
                </a:cubicBezTo>
                <a:cubicBezTo>
                  <a:pt x="56049" y="78030"/>
                  <a:pt x="48430" y="77838"/>
                  <a:pt x="39909" y="74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p">
            <a:extLst xmlns:a="http://schemas.openxmlformats.org/drawingml/2006/main">
              <a:ext uri="{FF2B5EF4-FFF2-40B4-BE49-F238E27FC236}">
                <a16:creationId xmlns:a16="http://schemas.microsoft.com/office/drawing/2014/main" id="{46CD6BE2-44A8-480F-AA82-E0D8924F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082" y="2451375"/>
            <a:ext cx="77310" cy="82393"/>
          </a:xfrm>
          <a:custGeom xmlns:a="http://schemas.openxmlformats.org/drawingml/2006/main">
            <a:pathLst>
              <a:path w="77310" h="82393">
                <a:moveTo>
                  <a:pt x="0" y="41580"/>
                </a:moveTo>
                <a:lnTo>
                  <a:pt x="7394" y="29010"/>
                </a:lnTo>
                <a:lnTo>
                  <a:pt x="14777" y="33353"/>
                </a:lnTo>
                <a:cubicBezTo>
                  <a:pt x="13212" y="30237"/>
                  <a:pt x="12460" y="26824"/>
                  <a:pt x="12519" y="23114"/>
                </a:cubicBezTo>
                <a:cubicBezTo>
                  <a:pt x="12578" y="19403"/>
                  <a:pt x="13605" y="15853"/>
                  <a:pt x="15600" y="12462"/>
                </a:cubicBezTo>
                <a:cubicBezTo>
                  <a:pt x="19080" y="6545"/>
                  <a:pt x="24321" y="2869"/>
                  <a:pt x="31323" y="1435"/>
                </a:cubicBezTo>
                <a:cubicBezTo>
                  <a:pt x="38325" y="0"/>
                  <a:pt x="45912" y="1686"/>
                  <a:pt x="54084" y="6493"/>
                </a:cubicBezTo>
                <a:cubicBezTo>
                  <a:pt x="62476" y="11430"/>
                  <a:pt x="67776" y="17346"/>
                  <a:pt x="69984" y="24241"/>
                </a:cubicBezTo>
                <a:cubicBezTo>
                  <a:pt x="72192" y="31137"/>
                  <a:pt x="71555" y="37543"/>
                  <a:pt x="68075" y="43460"/>
                </a:cubicBezTo>
                <a:cubicBezTo>
                  <a:pt x="66419" y="46275"/>
                  <a:pt x="64366" y="48501"/>
                  <a:pt x="61917" y="50138"/>
                </a:cubicBezTo>
                <a:cubicBezTo>
                  <a:pt x="59467" y="51775"/>
                  <a:pt x="56159" y="53068"/>
                  <a:pt x="51991" y="54017"/>
                </a:cubicBezTo>
                <a:lnTo>
                  <a:pt x="77310" y="68911"/>
                </a:lnTo>
                <a:lnTo>
                  <a:pt x="69380" y="82393"/>
                </a:lnTo>
                <a:lnTo>
                  <a:pt x="0" y="41580"/>
                </a:lnTo>
                <a:moveTo>
                  <a:pt x="32102" y="42511"/>
                </a:moveTo>
                <a:cubicBezTo>
                  <a:pt x="37740" y="45828"/>
                  <a:pt x="42574" y="47144"/>
                  <a:pt x="46604" y="46457"/>
                </a:cubicBezTo>
                <a:cubicBezTo>
                  <a:pt x="50633" y="45771"/>
                  <a:pt x="53607" y="43797"/>
                  <a:pt x="55526" y="40534"/>
                </a:cubicBezTo>
                <a:cubicBezTo>
                  <a:pt x="57370" y="37400"/>
                  <a:pt x="57667" y="34066"/>
                  <a:pt x="56417" y="30532"/>
                </a:cubicBezTo>
                <a:cubicBezTo>
                  <a:pt x="55168" y="26999"/>
                  <a:pt x="51723" y="23573"/>
                  <a:pt x="46083" y="20256"/>
                </a:cubicBezTo>
                <a:cubicBezTo>
                  <a:pt x="40822" y="17161"/>
                  <a:pt x="36285" y="15934"/>
                  <a:pt x="32473" y="16576"/>
                </a:cubicBezTo>
                <a:cubicBezTo>
                  <a:pt x="28661" y="17218"/>
                  <a:pt x="25824" y="19122"/>
                  <a:pt x="23961" y="22289"/>
                </a:cubicBezTo>
                <a:cubicBezTo>
                  <a:pt x="22023" y="25583"/>
                  <a:pt x="21667" y="29054"/>
                  <a:pt x="22892" y="32702"/>
                </a:cubicBezTo>
                <a:cubicBezTo>
                  <a:pt x="24117" y="36350"/>
                  <a:pt x="27187" y="39620"/>
                  <a:pt x="32102" y="425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e">
            <a:extLst xmlns:a="http://schemas.openxmlformats.org/drawingml/2006/main">
              <a:ext uri="{FF2B5EF4-FFF2-40B4-BE49-F238E27FC236}">
                <a16:creationId xmlns:a16="http://schemas.microsoft.com/office/drawing/2014/main" id="{DA1ADD61-A69C-4540-B6C0-FEC83025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904" y="2397820"/>
            <a:ext cx="62638" cy="59896"/>
          </a:xfrm>
          <a:custGeom xmlns:a="http://schemas.openxmlformats.org/drawingml/2006/main">
            <a:pathLst>
              <a:path w="62638" h="59896">
                <a:moveTo>
                  <a:pt x="46313" y="26618"/>
                </a:moveTo>
                <a:lnTo>
                  <a:pt x="57115" y="15080"/>
                </a:lnTo>
                <a:cubicBezTo>
                  <a:pt x="60694" y="19853"/>
                  <a:pt x="62514" y="24852"/>
                  <a:pt x="62576" y="30079"/>
                </a:cubicBezTo>
                <a:cubicBezTo>
                  <a:pt x="62638" y="35305"/>
                  <a:pt x="60877" y="40625"/>
                  <a:pt x="57291" y="46039"/>
                </a:cubicBezTo>
                <a:cubicBezTo>
                  <a:pt x="51616" y="54609"/>
                  <a:pt x="44654" y="59122"/>
                  <a:pt x="36405" y="59579"/>
                </a:cubicBezTo>
                <a:cubicBezTo>
                  <a:pt x="29829" y="59896"/>
                  <a:pt x="23168" y="57822"/>
                  <a:pt x="16423" y="53355"/>
                </a:cubicBezTo>
                <a:cubicBezTo>
                  <a:pt x="8366" y="48020"/>
                  <a:pt x="3470" y="41706"/>
                  <a:pt x="1735" y="34415"/>
                </a:cubicBezTo>
                <a:cubicBezTo>
                  <a:pt x="0" y="27124"/>
                  <a:pt x="1294" y="20215"/>
                  <a:pt x="5617" y="13687"/>
                </a:cubicBezTo>
                <a:cubicBezTo>
                  <a:pt x="10473" y="6355"/>
                  <a:pt x="16692" y="2151"/>
                  <a:pt x="24275" y="1075"/>
                </a:cubicBezTo>
                <a:cubicBezTo>
                  <a:pt x="31858" y="0"/>
                  <a:pt x="40517" y="2819"/>
                  <a:pt x="50252" y="9533"/>
                </a:cubicBezTo>
                <a:lnTo>
                  <a:pt x="28616" y="42203"/>
                </a:lnTo>
                <a:cubicBezTo>
                  <a:pt x="32492" y="44637"/>
                  <a:pt x="36157" y="45551"/>
                  <a:pt x="39610" y="44944"/>
                </a:cubicBezTo>
                <a:cubicBezTo>
                  <a:pt x="43063" y="44338"/>
                  <a:pt x="45783" y="42534"/>
                  <a:pt x="47770" y="39533"/>
                </a:cubicBezTo>
                <a:cubicBezTo>
                  <a:pt x="49122" y="37491"/>
                  <a:pt x="49710" y="35411"/>
                  <a:pt x="49533" y="33291"/>
                </a:cubicBezTo>
                <a:cubicBezTo>
                  <a:pt x="49357" y="31171"/>
                  <a:pt x="48283" y="28947"/>
                  <a:pt x="46313" y="26618"/>
                </a:cubicBezTo>
                <a:moveTo>
                  <a:pt x="33804" y="17266"/>
                </a:moveTo>
                <a:cubicBezTo>
                  <a:pt x="30034" y="14903"/>
                  <a:pt x="26570" y="14011"/>
                  <a:pt x="23410" y="14589"/>
                </a:cubicBezTo>
                <a:cubicBezTo>
                  <a:pt x="20250" y="15167"/>
                  <a:pt x="17790" y="16786"/>
                  <a:pt x="16028" y="19447"/>
                </a:cubicBezTo>
                <a:cubicBezTo>
                  <a:pt x="14143" y="22293"/>
                  <a:pt x="13604" y="25318"/>
                  <a:pt x="14410" y="28523"/>
                </a:cubicBezTo>
                <a:cubicBezTo>
                  <a:pt x="15218" y="31728"/>
                  <a:pt x="17380" y="34473"/>
                  <a:pt x="20896" y="36757"/>
                </a:cubicBezTo>
                <a:lnTo>
                  <a:pt x="33804" y="1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c">
            <a:extLst xmlns:a="http://schemas.openxmlformats.org/drawingml/2006/main">
              <a:ext uri="{FF2B5EF4-FFF2-40B4-BE49-F238E27FC236}">
                <a16:creationId xmlns:a16="http://schemas.microsoft.com/office/drawing/2014/main" id="{2BA3EDE5-6436-404E-A4E7-341908A2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549" y="2342757"/>
            <a:ext cx="62771" cy="61896"/>
          </a:xfrm>
          <a:custGeom xmlns:a="http://schemas.openxmlformats.org/drawingml/2006/main">
            <a:pathLst>
              <a:path w="62771" h="61896">
                <a:moveTo>
                  <a:pt x="37772" y="2534"/>
                </a:moveTo>
                <a:lnTo>
                  <a:pt x="30826" y="16570"/>
                </a:lnTo>
                <a:cubicBezTo>
                  <a:pt x="28088" y="15194"/>
                  <a:pt x="25558" y="14792"/>
                  <a:pt x="23238" y="15363"/>
                </a:cubicBezTo>
                <a:cubicBezTo>
                  <a:pt x="20918" y="15933"/>
                  <a:pt x="18887" y="17398"/>
                  <a:pt x="17147" y="19757"/>
                </a:cubicBezTo>
                <a:cubicBezTo>
                  <a:pt x="14833" y="22892"/>
                  <a:pt x="14052" y="26178"/>
                  <a:pt x="14804" y="29615"/>
                </a:cubicBezTo>
                <a:cubicBezTo>
                  <a:pt x="15556" y="33052"/>
                  <a:pt x="18428" y="36612"/>
                  <a:pt x="23419" y="40295"/>
                </a:cubicBezTo>
                <a:cubicBezTo>
                  <a:pt x="28969" y="44391"/>
                  <a:pt x="33589" y="46336"/>
                  <a:pt x="37279" y="46131"/>
                </a:cubicBezTo>
                <a:cubicBezTo>
                  <a:pt x="40968" y="45925"/>
                  <a:pt x="43992" y="44224"/>
                  <a:pt x="46349" y="41030"/>
                </a:cubicBezTo>
                <a:cubicBezTo>
                  <a:pt x="48112" y="38641"/>
                  <a:pt x="48885" y="36191"/>
                  <a:pt x="48668" y="33679"/>
                </a:cubicBezTo>
                <a:cubicBezTo>
                  <a:pt x="48452" y="31168"/>
                  <a:pt x="46940" y="28392"/>
                  <a:pt x="44134" y="25353"/>
                </a:cubicBezTo>
                <a:lnTo>
                  <a:pt x="55376" y="14557"/>
                </a:lnTo>
                <a:cubicBezTo>
                  <a:pt x="60025" y="19970"/>
                  <a:pt x="62434" y="25552"/>
                  <a:pt x="62603" y="31303"/>
                </a:cubicBezTo>
                <a:cubicBezTo>
                  <a:pt x="62771" y="37054"/>
                  <a:pt x="60598" y="42990"/>
                  <a:pt x="56081" y="49110"/>
                </a:cubicBezTo>
                <a:cubicBezTo>
                  <a:pt x="50947" y="56067"/>
                  <a:pt x="44690" y="60016"/>
                  <a:pt x="37308" y="60956"/>
                </a:cubicBezTo>
                <a:cubicBezTo>
                  <a:pt x="29927" y="61896"/>
                  <a:pt x="22408" y="59541"/>
                  <a:pt x="14750" y="53890"/>
                </a:cubicBezTo>
                <a:cubicBezTo>
                  <a:pt x="7004" y="48173"/>
                  <a:pt x="2505" y="41648"/>
                  <a:pt x="1252" y="34314"/>
                </a:cubicBezTo>
                <a:cubicBezTo>
                  <a:pt x="0" y="26979"/>
                  <a:pt x="1985" y="19774"/>
                  <a:pt x="7207" y="12698"/>
                </a:cubicBezTo>
                <a:cubicBezTo>
                  <a:pt x="11481" y="6906"/>
                  <a:pt x="16109" y="3208"/>
                  <a:pt x="21091" y="1604"/>
                </a:cubicBezTo>
                <a:cubicBezTo>
                  <a:pt x="26073" y="0"/>
                  <a:pt x="31634" y="310"/>
                  <a:pt x="37772" y="25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i">
            <a:extLst xmlns:a="http://schemas.openxmlformats.org/drawingml/2006/main">
              <a:ext uri="{FF2B5EF4-FFF2-40B4-BE49-F238E27FC236}">
                <a16:creationId xmlns:a16="http://schemas.microsoft.com/office/drawing/2014/main" id="{825912F5-90DF-4884-93DF-9C6FA076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96" y="2298824"/>
            <a:ext cx="72677" cy="62425"/>
          </a:xfrm>
          <a:custGeom xmlns:a="http://schemas.openxmlformats.org/drawingml/2006/main">
            <a:pathLst>
              <a:path w="72677" h="62425">
                <a:moveTo>
                  <a:pt x="11160" y="21129"/>
                </a:moveTo>
                <a:lnTo>
                  <a:pt x="0" y="12226"/>
                </a:lnTo>
                <a:lnTo>
                  <a:pt x="9754" y="0"/>
                </a:lnTo>
                <a:lnTo>
                  <a:pt x="20914" y="8903"/>
                </a:lnTo>
                <a:lnTo>
                  <a:pt x="11160" y="21129"/>
                </a:lnTo>
                <a:moveTo>
                  <a:pt x="62923" y="62425"/>
                </a:moveTo>
                <a:lnTo>
                  <a:pt x="17340" y="26060"/>
                </a:lnTo>
                <a:lnTo>
                  <a:pt x="27094" y="13834"/>
                </a:lnTo>
                <a:lnTo>
                  <a:pt x="72677" y="50199"/>
                </a:lnTo>
                <a:lnTo>
                  <a:pt x="62923" y="62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f">
            <a:extLst xmlns:a="http://schemas.openxmlformats.org/drawingml/2006/main">
              <a:ext uri="{FF2B5EF4-FFF2-40B4-BE49-F238E27FC236}">
                <a16:creationId xmlns:a16="http://schemas.microsoft.com/office/drawing/2014/main" id="{6A812D9C-B2C5-4825-859B-BFC6D59A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45" y="2260257"/>
            <a:ext cx="66824" cy="75465"/>
          </a:xfrm>
          <a:custGeom xmlns:a="http://schemas.openxmlformats.org/drawingml/2006/main">
            <a:pathLst>
              <a:path w="66824" h="75465">
                <a:moveTo>
                  <a:pt x="6573" y="44494"/>
                </a:moveTo>
                <a:lnTo>
                  <a:pt x="12173" y="37858"/>
                </a:lnTo>
                <a:lnTo>
                  <a:pt x="8808" y="35019"/>
                </a:lnTo>
                <a:cubicBezTo>
                  <a:pt x="5051" y="31848"/>
                  <a:pt x="2588" y="29078"/>
                  <a:pt x="1419" y="26708"/>
                </a:cubicBezTo>
                <a:cubicBezTo>
                  <a:pt x="251" y="24338"/>
                  <a:pt x="0" y="21577"/>
                  <a:pt x="667" y="18425"/>
                </a:cubicBezTo>
                <a:cubicBezTo>
                  <a:pt x="1334" y="15274"/>
                  <a:pt x="3068" y="12039"/>
                  <a:pt x="5868" y="8722"/>
                </a:cubicBezTo>
                <a:cubicBezTo>
                  <a:pt x="8740" y="5319"/>
                  <a:pt x="12055" y="2411"/>
                  <a:pt x="15815" y="0"/>
                </a:cubicBezTo>
                <a:lnTo>
                  <a:pt x="22675" y="8557"/>
                </a:lnTo>
                <a:cubicBezTo>
                  <a:pt x="20624" y="10079"/>
                  <a:pt x="18857" y="11720"/>
                  <a:pt x="17373" y="13478"/>
                </a:cubicBezTo>
                <a:cubicBezTo>
                  <a:pt x="15913" y="15208"/>
                  <a:pt x="15267" y="16787"/>
                  <a:pt x="15434" y="18215"/>
                </a:cubicBezTo>
                <a:cubicBezTo>
                  <a:pt x="15601" y="19642"/>
                  <a:pt x="16822" y="21316"/>
                  <a:pt x="19099" y="23237"/>
                </a:cubicBezTo>
                <a:lnTo>
                  <a:pt x="22260" y="25905"/>
                </a:lnTo>
                <a:lnTo>
                  <a:pt x="29799" y="16972"/>
                </a:lnTo>
                <a:lnTo>
                  <a:pt x="39114" y="24834"/>
                </a:lnTo>
                <a:lnTo>
                  <a:pt x="31576" y="33767"/>
                </a:lnTo>
                <a:lnTo>
                  <a:pt x="66824" y="63512"/>
                </a:lnTo>
                <a:lnTo>
                  <a:pt x="56737" y="75465"/>
                </a:lnTo>
                <a:lnTo>
                  <a:pt x="21489" y="45720"/>
                </a:lnTo>
                <a:lnTo>
                  <a:pt x="15889" y="52356"/>
                </a:lnTo>
                <a:lnTo>
                  <a:pt x="6573" y="44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i">
            <a:extLst xmlns:a="http://schemas.openxmlformats.org/drawingml/2006/main">
              <a:ext uri="{FF2B5EF4-FFF2-40B4-BE49-F238E27FC236}">
                <a16:creationId xmlns:a16="http://schemas.microsoft.com/office/drawing/2014/main" id="{68D31CA2-BB94-4B48-A2D8-B643B02B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321" y="2243139"/>
            <a:ext cx="70459" cy="65277"/>
          </a:xfrm>
          <a:custGeom xmlns:a="http://schemas.openxmlformats.org/drawingml/2006/main">
            <a:pathLst>
              <a:path w="70459" h="65277">
                <a:moveTo>
                  <a:pt x="10649" y="21175"/>
                </a:moveTo>
                <a:lnTo>
                  <a:pt x="0" y="11667"/>
                </a:lnTo>
                <a:lnTo>
                  <a:pt x="10417" y="0"/>
                </a:lnTo>
                <a:lnTo>
                  <a:pt x="21066" y="9508"/>
                </a:lnTo>
                <a:lnTo>
                  <a:pt x="10649" y="21175"/>
                </a:lnTo>
                <a:moveTo>
                  <a:pt x="60043" y="65277"/>
                </a:moveTo>
                <a:lnTo>
                  <a:pt x="16547" y="26441"/>
                </a:lnTo>
                <a:lnTo>
                  <a:pt x="26963" y="14774"/>
                </a:lnTo>
                <a:lnTo>
                  <a:pt x="70459" y="53610"/>
                </a:lnTo>
                <a:lnTo>
                  <a:pt x="60043" y="652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c">
            <a:extLst xmlns:a="http://schemas.openxmlformats.org/drawingml/2006/main">
              <a:ext uri="{FF2B5EF4-FFF2-40B4-BE49-F238E27FC236}">
                <a16:creationId xmlns:a16="http://schemas.microsoft.com/office/drawing/2014/main" id="{52FD2210-2B60-4333-9C34-9ADC9D61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415" y="2215756"/>
            <a:ext cx="62087" cy="61930"/>
          </a:xfrm>
          <a:custGeom xmlns:a="http://schemas.openxmlformats.org/drawingml/2006/main">
            <a:pathLst>
              <a:path w="62087" h="61930">
                <a:moveTo>
                  <a:pt x="40636" y="4037"/>
                </a:moveTo>
                <a:lnTo>
                  <a:pt x="31920" y="17048"/>
                </a:lnTo>
                <a:cubicBezTo>
                  <a:pt x="29384" y="15327"/>
                  <a:pt x="26929" y="14599"/>
                  <a:pt x="24554" y="14862"/>
                </a:cubicBezTo>
                <a:cubicBezTo>
                  <a:pt x="22179" y="15125"/>
                  <a:pt x="19975" y="16313"/>
                  <a:pt x="17942" y="18425"/>
                </a:cubicBezTo>
                <a:cubicBezTo>
                  <a:pt x="15240" y="21231"/>
                  <a:pt x="14037" y="24388"/>
                  <a:pt x="14335" y="27893"/>
                </a:cubicBezTo>
                <a:cubicBezTo>
                  <a:pt x="14632" y="31399"/>
                  <a:pt x="17015" y="35303"/>
                  <a:pt x="21484" y="39606"/>
                </a:cubicBezTo>
                <a:cubicBezTo>
                  <a:pt x="26453" y="44390"/>
                  <a:pt x="30780" y="46921"/>
                  <a:pt x="34465" y="47198"/>
                </a:cubicBezTo>
                <a:cubicBezTo>
                  <a:pt x="38150" y="47474"/>
                  <a:pt x="41369" y="46183"/>
                  <a:pt x="44123" y="43322"/>
                </a:cubicBezTo>
                <a:cubicBezTo>
                  <a:pt x="46182" y="41184"/>
                  <a:pt x="47268" y="38855"/>
                  <a:pt x="47380" y="36337"/>
                </a:cubicBezTo>
                <a:cubicBezTo>
                  <a:pt x="47493" y="33818"/>
                  <a:pt x="46356" y="30870"/>
                  <a:pt x="43970" y="27490"/>
                </a:cubicBezTo>
                <a:lnTo>
                  <a:pt x="56523" y="18251"/>
                </a:lnTo>
                <a:cubicBezTo>
                  <a:pt x="60427" y="24225"/>
                  <a:pt x="62087" y="30073"/>
                  <a:pt x="61505" y="35797"/>
                </a:cubicBezTo>
                <a:cubicBezTo>
                  <a:pt x="60923" y="41521"/>
                  <a:pt x="57994" y="47123"/>
                  <a:pt x="52718" y="52602"/>
                </a:cubicBezTo>
                <a:cubicBezTo>
                  <a:pt x="46722" y="58831"/>
                  <a:pt x="40003" y="61930"/>
                  <a:pt x="32562" y="61900"/>
                </a:cubicBezTo>
                <a:cubicBezTo>
                  <a:pt x="25122" y="61870"/>
                  <a:pt x="17973" y="58555"/>
                  <a:pt x="11117" y="51954"/>
                </a:cubicBezTo>
                <a:cubicBezTo>
                  <a:pt x="4182" y="45277"/>
                  <a:pt x="572" y="38221"/>
                  <a:pt x="286" y="30786"/>
                </a:cubicBezTo>
                <a:cubicBezTo>
                  <a:pt x="0" y="23351"/>
                  <a:pt x="2907" y="16466"/>
                  <a:pt x="9006" y="10131"/>
                </a:cubicBezTo>
                <a:cubicBezTo>
                  <a:pt x="13999" y="4945"/>
                  <a:pt x="19070" y="1882"/>
                  <a:pt x="24219" y="941"/>
                </a:cubicBezTo>
                <a:cubicBezTo>
                  <a:pt x="29367" y="0"/>
                  <a:pt x="34840" y="1032"/>
                  <a:pt x="40636" y="40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i">
            <a:extLst xmlns:a="http://schemas.openxmlformats.org/drawingml/2006/main">
              <a:ext uri="{FF2B5EF4-FFF2-40B4-BE49-F238E27FC236}">
                <a16:creationId xmlns:a16="http://schemas.microsoft.com/office/drawing/2014/main" id="{E81287D1-662C-45B6-A8F2-71B19FC9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884" y="2171917"/>
            <a:ext cx="67109" cy="68821"/>
          </a:xfrm>
          <a:custGeom xmlns:a="http://schemas.openxmlformats.org/drawingml/2006/main">
            <a:pathLst>
              <a:path w="67109" h="68821">
                <a:moveTo>
                  <a:pt x="9904" y="21132"/>
                </a:moveTo>
                <a:lnTo>
                  <a:pt x="0" y="10851"/>
                </a:lnTo>
                <a:lnTo>
                  <a:pt x="11264" y="0"/>
                </a:lnTo>
                <a:lnTo>
                  <a:pt x="21168" y="10281"/>
                </a:lnTo>
                <a:lnTo>
                  <a:pt x="9904" y="21132"/>
                </a:lnTo>
                <a:moveTo>
                  <a:pt x="55845" y="68821"/>
                </a:moveTo>
                <a:lnTo>
                  <a:pt x="15390" y="26827"/>
                </a:lnTo>
                <a:lnTo>
                  <a:pt x="26654" y="15975"/>
                </a:lnTo>
                <a:lnTo>
                  <a:pt x="67109" y="57970"/>
                </a:lnTo>
                <a:lnTo>
                  <a:pt x="55845" y="68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t">
            <a:extLst xmlns:a="http://schemas.openxmlformats.org/drawingml/2006/main">
              <a:ext uri="{FF2B5EF4-FFF2-40B4-BE49-F238E27FC236}">
                <a16:creationId xmlns:a16="http://schemas.microsoft.com/office/drawing/2014/main" id="{9C7885F3-CC66-4EF5-86A3-DC5546B1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692" y="2149767"/>
            <a:ext cx="66895" cy="64833"/>
          </a:xfrm>
          <a:custGeom xmlns:a="http://schemas.openxmlformats.org/drawingml/2006/main">
            <a:pathLst>
              <a:path w="66895" h="64833">
                <a:moveTo>
                  <a:pt x="27340" y="8140"/>
                </a:moveTo>
                <a:lnTo>
                  <a:pt x="35625" y="17229"/>
                </a:lnTo>
                <a:lnTo>
                  <a:pt x="27727" y="24428"/>
                </a:lnTo>
                <a:lnTo>
                  <a:pt x="43533" y="41768"/>
                </a:lnTo>
                <a:cubicBezTo>
                  <a:pt x="46734" y="45280"/>
                  <a:pt x="48675" y="47258"/>
                  <a:pt x="49355" y="47701"/>
                </a:cubicBezTo>
                <a:cubicBezTo>
                  <a:pt x="50034" y="48143"/>
                  <a:pt x="50814" y="48310"/>
                  <a:pt x="51694" y="48201"/>
                </a:cubicBezTo>
                <a:cubicBezTo>
                  <a:pt x="52573" y="48092"/>
                  <a:pt x="53397" y="47687"/>
                  <a:pt x="54165" y="46987"/>
                </a:cubicBezTo>
                <a:cubicBezTo>
                  <a:pt x="55234" y="46012"/>
                  <a:pt x="56451" y="44235"/>
                  <a:pt x="57814" y="41655"/>
                </a:cubicBezTo>
                <a:lnTo>
                  <a:pt x="66895" y="49634"/>
                </a:lnTo>
                <a:cubicBezTo>
                  <a:pt x="65248" y="53225"/>
                  <a:pt x="62724" y="56570"/>
                  <a:pt x="59323" y="59670"/>
                </a:cubicBezTo>
                <a:cubicBezTo>
                  <a:pt x="57239" y="61570"/>
                  <a:pt x="55046" y="62937"/>
                  <a:pt x="52745" y="63772"/>
                </a:cubicBezTo>
                <a:cubicBezTo>
                  <a:pt x="50443" y="64607"/>
                  <a:pt x="48402" y="64833"/>
                  <a:pt x="46622" y="64450"/>
                </a:cubicBezTo>
                <a:cubicBezTo>
                  <a:pt x="44841" y="64066"/>
                  <a:pt x="42950" y="63079"/>
                  <a:pt x="40947" y="61487"/>
                </a:cubicBezTo>
                <a:cubicBezTo>
                  <a:pt x="39491" y="60387"/>
                  <a:pt x="36927" y="57821"/>
                  <a:pt x="33253" y="53790"/>
                </a:cubicBezTo>
                <a:lnTo>
                  <a:pt x="16127" y="35002"/>
                </a:lnTo>
                <a:lnTo>
                  <a:pt x="10820" y="39839"/>
                </a:lnTo>
                <a:lnTo>
                  <a:pt x="2535" y="30750"/>
                </a:lnTo>
                <a:lnTo>
                  <a:pt x="7842" y="25913"/>
                </a:lnTo>
                <a:lnTo>
                  <a:pt x="0" y="17310"/>
                </a:lnTo>
                <a:lnTo>
                  <a:pt x="5460" y="0"/>
                </a:lnTo>
                <a:lnTo>
                  <a:pt x="19442" y="15339"/>
                </a:lnTo>
                <a:lnTo>
                  <a:pt x="27340" y="8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y">
            <a:extLst xmlns:a="http://schemas.openxmlformats.org/drawingml/2006/main">
              <a:ext uri="{FF2B5EF4-FFF2-40B4-BE49-F238E27FC236}">
                <a16:creationId xmlns:a16="http://schemas.microsoft.com/office/drawing/2014/main" id="{D7BC41B8-9E3B-451A-A858-A15CC352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597" y="2115276"/>
            <a:ext cx="72589" cy="97858"/>
          </a:xfrm>
          <a:custGeom xmlns:a="http://schemas.openxmlformats.org/drawingml/2006/main">
            <a:pathLst>
              <a:path w="72589" h="97858">
                <a:moveTo>
                  <a:pt x="0" y="39110"/>
                </a:moveTo>
                <a:lnTo>
                  <a:pt x="12739" y="28402"/>
                </a:lnTo>
                <a:lnTo>
                  <a:pt x="50226" y="51025"/>
                </a:lnTo>
                <a:lnTo>
                  <a:pt x="34128" y="10422"/>
                </a:lnTo>
                <a:lnTo>
                  <a:pt x="46526" y="0"/>
                </a:lnTo>
                <a:lnTo>
                  <a:pt x="66669" y="56400"/>
                </a:lnTo>
                <a:lnTo>
                  <a:pt x="70373" y="66603"/>
                </a:lnTo>
                <a:cubicBezTo>
                  <a:pt x="71513" y="70092"/>
                  <a:pt x="72184" y="72923"/>
                  <a:pt x="72387" y="75096"/>
                </a:cubicBezTo>
                <a:cubicBezTo>
                  <a:pt x="72589" y="77269"/>
                  <a:pt x="72432" y="79302"/>
                  <a:pt x="71915" y="81195"/>
                </a:cubicBezTo>
                <a:cubicBezTo>
                  <a:pt x="71398" y="83088"/>
                  <a:pt x="70437" y="85031"/>
                  <a:pt x="69034" y="87024"/>
                </a:cubicBezTo>
                <a:cubicBezTo>
                  <a:pt x="67631" y="89016"/>
                  <a:pt x="65793" y="90968"/>
                  <a:pt x="63521" y="92878"/>
                </a:cubicBezTo>
                <a:cubicBezTo>
                  <a:pt x="61220" y="94812"/>
                  <a:pt x="58762" y="96472"/>
                  <a:pt x="56146" y="97858"/>
                </a:cubicBezTo>
                <a:lnTo>
                  <a:pt x="47308" y="89507"/>
                </a:lnTo>
                <a:cubicBezTo>
                  <a:pt x="49489" y="88295"/>
                  <a:pt x="51332" y="87057"/>
                  <a:pt x="52837" y="85791"/>
                </a:cubicBezTo>
                <a:cubicBezTo>
                  <a:pt x="55621" y="83451"/>
                  <a:pt x="57003" y="80914"/>
                  <a:pt x="56984" y="78181"/>
                </a:cubicBezTo>
                <a:cubicBezTo>
                  <a:pt x="56964" y="75448"/>
                  <a:pt x="56262" y="72536"/>
                  <a:pt x="54875" y="69445"/>
                </a:cubicBezTo>
                <a:lnTo>
                  <a:pt x="0" y="39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G">
            <a:extLst xmlns:a="http://schemas.openxmlformats.org/drawingml/2006/main">
              <a:ext uri="{FF2B5EF4-FFF2-40B4-BE49-F238E27FC236}">
                <a16:creationId xmlns:a16="http://schemas.microsoft.com/office/drawing/2014/main" id="{48AB56CF-9891-49D1-BD6A-F5B2A8A6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14" y="2001701"/>
            <a:ext cx="88140" cy="85685"/>
          </a:xfrm>
          <a:custGeom xmlns:a="http://schemas.openxmlformats.org/drawingml/2006/main">
            <a:pathLst>
              <a:path w="88140" h="85685">
                <a:moveTo>
                  <a:pt x="48261" y="51999"/>
                </a:moveTo>
                <a:lnTo>
                  <a:pt x="40991" y="40485"/>
                </a:lnTo>
                <a:lnTo>
                  <a:pt x="71016" y="21524"/>
                </a:lnTo>
                <a:lnTo>
                  <a:pt x="88140" y="48641"/>
                </a:lnTo>
                <a:cubicBezTo>
                  <a:pt x="86988" y="53279"/>
                  <a:pt x="84315" y="58412"/>
                  <a:pt x="80122" y="64037"/>
                </a:cubicBezTo>
                <a:cubicBezTo>
                  <a:pt x="75929" y="69663"/>
                  <a:pt x="70993" y="74269"/>
                  <a:pt x="65314" y="77855"/>
                </a:cubicBezTo>
                <a:cubicBezTo>
                  <a:pt x="58098" y="82413"/>
                  <a:pt x="50863" y="84890"/>
                  <a:pt x="43609" y="85287"/>
                </a:cubicBezTo>
                <a:cubicBezTo>
                  <a:pt x="36356" y="85685"/>
                  <a:pt x="29624" y="83954"/>
                  <a:pt x="23413" y="80096"/>
                </a:cubicBezTo>
                <a:cubicBezTo>
                  <a:pt x="17202" y="76237"/>
                  <a:pt x="12031" y="71037"/>
                  <a:pt x="7902" y="64498"/>
                </a:cubicBezTo>
                <a:cubicBezTo>
                  <a:pt x="3420" y="57401"/>
                  <a:pt x="943" y="50144"/>
                  <a:pt x="472" y="42726"/>
                </a:cubicBezTo>
                <a:cubicBezTo>
                  <a:pt x="0" y="35307"/>
                  <a:pt x="1737" y="28292"/>
                  <a:pt x="5682" y="21683"/>
                </a:cubicBezTo>
                <a:cubicBezTo>
                  <a:pt x="8677" y="16627"/>
                  <a:pt x="13469" y="12019"/>
                  <a:pt x="20057" y="7858"/>
                </a:cubicBezTo>
                <a:cubicBezTo>
                  <a:pt x="28623" y="2449"/>
                  <a:pt x="36435" y="0"/>
                  <a:pt x="43494" y="511"/>
                </a:cubicBezTo>
                <a:cubicBezTo>
                  <a:pt x="50553" y="1021"/>
                  <a:pt x="56751" y="3974"/>
                  <a:pt x="62089" y="9368"/>
                </a:cubicBezTo>
                <a:lnTo>
                  <a:pt x="49895" y="20706"/>
                </a:lnTo>
                <a:cubicBezTo>
                  <a:pt x="46802" y="17963"/>
                  <a:pt x="43301" y="16467"/>
                  <a:pt x="39392" y="16219"/>
                </a:cubicBezTo>
                <a:cubicBezTo>
                  <a:pt x="35483" y="15970"/>
                  <a:pt x="31520" y="17114"/>
                  <a:pt x="27504" y="19650"/>
                </a:cubicBezTo>
                <a:cubicBezTo>
                  <a:pt x="21417" y="23494"/>
                  <a:pt x="17780" y="28453"/>
                  <a:pt x="16591" y="34529"/>
                </a:cubicBezTo>
                <a:cubicBezTo>
                  <a:pt x="15403" y="40604"/>
                  <a:pt x="17174" y="47387"/>
                  <a:pt x="21904" y="54877"/>
                </a:cubicBezTo>
                <a:cubicBezTo>
                  <a:pt x="27005" y="62955"/>
                  <a:pt x="32650" y="67864"/>
                  <a:pt x="38840" y="69605"/>
                </a:cubicBezTo>
                <a:cubicBezTo>
                  <a:pt x="45031" y="71345"/>
                  <a:pt x="51075" y="70353"/>
                  <a:pt x="56973" y="66628"/>
                </a:cubicBezTo>
                <a:cubicBezTo>
                  <a:pt x="59891" y="64786"/>
                  <a:pt x="62461" y="62375"/>
                  <a:pt x="64684" y="59397"/>
                </a:cubicBezTo>
                <a:cubicBezTo>
                  <a:pt x="66906" y="56418"/>
                  <a:pt x="68562" y="53463"/>
                  <a:pt x="69651" y="50531"/>
                </a:cubicBezTo>
                <a:lnTo>
                  <a:pt x="64215" y="41924"/>
                </a:lnTo>
                <a:lnTo>
                  <a:pt x="48261" y="519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e">
            <a:extLst xmlns:a="http://schemas.openxmlformats.org/drawingml/2006/main">
              <a:ext uri="{FF2B5EF4-FFF2-40B4-BE49-F238E27FC236}">
                <a16:creationId xmlns:a16="http://schemas.microsoft.com/office/drawing/2014/main" id="{5D841142-FECE-4F13-B0B1-B3D6CAF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660" y="1984878"/>
            <a:ext cx="60828" cy="63441"/>
          </a:xfrm>
          <a:custGeom xmlns:a="http://schemas.openxmlformats.org/drawingml/2006/main">
            <a:pathLst>
              <a:path w="60828" h="63441">
                <a:moveTo>
                  <a:pt x="44950" y="35423"/>
                </a:moveTo>
                <a:lnTo>
                  <a:pt x="59875" y="30218"/>
                </a:lnTo>
                <a:cubicBezTo>
                  <a:pt x="60828" y="36107"/>
                  <a:pt x="60120" y="41380"/>
                  <a:pt x="57748" y="46038"/>
                </a:cubicBezTo>
                <a:cubicBezTo>
                  <a:pt x="55377" y="50695"/>
                  <a:pt x="51347" y="54590"/>
                  <a:pt x="45658" y="57720"/>
                </a:cubicBezTo>
                <a:cubicBezTo>
                  <a:pt x="36653" y="62676"/>
                  <a:pt x="28391" y="63441"/>
                  <a:pt x="20873" y="60015"/>
                </a:cubicBezTo>
                <a:cubicBezTo>
                  <a:pt x="14901" y="57244"/>
                  <a:pt x="9964" y="52314"/>
                  <a:pt x="6064" y="45227"/>
                </a:cubicBezTo>
                <a:cubicBezTo>
                  <a:pt x="1405" y="36760"/>
                  <a:pt x="0" y="28896"/>
                  <a:pt x="1848" y="21632"/>
                </a:cubicBezTo>
                <a:cubicBezTo>
                  <a:pt x="3696" y="14369"/>
                  <a:pt x="8050" y="8850"/>
                  <a:pt x="14910" y="5076"/>
                </a:cubicBezTo>
                <a:cubicBezTo>
                  <a:pt x="22614" y="836"/>
                  <a:pt x="30075" y="0"/>
                  <a:pt x="37290" y="2568"/>
                </a:cubicBezTo>
                <a:cubicBezTo>
                  <a:pt x="44506" y="5136"/>
                  <a:pt x="50866" y="11653"/>
                  <a:pt x="56371" y="22119"/>
                </a:cubicBezTo>
                <a:lnTo>
                  <a:pt x="22041" y="41010"/>
                </a:lnTo>
                <a:cubicBezTo>
                  <a:pt x="24344" y="44965"/>
                  <a:pt x="27166" y="47476"/>
                  <a:pt x="30506" y="48542"/>
                </a:cubicBezTo>
                <a:cubicBezTo>
                  <a:pt x="33845" y="49608"/>
                  <a:pt x="37092" y="49273"/>
                  <a:pt x="40245" y="47538"/>
                </a:cubicBezTo>
                <a:cubicBezTo>
                  <a:pt x="42391" y="46357"/>
                  <a:pt x="43877" y="44787"/>
                  <a:pt x="44705" y="42828"/>
                </a:cubicBezTo>
                <a:cubicBezTo>
                  <a:pt x="45533" y="40868"/>
                  <a:pt x="45614" y="38400"/>
                  <a:pt x="44950" y="35423"/>
                </a:cubicBezTo>
                <a:moveTo>
                  <a:pt x="38213" y="21332"/>
                </a:moveTo>
                <a:cubicBezTo>
                  <a:pt x="35971" y="17489"/>
                  <a:pt x="33317" y="15090"/>
                  <a:pt x="30250" y="14135"/>
                </a:cubicBezTo>
                <a:cubicBezTo>
                  <a:pt x="27183" y="13180"/>
                  <a:pt x="24252" y="13472"/>
                  <a:pt x="21456" y="15010"/>
                </a:cubicBezTo>
                <a:cubicBezTo>
                  <a:pt x="18465" y="16656"/>
                  <a:pt x="16583" y="19085"/>
                  <a:pt x="15810" y="22298"/>
                </a:cubicBezTo>
                <a:cubicBezTo>
                  <a:pt x="15038" y="25512"/>
                  <a:pt x="15678" y="28947"/>
                  <a:pt x="17732" y="32602"/>
                </a:cubicBezTo>
                <a:lnTo>
                  <a:pt x="38213" y="213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n">
            <a:extLst xmlns:a="http://schemas.openxmlformats.org/drawingml/2006/main">
              <a:ext uri="{FF2B5EF4-FFF2-40B4-BE49-F238E27FC236}">
                <a16:creationId xmlns:a16="http://schemas.microsoft.com/office/drawing/2014/main" id="{30FDD254-B7BF-48A6-947F-BC59E97B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70" y="1952250"/>
            <a:ext cx="73887" cy="71089"/>
          </a:xfrm>
          <a:custGeom xmlns:a="http://schemas.openxmlformats.org/drawingml/2006/main">
            <a:pathLst>
              <a:path w="73887" h="71089">
                <a:moveTo>
                  <a:pt x="73887" y="47638"/>
                </a:moveTo>
                <a:lnTo>
                  <a:pt x="59806" y="54446"/>
                </a:lnTo>
                <a:lnTo>
                  <a:pt x="46868" y="27684"/>
                </a:lnTo>
                <a:cubicBezTo>
                  <a:pt x="44131" y="22021"/>
                  <a:pt x="42060" y="18505"/>
                  <a:pt x="40655" y="17133"/>
                </a:cubicBezTo>
                <a:cubicBezTo>
                  <a:pt x="39250" y="15762"/>
                  <a:pt x="37648" y="14942"/>
                  <a:pt x="35850" y="14674"/>
                </a:cubicBezTo>
                <a:cubicBezTo>
                  <a:pt x="34051" y="14407"/>
                  <a:pt x="32200" y="14733"/>
                  <a:pt x="30296" y="15654"/>
                </a:cubicBezTo>
                <a:cubicBezTo>
                  <a:pt x="27857" y="16833"/>
                  <a:pt x="25987" y="18549"/>
                  <a:pt x="24686" y="20803"/>
                </a:cubicBezTo>
                <a:cubicBezTo>
                  <a:pt x="23385" y="23056"/>
                  <a:pt x="22900" y="25443"/>
                  <a:pt x="23232" y="27963"/>
                </a:cubicBezTo>
                <a:cubicBezTo>
                  <a:pt x="23564" y="30482"/>
                  <a:pt x="25146" y="34672"/>
                  <a:pt x="27979" y="40532"/>
                </a:cubicBezTo>
                <a:lnTo>
                  <a:pt x="39461" y="64281"/>
                </a:lnTo>
                <a:lnTo>
                  <a:pt x="25379" y="71089"/>
                </a:lnTo>
                <a:lnTo>
                  <a:pt x="0" y="18590"/>
                </a:lnTo>
                <a:lnTo>
                  <a:pt x="13079" y="12267"/>
                </a:lnTo>
                <a:lnTo>
                  <a:pt x="16807" y="19979"/>
                </a:lnTo>
                <a:cubicBezTo>
                  <a:pt x="18583" y="11802"/>
                  <a:pt x="22996" y="6010"/>
                  <a:pt x="30045" y="2602"/>
                </a:cubicBezTo>
                <a:cubicBezTo>
                  <a:pt x="33152" y="1100"/>
                  <a:pt x="36258" y="279"/>
                  <a:pt x="39364" y="140"/>
                </a:cubicBezTo>
                <a:cubicBezTo>
                  <a:pt x="42470" y="0"/>
                  <a:pt x="45097" y="468"/>
                  <a:pt x="47245" y="1544"/>
                </a:cubicBezTo>
                <a:cubicBezTo>
                  <a:pt x="49393" y="2620"/>
                  <a:pt x="51252" y="4120"/>
                  <a:pt x="52821" y="6045"/>
                </a:cubicBezTo>
                <a:cubicBezTo>
                  <a:pt x="54391" y="7969"/>
                  <a:pt x="56155" y="10959"/>
                  <a:pt x="58115" y="15012"/>
                </a:cubicBezTo>
                <a:lnTo>
                  <a:pt x="73887" y="476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e">
            <a:extLst xmlns:a="http://schemas.openxmlformats.org/drawingml/2006/main">
              <a:ext uri="{FF2B5EF4-FFF2-40B4-BE49-F238E27FC236}">
                <a16:creationId xmlns:a16="http://schemas.microsoft.com/office/drawing/2014/main" id="{F24CD3BD-E293-48BC-94CA-F43C8D9A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568" y="1926755"/>
            <a:ext cx="59732" cy="63020"/>
          </a:xfrm>
          <a:custGeom xmlns:a="http://schemas.openxmlformats.org/drawingml/2006/main">
            <a:pathLst>
              <a:path w="59732" h="63020">
                <a:moveTo>
                  <a:pt x="44014" y="36791"/>
                </a:moveTo>
                <a:lnTo>
                  <a:pt x="59404" y="33185"/>
                </a:lnTo>
                <a:cubicBezTo>
                  <a:pt x="59732" y="39141"/>
                  <a:pt x="58473" y="44311"/>
                  <a:pt x="55625" y="48693"/>
                </a:cubicBezTo>
                <a:cubicBezTo>
                  <a:pt x="52777" y="53076"/>
                  <a:pt x="48359" y="56524"/>
                  <a:pt x="42372" y="59039"/>
                </a:cubicBezTo>
                <a:cubicBezTo>
                  <a:pt x="32896" y="63020"/>
                  <a:pt x="24600" y="62912"/>
                  <a:pt x="17484" y="58715"/>
                </a:cubicBezTo>
                <a:cubicBezTo>
                  <a:pt x="11836" y="55330"/>
                  <a:pt x="7446" y="49909"/>
                  <a:pt x="4313" y="42450"/>
                </a:cubicBezTo>
                <a:cubicBezTo>
                  <a:pt x="570" y="33541"/>
                  <a:pt x="0" y="25572"/>
                  <a:pt x="2602" y="18543"/>
                </a:cubicBezTo>
                <a:cubicBezTo>
                  <a:pt x="5204" y="11515"/>
                  <a:pt x="10114" y="6485"/>
                  <a:pt x="17333" y="3452"/>
                </a:cubicBezTo>
                <a:cubicBezTo>
                  <a:pt x="25441" y="47"/>
                  <a:pt x="32947" y="0"/>
                  <a:pt x="39853" y="3313"/>
                </a:cubicBezTo>
                <a:cubicBezTo>
                  <a:pt x="46758" y="6626"/>
                  <a:pt x="52398" y="13775"/>
                  <a:pt x="56771" y="24762"/>
                </a:cubicBezTo>
                <a:lnTo>
                  <a:pt x="20644" y="39938"/>
                </a:lnTo>
                <a:cubicBezTo>
                  <a:pt x="22519" y="44113"/>
                  <a:pt x="25061" y="46907"/>
                  <a:pt x="28270" y="48318"/>
                </a:cubicBezTo>
                <a:cubicBezTo>
                  <a:pt x="31479" y="49729"/>
                  <a:pt x="34742" y="49738"/>
                  <a:pt x="38061" y="48344"/>
                </a:cubicBezTo>
                <a:cubicBezTo>
                  <a:pt x="40319" y="47396"/>
                  <a:pt x="41962" y="45991"/>
                  <a:pt x="42991" y="44129"/>
                </a:cubicBezTo>
                <a:cubicBezTo>
                  <a:pt x="44021" y="42267"/>
                  <a:pt x="44362" y="39821"/>
                  <a:pt x="44014" y="36791"/>
                </a:cubicBezTo>
                <a:moveTo>
                  <a:pt x="38797" y="22069"/>
                </a:moveTo>
                <a:cubicBezTo>
                  <a:pt x="36972" y="18012"/>
                  <a:pt x="34584" y="15347"/>
                  <a:pt x="31635" y="14075"/>
                </a:cubicBezTo>
                <a:cubicBezTo>
                  <a:pt x="28686" y="12803"/>
                  <a:pt x="25740" y="12784"/>
                  <a:pt x="22798" y="14020"/>
                </a:cubicBezTo>
                <a:cubicBezTo>
                  <a:pt x="19650" y="15342"/>
                  <a:pt x="17523" y="17560"/>
                  <a:pt x="16416" y="20674"/>
                </a:cubicBezTo>
                <a:cubicBezTo>
                  <a:pt x="15310" y="23789"/>
                  <a:pt x="15586" y="27272"/>
                  <a:pt x="17243" y="31123"/>
                </a:cubicBezTo>
                <a:lnTo>
                  <a:pt x="38797" y="22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">
            <a:extLst xmlns:a="http://schemas.openxmlformats.org/drawingml/2006/main">
              <a:ext uri="{FF2B5EF4-FFF2-40B4-BE49-F238E27FC236}">
                <a16:creationId xmlns:a16="http://schemas.microsoft.com/office/drawing/2014/main" id="{6A0A5142-5703-4959-9FB9-0295225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57" y="1903224"/>
            <a:ext cx="36595" cy="67164"/>
          </a:xfrm>
          <a:custGeom xmlns:a="http://schemas.openxmlformats.org/drawingml/2006/main">
            <a:pathLst>
              <a:path w="36595" h="67164">
                <a:moveTo>
                  <a:pt x="34933" y="61728"/>
                </a:moveTo>
                <a:lnTo>
                  <a:pt x="20268" y="67164"/>
                </a:lnTo>
                <a:lnTo>
                  <a:pt x="0" y="12488"/>
                </a:lnTo>
                <a:lnTo>
                  <a:pt x="13622" y="7439"/>
                </a:lnTo>
                <a:lnTo>
                  <a:pt x="16503" y="15213"/>
                </a:lnTo>
                <a:cubicBezTo>
                  <a:pt x="17473" y="10676"/>
                  <a:pt x="18673" y="7480"/>
                  <a:pt x="20101" y="5623"/>
                </a:cubicBezTo>
                <a:cubicBezTo>
                  <a:pt x="21530" y="3766"/>
                  <a:pt x="23428" y="2399"/>
                  <a:pt x="25794" y="1522"/>
                </a:cubicBezTo>
                <a:cubicBezTo>
                  <a:pt x="29134" y="283"/>
                  <a:pt x="32689" y="0"/>
                  <a:pt x="36460" y="671"/>
                </a:cubicBezTo>
                <a:lnTo>
                  <a:pt x="36595" y="14968"/>
                </a:lnTo>
                <a:cubicBezTo>
                  <a:pt x="33540" y="14305"/>
                  <a:pt x="30951" y="14366"/>
                  <a:pt x="28828" y="15153"/>
                </a:cubicBezTo>
                <a:cubicBezTo>
                  <a:pt x="26776" y="15914"/>
                  <a:pt x="25243" y="17117"/>
                  <a:pt x="24230" y="18761"/>
                </a:cubicBezTo>
                <a:cubicBezTo>
                  <a:pt x="23217" y="20405"/>
                  <a:pt x="22842" y="22838"/>
                  <a:pt x="23106" y="26058"/>
                </a:cubicBezTo>
                <a:cubicBezTo>
                  <a:pt x="23370" y="29279"/>
                  <a:pt x="25225" y="35540"/>
                  <a:pt x="28673" y="44841"/>
                </a:cubicBezTo>
                <a:lnTo>
                  <a:pt x="34933" y="6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a">
            <a:extLst xmlns:a="http://schemas.openxmlformats.org/drawingml/2006/main">
              <a:ext uri="{FF2B5EF4-FFF2-40B4-BE49-F238E27FC236}">
                <a16:creationId xmlns:a16="http://schemas.microsoft.com/office/drawing/2014/main" id="{0A960EFF-9F74-46A4-BB6B-1077A1C4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361" y="1888311"/>
            <a:ext cx="64668" cy="65159"/>
          </a:xfrm>
          <a:custGeom xmlns:a="http://schemas.openxmlformats.org/drawingml/2006/main">
            <a:pathLst>
              <a:path w="64668" h="65159">
                <a:moveTo>
                  <a:pt x="14519" y="24863"/>
                </a:moveTo>
                <a:lnTo>
                  <a:pt x="236" y="26820"/>
                </a:lnTo>
                <a:cubicBezTo>
                  <a:pt x="0" y="20894"/>
                  <a:pt x="1314" y="16027"/>
                  <a:pt x="4179" y="12219"/>
                </a:cubicBezTo>
                <a:cubicBezTo>
                  <a:pt x="7043" y="8409"/>
                  <a:pt x="12130" y="5324"/>
                  <a:pt x="19439" y="2964"/>
                </a:cubicBezTo>
                <a:cubicBezTo>
                  <a:pt x="26078" y="821"/>
                  <a:pt x="31272" y="0"/>
                  <a:pt x="35021" y="501"/>
                </a:cubicBezTo>
                <a:cubicBezTo>
                  <a:pt x="38770" y="1002"/>
                  <a:pt x="41692" y="2232"/>
                  <a:pt x="43787" y="4191"/>
                </a:cubicBezTo>
                <a:cubicBezTo>
                  <a:pt x="45881" y="6150"/>
                  <a:pt x="47958" y="10316"/>
                  <a:pt x="50016" y="16691"/>
                </a:cubicBezTo>
                <a:lnTo>
                  <a:pt x="55390" y="33881"/>
                </a:lnTo>
                <a:cubicBezTo>
                  <a:pt x="56965" y="38757"/>
                  <a:pt x="58364" y="42277"/>
                  <a:pt x="59589" y="44440"/>
                </a:cubicBezTo>
                <a:cubicBezTo>
                  <a:pt x="60814" y="46602"/>
                  <a:pt x="62507" y="48796"/>
                  <a:pt x="64668" y="51022"/>
                </a:cubicBezTo>
                <a:lnTo>
                  <a:pt x="49943" y="55776"/>
                </a:lnTo>
                <a:cubicBezTo>
                  <a:pt x="49240" y="54926"/>
                  <a:pt x="48296" y="53634"/>
                  <a:pt x="47113" y="51901"/>
                </a:cubicBezTo>
                <a:cubicBezTo>
                  <a:pt x="46584" y="51110"/>
                  <a:pt x="46222" y="50592"/>
                  <a:pt x="46026" y="50348"/>
                </a:cubicBezTo>
                <a:cubicBezTo>
                  <a:pt x="44271" y="53607"/>
                  <a:pt x="42142" y="56313"/>
                  <a:pt x="39640" y="58467"/>
                </a:cubicBezTo>
                <a:cubicBezTo>
                  <a:pt x="37139" y="60622"/>
                  <a:pt x="34246" y="62229"/>
                  <a:pt x="30962" y="63289"/>
                </a:cubicBezTo>
                <a:cubicBezTo>
                  <a:pt x="25170" y="65159"/>
                  <a:pt x="20108" y="65089"/>
                  <a:pt x="15774" y="63079"/>
                </a:cubicBezTo>
                <a:cubicBezTo>
                  <a:pt x="11441" y="61069"/>
                  <a:pt x="8512" y="57705"/>
                  <a:pt x="6989" y="52988"/>
                </a:cubicBezTo>
                <a:cubicBezTo>
                  <a:pt x="5981" y="49865"/>
                  <a:pt x="5841" y="46837"/>
                  <a:pt x="6570" y="43902"/>
                </a:cubicBezTo>
                <a:cubicBezTo>
                  <a:pt x="7299" y="40966"/>
                  <a:pt x="8822" y="38405"/>
                  <a:pt x="11138" y="36221"/>
                </a:cubicBezTo>
                <a:cubicBezTo>
                  <a:pt x="13455" y="34036"/>
                  <a:pt x="17034" y="31626"/>
                  <a:pt x="21876" y="28991"/>
                </a:cubicBezTo>
                <a:cubicBezTo>
                  <a:pt x="28419" y="25461"/>
                  <a:pt x="32852" y="22708"/>
                  <a:pt x="35177" y="20732"/>
                </a:cubicBezTo>
                <a:lnTo>
                  <a:pt x="34700" y="19252"/>
                </a:lnTo>
                <a:cubicBezTo>
                  <a:pt x="33779" y="16399"/>
                  <a:pt x="32416" y="14593"/>
                  <a:pt x="30611" y="13834"/>
                </a:cubicBezTo>
                <a:cubicBezTo>
                  <a:pt x="28806" y="13074"/>
                  <a:pt x="25944" y="13327"/>
                  <a:pt x="22024" y="14593"/>
                </a:cubicBezTo>
                <a:cubicBezTo>
                  <a:pt x="19376" y="15448"/>
                  <a:pt x="17480" y="16641"/>
                  <a:pt x="16336" y="18171"/>
                </a:cubicBezTo>
                <a:cubicBezTo>
                  <a:pt x="15192" y="19700"/>
                  <a:pt x="14586" y="21931"/>
                  <a:pt x="14519" y="24863"/>
                </a:cubicBezTo>
                <a:moveTo>
                  <a:pt x="38281" y="30346"/>
                </a:moveTo>
                <a:cubicBezTo>
                  <a:pt x="36575" y="31581"/>
                  <a:pt x="33794" y="33296"/>
                  <a:pt x="29941" y="35491"/>
                </a:cubicBezTo>
                <a:cubicBezTo>
                  <a:pt x="26087" y="37685"/>
                  <a:pt x="23658" y="39400"/>
                  <a:pt x="22654" y="40637"/>
                </a:cubicBezTo>
                <a:cubicBezTo>
                  <a:pt x="21145" y="42606"/>
                  <a:pt x="20724" y="44623"/>
                  <a:pt x="21390" y="46688"/>
                </a:cubicBezTo>
                <a:cubicBezTo>
                  <a:pt x="22046" y="48719"/>
                  <a:pt x="23390" y="50224"/>
                  <a:pt x="25422" y="51203"/>
                </a:cubicBezTo>
                <a:cubicBezTo>
                  <a:pt x="27453" y="52181"/>
                  <a:pt x="29669" y="52282"/>
                  <a:pt x="32071" y="51507"/>
                </a:cubicBezTo>
                <a:cubicBezTo>
                  <a:pt x="34754" y="50640"/>
                  <a:pt x="37037" y="48953"/>
                  <a:pt x="38917" y="46446"/>
                </a:cubicBezTo>
                <a:cubicBezTo>
                  <a:pt x="40296" y="44557"/>
                  <a:pt x="40962" y="42574"/>
                  <a:pt x="40916" y="40498"/>
                </a:cubicBezTo>
                <a:cubicBezTo>
                  <a:pt x="40904" y="39133"/>
                  <a:pt x="40337" y="36713"/>
                  <a:pt x="39215" y="33238"/>
                </a:cubicBezTo>
                <a:lnTo>
                  <a:pt x="38281" y="30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l">
            <a:extLst xmlns:a="http://schemas.openxmlformats.org/drawingml/2006/main">
              <a:ext uri="{FF2B5EF4-FFF2-40B4-BE49-F238E27FC236}">
                <a16:creationId xmlns:a16="http://schemas.microsoft.com/office/drawing/2014/main" id="{36AD0661-C5EC-4E1D-AFC1-470066EA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036" y="1854718"/>
            <a:ext cx="36904" cy="81717"/>
          </a:xfrm>
          <a:custGeom xmlns:a="http://schemas.openxmlformats.org/drawingml/2006/main">
            <a:pathLst>
              <a:path w="36904" h="81717">
                <a:moveTo>
                  <a:pt x="21851" y="81717"/>
                </a:moveTo>
                <a:lnTo>
                  <a:pt x="0" y="4246"/>
                </a:lnTo>
                <a:lnTo>
                  <a:pt x="15053" y="0"/>
                </a:lnTo>
                <a:lnTo>
                  <a:pt x="36904" y="77471"/>
                </a:lnTo>
                <a:lnTo>
                  <a:pt x="21851" y="8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i">
            <a:extLst xmlns:a="http://schemas.openxmlformats.org/drawingml/2006/main">
              <a:ext uri="{FF2B5EF4-FFF2-40B4-BE49-F238E27FC236}">
                <a16:creationId xmlns:a16="http://schemas.microsoft.com/office/drawing/2014/main" id="{7B81ABF2-3C20-48F5-875B-4E32774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021" y="1846309"/>
            <a:ext cx="35073" cy="81860"/>
          </a:xfrm>
          <a:custGeom xmlns:a="http://schemas.openxmlformats.org/drawingml/2006/main">
            <a:pathLst>
              <a:path w="35073" h="81860">
                <a:moveTo>
                  <a:pt x="3533" y="17702"/>
                </a:moveTo>
                <a:lnTo>
                  <a:pt x="0" y="3870"/>
                </a:lnTo>
                <a:lnTo>
                  <a:pt x="15154" y="0"/>
                </a:lnTo>
                <a:lnTo>
                  <a:pt x="18687" y="13832"/>
                </a:lnTo>
                <a:lnTo>
                  <a:pt x="3533" y="17702"/>
                </a:lnTo>
                <a:moveTo>
                  <a:pt x="19919" y="81860"/>
                </a:moveTo>
                <a:lnTo>
                  <a:pt x="5489" y="25363"/>
                </a:lnTo>
                <a:lnTo>
                  <a:pt x="20643" y="21492"/>
                </a:lnTo>
                <a:lnTo>
                  <a:pt x="35073" y="77990"/>
                </a:lnTo>
                <a:lnTo>
                  <a:pt x="19919" y="818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z">
            <a:extLst xmlns:a="http://schemas.openxmlformats.org/drawingml/2006/main">
              <a:ext uri="{FF2B5EF4-FFF2-40B4-BE49-F238E27FC236}">
                <a16:creationId xmlns:a16="http://schemas.microsoft.com/office/drawing/2014/main" id="{0310FD60-8BC8-412D-AE57-168940D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69" y="1853988"/>
            <a:ext cx="61882" cy="67867"/>
          </a:xfrm>
          <a:custGeom xmlns:a="http://schemas.openxmlformats.org/drawingml/2006/main">
            <a:pathLst>
              <a:path w="61882" h="67867">
                <a:moveTo>
                  <a:pt x="10334" y="67867"/>
                </a:moveTo>
                <a:lnTo>
                  <a:pt x="7731" y="55959"/>
                </a:lnTo>
                <a:lnTo>
                  <a:pt x="24047" y="26873"/>
                </a:lnTo>
                <a:cubicBezTo>
                  <a:pt x="26730" y="22117"/>
                  <a:pt x="28740" y="18718"/>
                  <a:pt x="30079" y="16676"/>
                </a:cubicBezTo>
                <a:cubicBezTo>
                  <a:pt x="28326" y="17172"/>
                  <a:pt x="26004" y="17754"/>
                  <a:pt x="23112" y="18424"/>
                </a:cubicBezTo>
                <a:lnTo>
                  <a:pt x="2744" y="22990"/>
                </a:lnTo>
                <a:lnTo>
                  <a:pt x="0" y="10438"/>
                </a:lnTo>
                <a:lnTo>
                  <a:pt x="47742" y="0"/>
                </a:lnTo>
                <a:lnTo>
                  <a:pt x="50087" y="10728"/>
                </a:lnTo>
                <a:lnTo>
                  <a:pt x="33473" y="40537"/>
                </a:lnTo>
                <a:lnTo>
                  <a:pt x="27506" y="50511"/>
                </a:lnTo>
                <a:cubicBezTo>
                  <a:pt x="31701" y="49369"/>
                  <a:pt x="34305" y="48688"/>
                  <a:pt x="35320" y="48466"/>
                </a:cubicBezTo>
                <a:lnTo>
                  <a:pt x="58974" y="43294"/>
                </a:lnTo>
                <a:lnTo>
                  <a:pt x="61882" y="56597"/>
                </a:lnTo>
                <a:lnTo>
                  <a:pt x="10334" y="67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a">
            <a:extLst xmlns:a="http://schemas.openxmlformats.org/drawingml/2006/main">
              <a:ext uri="{FF2B5EF4-FFF2-40B4-BE49-F238E27FC236}">
                <a16:creationId xmlns:a16="http://schemas.microsoft.com/office/drawing/2014/main" id="{3B962396-F4A4-424F-80DC-A5E82BC6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297" y="1844920"/>
            <a:ext cx="60297" cy="63612"/>
          </a:xfrm>
          <a:custGeom xmlns:a="http://schemas.openxmlformats.org/drawingml/2006/main">
            <a:pathLst>
              <a:path w="60297" h="63612">
                <a:moveTo>
                  <a:pt x="14416" y="22205"/>
                </a:moveTo>
                <a:lnTo>
                  <a:pt x="0" y="22095"/>
                </a:lnTo>
                <a:cubicBezTo>
                  <a:pt x="615" y="16197"/>
                  <a:pt x="2613" y="11568"/>
                  <a:pt x="5994" y="8210"/>
                </a:cubicBezTo>
                <a:cubicBezTo>
                  <a:pt x="9375" y="4850"/>
                  <a:pt x="14852" y="2526"/>
                  <a:pt x="22424" y="1238"/>
                </a:cubicBezTo>
                <a:cubicBezTo>
                  <a:pt x="29301" y="68"/>
                  <a:pt x="34559" y="0"/>
                  <a:pt x="38198" y="1033"/>
                </a:cubicBezTo>
                <a:cubicBezTo>
                  <a:pt x="41836" y="2067"/>
                  <a:pt x="44552" y="3703"/>
                  <a:pt x="46344" y="5941"/>
                </a:cubicBezTo>
                <a:cubicBezTo>
                  <a:pt x="48136" y="8180"/>
                  <a:pt x="49594" y="12601"/>
                  <a:pt x="50717" y="19205"/>
                </a:cubicBezTo>
                <a:lnTo>
                  <a:pt x="53572" y="36988"/>
                </a:lnTo>
                <a:cubicBezTo>
                  <a:pt x="54432" y="42040"/>
                  <a:pt x="55312" y="45724"/>
                  <a:pt x="56214" y="48039"/>
                </a:cubicBezTo>
                <a:cubicBezTo>
                  <a:pt x="57116" y="50355"/>
                  <a:pt x="58477" y="52769"/>
                  <a:pt x="60297" y="55281"/>
                </a:cubicBezTo>
                <a:lnTo>
                  <a:pt x="45043" y="57876"/>
                </a:lnTo>
                <a:cubicBezTo>
                  <a:pt x="44469" y="56934"/>
                  <a:pt x="43720" y="55521"/>
                  <a:pt x="42797" y="53635"/>
                </a:cubicBezTo>
                <a:cubicBezTo>
                  <a:pt x="42388" y="52777"/>
                  <a:pt x="42103" y="52212"/>
                  <a:pt x="41945" y="51942"/>
                </a:cubicBezTo>
                <a:cubicBezTo>
                  <a:pt x="39740" y="54916"/>
                  <a:pt x="37246" y="57290"/>
                  <a:pt x="34461" y="59063"/>
                </a:cubicBezTo>
                <a:cubicBezTo>
                  <a:pt x="31676" y="60837"/>
                  <a:pt x="28583" y="62013"/>
                  <a:pt x="25181" y="62591"/>
                </a:cubicBezTo>
                <a:cubicBezTo>
                  <a:pt x="19181" y="63612"/>
                  <a:pt x="14181" y="62817"/>
                  <a:pt x="10180" y="60207"/>
                </a:cubicBezTo>
                <a:cubicBezTo>
                  <a:pt x="6179" y="57596"/>
                  <a:pt x="3763" y="53848"/>
                  <a:pt x="2932" y="48960"/>
                </a:cubicBezTo>
                <a:cubicBezTo>
                  <a:pt x="2382" y="45726"/>
                  <a:pt x="2678" y="42709"/>
                  <a:pt x="3820" y="39908"/>
                </a:cubicBezTo>
                <a:cubicBezTo>
                  <a:pt x="4962" y="37107"/>
                  <a:pt x="6836" y="34791"/>
                  <a:pt x="9442" y="32961"/>
                </a:cubicBezTo>
                <a:cubicBezTo>
                  <a:pt x="12048" y="31131"/>
                  <a:pt x="15936" y="29259"/>
                  <a:pt x="21105" y="27345"/>
                </a:cubicBezTo>
                <a:cubicBezTo>
                  <a:pt x="28086" y="24790"/>
                  <a:pt x="32868" y="22700"/>
                  <a:pt x="35453" y="21077"/>
                </a:cubicBezTo>
                <a:lnTo>
                  <a:pt x="35192" y="19545"/>
                </a:lnTo>
                <a:cubicBezTo>
                  <a:pt x="34689" y="16589"/>
                  <a:pt x="33599" y="14606"/>
                  <a:pt x="31922" y="13597"/>
                </a:cubicBezTo>
                <a:cubicBezTo>
                  <a:pt x="30245" y="12586"/>
                  <a:pt x="27376" y="12426"/>
                  <a:pt x="23315" y="13117"/>
                </a:cubicBezTo>
                <a:cubicBezTo>
                  <a:pt x="20572" y="13583"/>
                  <a:pt x="18524" y="14492"/>
                  <a:pt x="17173" y="15843"/>
                </a:cubicBezTo>
                <a:cubicBezTo>
                  <a:pt x="15822" y="17192"/>
                  <a:pt x="14903" y="19313"/>
                  <a:pt x="14416" y="22205"/>
                </a:cubicBezTo>
                <a:moveTo>
                  <a:pt x="37147" y="31037"/>
                </a:moveTo>
                <a:cubicBezTo>
                  <a:pt x="35281" y="32015"/>
                  <a:pt x="32283" y="33314"/>
                  <a:pt x="28155" y="34934"/>
                </a:cubicBezTo>
                <a:cubicBezTo>
                  <a:pt x="24026" y="36553"/>
                  <a:pt x="21377" y="37902"/>
                  <a:pt x="20205" y="38982"/>
                </a:cubicBezTo>
                <a:cubicBezTo>
                  <a:pt x="18430" y="40715"/>
                  <a:pt x="17724" y="42651"/>
                  <a:pt x="18088" y="44790"/>
                </a:cubicBezTo>
                <a:cubicBezTo>
                  <a:pt x="18446" y="46894"/>
                  <a:pt x="19560" y="48576"/>
                  <a:pt x="21430" y="49836"/>
                </a:cubicBezTo>
                <a:cubicBezTo>
                  <a:pt x="23300" y="51095"/>
                  <a:pt x="25479" y="51513"/>
                  <a:pt x="27967" y="51090"/>
                </a:cubicBezTo>
                <a:cubicBezTo>
                  <a:pt x="30747" y="50617"/>
                  <a:pt x="33248" y="49274"/>
                  <a:pt x="35469" y="47062"/>
                </a:cubicBezTo>
                <a:cubicBezTo>
                  <a:pt x="37104" y="45390"/>
                  <a:pt x="38047" y="43523"/>
                  <a:pt x="38299" y="41462"/>
                </a:cubicBezTo>
                <a:cubicBezTo>
                  <a:pt x="38483" y="40110"/>
                  <a:pt x="38269" y="37634"/>
                  <a:pt x="37656" y="34033"/>
                </a:cubicBezTo>
                <a:lnTo>
                  <a:pt x="37147" y="310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ti">
            <a:extLst xmlns:a="http://schemas.openxmlformats.org/drawingml/2006/main">
              <a:ext uri="{FF2B5EF4-FFF2-40B4-BE49-F238E27FC236}">
                <a16:creationId xmlns:a16="http://schemas.microsoft.com/office/drawing/2014/main" id="{D9F54544-4A6D-41C9-8244-0C636871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571" y="1812626"/>
            <a:ext cx="66823" cy="85797"/>
          </a:xfrm>
          <a:custGeom xmlns:a="http://schemas.openxmlformats.org/drawingml/2006/main">
            <a:pathLst>
              <a:path w="66823" h="85797">
                <a:moveTo>
                  <a:pt x="33247" y="24827"/>
                </a:moveTo>
                <a:lnTo>
                  <a:pt x="34931" y="37010"/>
                </a:lnTo>
                <a:lnTo>
                  <a:pt x="24345" y="38474"/>
                </a:lnTo>
                <a:lnTo>
                  <a:pt x="27559" y="61715"/>
                </a:lnTo>
                <a:cubicBezTo>
                  <a:pt x="28210" y="66422"/>
                  <a:pt x="28690" y="69151"/>
                  <a:pt x="29000" y="69901"/>
                </a:cubicBezTo>
                <a:cubicBezTo>
                  <a:pt x="29310" y="70651"/>
                  <a:pt x="29858" y="71230"/>
                  <a:pt x="30645" y="71638"/>
                </a:cubicBezTo>
                <a:cubicBezTo>
                  <a:pt x="31432" y="72046"/>
                  <a:pt x="32340" y="72178"/>
                  <a:pt x="33369" y="72036"/>
                </a:cubicBezTo>
                <a:cubicBezTo>
                  <a:pt x="34803" y="71838"/>
                  <a:pt x="36812" y="71061"/>
                  <a:pt x="39396" y="69706"/>
                </a:cubicBezTo>
                <a:lnTo>
                  <a:pt x="42365" y="81424"/>
                </a:lnTo>
                <a:cubicBezTo>
                  <a:pt x="38975" y="83452"/>
                  <a:pt x="35000" y="84781"/>
                  <a:pt x="30443" y="85411"/>
                </a:cubicBezTo>
                <a:cubicBezTo>
                  <a:pt x="27649" y="85797"/>
                  <a:pt x="25067" y="85683"/>
                  <a:pt x="22697" y="85069"/>
                </a:cubicBezTo>
                <a:cubicBezTo>
                  <a:pt x="20327" y="84454"/>
                  <a:pt x="18517" y="83485"/>
                  <a:pt x="17266" y="82161"/>
                </a:cubicBezTo>
                <a:cubicBezTo>
                  <a:pt x="16016" y="80838"/>
                  <a:pt x="15015" y="78953"/>
                  <a:pt x="14265" y="76507"/>
                </a:cubicBezTo>
                <a:cubicBezTo>
                  <a:pt x="13688" y="74776"/>
                  <a:pt x="13027" y="71209"/>
                  <a:pt x="12279" y="65806"/>
                </a:cubicBezTo>
                <a:lnTo>
                  <a:pt x="8797" y="40624"/>
                </a:lnTo>
                <a:lnTo>
                  <a:pt x="1685" y="41608"/>
                </a:lnTo>
                <a:lnTo>
                  <a:pt x="0" y="29424"/>
                </a:lnTo>
                <a:lnTo>
                  <a:pt x="7112" y="28441"/>
                </a:lnTo>
                <a:lnTo>
                  <a:pt x="5518" y="16910"/>
                </a:lnTo>
                <a:lnTo>
                  <a:pt x="19818" y="5731"/>
                </a:lnTo>
                <a:lnTo>
                  <a:pt x="22661" y="26291"/>
                </a:lnTo>
                <a:lnTo>
                  <a:pt x="33247" y="24827"/>
                </a:lnTo>
                <a:close/>
                <a:moveTo>
                  <a:pt x="44478" y="15804"/>
                </a:moveTo>
                <a:lnTo>
                  <a:pt x="43014" y="1603"/>
                </a:lnTo>
                <a:lnTo>
                  <a:pt x="58573" y="0"/>
                </a:lnTo>
                <a:lnTo>
                  <a:pt x="60036" y="14201"/>
                </a:lnTo>
                <a:lnTo>
                  <a:pt x="44478" y="15804"/>
                </a:lnTo>
                <a:moveTo>
                  <a:pt x="51265" y="81673"/>
                </a:moveTo>
                <a:lnTo>
                  <a:pt x="45288" y="23669"/>
                </a:lnTo>
                <a:lnTo>
                  <a:pt x="60846" y="22066"/>
                </a:lnTo>
                <a:lnTo>
                  <a:pt x="66823" y="80070"/>
                </a:lnTo>
                <a:lnTo>
                  <a:pt x="51265" y="816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onE">
            <a:extLst xmlns:a="http://schemas.openxmlformats.org/drawingml/2006/main">
              <a:ext uri="{FF2B5EF4-FFF2-40B4-BE49-F238E27FC236}">
                <a16:creationId xmlns:a16="http://schemas.microsoft.com/office/drawing/2014/main" id="{79AA3540-17D7-45F3-8191-BF808B0B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047" y="1812738"/>
            <a:ext cx="306334" cy="87513"/>
          </a:xfrm>
          <a:custGeom xmlns:a="http://schemas.openxmlformats.org/drawingml/2006/main">
            <a:pathLst>
              <a:path w="306334" h="87513">
                <a:moveTo>
                  <a:pt x="324" y="48619"/>
                </a:moveTo>
                <a:cubicBezTo>
                  <a:pt x="0" y="43505"/>
                  <a:pt x="964" y="38474"/>
                  <a:pt x="3216" y="33527"/>
                </a:cubicBezTo>
                <a:cubicBezTo>
                  <a:pt x="5468" y="28579"/>
                  <a:pt x="8856" y="24696"/>
                  <a:pt x="13381" y="21879"/>
                </a:cubicBezTo>
                <a:cubicBezTo>
                  <a:pt x="17906" y="19061"/>
                  <a:pt x="23057" y="17470"/>
                  <a:pt x="28834" y="17103"/>
                </a:cubicBezTo>
                <a:cubicBezTo>
                  <a:pt x="37759" y="16538"/>
                  <a:pt x="45254" y="18933"/>
                  <a:pt x="51319" y="24289"/>
                </a:cubicBezTo>
                <a:cubicBezTo>
                  <a:pt x="57384" y="29644"/>
                  <a:pt x="60694" y="36688"/>
                  <a:pt x="61247" y="45419"/>
                </a:cubicBezTo>
                <a:cubicBezTo>
                  <a:pt x="61805" y="54223"/>
                  <a:pt x="59388" y="61702"/>
                  <a:pt x="53997" y="67857"/>
                </a:cubicBezTo>
                <a:cubicBezTo>
                  <a:pt x="48605" y="74013"/>
                  <a:pt x="41540" y="77367"/>
                  <a:pt x="32800" y="77921"/>
                </a:cubicBezTo>
                <a:cubicBezTo>
                  <a:pt x="27393" y="78264"/>
                  <a:pt x="22160" y="77385"/>
                  <a:pt x="17100" y="75285"/>
                </a:cubicBezTo>
                <a:cubicBezTo>
                  <a:pt x="12041" y="73185"/>
                  <a:pt x="8086" y="69887"/>
                  <a:pt x="5235" y="65391"/>
                </a:cubicBezTo>
                <a:cubicBezTo>
                  <a:pt x="2385" y="60895"/>
                  <a:pt x="748" y="55305"/>
                  <a:pt x="324" y="48619"/>
                </a:cubicBezTo>
                <a:moveTo>
                  <a:pt x="16374" y="48428"/>
                </a:moveTo>
                <a:cubicBezTo>
                  <a:pt x="16739" y="54181"/>
                  <a:pt x="18407" y="58500"/>
                  <a:pt x="21378" y="61383"/>
                </a:cubicBezTo>
                <a:cubicBezTo>
                  <a:pt x="24350" y="64267"/>
                  <a:pt x="27872" y="65579"/>
                  <a:pt x="31946" y="65321"/>
                </a:cubicBezTo>
                <a:cubicBezTo>
                  <a:pt x="36019" y="65063"/>
                  <a:pt x="39338" y="63317"/>
                  <a:pt x="41903" y="60082"/>
                </a:cubicBezTo>
                <a:cubicBezTo>
                  <a:pt x="44469" y="56848"/>
                  <a:pt x="45566" y="52318"/>
                  <a:pt x="45197" y="46491"/>
                </a:cubicBezTo>
                <a:cubicBezTo>
                  <a:pt x="44837" y="40810"/>
                  <a:pt x="43181" y="36528"/>
                  <a:pt x="40228" y="33643"/>
                </a:cubicBezTo>
                <a:cubicBezTo>
                  <a:pt x="37275" y="30758"/>
                  <a:pt x="33762" y="29445"/>
                  <a:pt x="29688" y="29703"/>
                </a:cubicBezTo>
                <a:cubicBezTo>
                  <a:pt x="25615" y="29961"/>
                  <a:pt x="22286" y="31708"/>
                  <a:pt x="19703" y="34944"/>
                </a:cubicBezTo>
                <a:cubicBezTo>
                  <a:pt x="17119" y="38179"/>
                  <a:pt x="16010" y="42674"/>
                  <a:pt x="16374" y="48428"/>
                </a:cubicBezTo>
                <a:close/>
                <a:moveTo>
                  <a:pt x="127895" y="73889"/>
                </a:moveTo>
                <a:lnTo>
                  <a:pt x="112256" y="74032"/>
                </a:lnTo>
                <a:lnTo>
                  <a:pt x="111984" y="44308"/>
                </a:lnTo>
                <a:cubicBezTo>
                  <a:pt x="111926" y="38019"/>
                  <a:pt x="111555" y="33954"/>
                  <a:pt x="110871" y="32114"/>
                </a:cubicBezTo>
                <a:cubicBezTo>
                  <a:pt x="110186" y="30274"/>
                  <a:pt x="109087" y="28849"/>
                  <a:pt x="107575" y="27839"/>
                </a:cubicBezTo>
                <a:cubicBezTo>
                  <a:pt x="106063" y="26829"/>
                  <a:pt x="104250" y="26334"/>
                  <a:pt x="102135" y="26353"/>
                </a:cubicBezTo>
                <a:cubicBezTo>
                  <a:pt x="99426" y="26378"/>
                  <a:pt x="97002" y="27132"/>
                  <a:pt x="94863" y="28614"/>
                </a:cubicBezTo>
                <a:cubicBezTo>
                  <a:pt x="92725" y="30096"/>
                  <a:pt x="91267" y="32047"/>
                  <a:pt x="90492" y="34468"/>
                </a:cubicBezTo>
                <a:cubicBezTo>
                  <a:pt x="89716" y="36888"/>
                  <a:pt x="89358" y="41352"/>
                  <a:pt x="89417" y="47860"/>
                </a:cubicBezTo>
                <a:lnTo>
                  <a:pt x="89658" y="74239"/>
                </a:lnTo>
                <a:lnTo>
                  <a:pt x="74019" y="74382"/>
                </a:lnTo>
                <a:lnTo>
                  <a:pt x="73486" y="16073"/>
                </a:lnTo>
                <a:lnTo>
                  <a:pt x="88012" y="15940"/>
                </a:lnTo>
                <a:lnTo>
                  <a:pt x="88091" y="24505"/>
                </a:lnTo>
                <a:cubicBezTo>
                  <a:pt x="93188" y="17869"/>
                  <a:pt x="99651" y="14515"/>
                  <a:pt x="107481" y="14444"/>
                </a:cubicBezTo>
                <a:cubicBezTo>
                  <a:pt x="110931" y="14412"/>
                  <a:pt x="114091" y="14997"/>
                  <a:pt x="116959" y="16197"/>
                </a:cubicBezTo>
                <a:cubicBezTo>
                  <a:pt x="119828" y="17397"/>
                  <a:pt x="122003" y="18942"/>
                  <a:pt x="123486" y="20832"/>
                </a:cubicBezTo>
                <a:cubicBezTo>
                  <a:pt x="124969" y="22722"/>
                  <a:pt x="126009" y="24872"/>
                  <a:pt x="126607" y="27283"/>
                </a:cubicBezTo>
                <a:cubicBezTo>
                  <a:pt x="127204" y="29693"/>
                  <a:pt x="127523" y="33150"/>
                  <a:pt x="127564" y="37652"/>
                </a:cubicBezTo>
                <a:lnTo>
                  <a:pt x="127895" y="73889"/>
                </a:lnTo>
                <a:close/>
                <a:moveTo>
                  <a:pt x="236393" y="79882"/>
                </a:moveTo>
                <a:lnTo>
                  <a:pt x="246291" y="0"/>
                </a:lnTo>
                <a:lnTo>
                  <a:pt x="306334" y="7439"/>
                </a:lnTo>
                <a:lnTo>
                  <a:pt x="304660" y="20953"/>
                </a:lnTo>
                <a:lnTo>
                  <a:pt x="260967" y="15539"/>
                </a:lnTo>
                <a:lnTo>
                  <a:pt x="258779" y="33194"/>
                </a:lnTo>
                <a:lnTo>
                  <a:pt x="299434" y="38231"/>
                </a:lnTo>
                <a:lnTo>
                  <a:pt x="297760" y="51745"/>
                </a:lnTo>
                <a:lnTo>
                  <a:pt x="257105" y="46708"/>
                </a:lnTo>
                <a:lnTo>
                  <a:pt x="254418" y="68395"/>
                </a:lnTo>
                <a:lnTo>
                  <a:pt x="299658" y="74000"/>
                </a:lnTo>
                <a:lnTo>
                  <a:pt x="297983" y="87513"/>
                </a:lnTo>
                <a:lnTo>
                  <a:pt x="236393" y="798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f">
            <a:extLst xmlns:a="http://schemas.openxmlformats.org/drawingml/2006/main">
              <a:ext uri="{FF2B5EF4-FFF2-40B4-BE49-F238E27FC236}">
                <a16:creationId xmlns:a16="http://schemas.microsoft.com/office/drawing/2014/main" id="{9D9866F2-0CD1-4697-9650-91939DED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537" y="1824450"/>
            <a:ext cx="45063" cy="81063"/>
          </a:xfrm>
          <a:custGeom xmlns:a="http://schemas.openxmlformats.org/drawingml/2006/main">
            <a:pathLst>
              <a:path w="45063" h="81063">
                <a:moveTo>
                  <a:pt x="2041" y="19503"/>
                </a:moveTo>
                <a:lnTo>
                  <a:pt x="10601" y="20956"/>
                </a:lnTo>
                <a:lnTo>
                  <a:pt x="11338" y="16616"/>
                </a:lnTo>
                <a:cubicBezTo>
                  <a:pt x="12162" y="11769"/>
                  <a:pt x="13297" y="8240"/>
                  <a:pt x="14745" y="6029"/>
                </a:cubicBezTo>
                <a:cubicBezTo>
                  <a:pt x="16193" y="3819"/>
                  <a:pt x="18444" y="2201"/>
                  <a:pt x="21498" y="1175"/>
                </a:cubicBezTo>
                <a:cubicBezTo>
                  <a:pt x="24551" y="149"/>
                  <a:pt x="28218" y="0"/>
                  <a:pt x="32498" y="727"/>
                </a:cubicBezTo>
                <a:cubicBezTo>
                  <a:pt x="36888" y="1472"/>
                  <a:pt x="41076" y="2852"/>
                  <a:pt x="45063" y="4866"/>
                </a:cubicBezTo>
                <a:lnTo>
                  <a:pt x="41176" y="15121"/>
                </a:lnTo>
                <a:cubicBezTo>
                  <a:pt x="38823" y="14128"/>
                  <a:pt x="36512" y="13438"/>
                  <a:pt x="34244" y="13053"/>
                </a:cubicBezTo>
                <a:cubicBezTo>
                  <a:pt x="32012" y="12674"/>
                  <a:pt x="30324" y="12919"/>
                  <a:pt x="29179" y="13789"/>
                </a:cubicBezTo>
                <a:cubicBezTo>
                  <a:pt x="28034" y="14657"/>
                  <a:pt x="27212" y="16560"/>
                  <a:pt x="26714" y="19496"/>
                </a:cubicBezTo>
                <a:lnTo>
                  <a:pt x="26021" y="23575"/>
                </a:lnTo>
                <a:lnTo>
                  <a:pt x="37545" y="25532"/>
                </a:lnTo>
                <a:lnTo>
                  <a:pt x="35504" y="37549"/>
                </a:lnTo>
                <a:lnTo>
                  <a:pt x="23980" y="35592"/>
                </a:lnTo>
                <a:lnTo>
                  <a:pt x="16258" y="81063"/>
                </a:lnTo>
                <a:lnTo>
                  <a:pt x="838" y="78445"/>
                </a:lnTo>
                <a:lnTo>
                  <a:pt x="8560" y="32974"/>
                </a:lnTo>
                <a:lnTo>
                  <a:pt x="0" y="31520"/>
                </a:lnTo>
                <a:lnTo>
                  <a:pt x="2041" y="195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f">
            <a:extLst xmlns:a="http://schemas.openxmlformats.org/drawingml/2006/main">
              <a:ext uri="{FF2B5EF4-FFF2-40B4-BE49-F238E27FC236}">
                <a16:creationId xmlns:a16="http://schemas.microsoft.com/office/drawing/2014/main" id="{25B33F84-C31F-4931-8917-D40F0D5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39" y="1831890"/>
            <a:ext cx="46428" cy="80664"/>
          </a:xfrm>
          <a:custGeom xmlns:a="http://schemas.openxmlformats.org/drawingml/2006/main">
            <a:pathLst>
              <a:path w="46428" h="80664">
                <a:moveTo>
                  <a:pt x="2984" y="18702"/>
                </a:moveTo>
                <a:lnTo>
                  <a:pt x="11496" y="20414"/>
                </a:lnTo>
                <a:lnTo>
                  <a:pt x="12364" y="16098"/>
                </a:lnTo>
                <a:cubicBezTo>
                  <a:pt x="13333" y="11278"/>
                  <a:pt x="14575" y="7785"/>
                  <a:pt x="16089" y="5619"/>
                </a:cubicBezTo>
                <a:cubicBezTo>
                  <a:pt x="17604" y="3454"/>
                  <a:pt x="19902" y="1905"/>
                  <a:pt x="22985" y="972"/>
                </a:cubicBezTo>
                <a:cubicBezTo>
                  <a:pt x="26069" y="39"/>
                  <a:pt x="29738" y="0"/>
                  <a:pt x="33995" y="856"/>
                </a:cubicBezTo>
                <a:cubicBezTo>
                  <a:pt x="38360" y="1734"/>
                  <a:pt x="42505" y="3239"/>
                  <a:pt x="46428" y="5373"/>
                </a:cubicBezTo>
                <a:lnTo>
                  <a:pt x="42233" y="15506"/>
                </a:lnTo>
                <a:cubicBezTo>
                  <a:pt x="39911" y="14442"/>
                  <a:pt x="37623" y="13683"/>
                  <a:pt x="35367" y="13229"/>
                </a:cubicBezTo>
                <a:cubicBezTo>
                  <a:pt x="33148" y="12783"/>
                  <a:pt x="31453" y="12977"/>
                  <a:pt x="30282" y="13812"/>
                </a:cubicBezTo>
                <a:cubicBezTo>
                  <a:pt x="29112" y="14645"/>
                  <a:pt x="28233" y="16522"/>
                  <a:pt x="27645" y="19442"/>
                </a:cubicBezTo>
                <a:lnTo>
                  <a:pt x="26830" y="23498"/>
                </a:lnTo>
                <a:lnTo>
                  <a:pt x="38289" y="25802"/>
                </a:lnTo>
                <a:lnTo>
                  <a:pt x="35886" y="37752"/>
                </a:lnTo>
                <a:lnTo>
                  <a:pt x="24427" y="35448"/>
                </a:lnTo>
                <a:lnTo>
                  <a:pt x="15334" y="80664"/>
                </a:lnTo>
                <a:lnTo>
                  <a:pt x="0" y="77581"/>
                </a:lnTo>
                <a:lnTo>
                  <a:pt x="9093" y="32364"/>
                </a:lnTo>
                <a:lnTo>
                  <a:pt x="580" y="30652"/>
                </a:lnTo>
                <a:lnTo>
                  <a:pt x="2984" y="187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i">
            <a:extLst xmlns:a="http://schemas.openxmlformats.org/drawingml/2006/main">
              <a:ext uri="{FF2B5EF4-FFF2-40B4-BE49-F238E27FC236}">
                <a16:creationId xmlns:a16="http://schemas.microsoft.com/office/drawing/2014/main" id="{23C840A0-10C8-49AC-AFBB-C09740E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1" y="1838260"/>
            <a:ext cx="33276" cy="81951"/>
          </a:xfrm>
          <a:custGeom xmlns:a="http://schemas.openxmlformats.org/drawingml/2006/main">
            <a:pathLst>
              <a:path w="33276" h="81951">
                <a:moveTo>
                  <a:pt x="14835" y="13913"/>
                </a:moveTo>
                <a:lnTo>
                  <a:pt x="18033" y="0"/>
                </a:lnTo>
                <a:lnTo>
                  <a:pt x="33276" y="3504"/>
                </a:lnTo>
                <a:lnTo>
                  <a:pt x="30078" y="17417"/>
                </a:lnTo>
                <a:lnTo>
                  <a:pt x="14835" y="13913"/>
                </a:lnTo>
                <a:moveTo>
                  <a:pt x="0" y="78447"/>
                </a:moveTo>
                <a:lnTo>
                  <a:pt x="13064" y="21618"/>
                </a:lnTo>
                <a:lnTo>
                  <a:pt x="28307" y="25122"/>
                </a:lnTo>
                <a:lnTo>
                  <a:pt x="15243" y="81951"/>
                </a:lnTo>
                <a:lnTo>
                  <a:pt x="0" y="784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c">
            <a:extLst xmlns:a="http://schemas.openxmlformats.org/drawingml/2006/main">
              <a:ext uri="{FF2B5EF4-FFF2-40B4-BE49-F238E27FC236}">
                <a16:creationId xmlns:a16="http://schemas.microsoft.com/office/drawing/2014/main" id="{38542443-2A16-44EF-87E9-ECECD176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875" y="1870343"/>
            <a:ext cx="58691" cy="63043"/>
          </a:xfrm>
          <a:custGeom xmlns:a="http://schemas.openxmlformats.org/drawingml/2006/main">
            <a:pathLst>
              <a:path w="58691" h="63043">
                <a:moveTo>
                  <a:pt x="58691" y="27068"/>
                </a:moveTo>
                <a:lnTo>
                  <a:pt x="43091" y="25702"/>
                </a:lnTo>
                <a:cubicBezTo>
                  <a:pt x="43376" y="22651"/>
                  <a:pt x="42831" y="20148"/>
                  <a:pt x="41456" y="18194"/>
                </a:cubicBezTo>
                <a:cubicBezTo>
                  <a:pt x="40081" y="16240"/>
                  <a:pt x="37978" y="14881"/>
                  <a:pt x="35148" y="14118"/>
                </a:cubicBezTo>
                <a:cubicBezTo>
                  <a:pt x="31386" y="13103"/>
                  <a:pt x="28041" y="13570"/>
                  <a:pt x="25113" y="15520"/>
                </a:cubicBezTo>
                <a:cubicBezTo>
                  <a:pt x="22184" y="17470"/>
                  <a:pt x="19912" y="21440"/>
                  <a:pt x="18296" y="27429"/>
                </a:cubicBezTo>
                <a:cubicBezTo>
                  <a:pt x="16498" y="34089"/>
                  <a:pt x="16366" y="39100"/>
                  <a:pt x="17899" y="42462"/>
                </a:cubicBezTo>
                <a:cubicBezTo>
                  <a:pt x="19433" y="45824"/>
                  <a:pt x="22116" y="48022"/>
                  <a:pt x="25949" y="49057"/>
                </a:cubicBezTo>
                <a:cubicBezTo>
                  <a:pt x="28815" y="49830"/>
                  <a:pt x="31379" y="49659"/>
                  <a:pt x="33640" y="48544"/>
                </a:cubicBezTo>
                <a:cubicBezTo>
                  <a:pt x="35901" y="47430"/>
                  <a:pt x="37937" y="45012"/>
                  <a:pt x="39748" y="41292"/>
                </a:cubicBezTo>
                <a:lnTo>
                  <a:pt x="53893" y="47840"/>
                </a:lnTo>
                <a:cubicBezTo>
                  <a:pt x="50540" y="54139"/>
                  <a:pt x="46216" y="58412"/>
                  <a:pt x="40920" y="60661"/>
                </a:cubicBezTo>
                <a:cubicBezTo>
                  <a:pt x="35624" y="62909"/>
                  <a:pt x="29304" y="63043"/>
                  <a:pt x="21960" y="61061"/>
                </a:cubicBezTo>
                <a:cubicBezTo>
                  <a:pt x="13613" y="58808"/>
                  <a:pt x="7660" y="54415"/>
                  <a:pt x="4100" y="47880"/>
                </a:cubicBezTo>
                <a:cubicBezTo>
                  <a:pt x="540" y="41346"/>
                  <a:pt x="0" y="33485"/>
                  <a:pt x="2480" y="24297"/>
                </a:cubicBezTo>
                <a:cubicBezTo>
                  <a:pt x="4988" y="15002"/>
                  <a:pt x="9431" y="8438"/>
                  <a:pt x="15808" y="4605"/>
                </a:cubicBezTo>
                <a:cubicBezTo>
                  <a:pt x="22185" y="771"/>
                  <a:pt x="29618" y="0"/>
                  <a:pt x="38109" y="2291"/>
                </a:cubicBezTo>
                <a:cubicBezTo>
                  <a:pt x="45059" y="4167"/>
                  <a:pt x="50187" y="7134"/>
                  <a:pt x="53492" y="11192"/>
                </a:cubicBezTo>
                <a:cubicBezTo>
                  <a:pt x="56798" y="15250"/>
                  <a:pt x="58531" y="20542"/>
                  <a:pt x="58691" y="270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a">
            <a:extLst xmlns:a="http://schemas.openxmlformats.org/drawingml/2006/main">
              <a:ext uri="{FF2B5EF4-FFF2-40B4-BE49-F238E27FC236}">
                <a16:creationId xmlns:a16="http://schemas.microsoft.com/office/drawing/2014/main" id="{73A2956F-E850-4A6D-BEAE-05DD6A3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806" y="1887852"/>
            <a:ext cx="60496" cy="68300"/>
          </a:xfrm>
          <a:custGeom xmlns:a="http://schemas.openxmlformats.org/drawingml/2006/main">
            <a:pathLst>
              <a:path w="60496" h="68300">
                <a:moveTo>
                  <a:pt x="24117" y="17713"/>
                </a:moveTo>
                <a:lnTo>
                  <a:pt x="11398" y="10927"/>
                </a:lnTo>
                <a:cubicBezTo>
                  <a:pt x="14679" y="5988"/>
                  <a:pt x="18597" y="2815"/>
                  <a:pt x="23150" y="1408"/>
                </a:cubicBezTo>
                <a:cubicBezTo>
                  <a:pt x="27704" y="0"/>
                  <a:pt x="33633" y="482"/>
                  <a:pt x="40939" y="2854"/>
                </a:cubicBezTo>
                <a:cubicBezTo>
                  <a:pt x="47574" y="5009"/>
                  <a:pt x="52263" y="7388"/>
                  <a:pt x="55007" y="9991"/>
                </a:cubicBezTo>
                <a:cubicBezTo>
                  <a:pt x="57751" y="12595"/>
                  <a:pt x="59397" y="15304"/>
                  <a:pt x="59946" y="18119"/>
                </a:cubicBezTo>
                <a:cubicBezTo>
                  <a:pt x="60496" y="20933"/>
                  <a:pt x="59736" y="25526"/>
                  <a:pt x="57667" y="31897"/>
                </a:cubicBezTo>
                <a:lnTo>
                  <a:pt x="51946" y="48975"/>
                </a:lnTo>
                <a:cubicBezTo>
                  <a:pt x="50363" y="53849"/>
                  <a:pt x="49434" y="57521"/>
                  <a:pt x="49159" y="59991"/>
                </a:cubicBezTo>
                <a:cubicBezTo>
                  <a:pt x="48884" y="62461"/>
                  <a:pt x="48969" y="65230"/>
                  <a:pt x="49416" y="68300"/>
                </a:cubicBezTo>
                <a:lnTo>
                  <a:pt x="34699" y="63522"/>
                </a:lnTo>
                <a:cubicBezTo>
                  <a:pt x="34627" y="62421"/>
                  <a:pt x="34620" y="60821"/>
                  <a:pt x="34677" y="58723"/>
                </a:cubicBezTo>
                <a:cubicBezTo>
                  <a:pt x="34713" y="57772"/>
                  <a:pt x="34723" y="57141"/>
                  <a:pt x="34707" y="56828"/>
                </a:cubicBezTo>
                <a:cubicBezTo>
                  <a:pt x="31375" y="58440"/>
                  <a:pt x="28064" y="59385"/>
                  <a:pt x="24774" y="59664"/>
                </a:cubicBezTo>
                <a:cubicBezTo>
                  <a:pt x="21484" y="59943"/>
                  <a:pt x="18198" y="59549"/>
                  <a:pt x="14916" y="58483"/>
                </a:cubicBezTo>
                <a:cubicBezTo>
                  <a:pt x="9128" y="56604"/>
                  <a:pt x="5068" y="53580"/>
                  <a:pt x="2734" y="49412"/>
                </a:cubicBezTo>
                <a:cubicBezTo>
                  <a:pt x="401" y="45243"/>
                  <a:pt x="0" y="40801"/>
                  <a:pt x="1531" y="36086"/>
                </a:cubicBezTo>
                <a:cubicBezTo>
                  <a:pt x="2544" y="32966"/>
                  <a:pt x="4206" y="30430"/>
                  <a:pt x="6518" y="28479"/>
                </a:cubicBezTo>
                <a:cubicBezTo>
                  <a:pt x="8829" y="26528"/>
                  <a:pt x="11563" y="25346"/>
                  <a:pt x="14721" y="24934"/>
                </a:cubicBezTo>
                <a:cubicBezTo>
                  <a:pt x="17878" y="24522"/>
                  <a:pt x="22191" y="24667"/>
                  <a:pt x="27658" y="25370"/>
                </a:cubicBezTo>
                <a:cubicBezTo>
                  <a:pt x="35028" y="26345"/>
                  <a:pt x="40234" y="26713"/>
                  <a:pt x="43276" y="26474"/>
                </a:cubicBezTo>
                <a:lnTo>
                  <a:pt x="43756" y="24995"/>
                </a:lnTo>
                <a:cubicBezTo>
                  <a:pt x="44682" y="22144"/>
                  <a:pt x="44636" y="19882"/>
                  <a:pt x="43619" y="18209"/>
                </a:cubicBezTo>
                <a:cubicBezTo>
                  <a:pt x="42602" y="16536"/>
                  <a:pt x="40135" y="15063"/>
                  <a:pt x="36217" y="13791"/>
                </a:cubicBezTo>
                <a:cubicBezTo>
                  <a:pt x="33570" y="12931"/>
                  <a:pt x="31335" y="12786"/>
                  <a:pt x="29511" y="13356"/>
                </a:cubicBezTo>
                <a:cubicBezTo>
                  <a:pt x="27688" y="13924"/>
                  <a:pt x="25890" y="15377"/>
                  <a:pt x="24117" y="17713"/>
                </a:cubicBezTo>
                <a:moveTo>
                  <a:pt x="40156" y="36083"/>
                </a:moveTo>
                <a:cubicBezTo>
                  <a:pt x="38049" y="36083"/>
                  <a:pt x="34791" y="35843"/>
                  <a:pt x="30383" y="35363"/>
                </a:cubicBezTo>
                <a:cubicBezTo>
                  <a:pt x="25974" y="34882"/>
                  <a:pt x="23001" y="34847"/>
                  <a:pt x="21462" y="35261"/>
                </a:cubicBezTo>
                <a:cubicBezTo>
                  <a:pt x="19085" y="35972"/>
                  <a:pt x="17562" y="37359"/>
                  <a:pt x="16892" y="39423"/>
                </a:cubicBezTo>
                <a:cubicBezTo>
                  <a:pt x="16233" y="41453"/>
                  <a:pt x="16439" y="43460"/>
                  <a:pt x="17512" y="45444"/>
                </a:cubicBezTo>
                <a:cubicBezTo>
                  <a:pt x="18584" y="47427"/>
                  <a:pt x="20321" y="48808"/>
                  <a:pt x="22721" y="49587"/>
                </a:cubicBezTo>
                <a:cubicBezTo>
                  <a:pt x="25403" y="50458"/>
                  <a:pt x="28241" y="50429"/>
                  <a:pt x="31235" y="49500"/>
                </a:cubicBezTo>
                <a:cubicBezTo>
                  <a:pt x="33459" y="48778"/>
                  <a:pt x="35161" y="47562"/>
                  <a:pt x="36340" y="45852"/>
                </a:cubicBezTo>
                <a:cubicBezTo>
                  <a:pt x="37130" y="44740"/>
                  <a:pt x="38089" y="42447"/>
                  <a:pt x="39217" y="38973"/>
                </a:cubicBezTo>
                <a:lnTo>
                  <a:pt x="40156" y="36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c">
            <a:extLst xmlns:a="http://schemas.openxmlformats.org/drawingml/2006/main">
              <a:ext uri="{FF2B5EF4-FFF2-40B4-BE49-F238E27FC236}">
                <a16:creationId xmlns:a16="http://schemas.microsoft.com/office/drawing/2014/main" id="{B146FA74-03D4-4177-B7B1-18E203BF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168" y="1910100"/>
            <a:ext cx="59789" cy="63194"/>
          </a:xfrm>
          <a:custGeom xmlns:a="http://schemas.openxmlformats.org/drawingml/2006/main">
            <a:pathLst>
              <a:path w="59789" h="63194">
                <a:moveTo>
                  <a:pt x="59292" y="29854"/>
                </a:moveTo>
                <a:lnTo>
                  <a:pt x="43908" y="26926"/>
                </a:lnTo>
                <a:cubicBezTo>
                  <a:pt x="44498" y="23919"/>
                  <a:pt x="44208" y="21375"/>
                  <a:pt x="43036" y="19292"/>
                </a:cubicBezTo>
                <a:cubicBezTo>
                  <a:pt x="41864" y="17210"/>
                  <a:pt x="39909" y="15646"/>
                  <a:pt x="37170" y="14602"/>
                </a:cubicBezTo>
                <a:cubicBezTo>
                  <a:pt x="33529" y="13214"/>
                  <a:pt x="30154" y="13343"/>
                  <a:pt x="27044" y="14989"/>
                </a:cubicBezTo>
                <a:cubicBezTo>
                  <a:pt x="23935" y="16634"/>
                  <a:pt x="21275" y="20355"/>
                  <a:pt x="19065" y="26152"/>
                </a:cubicBezTo>
                <a:cubicBezTo>
                  <a:pt x="16607" y="32597"/>
                  <a:pt x="15972" y="37569"/>
                  <a:pt x="17159" y="41069"/>
                </a:cubicBezTo>
                <a:cubicBezTo>
                  <a:pt x="18347" y="44568"/>
                  <a:pt x="20796" y="47024"/>
                  <a:pt x="24506" y="48439"/>
                </a:cubicBezTo>
                <a:cubicBezTo>
                  <a:pt x="27279" y="49497"/>
                  <a:pt x="29847" y="49585"/>
                  <a:pt x="32209" y="48703"/>
                </a:cubicBezTo>
                <a:cubicBezTo>
                  <a:pt x="34570" y="47821"/>
                  <a:pt x="36839" y="45620"/>
                  <a:pt x="39015" y="42101"/>
                </a:cubicBezTo>
                <a:lnTo>
                  <a:pt x="52430" y="50038"/>
                </a:lnTo>
                <a:cubicBezTo>
                  <a:pt x="48461" y="55967"/>
                  <a:pt x="43729" y="59785"/>
                  <a:pt x="38234" y="61489"/>
                </a:cubicBezTo>
                <a:cubicBezTo>
                  <a:pt x="32739" y="63194"/>
                  <a:pt x="26438" y="62691"/>
                  <a:pt x="19330" y="59981"/>
                </a:cubicBezTo>
                <a:cubicBezTo>
                  <a:pt x="11252" y="56901"/>
                  <a:pt x="5770" y="51931"/>
                  <a:pt x="2885" y="45072"/>
                </a:cubicBezTo>
                <a:cubicBezTo>
                  <a:pt x="0" y="38213"/>
                  <a:pt x="253" y="30338"/>
                  <a:pt x="3644" y="21445"/>
                </a:cubicBezTo>
                <a:cubicBezTo>
                  <a:pt x="7074" y="12450"/>
                  <a:pt x="12154" y="6366"/>
                  <a:pt x="18884" y="3193"/>
                </a:cubicBezTo>
                <a:cubicBezTo>
                  <a:pt x="25614" y="20"/>
                  <a:pt x="33087" y="0"/>
                  <a:pt x="41305" y="3133"/>
                </a:cubicBezTo>
                <a:cubicBezTo>
                  <a:pt x="48031" y="5698"/>
                  <a:pt x="52834" y="9165"/>
                  <a:pt x="55715" y="13535"/>
                </a:cubicBezTo>
                <a:cubicBezTo>
                  <a:pt x="58596" y="17905"/>
                  <a:pt x="59789" y="23345"/>
                  <a:pt x="59292" y="29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y">
            <a:extLst xmlns:a="http://schemas.openxmlformats.org/drawingml/2006/main">
              <a:ext uri="{FF2B5EF4-FFF2-40B4-BE49-F238E27FC236}">
                <a16:creationId xmlns:a16="http://schemas.microsoft.com/office/drawing/2014/main" id="{3152A5B5-57FD-465C-9784-0F1E9C71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14" y="1926234"/>
            <a:ext cx="83562" cy="83478"/>
          </a:xfrm>
          <a:custGeom xmlns:a="http://schemas.openxmlformats.org/drawingml/2006/main">
            <a:pathLst>
              <a:path w="83562" h="83478">
                <a:moveTo>
                  <a:pt x="27930" y="0"/>
                </a:moveTo>
                <a:lnTo>
                  <a:pt x="43162" y="6704"/>
                </a:lnTo>
                <a:lnTo>
                  <a:pt x="39410" y="50327"/>
                </a:lnTo>
                <a:lnTo>
                  <a:pt x="68737" y="17959"/>
                </a:lnTo>
                <a:lnTo>
                  <a:pt x="83562" y="24484"/>
                </a:lnTo>
                <a:lnTo>
                  <a:pt x="41846" y="67454"/>
                </a:lnTo>
                <a:lnTo>
                  <a:pt x="34326" y="75282"/>
                </a:lnTo>
                <a:cubicBezTo>
                  <a:pt x="31698" y="77845"/>
                  <a:pt x="29454" y="79697"/>
                  <a:pt x="27594" y="80838"/>
                </a:cubicBezTo>
                <a:cubicBezTo>
                  <a:pt x="25733" y="81979"/>
                  <a:pt x="23840" y="82735"/>
                  <a:pt x="21913" y="83107"/>
                </a:cubicBezTo>
                <a:cubicBezTo>
                  <a:pt x="19985" y="83478"/>
                  <a:pt x="17818" y="83474"/>
                  <a:pt x="15411" y="83095"/>
                </a:cubicBezTo>
                <a:cubicBezTo>
                  <a:pt x="13003" y="82715"/>
                  <a:pt x="10441" y="81927"/>
                  <a:pt x="7724" y="80732"/>
                </a:cubicBezTo>
                <a:cubicBezTo>
                  <a:pt x="4973" y="79521"/>
                  <a:pt x="2398" y="78048"/>
                  <a:pt x="0" y="76312"/>
                </a:cubicBezTo>
                <a:lnTo>
                  <a:pt x="3592" y="64696"/>
                </a:lnTo>
                <a:cubicBezTo>
                  <a:pt x="5642" y="66118"/>
                  <a:pt x="7567" y="67225"/>
                  <a:pt x="9367" y="68017"/>
                </a:cubicBezTo>
                <a:cubicBezTo>
                  <a:pt x="12696" y="69482"/>
                  <a:pt x="15582" y="69602"/>
                  <a:pt x="18026" y="68378"/>
                </a:cubicBezTo>
                <a:cubicBezTo>
                  <a:pt x="20470" y="67154"/>
                  <a:pt x="22773" y="65238"/>
                  <a:pt x="24934" y="62630"/>
                </a:cubicBezTo>
                <a:lnTo>
                  <a:pt x="279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S">
            <a:extLst xmlns:a="http://schemas.openxmlformats.org/drawingml/2006/main">
              <a:ext uri="{FF2B5EF4-FFF2-40B4-BE49-F238E27FC236}">
                <a16:creationId xmlns:a16="http://schemas.microsoft.com/office/drawing/2014/main" id="{A985B1A3-A591-4129-9E62-2F787B1D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70" y="2190390"/>
            <a:ext cx="82904" cy="84114"/>
          </a:xfrm>
          <a:custGeom xmlns:a="http://schemas.openxmlformats.org/drawingml/2006/main">
            <a:pathLst>
              <a:path w="82904" h="84114">
                <a:moveTo>
                  <a:pt x="8311" y="27478"/>
                </a:moveTo>
                <a:lnTo>
                  <a:pt x="20610" y="37873"/>
                </a:lnTo>
                <a:cubicBezTo>
                  <a:pt x="17472" y="42285"/>
                  <a:pt x="16040" y="46419"/>
                  <a:pt x="16314" y="50275"/>
                </a:cubicBezTo>
                <a:cubicBezTo>
                  <a:pt x="16588" y="54130"/>
                  <a:pt x="18475" y="57850"/>
                  <a:pt x="21975" y="61434"/>
                </a:cubicBezTo>
                <a:cubicBezTo>
                  <a:pt x="25682" y="65230"/>
                  <a:pt x="29270" y="67315"/>
                  <a:pt x="32739" y="67688"/>
                </a:cubicBezTo>
                <a:cubicBezTo>
                  <a:pt x="36208" y="68061"/>
                  <a:pt x="39007" y="67208"/>
                  <a:pt x="41136" y="65129"/>
                </a:cubicBezTo>
                <a:cubicBezTo>
                  <a:pt x="42502" y="63795"/>
                  <a:pt x="43269" y="62256"/>
                  <a:pt x="43436" y="60510"/>
                </a:cubicBezTo>
                <a:cubicBezTo>
                  <a:pt x="43605" y="58764"/>
                  <a:pt x="43059" y="56535"/>
                  <a:pt x="41798" y="53825"/>
                </a:cubicBezTo>
                <a:cubicBezTo>
                  <a:pt x="40922" y="51983"/>
                  <a:pt x="38690" y="48017"/>
                  <a:pt x="35101" y="41927"/>
                </a:cubicBezTo>
                <a:cubicBezTo>
                  <a:pt x="30480" y="34096"/>
                  <a:pt x="28053" y="27804"/>
                  <a:pt x="27822" y="23051"/>
                </a:cubicBezTo>
                <a:cubicBezTo>
                  <a:pt x="27497" y="16367"/>
                  <a:pt x="29618" y="10795"/>
                  <a:pt x="34184" y="6336"/>
                </a:cubicBezTo>
                <a:cubicBezTo>
                  <a:pt x="37123" y="3467"/>
                  <a:pt x="40695" y="1625"/>
                  <a:pt x="44900" y="813"/>
                </a:cubicBezTo>
                <a:cubicBezTo>
                  <a:pt x="49105" y="0"/>
                  <a:pt x="53426" y="526"/>
                  <a:pt x="57862" y="2392"/>
                </a:cubicBezTo>
                <a:cubicBezTo>
                  <a:pt x="62299" y="4258"/>
                  <a:pt x="66708" y="7434"/>
                  <a:pt x="71089" y="11920"/>
                </a:cubicBezTo>
                <a:cubicBezTo>
                  <a:pt x="78244" y="19248"/>
                  <a:pt x="82038" y="26318"/>
                  <a:pt x="82471" y="33130"/>
                </a:cubicBezTo>
                <a:cubicBezTo>
                  <a:pt x="82904" y="39942"/>
                  <a:pt x="80555" y="46035"/>
                  <a:pt x="75422" y="51410"/>
                </a:cubicBezTo>
                <a:lnTo>
                  <a:pt x="63440" y="40082"/>
                </a:lnTo>
                <a:cubicBezTo>
                  <a:pt x="65907" y="36688"/>
                  <a:pt x="66979" y="33528"/>
                  <a:pt x="66655" y="30603"/>
                </a:cubicBezTo>
                <a:cubicBezTo>
                  <a:pt x="66331" y="27678"/>
                  <a:pt x="64549" y="24556"/>
                  <a:pt x="61308" y="21237"/>
                </a:cubicBezTo>
                <a:cubicBezTo>
                  <a:pt x="57964" y="17813"/>
                  <a:pt x="54651" y="15809"/>
                  <a:pt x="51370" y="15227"/>
                </a:cubicBezTo>
                <a:cubicBezTo>
                  <a:pt x="49261" y="14849"/>
                  <a:pt x="47460" y="15389"/>
                  <a:pt x="45966" y="16848"/>
                </a:cubicBezTo>
                <a:cubicBezTo>
                  <a:pt x="44604" y="18178"/>
                  <a:pt x="44008" y="19901"/>
                  <a:pt x="44180" y="22015"/>
                </a:cubicBezTo>
                <a:cubicBezTo>
                  <a:pt x="44400" y="24705"/>
                  <a:pt x="46640" y="29570"/>
                  <a:pt x="50902" y="36611"/>
                </a:cubicBezTo>
                <a:cubicBezTo>
                  <a:pt x="55163" y="43652"/>
                  <a:pt x="57920" y="49245"/>
                  <a:pt x="59173" y="53390"/>
                </a:cubicBezTo>
                <a:cubicBezTo>
                  <a:pt x="60426" y="57534"/>
                  <a:pt x="60571" y="61593"/>
                  <a:pt x="59608" y="65568"/>
                </a:cubicBezTo>
                <a:cubicBezTo>
                  <a:pt x="58646" y="69542"/>
                  <a:pt x="56340" y="73309"/>
                  <a:pt x="52693" y="76871"/>
                </a:cubicBezTo>
                <a:cubicBezTo>
                  <a:pt x="49387" y="80099"/>
                  <a:pt x="45384" y="82193"/>
                  <a:pt x="40682" y="83153"/>
                </a:cubicBezTo>
                <a:cubicBezTo>
                  <a:pt x="35981" y="84114"/>
                  <a:pt x="31269" y="83580"/>
                  <a:pt x="26547" y="81552"/>
                </a:cubicBezTo>
                <a:cubicBezTo>
                  <a:pt x="21826" y="79525"/>
                  <a:pt x="16989" y="75975"/>
                  <a:pt x="12037" y="70904"/>
                </a:cubicBezTo>
                <a:cubicBezTo>
                  <a:pt x="4830" y="63524"/>
                  <a:pt x="982" y="56209"/>
                  <a:pt x="491" y="48961"/>
                </a:cubicBezTo>
                <a:cubicBezTo>
                  <a:pt x="0" y="41713"/>
                  <a:pt x="2607" y="34551"/>
                  <a:pt x="8311" y="27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S">
            <a:extLst xmlns:a="http://schemas.openxmlformats.org/drawingml/2006/main">
              <a:ext uri="{FF2B5EF4-FFF2-40B4-BE49-F238E27FC236}">
                <a16:creationId xmlns:a16="http://schemas.microsoft.com/office/drawing/2014/main" id="{CD850090-88B8-4D3A-970B-DCB113C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012" y="2247765"/>
            <a:ext cx="82858" cy="83157"/>
          </a:xfrm>
          <a:custGeom xmlns:a="http://schemas.openxmlformats.org/drawingml/2006/main">
            <a:pathLst>
              <a:path w="82858" h="83157">
                <a:moveTo>
                  <a:pt x="9163" y="24940"/>
                </a:moveTo>
                <a:lnTo>
                  <a:pt x="20806" y="36066"/>
                </a:lnTo>
                <a:cubicBezTo>
                  <a:pt x="17405" y="40278"/>
                  <a:pt x="15724" y="44317"/>
                  <a:pt x="15762" y="48183"/>
                </a:cubicBezTo>
                <a:cubicBezTo>
                  <a:pt x="15800" y="52047"/>
                  <a:pt x="17457" y="55875"/>
                  <a:pt x="20732" y="59666"/>
                </a:cubicBezTo>
                <a:cubicBezTo>
                  <a:pt x="24201" y="63681"/>
                  <a:pt x="27655" y="65981"/>
                  <a:pt x="31095" y="66564"/>
                </a:cubicBezTo>
                <a:cubicBezTo>
                  <a:pt x="34535" y="67148"/>
                  <a:pt x="37380" y="66467"/>
                  <a:pt x="39632" y="64522"/>
                </a:cubicBezTo>
                <a:cubicBezTo>
                  <a:pt x="41076" y="63274"/>
                  <a:pt x="41936" y="61784"/>
                  <a:pt x="42209" y="60052"/>
                </a:cubicBezTo>
                <a:cubicBezTo>
                  <a:pt x="42484" y="58319"/>
                  <a:pt x="42075" y="56062"/>
                  <a:pt x="40982" y="53279"/>
                </a:cubicBezTo>
                <a:cubicBezTo>
                  <a:pt x="40220" y="51388"/>
                  <a:pt x="38234" y="47293"/>
                  <a:pt x="35023" y="40995"/>
                </a:cubicBezTo>
                <a:cubicBezTo>
                  <a:pt x="30887" y="32897"/>
                  <a:pt x="28849" y="26469"/>
                  <a:pt x="28907" y="21711"/>
                </a:cubicBezTo>
                <a:cubicBezTo>
                  <a:pt x="28991" y="15019"/>
                  <a:pt x="31448" y="9587"/>
                  <a:pt x="36277" y="5415"/>
                </a:cubicBezTo>
                <a:cubicBezTo>
                  <a:pt x="39386" y="2730"/>
                  <a:pt x="43063" y="1110"/>
                  <a:pt x="47309" y="555"/>
                </a:cubicBezTo>
                <a:cubicBezTo>
                  <a:pt x="51556" y="0"/>
                  <a:pt x="55837" y="789"/>
                  <a:pt x="60151" y="2922"/>
                </a:cubicBezTo>
                <a:cubicBezTo>
                  <a:pt x="64466" y="5054"/>
                  <a:pt x="68673" y="8493"/>
                  <a:pt x="72773" y="13238"/>
                </a:cubicBezTo>
                <a:cubicBezTo>
                  <a:pt x="79468" y="20988"/>
                  <a:pt x="82824" y="28276"/>
                  <a:pt x="82840" y="35102"/>
                </a:cubicBezTo>
                <a:cubicBezTo>
                  <a:pt x="82858" y="41928"/>
                  <a:pt x="80141" y="47866"/>
                  <a:pt x="74691" y="52918"/>
                </a:cubicBezTo>
                <a:lnTo>
                  <a:pt x="63422" y="40882"/>
                </a:lnTo>
                <a:cubicBezTo>
                  <a:pt x="66091" y="37644"/>
                  <a:pt x="67353" y="34555"/>
                  <a:pt x="67208" y="31616"/>
                </a:cubicBezTo>
                <a:cubicBezTo>
                  <a:pt x="67063" y="28677"/>
                  <a:pt x="65475" y="25452"/>
                  <a:pt x="62442" y="21942"/>
                </a:cubicBezTo>
                <a:cubicBezTo>
                  <a:pt x="59313" y="18319"/>
                  <a:pt x="56129" y="16118"/>
                  <a:pt x="52889" y="15337"/>
                </a:cubicBezTo>
                <a:cubicBezTo>
                  <a:pt x="50807" y="14831"/>
                  <a:pt x="48976" y="15260"/>
                  <a:pt x="47396" y="16625"/>
                </a:cubicBezTo>
                <a:cubicBezTo>
                  <a:pt x="45955" y="17870"/>
                  <a:pt x="45256" y="19553"/>
                  <a:pt x="45298" y="21674"/>
                </a:cubicBezTo>
                <a:cubicBezTo>
                  <a:pt x="45354" y="24372"/>
                  <a:pt x="47294" y="29365"/>
                  <a:pt x="51118" y="36653"/>
                </a:cubicBezTo>
                <a:cubicBezTo>
                  <a:pt x="54942" y="43940"/>
                  <a:pt x="57353" y="49691"/>
                  <a:pt x="58351" y="53905"/>
                </a:cubicBezTo>
                <a:cubicBezTo>
                  <a:pt x="59349" y="58117"/>
                  <a:pt x="59247" y="62178"/>
                  <a:pt x="58043" y="66086"/>
                </a:cubicBezTo>
                <a:cubicBezTo>
                  <a:pt x="56840" y="69994"/>
                  <a:pt x="54309" y="73614"/>
                  <a:pt x="50451" y="76947"/>
                </a:cubicBezTo>
                <a:cubicBezTo>
                  <a:pt x="46955" y="79968"/>
                  <a:pt x="42831" y="81814"/>
                  <a:pt x="38080" y="82485"/>
                </a:cubicBezTo>
                <a:cubicBezTo>
                  <a:pt x="33329" y="83157"/>
                  <a:pt x="28659" y="82337"/>
                  <a:pt x="24069" y="80026"/>
                </a:cubicBezTo>
                <a:cubicBezTo>
                  <a:pt x="19480" y="77714"/>
                  <a:pt x="14869" y="73876"/>
                  <a:pt x="10235" y="68513"/>
                </a:cubicBezTo>
                <a:cubicBezTo>
                  <a:pt x="3492" y="60707"/>
                  <a:pt x="96" y="53171"/>
                  <a:pt x="48" y="45907"/>
                </a:cubicBezTo>
                <a:cubicBezTo>
                  <a:pt x="0" y="38642"/>
                  <a:pt x="3038" y="31653"/>
                  <a:pt x="9163" y="249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T">
            <a:extLst xmlns:a="http://schemas.openxmlformats.org/drawingml/2006/main">
              <a:ext uri="{FF2B5EF4-FFF2-40B4-BE49-F238E27FC236}">
                <a16:creationId xmlns:a16="http://schemas.microsoft.com/office/drawing/2014/main" id="{B2388F3A-FF0C-465E-AC7F-5402C19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835" y="2296399"/>
            <a:ext cx="88608" cy="81251"/>
          </a:xfrm>
          <a:custGeom xmlns:a="http://schemas.openxmlformats.org/drawingml/2006/main">
            <a:pathLst>
              <a:path w="88608" h="81251">
                <a:moveTo>
                  <a:pt x="0" y="68173"/>
                </a:moveTo>
                <a:lnTo>
                  <a:pt x="53087" y="27501"/>
                </a:lnTo>
                <a:lnTo>
                  <a:pt x="38362" y="8281"/>
                </a:lnTo>
                <a:lnTo>
                  <a:pt x="49172" y="0"/>
                </a:lnTo>
                <a:lnTo>
                  <a:pt x="88608" y="51474"/>
                </a:lnTo>
                <a:lnTo>
                  <a:pt x="77798" y="59755"/>
                </a:lnTo>
                <a:lnTo>
                  <a:pt x="63107" y="40580"/>
                </a:lnTo>
                <a:lnTo>
                  <a:pt x="10020" y="81251"/>
                </a:lnTo>
                <a:lnTo>
                  <a:pt x="0" y="68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C">
            <a:extLst xmlns:a="http://schemas.openxmlformats.org/drawingml/2006/main">
              <a:ext uri="{FF2B5EF4-FFF2-40B4-BE49-F238E27FC236}">
                <a16:creationId xmlns:a16="http://schemas.microsoft.com/office/drawing/2014/main" id="{DADCD582-4457-4024-9E75-20FD435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310" y="2782821"/>
            <a:ext cx="86127" cy="75640"/>
          </a:xfrm>
          <a:custGeom xmlns:a="http://schemas.openxmlformats.org/drawingml/2006/main">
            <a:pathLst>
              <a:path w="86127" h="75640">
                <a:moveTo>
                  <a:pt x="36807" y="58960"/>
                </a:moveTo>
                <a:lnTo>
                  <a:pt x="35631" y="75640"/>
                </a:lnTo>
                <a:cubicBezTo>
                  <a:pt x="26464" y="75267"/>
                  <a:pt x="19143" y="72796"/>
                  <a:pt x="13668" y="68226"/>
                </a:cubicBezTo>
                <a:cubicBezTo>
                  <a:pt x="8193" y="63656"/>
                  <a:pt x="4459" y="57108"/>
                  <a:pt x="2466" y="48580"/>
                </a:cubicBezTo>
                <a:cubicBezTo>
                  <a:pt x="0" y="38030"/>
                  <a:pt x="1533" y="28526"/>
                  <a:pt x="7065" y="20069"/>
                </a:cubicBezTo>
                <a:cubicBezTo>
                  <a:pt x="12598" y="11611"/>
                  <a:pt x="21539" y="5939"/>
                  <a:pt x="33888" y="3053"/>
                </a:cubicBezTo>
                <a:cubicBezTo>
                  <a:pt x="46951" y="0"/>
                  <a:pt x="57894" y="1043"/>
                  <a:pt x="66717" y="6183"/>
                </a:cubicBezTo>
                <a:cubicBezTo>
                  <a:pt x="75542" y="11323"/>
                  <a:pt x="81254" y="19458"/>
                  <a:pt x="83855" y="30587"/>
                </a:cubicBezTo>
                <a:cubicBezTo>
                  <a:pt x="86127" y="40306"/>
                  <a:pt x="85132" y="48865"/>
                  <a:pt x="80870" y="56263"/>
                </a:cubicBezTo>
                <a:cubicBezTo>
                  <a:pt x="78357" y="60662"/>
                  <a:pt x="74167" y="64499"/>
                  <a:pt x="68301" y="67775"/>
                </a:cubicBezTo>
                <a:lnTo>
                  <a:pt x="60847" y="52769"/>
                </a:lnTo>
                <a:cubicBezTo>
                  <a:pt x="64691" y="50880"/>
                  <a:pt x="67441" y="48170"/>
                  <a:pt x="69096" y="44639"/>
                </a:cubicBezTo>
                <a:cubicBezTo>
                  <a:pt x="70752" y="41109"/>
                  <a:pt x="71082" y="37211"/>
                  <a:pt x="70085" y="32948"/>
                </a:cubicBezTo>
                <a:cubicBezTo>
                  <a:pt x="68708" y="27058"/>
                  <a:pt x="65506" y="22767"/>
                  <a:pt x="60479" y="20074"/>
                </a:cubicBezTo>
                <a:cubicBezTo>
                  <a:pt x="55451" y="17381"/>
                  <a:pt x="48268" y="17126"/>
                  <a:pt x="38929" y="19309"/>
                </a:cubicBezTo>
                <a:cubicBezTo>
                  <a:pt x="29020" y="21625"/>
                  <a:pt x="22385" y="25081"/>
                  <a:pt x="19024" y="29677"/>
                </a:cubicBezTo>
                <a:cubicBezTo>
                  <a:pt x="15662" y="34274"/>
                  <a:pt x="14657" y="39462"/>
                  <a:pt x="16008" y="45244"/>
                </a:cubicBezTo>
                <a:cubicBezTo>
                  <a:pt x="17005" y="49507"/>
                  <a:pt x="19203" y="52862"/>
                  <a:pt x="22602" y="55306"/>
                </a:cubicBezTo>
                <a:cubicBezTo>
                  <a:pt x="26002" y="57751"/>
                  <a:pt x="30737" y="58969"/>
                  <a:pt x="36807" y="58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o">
            <a:extLst xmlns:a="http://schemas.openxmlformats.org/drawingml/2006/main">
              <a:ext uri="{FF2B5EF4-FFF2-40B4-BE49-F238E27FC236}">
                <a16:creationId xmlns:a16="http://schemas.microsoft.com/office/drawing/2014/main" id="{846BF707-D590-4782-A5A3-C02B4D8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443" y="2867189"/>
            <a:ext cx="62472" cy="62588"/>
          </a:xfrm>
          <a:custGeom xmlns:a="http://schemas.openxmlformats.org/drawingml/2006/main">
            <a:pathLst>
              <a:path w="62472" h="62588">
                <a:moveTo>
                  <a:pt x="26648" y="858"/>
                </a:moveTo>
                <a:cubicBezTo>
                  <a:pt x="31700" y="0"/>
                  <a:pt x="36805" y="432"/>
                  <a:pt x="41961" y="2154"/>
                </a:cubicBezTo>
                <a:cubicBezTo>
                  <a:pt x="47117" y="3875"/>
                  <a:pt x="51333" y="6839"/>
                  <a:pt x="54608" y="11044"/>
                </a:cubicBezTo>
                <a:cubicBezTo>
                  <a:pt x="57884" y="15249"/>
                  <a:pt x="60006" y="20205"/>
                  <a:pt x="60975" y="25912"/>
                </a:cubicBezTo>
                <a:cubicBezTo>
                  <a:pt x="62472" y="34728"/>
                  <a:pt x="60875" y="42433"/>
                  <a:pt x="56183" y="49026"/>
                </a:cubicBezTo>
                <a:cubicBezTo>
                  <a:pt x="51492" y="55618"/>
                  <a:pt x="44833" y="59647"/>
                  <a:pt x="36208" y="61111"/>
                </a:cubicBezTo>
                <a:cubicBezTo>
                  <a:pt x="27511" y="62588"/>
                  <a:pt x="19820" y="60967"/>
                  <a:pt x="13134" y="56249"/>
                </a:cubicBezTo>
                <a:cubicBezTo>
                  <a:pt x="6448" y="51532"/>
                  <a:pt x="2372" y="44856"/>
                  <a:pt x="907" y="36222"/>
                </a:cubicBezTo>
                <a:cubicBezTo>
                  <a:pt x="0" y="30881"/>
                  <a:pt x="326" y="25585"/>
                  <a:pt x="1885" y="20333"/>
                </a:cubicBezTo>
                <a:cubicBezTo>
                  <a:pt x="3444" y="15082"/>
                  <a:pt x="6310" y="10803"/>
                  <a:pt x="10483" y="7498"/>
                </a:cubicBezTo>
                <a:cubicBezTo>
                  <a:pt x="14655" y="4192"/>
                  <a:pt x="20044" y="1979"/>
                  <a:pt x="26648" y="858"/>
                </a:cubicBezTo>
                <a:moveTo>
                  <a:pt x="28519" y="16800"/>
                </a:moveTo>
                <a:cubicBezTo>
                  <a:pt x="22835" y="17765"/>
                  <a:pt x="18715" y="19875"/>
                  <a:pt x="16158" y="23132"/>
                </a:cubicBezTo>
                <a:cubicBezTo>
                  <a:pt x="13601" y="26389"/>
                  <a:pt x="12665" y="30030"/>
                  <a:pt x="13348" y="34054"/>
                </a:cubicBezTo>
                <a:cubicBezTo>
                  <a:pt x="14031" y="38078"/>
                  <a:pt x="16115" y="41196"/>
                  <a:pt x="19600" y="43409"/>
                </a:cubicBezTo>
                <a:cubicBezTo>
                  <a:pt x="23085" y="45621"/>
                  <a:pt x="27706" y="46239"/>
                  <a:pt x="33462" y="45261"/>
                </a:cubicBezTo>
                <a:cubicBezTo>
                  <a:pt x="39074" y="44309"/>
                  <a:pt x="43160" y="42213"/>
                  <a:pt x="45719" y="38974"/>
                </a:cubicBezTo>
                <a:cubicBezTo>
                  <a:pt x="48279" y="35736"/>
                  <a:pt x="49217" y="32104"/>
                  <a:pt x="48534" y="28080"/>
                </a:cubicBezTo>
                <a:cubicBezTo>
                  <a:pt x="47851" y="24056"/>
                  <a:pt x="45765" y="20929"/>
                  <a:pt x="42277" y="18698"/>
                </a:cubicBezTo>
                <a:cubicBezTo>
                  <a:pt x="38789" y="16467"/>
                  <a:pt x="34203" y="15835"/>
                  <a:pt x="28519" y="168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L">
            <a:extLst xmlns:a="http://schemas.openxmlformats.org/drawingml/2006/main">
              <a:ext uri="{FF2B5EF4-FFF2-40B4-BE49-F238E27FC236}">
                <a16:creationId xmlns:a16="http://schemas.microsoft.com/office/drawing/2014/main" id="{52AB64D3-549A-40C2-9EF4-BF1762F5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418" y="2936343"/>
            <a:ext cx="81122" cy="65492"/>
          </a:xfrm>
          <a:custGeom xmlns:a="http://schemas.openxmlformats.org/drawingml/2006/main">
            <a:pathLst>
              <a:path w="81122" h="65492">
                <a:moveTo>
                  <a:pt x="0" y="8367"/>
                </a:moveTo>
                <a:lnTo>
                  <a:pt x="79395" y="0"/>
                </a:lnTo>
                <a:lnTo>
                  <a:pt x="81122" y="16385"/>
                </a:lnTo>
                <a:lnTo>
                  <a:pt x="15269" y="23325"/>
                </a:lnTo>
                <a:lnTo>
                  <a:pt x="19562" y="64065"/>
                </a:lnTo>
                <a:lnTo>
                  <a:pt x="6021" y="65492"/>
                </a:lnTo>
                <a:lnTo>
                  <a:pt x="0" y="83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A">
            <a:extLst xmlns:a="http://schemas.openxmlformats.org/drawingml/2006/main">
              <a:ext uri="{FF2B5EF4-FFF2-40B4-BE49-F238E27FC236}">
                <a16:creationId xmlns:a16="http://schemas.microsoft.com/office/drawing/2014/main" id="{1D7BCB9C-93C8-4F68-8AF5-9D7D166E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158" y="3004032"/>
            <a:ext cx="82909" cy="81769"/>
          </a:xfrm>
          <a:custGeom xmlns:a="http://schemas.openxmlformats.org/drawingml/2006/main">
            <a:pathLst>
              <a:path w="82909" h="81769">
                <a:moveTo>
                  <a:pt x="4195" y="81769"/>
                </a:moveTo>
                <a:lnTo>
                  <a:pt x="3277" y="63870"/>
                </a:lnTo>
                <a:lnTo>
                  <a:pt x="21227" y="55815"/>
                </a:lnTo>
                <a:lnTo>
                  <a:pt x="19556" y="23241"/>
                </a:lnTo>
                <a:lnTo>
                  <a:pt x="896" y="17454"/>
                </a:lnTo>
                <a:lnTo>
                  <a:pt x="0" y="0"/>
                </a:lnTo>
                <a:lnTo>
                  <a:pt x="82017" y="27616"/>
                </a:lnTo>
                <a:lnTo>
                  <a:pt x="82909" y="45015"/>
                </a:lnTo>
                <a:lnTo>
                  <a:pt x="4195" y="81769"/>
                </a:lnTo>
                <a:moveTo>
                  <a:pt x="34555" y="49837"/>
                </a:moveTo>
                <a:lnTo>
                  <a:pt x="63700" y="37083"/>
                </a:lnTo>
                <a:lnTo>
                  <a:pt x="33414" y="27602"/>
                </a:lnTo>
                <a:lnTo>
                  <a:pt x="34555" y="49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F">
            <a:extLst xmlns:a="http://schemas.openxmlformats.org/drawingml/2006/main">
              <a:ext uri="{FF2B5EF4-FFF2-40B4-BE49-F238E27FC236}">
                <a16:creationId xmlns:a16="http://schemas.microsoft.com/office/drawing/2014/main" id="{D7B92EF9-7792-46D2-9B32-EAFF27DC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45" y="3075723"/>
            <a:ext cx="79005" cy="55161"/>
          </a:xfrm>
          <a:custGeom xmlns:a="http://schemas.openxmlformats.org/drawingml/2006/main">
            <a:pathLst>
              <a:path w="79005" h="55161">
                <a:moveTo>
                  <a:pt x="78910" y="55161"/>
                </a:moveTo>
                <a:lnTo>
                  <a:pt x="0" y="54695"/>
                </a:lnTo>
                <a:lnTo>
                  <a:pt x="323" y="0"/>
                </a:lnTo>
                <a:lnTo>
                  <a:pt x="13672" y="79"/>
                </a:lnTo>
                <a:lnTo>
                  <a:pt x="13444" y="38664"/>
                </a:lnTo>
                <a:lnTo>
                  <a:pt x="32068" y="38774"/>
                </a:lnTo>
                <a:lnTo>
                  <a:pt x="32265" y="5468"/>
                </a:lnTo>
                <a:lnTo>
                  <a:pt x="45614" y="5547"/>
                </a:lnTo>
                <a:lnTo>
                  <a:pt x="45417" y="38853"/>
                </a:lnTo>
                <a:lnTo>
                  <a:pt x="79005" y="39052"/>
                </a:lnTo>
                <a:lnTo>
                  <a:pt x="78910" y="55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l">
            <a:extLst xmlns:a="http://schemas.openxmlformats.org/drawingml/2006/main">
              <a:ext uri="{FF2B5EF4-FFF2-40B4-BE49-F238E27FC236}">
                <a16:creationId xmlns:a16="http://schemas.microsoft.com/office/drawing/2014/main" id="{B5A2756B-5365-46AB-9449-13B94CD1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95" y="3045117"/>
            <a:ext cx="79533" cy="18918"/>
          </a:xfrm>
          <a:custGeom xmlns:a="http://schemas.openxmlformats.org/drawingml/2006/main">
            <a:pathLst>
              <a:path w="79533" h="18918">
                <a:moveTo>
                  <a:pt x="78828" y="18918"/>
                </a:moveTo>
                <a:lnTo>
                  <a:pt x="0" y="15277"/>
                </a:lnTo>
                <a:lnTo>
                  <a:pt x="706" y="0"/>
                </a:lnTo>
                <a:lnTo>
                  <a:pt x="79533" y="3642"/>
                </a:lnTo>
                <a:lnTo>
                  <a:pt x="78828" y="18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u">
            <a:extLst xmlns:a="http://schemas.openxmlformats.org/drawingml/2006/main">
              <a:ext uri="{FF2B5EF4-FFF2-40B4-BE49-F238E27FC236}">
                <a16:creationId xmlns:a16="http://schemas.microsoft.com/office/drawing/2014/main" id="{500CEA6E-5238-4A99-93C2-D9713049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73" y="2976928"/>
            <a:ext cx="61501" cy="55972"/>
          </a:xfrm>
          <a:custGeom xmlns:a="http://schemas.openxmlformats.org/drawingml/2006/main">
            <a:pathLst>
              <a:path w="61501" h="55972">
                <a:moveTo>
                  <a:pt x="60272" y="19098"/>
                </a:moveTo>
                <a:lnTo>
                  <a:pt x="51745" y="18358"/>
                </a:lnTo>
                <a:cubicBezTo>
                  <a:pt x="54602" y="20718"/>
                  <a:pt x="56758" y="23682"/>
                  <a:pt x="58213" y="27250"/>
                </a:cubicBezTo>
                <a:cubicBezTo>
                  <a:pt x="59668" y="30818"/>
                  <a:pt x="60230" y="34500"/>
                  <a:pt x="59901" y="38295"/>
                </a:cubicBezTo>
                <a:cubicBezTo>
                  <a:pt x="59565" y="42163"/>
                  <a:pt x="58423" y="45560"/>
                  <a:pt x="56476" y="48486"/>
                </a:cubicBezTo>
                <a:cubicBezTo>
                  <a:pt x="54529" y="51413"/>
                  <a:pt x="51976" y="53431"/>
                  <a:pt x="48818" y="54540"/>
                </a:cubicBezTo>
                <a:cubicBezTo>
                  <a:pt x="45660" y="55650"/>
                  <a:pt x="41399" y="55972"/>
                  <a:pt x="36037" y="55506"/>
                </a:cubicBezTo>
                <a:lnTo>
                  <a:pt x="0" y="52375"/>
                </a:lnTo>
                <a:lnTo>
                  <a:pt x="1324" y="37140"/>
                </a:lnTo>
                <a:lnTo>
                  <a:pt x="27433" y="39408"/>
                </a:lnTo>
                <a:cubicBezTo>
                  <a:pt x="35423" y="40102"/>
                  <a:pt x="40343" y="40247"/>
                  <a:pt x="42193" y="39843"/>
                </a:cubicBezTo>
                <a:cubicBezTo>
                  <a:pt x="44042" y="39440"/>
                  <a:pt x="45558" y="38542"/>
                  <a:pt x="46739" y="37152"/>
                </a:cubicBezTo>
                <a:cubicBezTo>
                  <a:pt x="47920" y="35761"/>
                  <a:pt x="48609" y="33927"/>
                  <a:pt x="48807" y="31650"/>
                </a:cubicBezTo>
                <a:cubicBezTo>
                  <a:pt x="49033" y="29048"/>
                  <a:pt x="48531" y="26655"/>
                  <a:pt x="47302" y="24472"/>
                </a:cubicBezTo>
                <a:cubicBezTo>
                  <a:pt x="46072" y="22290"/>
                  <a:pt x="44446" y="20728"/>
                  <a:pt x="42425" y="19788"/>
                </a:cubicBezTo>
                <a:cubicBezTo>
                  <a:pt x="40404" y="18847"/>
                  <a:pt x="35328" y="18024"/>
                  <a:pt x="27196" y="17318"/>
                </a:cubicBezTo>
                <a:lnTo>
                  <a:pt x="3226" y="15236"/>
                </a:lnTo>
                <a:lnTo>
                  <a:pt x="4550" y="0"/>
                </a:lnTo>
                <a:lnTo>
                  <a:pt x="61501" y="4947"/>
                </a:lnTo>
                <a:lnTo>
                  <a:pt x="60272" y="190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e">
            <a:extLst xmlns:a="http://schemas.openxmlformats.org/drawingml/2006/main">
              <a:ext uri="{FF2B5EF4-FFF2-40B4-BE49-F238E27FC236}">
                <a16:creationId xmlns:a16="http://schemas.microsoft.com/office/drawing/2014/main" id="{4DF004F5-D11A-4F07-B4AA-C50EE0D8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157" y="2912872"/>
            <a:ext cx="61331" cy="55851"/>
          </a:xfrm>
          <a:custGeom xmlns:a="http://schemas.openxmlformats.org/drawingml/2006/main">
            <a:pathLst>
              <a:path w="61331" h="55851">
                <a:moveTo>
                  <a:pt x="42532" y="18572"/>
                </a:moveTo>
                <a:lnTo>
                  <a:pt x="47217" y="3843"/>
                </a:lnTo>
                <a:cubicBezTo>
                  <a:pt x="52398" y="6552"/>
                  <a:pt x="56119" y="10200"/>
                  <a:pt x="58381" y="14787"/>
                </a:cubicBezTo>
                <a:cubicBezTo>
                  <a:pt x="60643" y="19375"/>
                  <a:pt x="61331" y="24812"/>
                  <a:pt x="60445" y="31099"/>
                </a:cubicBezTo>
                <a:cubicBezTo>
                  <a:pt x="59043" y="41051"/>
                  <a:pt x="54789" y="47963"/>
                  <a:pt x="47684" y="51835"/>
                </a:cubicBezTo>
                <a:cubicBezTo>
                  <a:pt x="42000" y="54881"/>
                  <a:pt x="35232" y="55851"/>
                  <a:pt x="27378" y="54744"/>
                </a:cubicBezTo>
                <a:cubicBezTo>
                  <a:pt x="17998" y="53422"/>
                  <a:pt x="11000" y="49908"/>
                  <a:pt x="6386" y="44202"/>
                </a:cubicBezTo>
                <a:cubicBezTo>
                  <a:pt x="1773" y="38495"/>
                  <a:pt x="0" y="31851"/>
                  <a:pt x="1068" y="24271"/>
                </a:cubicBezTo>
                <a:cubicBezTo>
                  <a:pt x="2268" y="15756"/>
                  <a:pt x="5995" y="9429"/>
                  <a:pt x="12250" y="5291"/>
                </a:cubicBezTo>
                <a:cubicBezTo>
                  <a:pt x="18505" y="1153"/>
                  <a:pt x="27355" y="0"/>
                  <a:pt x="38803" y="1833"/>
                </a:cubicBezTo>
                <a:lnTo>
                  <a:pt x="33456" y="39772"/>
                </a:lnTo>
                <a:cubicBezTo>
                  <a:pt x="37913" y="40290"/>
                  <a:pt x="41541" y="39556"/>
                  <a:pt x="44340" y="37568"/>
                </a:cubicBezTo>
                <a:cubicBezTo>
                  <a:pt x="47139" y="35581"/>
                  <a:pt x="48783" y="32845"/>
                  <a:pt x="49275" y="29360"/>
                </a:cubicBezTo>
                <a:cubicBezTo>
                  <a:pt x="49609" y="26989"/>
                  <a:pt x="49250" y="24905"/>
                  <a:pt x="48199" y="23108"/>
                </a:cubicBezTo>
                <a:cubicBezTo>
                  <a:pt x="47147" y="21311"/>
                  <a:pt x="45258" y="19799"/>
                  <a:pt x="42532" y="18572"/>
                </a:cubicBezTo>
                <a:moveTo>
                  <a:pt x="27516" y="15577"/>
                </a:moveTo>
                <a:cubicBezTo>
                  <a:pt x="23184" y="15076"/>
                  <a:pt x="19742" y="15745"/>
                  <a:pt x="17190" y="17584"/>
                </a:cubicBezTo>
                <a:cubicBezTo>
                  <a:pt x="14639" y="19423"/>
                  <a:pt x="13146" y="21887"/>
                  <a:pt x="12710" y="24977"/>
                </a:cubicBezTo>
                <a:cubicBezTo>
                  <a:pt x="12245" y="28282"/>
                  <a:pt x="13045" y="31180"/>
                  <a:pt x="15112" y="33670"/>
                </a:cubicBezTo>
                <a:cubicBezTo>
                  <a:pt x="17180" y="36159"/>
                  <a:pt x="20252" y="37673"/>
                  <a:pt x="24327" y="38211"/>
                </a:cubicBezTo>
                <a:lnTo>
                  <a:pt x="27516" y="155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n">
            <a:extLst xmlns:a="http://schemas.openxmlformats.org/drawingml/2006/main">
              <a:ext uri="{FF2B5EF4-FFF2-40B4-BE49-F238E27FC236}">
                <a16:creationId xmlns:a16="http://schemas.microsoft.com/office/drawing/2014/main" id="{2D40D9B7-866F-411F-B878-F19BE7BD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746" y="2847074"/>
            <a:ext cx="66224" cy="59751"/>
          </a:xfrm>
          <a:custGeom xmlns:a="http://schemas.openxmlformats.org/drawingml/2006/main">
            <a:pathLst>
              <a:path w="66224" h="59751">
                <a:moveTo>
                  <a:pt x="66224" y="8051"/>
                </a:moveTo>
                <a:lnTo>
                  <a:pt x="63285" y="23059"/>
                </a:lnTo>
                <a:lnTo>
                  <a:pt x="34687" y="17459"/>
                </a:lnTo>
                <a:cubicBezTo>
                  <a:pt x="28636" y="16274"/>
                  <a:pt x="24660" y="15828"/>
                  <a:pt x="22758" y="16121"/>
                </a:cubicBezTo>
                <a:cubicBezTo>
                  <a:pt x="20857" y="16414"/>
                  <a:pt x="19272" y="17186"/>
                  <a:pt x="18005" y="18435"/>
                </a:cubicBezTo>
                <a:cubicBezTo>
                  <a:pt x="16738" y="19684"/>
                  <a:pt x="15905" y="21323"/>
                  <a:pt x="15508" y="23353"/>
                </a:cubicBezTo>
                <a:cubicBezTo>
                  <a:pt x="14999" y="25952"/>
                  <a:pt x="15246" y="28422"/>
                  <a:pt x="16249" y="30763"/>
                </a:cubicBezTo>
                <a:cubicBezTo>
                  <a:pt x="17251" y="33103"/>
                  <a:pt x="18838" y="34884"/>
                  <a:pt x="21010" y="36104"/>
                </a:cubicBezTo>
                <a:cubicBezTo>
                  <a:pt x="23181" y="37324"/>
                  <a:pt x="27398" y="38547"/>
                  <a:pt x="33660" y="39773"/>
                </a:cubicBezTo>
                <a:lnTo>
                  <a:pt x="59039" y="44743"/>
                </a:lnTo>
                <a:lnTo>
                  <a:pt x="56100" y="59751"/>
                </a:lnTo>
                <a:lnTo>
                  <a:pt x="0" y="48765"/>
                </a:lnTo>
                <a:lnTo>
                  <a:pt x="2730" y="34826"/>
                </a:lnTo>
                <a:lnTo>
                  <a:pt x="10970" y="36439"/>
                </a:lnTo>
                <a:cubicBezTo>
                  <a:pt x="5601" y="30249"/>
                  <a:pt x="3651" y="23397"/>
                  <a:pt x="5123" y="15884"/>
                </a:cubicBezTo>
                <a:cubicBezTo>
                  <a:pt x="5771" y="12573"/>
                  <a:pt x="6954" y="9662"/>
                  <a:pt x="8670" y="7151"/>
                </a:cubicBezTo>
                <a:cubicBezTo>
                  <a:pt x="10387" y="4641"/>
                  <a:pt x="12298" y="2861"/>
                  <a:pt x="14405" y="1814"/>
                </a:cubicBezTo>
                <a:cubicBezTo>
                  <a:pt x="16512" y="766"/>
                  <a:pt x="18781" y="193"/>
                  <a:pt x="21214" y="97"/>
                </a:cubicBezTo>
                <a:cubicBezTo>
                  <a:pt x="23646" y="0"/>
                  <a:pt x="27028" y="376"/>
                  <a:pt x="31360" y="1224"/>
                </a:cubicBezTo>
                <a:lnTo>
                  <a:pt x="66224" y="8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c">
            <a:extLst xmlns:a="http://schemas.openxmlformats.org/drawingml/2006/main">
              <a:ext uri="{FF2B5EF4-FFF2-40B4-BE49-F238E27FC236}">
                <a16:creationId xmlns:a16="http://schemas.microsoft.com/office/drawing/2014/main" id="{1C17DD2A-B81B-48F4-97F2-ED387E7E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510" y="2782093"/>
            <a:ext cx="61790" cy="57287"/>
          </a:xfrm>
          <a:custGeom xmlns:a="http://schemas.openxmlformats.org/drawingml/2006/main">
            <a:pathLst>
              <a:path w="61790" h="57287">
                <a:moveTo>
                  <a:pt x="26032" y="0"/>
                </a:moveTo>
                <a:lnTo>
                  <a:pt x="24959" y="15276"/>
                </a:lnTo>
                <a:cubicBezTo>
                  <a:pt x="21964" y="15045"/>
                  <a:pt x="19521" y="15618"/>
                  <a:pt x="17629" y="16993"/>
                </a:cubicBezTo>
                <a:cubicBezTo>
                  <a:pt x="15738" y="18369"/>
                  <a:pt x="14442" y="20446"/>
                  <a:pt x="13742" y="23226"/>
                </a:cubicBezTo>
                <a:cubicBezTo>
                  <a:pt x="12811" y="26920"/>
                  <a:pt x="13326" y="30183"/>
                  <a:pt x="15288" y="33016"/>
                </a:cubicBezTo>
                <a:cubicBezTo>
                  <a:pt x="17249" y="35848"/>
                  <a:pt x="21178" y="38008"/>
                  <a:pt x="27075" y="39493"/>
                </a:cubicBezTo>
                <a:cubicBezTo>
                  <a:pt x="33632" y="41145"/>
                  <a:pt x="38546" y="41195"/>
                  <a:pt x="41815" y="39643"/>
                </a:cubicBezTo>
                <a:cubicBezTo>
                  <a:pt x="45084" y="38090"/>
                  <a:pt x="47192" y="35432"/>
                  <a:pt x="48141" y="31667"/>
                </a:cubicBezTo>
                <a:cubicBezTo>
                  <a:pt x="48850" y="28853"/>
                  <a:pt x="48639" y="26349"/>
                  <a:pt x="47507" y="24156"/>
                </a:cubicBezTo>
                <a:cubicBezTo>
                  <a:pt x="46376" y="21962"/>
                  <a:pt x="43972" y="20010"/>
                  <a:pt x="40296" y="18298"/>
                </a:cubicBezTo>
                <a:lnTo>
                  <a:pt x="46471" y="4363"/>
                </a:lnTo>
                <a:cubicBezTo>
                  <a:pt x="52701" y="7542"/>
                  <a:pt x="56964" y="11703"/>
                  <a:pt x="59258" y="16845"/>
                </a:cubicBezTo>
                <a:cubicBezTo>
                  <a:pt x="61552" y="21988"/>
                  <a:pt x="61790" y="28165"/>
                  <a:pt x="59973" y="35378"/>
                </a:cubicBezTo>
                <a:cubicBezTo>
                  <a:pt x="57908" y="43575"/>
                  <a:pt x="53704" y="49466"/>
                  <a:pt x="47361" y="53050"/>
                </a:cubicBezTo>
                <a:cubicBezTo>
                  <a:pt x="41018" y="56634"/>
                  <a:pt x="33323" y="57287"/>
                  <a:pt x="24275" y="55007"/>
                </a:cubicBezTo>
                <a:cubicBezTo>
                  <a:pt x="15123" y="52702"/>
                  <a:pt x="8614" y="48462"/>
                  <a:pt x="4748" y="42287"/>
                </a:cubicBezTo>
                <a:cubicBezTo>
                  <a:pt x="883" y="36112"/>
                  <a:pt x="0" y="28856"/>
                  <a:pt x="2101" y="20517"/>
                </a:cubicBezTo>
                <a:cubicBezTo>
                  <a:pt x="3820" y="13692"/>
                  <a:pt x="6640" y="8631"/>
                  <a:pt x="10561" y="5335"/>
                </a:cubicBezTo>
                <a:cubicBezTo>
                  <a:pt x="14481" y="2038"/>
                  <a:pt x="19639" y="260"/>
                  <a:pt x="2603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y">
            <a:extLst xmlns:a="http://schemas.openxmlformats.org/drawingml/2006/main">
              <a:ext uri="{FF2B5EF4-FFF2-40B4-BE49-F238E27FC236}">
                <a16:creationId xmlns:a16="http://schemas.microsoft.com/office/drawing/2014/main" id="{F2C47753-01CF-4FD9-A965-A52FFA6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74" y="2715408"/>
            <a:ext cx="82413" cy="75263"/>
          </a:xfrm>
          <a:custGeom xmlns:a="http://schemas.openxmlformats.org/drawingml/2006/main">
            <a:pathLst>
              <a:path w="82413" h="75263">
                <a:moveTo>
                  <a:pt x="0" y="56826"/>
                </a:moveTo>
                <a:lnTo>
                  <a:pt x="4764" y="41267"/>
                </a:lnTo>
                <a:lnTo>
                  <a:pt x="47656" y="39943"/>
                </a:lnTo>
                <a:lnTo>
                  <a:pt x="12763" y="15143"/>
                </a:lnTo>
                <a:lnTo>
                  <a:pt x="17399" y="0"/>
                </a:lnTo>
                <a:lnTo>
                  <a:pt x="64044" y="35626"/>
                </a:lnTo>
                <a:lnTo>
                  <a:pt x="72532" y="42038"/>
                </a:lnTo>
                <a:cubicBezTo>
                  <a:pt x="75330" y="44299"/>
                  <a:pt x="77392" y="46268"/>
                  <a:pt x="78717" y="47945"/>
                </a:cubicBezTo>
                <a:cubicBezTo>
                  <a:pt x="80043" y="49622"/>
                  <a:pt x="80998" y="51375"/>
                  <a:pt x="81582" y="53205"/>
                </a:cubicBezTo>
                <a:cubicBezTo>
                  <a:pt x="82167" y="55034"/>
                  <a:pt x="82413" y="57140"/>
                  <a:pt x="82322" y="59521"/>
                </a:cubicBezTo>
                <a:cubicBezTo>
                  <a:pt x="82231" y="61903"/>
                  <a:pt x="81760" y="64481"/>
                  <a:pt x="80911" y="67257"/>
                </a:cubicBezTo>
                <a:cubicBezTo>
                  <a:pt x="80050" y="70067"/>
                  <a:pt x="78914" y="72736"/>
                  <a:pt x="77502" y="75263"/>
                </a:cubicBezTo>
                <a:lnTo>
                  <a:pt x="65781" y="73097"/>
                </a:lnTo>
                <a:cubicBezTo>
                  <a:pt x="66928" y="70944"/>
                  <a:pt x="67783" y="68948"/>
                  <a:pt x="68346" y="67109"/>
                </a:cubicBezTo>
                <a:cubicBezTo>
                  <a:pt x="69387" y="63709"/>
                  <a:pt x="69170" y="60892"/>
                  <a:pt x="67697" y="58657"/>
                </a:cubicBezTo>
                <a:cubicBezTo>
                  <a:pt x="66223" y="56423"/>
                  <a:pt x="64092" y="54404"/>
                  <a:pt x="61304" y="52602"/>
                </a:cubicBezTo>
                <a:lnTo>
                  <a:pt x="0" y="568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C">
            <a:extLst xmlns:a="http://schemas.openxmlformats.org/drawingml/2006/main">
              <a:ext uri="{FF2B5EF4-FFF2-40B4-BE49-F238E27FC236}">
                <a16:creationId xmlns:a16="http://schemas.microsoft.com/office/drawing/2014/main" id="{2E4837B0-E7C7-4810-8E4B-03CDD179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24" y="3340001"/>
            <a:ext cx="83716" cy="73747"/>
          </a:xfrm>
          <a:custGeom xmlns:a="http://schemas.openxmlformats.org/drawingml/2006/main">
            <a:pathLst>
              <a:path w="83716" h="73747">
                <a:moveTo>
                  <a:pt x="37181" y="57314"/>
                </a:moveTo>
                <a:lnTo>
                  <a:pt x="37214" y="73397"/>
                </a:lnTo>
                <a:cubicBezTo>
                  <a:pt x="28294" y="73747"/>
                  <a:pt x="21018" y="71942"/>
                  <a:pt x="15384" y="67982"/>
                </a:cubicBezTo>
                <a:cubicBezTo>
                  <a:pt x="9752" y="64023"/>
                  <a:pt x="5669" y="58032"/>
                  <a:pt x="3135" y="50009"/>
                </a:cubicBezTo>
                <a:cubicBezTo>
                  <a:pt x="0" y="40083"/>
                  <a:pt x="819" y="30852"/>
                  <a:pt x="5590" y="22317"/>
                </a:cubicBezTo>
                <a:cubicBezTo>
                  <a:pt x="10363" y="13781"/>
                  <a:pt x="18638" y="7654"/>
                  <a:pt x="30415" y="3935"/>
                </a:cubicBezTo>
                <a:cubicBezTo>
                  <a:pt x="42874" y="0"/>
                  <a:pt x="53564" y="157"/>
                  <a:pt x="62485" y="4405"/>
                </a:cubicBezTo>
                <a:cubicBezTo>
                  <a:pt x="71407" y="8653"/>
                  <a:pt x="77522" y="16012"/>
                  <a:pt x="80828" y="26482"/>
                </a:cubicBezTo>
                <a:cubicBezTo>
                  <a:pt x="83716" y="35626"/>
                  <a:pt x="83353" y="43909"/>
                  <a:pt x="79739" y="51331"/>
                </a:cubicBezTo>
                <a:cubicBezTo>
                  <a:pt x="77610" y="55742"/>
                  <a:pt x="73815" y="59744"/>
                  <a:pt x="68355" y="63338"/>
                </a:cubicBezTo>
                <a:lnTo>
                  <a:pt x="60068" y="49525"/>
                </a:lnTo>
                <a:cubicBezTo>
                  <a:pt x="63664" y="47417"/>
                  <a:pt x="66141" y="44607"/>
                  <a:pt x="67499" y="41094"/>
                </a:cubicBezTo>
                <a:cubicBezTo>
                  <a:pt x="68857" y="37581"/>
                  <a:pt x="68902" y="33818"/>
                  <a:pt x="67635" y="29807"/>
                </a:cubicBezTo>
                <a:cubicBezTo>
                  <a:pt x="65885" y="24266"/>
                  <a:pt x="62477" y="20399"/>
                  <a:pt x="57410" y="18204"/>
                </a:cubicBezTo>
                <a:cubicBezTo>
                  <a:pt x="52343" y="16010"/>
                  <a:pt x="45356" y="16319"/>
                  <a:pt x="36450" y="19132"/>
                </a:cubicBezTo>
                <a:cubicBezTo>
                  <a:pt x="27000" y="22117"/>
                  <a:pt x="20806" y="25942"/>
                  <a:pt x="17868" y="30608"/>
                </a:cubicBezTo>
                <a:cubicBezTo>
                  <a:pt x="14930" y="35274"/>
                  <a:pt x="14320" y="40327"/>
                  <a:pt x="16038" y="45766"/>
                </a:cubicBezTo>
                <a:cubicBezTo>
                  <a:pt x="17305" y="49777"/>
                  <a:pt x="19673" y="52824"/>
                  <a:pt x="23143" y="54906"/>
                </a:cubicBezTo>
                <a:cubicBezTo>
                  <a:pt x="26613" y="56987"/>
                  <a:pt x="31293" y="57790"/>
                  <a:pt x="37181" y="573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o">
            <a:extLst xmlns:a="http://schemas.openxmlformats.org/drawingml/2006/main">
              <a:ext uri="{FF2B5EF4-FFF2-40B4-BE49-F238E27FC236}">
                <a16:creationId xmlns:a16="http://schemas.microsoft.com/office/drawing/2014/main" id="{5616985E-0B74-46C4-829A-1ADCD44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96" y="3418026"/>
            <a:ext cx="61077" cy="60452"/>
          </a:xfrm>
          <a:custGeom xmlns:a="http://schemas.openxmlformats.org/drawingml/2006/main">
            <a:pathLst>
              <a:path w="61077" h="60452">
                <a:moveTo>
                  <a:pt x="21358" y="2070"/>
                </a:moveTo>
                <a:cubicBezTo>
                  <a:pt x="26071" y="428"/>
                  <a:pt x="31037" y="0"/>
                  <a:pt x="36257" y="786"/>
                </a:cubicBezTo>
                <a:cubicBezTo>
                  <a:pt x="41476" y="1572"/>
                  <a:pt x="45989" y="3690"/>
                  <a:pt x="49796" y="7139"/>
                </a:cubicBezTo>
                <a:cubicBezTo>
                  <a:pt x="53602" y="10588"/>
                  <a:pt x="56420" y="14939"/>
                  <a:pt x="58250" y="20190"/>
                </a:cubicBezTo>
                <a:cubicBezTo>
                  <a:pt x="61077" y="28303"/>
                  <a:pt x="60759" y="35870"/>
                  <a:pt x="57297" y="42890"/>
                </a:cubicBezTo>
                <a:cubicBezTo>
                  <a:pt x="53835" y="49910"/>
                  <a:pt x="48081" y="54821"/>
                  <a:pt x="40036" y="57625"/>
                </a:cubicBezTo>
                <a:cubicBezTo>
                  <a:pt x="31923" y="60452"/>
                  <a:pt x="24286" y="60177"/>
                  <a:pt x="17127" y="56802"/>
                </a:cubicBezTo>
                <a:cubicBezTo>
                  <a:pt x="9967" y="53426"/>
                  <a:pt x="5003" y="47766"/>
                  <a:pt x="2235" y="39821"/>
                </a:cubicBezTo>
                <a:cubicBezTo>
                  <a:pt x="522" y="34906"/>
                  <a:pt x="0" y="29831"/>
                  <a:pt x="668" y="24597"/>
                </a:cubicBezTo>
                <a:cubicBezTo>
                  <a:pt x="1335" y="19362"/>
                  <a:pt x="3411" y="14836"/>
                  <a:pt x="6893" y="11017"/>
                </a:cubicBezTo>
                <a:cubicBezTo>
                  <a:pt x="10376" y="7199"/>
                  <a:pt x="15198" y="4217"/>
                  <a:pt x="21358" y="2070"/>
                </a:cubicBezTo>
                <a:moveTo>
                  <a:pt x="25668" y="16877"/>
                </a:moveTo>
                <a:cubicBezTo>
                  <a:pt x="20366" y="18724"/>
                  <a:pt x="16745" y="21401"/>
                  <a:pt x="14805" y="24909"/>
                </a:cubicBezTo>
                <a:cubicBezTo>
                  <a:pt x="12866" y="28416"/>
                  <a:pt x="12541" y="32021"/>
                  <a:pt x="13831" y="35724"/>
                </a:cubicBezTo>
                <a:cubicBezTo>
                  <a:pt x="15122" y="39427"/>
                  <a:pt x="17613" y="42041"/>
                  <a:pt x="21307" y="43567"/>
                </a:cubicBezTo>
                <a:cubicBezTo>
                  <a:pt x="25000" y="45092"/>
                  <a:pt x="29531" y="44920"/>
                  <a:pt x="34900" y="43049"/>
                </a:cubicBezTo>
                <a:cubicBezTo>
                  <a:pt x="40135" y="41225"/>
                  <a:pt x="43725" y="38568"/>
                  <a:pt x="45671" y="35078"/>
                </a:cubicBezTo>
                <a:cubicBezTo>
                  <a:pt x="47616" y="31587"/>
                  <a:pt x="47944" y="27991"/>
                  <a:pt x="46654" y="24288"/>
                </a:cubicBezTo>
                <a:cubicBezTo>
                  <a:pt x="45363" y="20585"/>
                  <a:pt x="42869" y="17962"/>
                  <a:pt x="39170" y="16419"/>
                </a:cubicBezTo>
                <a:cubicBezTo>
                  <a:pt x="35471" y="14877"/>
                  <a:pt x="30970" y="15029"/>
                  <a:pt x="25668" y="168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n">
            <a:extLst xmlns:a="http://schemas.openxmlformats.org/drawingml/2006/main">
              <a:ext uri="{FF2B5EF4-FFF2-40B4-BE49-F238E27FC236}">
                <a16:creationId xmlns:a16="http://schemas.microsoft.com/office/drawing/2014/main" id="{70F50195-414B-4685-853F-36F5B158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69" y="3475188"/>
            <a:ext cx="67584" cy="68554"/>
          </a:xfrm>
          <a:custGeom xmlns:a="http://schemas.openxmlformats.org/drawingml/2006/main">
            <a:pathLst>
              <a:path w="67584" h="68554">
                <a:moveTo>
                  <a:pt x="18380" y="68554"/>
                </a:moveTo>
                <a:lnTo>
                  <a:pt x="13044" y="54507"/>
                </a:lnTo>
                <a:lnTo>
                  <a:pt x="40107" y="44228"/>
                </a:lnTo>
                <a:cubicBezTo>
                  <a:pt x="45833" y="42053"/>
                  <a:pt x="49422" y="40346"/>
                  <a:pt x="50875" y="39108"/>
                </a:cubicBezTo>
                <a:cubicBezTo>
                  <a:pt x="52328" y="37870"/>
                  <a:pt x="53265" y="36399"/>
                  <a:pt x="53684" y="34695"/>
                </a:cubicBezTo>
                <a:cubicBezTo>
                  <a:pt x="54103" y="32991"/>
                  <a:pt x="53952" y="31189"/>
                  <a:pt x="53231" y="29290"/>
                </a:cubicBezTo>
                <a:cubicBezTo>
                  <a:pt x="52307" y="26857"/>
                  <a:pt x="50812" y="24927"/>
                  <a:pt x="48746" y="23500"/>
                </a:cubicBezTo>
                <a:cubicBezTo>
                  <a:pt x="46680" y="22073"/>
                  <a:pt x="44413" y="21418"/>
                  <a:pt x="41943" y="21536"/>
                </a:cubicBezTo>
                <a:cubicBezTo>
                  <a:pt x="39475" y="21654"/>
                  <a:pt x="35278" y="22838"/>
                  <a:pt x="29352" y="25089"/>
                </a:cubicBezTo>
                <a:lnTo>
                  <a:pt x="5335" y="34212"/>
                </a:lnTo>
                <a:lnTo>
                  <a:pt x="0" y="20165"/>
                </a:lnTo>
                <a:lnTo>
                  <a:pt x="53088" y="0"/>
                </a:lnTo>
                <a:lnTo>
                  <a:pt x="58044" y="13047"/>
                </a:lnTo>
                <a:lnTo>
                  <a:pt x="50246" y="16009"/>
                </a:lnTo>
                <a:cubicBezTo>
                  <a:pt x="58004" y="18363"/>
                  <a:pt x="63218" y="23056"/>
                  <a:pt x="65889" y="30088"/>
                </a:cubicBezTo>
                <a:cubicBezTo>
                  <a:pt x="67066" y="33187"/>
                  <a:pt x="67584" y="36232"/>
                  <a:pt x="67443" y="39222"/>
                </a:cubicBezTo>
                <a:cubicBezTo>
                  <a:pt x="67301" y="42212"/>
                  <a:pt x="66613" y="44694"/>
                  <a:pt x="65380" y="46669"/>
                </a:cubicBezTo>
                <a:cubicBezTo>
                  <a:pt x="64148" y="48643"/>
                  <a:pt x="62529" y="50307"/>
                  <a:pt x="60526" y="51659"/>
                </a:cubicBezTo>
                <a:cubicBezTo>
                  <a:pt x="58523" y="53011"/>
                  <a:pt x="55472" y="54465"/>
                  <a:pt x="51373" y="56022"/>
                </a:cubicBezTo>
                <a:lnTo>
                  <a:pt x="18380" y="68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s">
            <a:extLst xmlns:a="http://schemas.openxmlformats.org/drawingml/2006/main">
              <a:ext uri="{FF2B5EF4-FFF2-40B4-BE49-F238E27FC236}">
                <a16:creationId xmlns:a16="http://schemas.microsoft.com/office/drawing/2014/main" id="{79C92CB0-E171-4DA5-BF1B-77035BAA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448" y="3537074"/>
            <a:ext cx="62242" cy="59705"/>
          </a:xfrm>
          <a:custGeom xmlns:a="http://schemas.openxmlformats.org/drawingml/2006/main">
            <a:pathLst>
              <a:path w="62242" h="59705">
                <a:moveTo>
                  <a:pt x="9565" y="9307"/>
                </a:moveTo>
                <a:lnTo>
                  <a:pt x="17498" y="22346"/>
                </a:lnTo>
                <a:cubicBezTo>
                  <a:pt x="15058" y="24048"/>
                  <a:pt x="13516" y="26093"/>
                  <a:pt x="12872" y="28480"/>
                </a:cubicBezTo>
                <a:cubicBezTo>
                  <a:pt x="12229" y="30867"/>
                  <a:pt x="12581" y="33692"/>
                  <a:pt x="13929" y="36954"/>
                </a:cubicBezTo>
                <a:cubicBezTo>
                  <a:pt x="15412" y="40545"/>
                  <a:pt x="17186" y="42975"/>
                  <a:pt x="19251" y="44243"/>
                </a:cubicBezTo>
                <a:cubicBezTo>
                  <a:pt x="20676" y="45082"/>
                  <a:pt x="22162" y="45182"/>
                  <a:pt x="23708" y="44543"/>
                </a:cubicBezTo>
                <a:cubicBezTo>
                  <a:pt x="24762" y="44107"/>
                  <a:pt x="25498" y="43418"/>
                  <a:pt x="25916" y="42473"/>
                </a:cubicBezTo>
                <a:cubicBezTo>
                  <a:pt x="26288" y="41510"/>
                  <a:pt x="26257" y="39710"/>
                  <a:pt x="25823" y="37073"/>
                </a:cubicBezTo>
                <a:cubicBezTo>
                  <a:pt x="23661" y="24852"/>
                  <a:pt x="22982" y="16821"/>
                  <a:pt x="23784" y="12979"/>
                </a:cubicBezTo>
                <a:cubicBezTo>
                  <a:pt x="24900" y="7658"/>
                  <a:pt x="27977" y="3957"/>
                  <a:pt x="33012" y="1877"/>
                </a:cubicBezTo>
                <a:cubicBezTo>
                  <a:pt x="37555" y="0"/>
                  <a:pt x="42115" y="218"/>
                  <a:pt x="46693" y="2531"/>
                </a:cubicBezTo>
                <a:cubicBezTo>
                  <a:pt x="51271" y="4844"/>
                  <a:pt x="55118" y="9773"/>
                  <a:pt x="58235" y="17319"/>
                </a:cubicBezTo>
                <a:cubicBezTo>
                  <a:pt x="61203" y="24501"/>
                  <a:pt x="62242" y="30320"/>
                  <a:pt x="61354" y="34776"/>
                </a:cubicBezTo>
                <a:cubicBezTo>
                  <a:pt x="60466" y="39231"/>
                  <a:pt x="58012" y="43061"/>
                  <a:pt x="53993" y="46264"/>
                </a:cubicBezTo>
                <a:lnTo>
                  <a:pt x="46112" y="34188"/>
                </a:lnTo>
                <a:cubicBezTo>
                  <a:pt x="47923" y="32784"/>
                  <a:pt x="49049" y="31075"/>
                  <a:pt x="49490" y="29061"/>
                </a:cubicBezTo>
                <a:cubicBezTo>
                  <a:pt x="49931" y="27046"/>
                  <a:pt x="49552" y="24589"/>
                  <a:pt x="48354" y="21690"/>
                </a:cubicBezTo>
                <a:cubicBezTo>
                  <a:pt x="46843" y="18033"/>
                  <a:pt x="45251" y="15624"/>
                  <a:pt x="43577" y="14464"/>
                </a:cubicBezTo>
                <a:cubicBezTo>
                  <a:pt x="42419" y="13709"/>
                  <a:pt x="41264" y="13569"/>
                  <a:pt x="40111" y="14045"/>
                </a:cubicBezTo>
                <a:cubicBezTo>
                  <a:pt x="39125" y="14452"/>
                  <a:pt x="38477" y="15260"/>
                  <a:pt x="38167" y="16468"/>
                </a:cubicBezTo>
                <a:cubicBezTo>
                  <a:pt x="37763" y="18101"/>
                  <a:pt x="38250" y="22962"/>
                  <a:pt x="39627" y="31052"/>
                </a:cubicBezTo>
                <a:cubicBezTo>
                  <a:pt x="41005" y="39142"/>
                  <a:pt x="41080" y="45157"/>
                  <a:pt x="39852" y="49098"/>
                </a:cubicBezTo>
                <a:cubicBezTo>
                  <a:pt x="38577" y="53019"/>
                  <a:pt x="35730" y="55892"/>
                  <a:pt x="31313" y="57717"/>
                </a:cubicBezTo>
                <a:cubicBezTo>
                  <a:pt x="26500" y="59705"/>
                  <a:pt x="21532" y="59405"/>
                  <a:pt x="16410" y="56815"/>
                </a:cubicBezTo>
                <a:cubicBezTo>
                  <a:pt x="11287" y="54225"/>
                  <a:pt x="7100" y="48993"/>
                  <a:pt x="3846" y="41119"/>
                </a:cubicBezTo>
                <a:cubicBezTo>
                  <a:pt x="893" y="33969"/>
                  <a:pt x="0" y="27713"/>
                  <a:pt x="1168" y="22351"/>
                </a:cubicBezTo>
                <a:cubicBezTo>
                  <a:pt x="2338" y="16989"/>
                  <a:pt x="5137" y="12641"/>
                  <a:pt x="9565" y="9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i">
            <a:extLst xmlns:a="http://schemas.openxmlformats.org/drawingml/2006/main">
              <a:ext uri="{FF2B5EF4-FFF2-40B4-BE49-F238E27FC236}">
                <a16:creationId xmlns:a16="http://schemas.microsoft.com/office/drawing/2014/main" id="{45F057A7-FFC2-483B-B424-2E231B9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608" y="3581876"/>
            <a:ext cx="77808" cy="45314"/>
          </a:xfrm>
          <a:custGeom xmlns:a="http://schemas.openxmlformats.org/drawingml/2006/main">
            <a:pathLst>
              <a:path w="77808" h="45314">
                <a:moveTo>
                  <a:pt x="59032" y="5597"/>
                </a:moveTo>
                <a:lnTo>
                  <a:pt x="71758" y="0"/>
                </a:lnTo>
                <a:lnTo>
                  <a:pt x="77808" y="13755"/>
                </a:lnTo>
                <a:lnTo>
                  <a:pt x="65081" y="19352"/>
                </a:lnTo>
                <a:lnTo>
                  <a:pt x="59032" y="5597"/>
                </a:lnTo>
                <a:moveTo>
                  <a:pt x="0" y="31560"/>
                </a:moveTo>
                <a:lnTo>
                  <a:pt x="51983" y="8697"/>
                </a:lnTo>
                <a:lnTo>
                  <a:pt x="58033" y="22452"/>
                </a:lnTo>
                <a:lnTo>
                  <a:pt x="6049" y="45314"/>
                </a:lnTo>
                <a:lnTo>
                  <a:pt x="0" y="315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s">
            <a:extLst xmlns:a="http://schemas.openxmlformats.org/drawingml/2006/main">
              <a:ext uri="{FF2B5EF4-FFF2-40B4-BE49-F238E27FC236}">
                <a16:creationId xmlns:a16="http://schemas.microsoft.com/office/drawing/2014/main" id="{5B7A5241-2512-4947-ACFE-9BBC8D53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025" y="3620038"/>
            <a:ext cx="62296" cy="60168"/>
          </a:xfrm>
          <a:custGeom xmlns:a="http://schemas.openxmlformats.org/drawingml/2006/main">
            <a:pathLst>
              <a:path w="62296" h="60168">
                <a:moveTo>
                  <a:pt x="8671" y="10641"/>
                </a:moveTo>
                <a:lnTo>
                  <a:pt x="17220" y="23284"/>
                </a:lnTo>
                <a:cubicBezTo>
                  <a:pt x="14864" y="25101"/>
                  <a:pt x="13422" y="27218"/>
                  <a:pt x="12894" y="29633"/>
                </a:cubicBezTo>
                <a:cubicBezTo>
                  <a:pt x="12366" y="32049"/>
                  <a:pt x="12854" y="34853"/>
                  <a:pt x="14356" y="38046"/>
                </a:cubicBezTo>
                <a:cubicBezTo>
                  <a:pt x="16011" y="41562"/>
                  <a:pt x="17899" y="43904"/>
                  <a:pt x="20022" y="45072"/>
                </a:cubicBezTo>
                <a:cubicBezTo>
                  <a:pt x="21486" y="45841"/>
                  <a:pt x="22975" y="45870"/>
                  <a:pt x="24489" y="45157"/>
                </a:cubicBezTo>
                <a:cubicBezTo>
                  <a:pt x="25520" y="44672"/>
                  <a:pt x="26222" y="43948"/>
                  <a:pt x="26595" y="42984"/>
                </a:cubicBezTo>
                <a:cubicBezTo>
                  <a:pt x="26920" y="42004"/>
                  <a:pt x="26803" y="40207"/>
                  <a:pt x="26242" y="37595"/>
                </a:cubicBezTo>
                <a:cubicBezTo>
                  <a:pt x="23497" y="25491"/>
                  <a:pt x="22433" y="17502"/>
                  <a:pt x="23049" y="13626"/>
                </a:cubicBezTo>
                <a:cubicBezTo>
                  <a:pt x="23909" y="8258"/>
                  <a:pt x="26804" y="4413"/>
                  <a:pt x="31734" y="2094"/>
                </a:cubicBezTo>
                <a:cubicBezTo>
                  <a:pt x="36182" y="1"/>
                  <a:pt x="40747" y="0"/>
                  <a:pt x="45431" y="2091"/>
                </a:cubicBezTo>
                <a:cubicBezTo>
                  <a:pt x="50114" y="4181"/>
                  <a:pt x="54194" y="8920"/>
                  <a:pt x="57669" y="16307"/>
                </a:cubicBezTo>
                <a:cubicBezTo>
                  <a:pt x="60978" y="23339"/>
                  <a:pt x="62296" y="29101"/>
                  <a:pt x="61623" y="33594"/>
                </a:cubicBezTo>
                <a:cubicBezTo>
                  <a:pt x="60949" y="38087"/>
                  <a:pt x="58682" y="42030"/>
                  <a:pt x="54822" y="45423"/>
                </a:cubicBezTo>
                <a:lnTo>
                  <a:pt x="46369" y="33739"/>
                </a:lnTo>
                <a:cubicBezTo>
                  <a:pt x="48111" y="32249"/>
                  <a:pt x="49154" y="30488"/>
                  <a:pt x="49498" y="28455"/>
                </a:cubicBezTo>
                <a:cubicBezTo>
                  <a:pt x="49841" y="26422"/>
                  <a:pt x="49345" y="23986"/>
                  <a:pt x="48009" y="21148"/>
                </a:cubicBezTo>
                <a:cubicBezTo>
                  <a:pt x="46325" y="17567"/>
                  <a:pt x="44619" y="15238"/>
                  <a:pt x="42891" y="14160"/>
                </a:cubicBezTo>
                <a:cubicBezTo>
                  <a:pt x="41698" y="13460"/>
                  <a:pt x="40537" y="13376"/>
                  <a:pt x="39409" y="13907"/>
                </a:cubicBezTo>
                <a:cubicBezTo>
                  <a:pt x="38443" y="14361"/>
                  <a:pt x="37835" y="15199"/>
                  <a:pt x="37584" y="16421"/>
                </a:cubicBezTo>
                <a:cubicBezTo>
                  <a:pt x="37258" y="18071"/>
                  <a:pt x="37978" y="22903"/>
                  <a:pt x="39742" y="30918"/>
                </a:cubicBezTo>
                <a:cubicBezTo>
                  <a:pt x="41506" y="38933"/>
                  <a:pt x="41870" y="44937"/>
                  <a:pt x="40833" y="48932"/>
                </a:cubicBezTo>
                <a:cubicBezTo>
                  <a:pt x="39747" y="52910"/>
                  <a:pt x="37042" y="55916"/>
                  <a:pt x="32718" y="57951"/>
                </a:cubicBezTo>
                <a:cubicBezTo>
                  <a:pt x="28005" y="60168"/>
                  <a:pt x="23029" y="60107"/>
                  <a:pt x="17788" y="57766"/>
                </a:cubicBezTo>
                <a:cubicBezTo>
                  <a:pt x="12547" y="55425"/>
                  <a:pt x="8113" y="50400"/>
                  <a:pt x="4486" y="42691"/>
                </a:cubicBezTo>
                <a:cubicBezTo>
                  <a:pt x="1192" y="35691"/>
                  <a:pt x="0" y="29485"/>
                  <a:pt x="910" y="24074"/>
                </a:cubicBezTo>
                <a:cubicBezTo>
                  <a:pt x="1820" y="18661"/>
                  <a:pt x="4407" y="14184"/>
                  <a:pt x="8671" y="106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t">
            <a:extLst xmlns:a="http://schemas.openxmlformats.org/drawingml/2006/main">
              <a:ext uri="{FF2B5EF4-FFF2-40B4-BE49-F238E27FC236}">
                <a16:creationId xmlns:a16="http://schemas.microsoft.com/office/drawing/2014/main" id="{9A85A580-6105-48EB-8D7F-DE58C96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834" y="3667324"/>
            <a:ext cx="72235" cy="55133"/>
          </a:xfrm>
          <a:custGeom xmlns:a="http://schemas.openxmlformats.org/drawingml/2006/main">
            <a:pathLst>
              <a:path w="72235" h="55133">
                <a:moveTo>
                  <a:pt x="58869" y="28744"/>
                </a:moveTo>
                <a:lnTo>
                  <a:pt x="48191" y="34172"/>
                </a:lnTo>
                <a:lnTo>
                  <a:pt x="43539" y="25019"/>
                </a:lnTo>
                <a:lnTo>
                  <a:pt x="23170" y="35374"/>
                </a:lnTo>
                <a:cubicBezTo>
                  <a:pt x="19044" y="37471"/>
                  <a:pt x="16685" y="38780"/>
                  <a:pt x="16092" y="39302"/>
                </a:cubicBezTo>
                <a:cubicBezTo>
                  <a:pt x="15499" y="39823"/>
                  <a:pt x="15138" y="40506"/>
                  <a:pt x="15008" y="41352"/>
                </a:cubicBezTo>
                <a:cubicBezTo>
                  <a:pt x="14879" y="42197"/>
                  <a:pt x="15041" y="43065"/>
                  <a:pt x="15493" y="43955"/>
                </a:cubicBezTo>
                <a:cubicBezTo>
                  <a:pt x="16123" y="45194"/>
                  <a:pt x="17465" y="46771"/>
                  <a:pt x="19518" y="48687"/>
                </a:cubicBezTo>
                <a:lnTo>
                  <a:pt x="9669" y="55133"/>
                </a:lnTo>
                <a:cubicBezTo>
                  <a:pt x="6746" y="52700"/>
                  <a:pt x="4282" y="49513"/>
                  <a:pt x="2279" y="45573"/>
                </a:cubicBezTo>
                <a:cubicBezTo>
                  <a:pt x="1051" y="43158"/>
                  <a:pt x="350" y="40775"/>
                  <a:pt x="175" y="38424"/>
                </a:cubicBezTo>
                <a:cubicBezTo>
                  <a:pt x="0" y="36074"/>
                  <a:pt x="326" y="34119"/>
                  <a:pt x="1152" y="32559"/>
                </a:cubicBezTo>
                <a:cubicBezTo>
                  <a:pt x="1979" y="30999"/>
                  <a:pt x="3400" y="29487"/>
                  <a:pt x="5415" y="28023"/>
                </a:cubicBezTo>
                <a:cubicBezTo>
                  <a:pt x="6827" y="26945"/>
                  <a:pt x="9900" y="25203"/>
                  <a:pt x="14635" y="22796"/>
                </a:cubicBezTo>
                <a:lnTo>
                  <a:pt x="36706" y="11577"/>
                </a:lnTo>
                <a:lnTo>
                  <a:pt x="33580" y="5428"/>
                </a:lnTo>
                <a:lnTo>
                  <a:pt x="44258" y="0"/>
                </a:lnTo>
                <a:lnTo>
                  <a:pt x="47384" y="6149"/>
                </a:lnTo>
                <a:lnTo>
                  <a:pt x="57489" y="1012"/>
                </a:lnTo>
                <a:lnTo>
                  <a:pt x="72235" y="10432"/>
                </a:lnTo>
                <a:lnTo>
                  <a:pt x="54217" y="19592"/>
                </a:lnTo>
                <a:lnTo>
                  <a:pt x="58869" y="28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e">
            <a:extLst xmlns:a="http://schemas.openxmlformats.org/drawingml/2006/main">
              <a:ext uri="{FF2B5EF4-FFF2-40B4-BE49-F238E27FC236}">
                <a16:creationId xmlns:a16="http://schemas.microsoft.com/office/drawing/2014/main" id="{317E8A50-B488-453F-8E36-C4094C59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79" y="3709324"/>
            <a:ext cx="61583" cy="58680"/>
          </a:xfrm>
          <a:custGeom xmlns:a="http://schemas.openxmlformats.org/drawingml/2006/main">
            <a:pathLst>
              <a:path w="61583" h="58680">
                <a:moveTo>
                  <a:pt x="27141" y="43372"/>
                </a:moveTo>
                <a:lnTo>
                  <a:pt x="32140" y="57717"/>
                </a:lnTo>
                <a:cubicBezTo>
                  <a:pt x="26420" y="58680"/>
                  <a:pt x="21303" y="58037"/>
                  <a:pt x="16790" y="55787"/>
                </a:cubicBezTo>
                <a:cubicBezTo>
                  <a:pt x="12277" y="53536"/>
                  <a:pt x="8511" y="49682"/>
                  <a:pt x="5492" y="44222"/>
                </a:cubicBezTo>
                <a:cubicBezTo>
                  <a:pt x="713" y="35581"/>
                  <a:pt x="0" y="27624"/>
                  <a:pt x="3352" y="20353"/>
                </a:cubicBezTo>
                <a:cubicBezTo>
                  <a:pt x="6064" y="14576"/>
                  <a:pt x="10868" y="9781"/>
                  <a:pt x="17762" y="5968"/>
                </a:cubicBezTo>
                <a:cubicBezTo>
                  <a:pt x="25998" y="1414"/>
                  <a:pt x="33639" y="0"/>
                  <a:pt x="40683" y="1726"/>
                </a:cubicBezTo>
                <a:cubicBezTo>
                  <a:pt x="47728" y="3452"/>
                  <a:pt x="53070" y="7607"/>
                  <a:pt x="56710" y="14189"/>
                </a:cubicBezTo>
                <a:cubicBezTo>
                  <a:pt x="60798" y="21583"/>
                  <a:pt x="61583" y="28766"/>
                  <a:pt x="59064" y="35740"/>
                </a:cubicBezTo>
                <a:cubicBezTo>
                  <a:pt x="56545" y="42714"/>
                  <a:pt x="50196" y="48893"/>
                  <a:pt x="40016" y="54278"/>
                </a:cubicBezTo>
                <a:lnTo>
                  <a:pt x="21799" y="21334"/>
                </a:lnTo>
                <a:cubicBezTo>
                  <a:pt x="17951" y="23584"/>
                  <a:pt x="15503" y="26323"/>
                  <a:pt x="14457" y="29549"/>
                </a:cubicBezTo>
                <a:cubicBezTo>
                  <a:pt x="13410" y="32776"/>
                  <a:pt x="13723" y="35903"/>
                  <a:pt x="15396" y="38929"/>
                </a:cubicBezTo>
                <a:cubicBezTo>
                  <a:pt x="16535" y="40988"/>
                  <a:pt x="18054" y="42409"/>
                  <a:pt x="19953" y="43191"/>
                </a:cubicBezTo>
                <a:cubicBezTo>
                  <a:pt x="21853" y="43974"/>
                  <a:pt x="24249" y="44034"/>
                  <a:pt x="27141" y="43372"/>
                </a:cubicBezTo>
                <a:moveTo>
                  <a:pt x="40845" y="36772"/>
                </a:moveTo>
                <a:cubicBezTo>
                  <a:pt x="44584" y="34582"/>
                  <a:pt x="46922" y="32006"/>
                  <a:pt x="47860" y="29043"/>
                </a:cubicBezTo>
                <a:cubicBezTo>
                  <a:pt x="48798" y="26080"/>
                  <a:pt x="48526" y="23257"/>
                  <a:pt x="47042" y="20574"/>
                </a:cubicBezTo>
                <a:cubicBezTo>
                  <a:pt x="45455" y="17704"/>
                  <a:pt x="43103" y="15908"/>
                  <a:pt x="39987" y="15188"/>
                </a:cubicBezTo>
                <a:cubicBezTo>
                  <a:pt x="36869" y="14467"/>
                  <a:pt x="33533" y="15111"/>
                  <a:pt x="29977" y="17118"/>
                </a:cubicBezTo>
                <a:lnTo>
                  <a:pt x="40845" y="36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n">
            <a:extLst xmlns:a="http://schemas.openxmlformats.org/drawingml/2006/main">
              <a:ext uri="{FF2B5EF4-FFF2-40B4-BE49-F238E27FC236}">
                <a16:creationId xmlns:a16="http://schemas.microsoft.com/office/drawing/2014/main" id="{C03083EC-0E98-4A07-BD76-49BB31C7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33" y="3757925"/>
            <a:ext cx="70312" cy="74015"/>
          </a:xfrm>
          <a:custGeom xmlns:a="http://schemas.openxmlformats.org/drawingml/2006/main">
            <a:pathLst>
              <a:path w="70312" h="74015">
                <a:moveTo>
                  <a:pt x="27481" y="74015"/>
                </a:moveTo>
                <a:lnTo>
                  <a:pt x="19503" y="61281"/>
                </a:lnTo>
                <a:lnTo>
                  <a:pt x="44036" y="45912"/>
                </a:lnTo>
                <a:cubicBezTo>
                  <a:pt x="49226" y="42660"/>
                  <a:pt x="52413" y="40285"/>
                  <a:pt x="53596" y="38787"/>
                </a:cubicBezTo>
                <a:cubicBezTo>
                  <a:pt x="54779" y="37288"/>
                  <a:pt x="55410" y="35663"/>
                  <a:pt x="55489" y="33910"/>
                </a:cubicBezTo>
                <a:cubicBezTo>
                  <a:pt x="55567" y="32157"/>
                  <a:pt x="55067" y="30419"/>
                  <a:pt x="53988" y="28697"/>
                </a:cubicBezTo>
                <a:cubicBezTo>
                  <a:pt x="52606" y="26492"/>
                  <a:pt x="50763" y="24892"/>
                  <a:pt x="48458" y="23896"/>
                </a:cubicBezTo>
                <a:cubicBezTo>
                  <a:pt x="46154" y="22900"/>
                  <a:pt x="43802" y="22701"/>
                  <a:pt x="41403" y="23299"/>
                </a:cubicBezTo>
                <a:cubicBezTo>
                  <a:pt x="39005" y="23897"/>
                  <a:pt x="35120" y="25878"/>
                  <a:pt x="29749" y="29244"/>
                </a:cubicBezTo>
                <a:lnTo>
                  <a:pt x="7977" y="42883"/>
                </a:lnTo>
                <a:lnTo>
                  <a:pt x="0" y="30149"/>
                </a:lnTo>
                <a:lnTo>
                  <a:pt x="48125" y="0"/>
                </a:lnTo>
                <a:lnTo>
                  <a:pt x="55534" y="11827"/>
                </a:lnTo>
                <a:lnTo>
                  <a:pt x="48465" y="16256"/>
                </a:lnTo>
                <a:cubicBezTo>
                  <a:pt x="56534" y="17048"/>
                  <a:pt x="62565" y="20632"/>
                  <a:pt x="66558" y="27006"/>
                </a:cubicBezTo>
                <a:cubicBezTo>
                  <a:pt x="68318" y="29816"/>
                  <a:pt x="69421" y="32701"/>
                  <a:pt x="69866" y="35661"/>
                </a:cubicBezTo>
                <a:cubicBezTo>
                  <a:pt x="70312" y="38621"/>
                  <a:pt x="70123" y="41190"/>
                  <a:pt x="69299" y="43367"/>
                </a:cubicBezTo>
                <a:cubicBezTo>
                  <a:pt x="68476" y="45545"/>
                  <a:pt x="67214" y="47492"/>
                  <a:pt x="65513" y="49210"/>
                </a:cubicBezTo>
                <a:cubicBezTo>
                  <a:pt x="63813" y="50927"/>
                  <a:pt x="61105" y="52950"/>
                  <a:pt x="57389" y="55278"/>
                </a:cubicBezTo>
                <a:lnTo>
                  <a:pt x="27481" y="740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c">
            <a:extLst xmlns:a="http://schemas.openxmlformats.org/drawingml/2006/main">
              <a:ext uri="{FF2B5EF4-FFF2-40B4-BE49-F238E27FC236}">
                <a16:creationId xmlns:a16="http://schemas.microsoft.com/office/drawing/2014/main" id="{8F5B11C3-A884-4BCC-A0B4-7BC0BAF0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50" y="3820212"/>
            <a:ext cx="60923" cy="59856"/>
          </a:xfrm>
          <a:custGeom xmlns:a="http://schemas.openxmlformats.org/drawingml/2006/main">
            <a:pathLst>
              <a:path w="60923" h="59856">
                <a:moveTo>
                  <a:pt x="55077" y="43684"/>
                </a:moveTo>
                <a:lnTo>
                  <a:pt x="44207" y="33273"/>
                </a:lnTo>
                <a:cubicBezTo>
                  <a:pt x="46292" y="31141"/>
                  <a:pt x="47419" y="28923"/>
                  <a:pt x="47585" y="26621"/>
                </a:cubicBezTo>
                <a:cubicBezTo>
                  <a:pt x="47752" y="24318"/>
                  <a:pt x="47007" y="22028"/>
                  <a:pt x="45352" y="19750"/>
                </a:cubicBezTo>
                <a:cubicBezTo>
                  <a:pt x="43151" y="16722"/>
                  <a:pt x="40354" y="15064"/>
                  <a:pt x="36960" y="14776"/>
                </a:cubicBezTo>
                <a:cubicBezTo>
                  <a:pt x="33565" y="14489"/>
                  <a:pt x="29425" y="16120"/>
                  <a:pt x="24537" y="19672"/>
                </a:cubicBezTo>
                <a:cubicBezTo>
                  <a:pt x="19103" y="23621"/>
                  <a:pt x="15930" y="27326"/>
                  <a:pt x="15018" y="30787"/>
                </a:cubicBezTo>
                <a:cubicBezTo>
                  <a:pt x="14106" y="34248"/>
                  <a:pt x="14772" y="37521"/>
                  <a:pt x="17014" y="40607"/>
                </a:cubicBezTo>
                <a:cubicBezTo>
                  <a:pt x="18690" y="42914"/>
                  <a:pt x="20719" y="44326"/>
                  <a:pt x="23100" y="44843"/>
                </a:cubicBezTo>
                <a:cubicBezTo>
                  <a:pt x="25481" y="45361"/>
                  <a:pt x="28492" y="44759"/>
                  <a:pt x="32133" y="43038"/>
                </a:cubicBezTo>
                <a:lnTo>
                  <a:pt x="38733" y="56486"/>
                </a:lnTo>
                <a:cubicBezTo>
                  <a:pt x="32353" y="59228"/>
                  <a:pt x="26485" y="59856"/>
                  <a:pt x="21131" y="58371"/>
                </a:cubicBezTo>
                <a:cubicBezTo>
                  <a:pt x="15777" y="56885"/>
                  <a:pt x="10952" y="53187"/>
                  <a:pt x="6656" y="47275"/>
                </a:cubicBezTo>
                <a:cubicBezTo>
                  <a:pt x="1773" y="40555"/>
                  <a:pt x="0" y="33658"/>
                  <a:pt x="1337" y="26584"/>
                </a:cubicBezTo>
                <a:cubicBezTo>
                  <a:pt x="2674" y="19509"/>
                  <a:pt x="7091" y="13247"/>
                  <a:pt x="14589" y="7798"/>
                </a:cubicBezTo>
                <a:cubicBezTo>
                  <a:pt x="22173" y="2287"/>
                  <a:pt x="29535" y="0"/>
                  <a:pt x="36672" y="938"/>
                </a:cubicBezTo>
                <a:cubicBezTo>
                  <a:pt x="43810" y="1877"/>
                  <a:pt x="49863" y="5763"/>
                  <a:pt x="54829" y="12598"/>
                </a:cubicBezTo>
                <a:cubicBezTo>
                  <a:pt x="58895" y="18193"/>
                  <a:pt x="60923" y="23516"/>
                  <a:pt x="60915" y="28568"/>
                </a:cubicBezTo>
                <a:cubicBezTo>
                  <a:pt x="60906" y="33620"/>
                  <a:pt x="58960" y="38658"/>
                  <a:pt x="55077" y="436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y">
            <a:extLst xmlns:a="http://schemas.openxmlformats.org/drawingml/2006/main">
              <a:ext uri="{FF2B5EF4-FFF2-40B4-BE49-F238E27FC236}">
                <a16:creationId xmlns:a16="http://schemas.microsoft.com/office/drawing/2014/main" id="{42EC0CCA-EF02-4015-9984-4A45733C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273" y="3856937"/>
            <a:ext cx="94675" cy="70924"/>
          </a:xfrm>
          <a:custGeom xmlns:a="http://schemas.openxmlformats.org/drawingml/2006/main">
            <a:pathLst>
              <a:path w="94675" h="70924">
                <a:moveTo>
                  <a:pt x="56449" y="0"/>
                </a:moveTo>
                <a:lnTo>
                  <a:pt x="66916" y="12086"/>
                </a:lnTo>
                <a:lnTo>
                  <a:pt x="45299" y="48773"/>
                </a:lnTo>
                <a:lnTo>
                  <a:pt x="84489" y="32379"/>
                </a:lnTo>
                <a:lnTo>
                  <a:pt x="94675" y="44142"/>
                </a:lnTo>
                <a:lnTo>
                  <a:pt x="40222" y="64771"/>
                </a:lnTo>
                <a:lnTo>
                  <a:pt x="30372" y="68562"/>
                </a:lnTo>
                <a:cubicBezTo>
                  <a:pt x="27002" y="69735"/>
                  <a:pt x="24266" y="70442"/>
                  <a:pt x="22164" y="70683"/>
                </a:cubicBezTo>
                <a:cubicBezTo>
                  <a:pt x="20062" y="70924"/>
                  <a:pt x="18092" y="70814"/>
                  <a:pt x="16255" y="70354"/>
                </a:cubicBezTo>
                <a:cubicBezTo>
                  <a:pt x="14418" y="69893"/>
                  <a:pt x="12529" y="69006"/>
                  <a:pt x="10589" y="67691"/>
                </a:cubicBezTo>
                <a:cubicBezTo>
                  <a:pt x="8649" y="66377"/>
                  <a:pt x="6746" y="64641"/>
                  <a:pt x="4879" y="62486"/>
                </a:cubicBezTo>
                <a:cubicBezTo>
                  <a:pt x="2988" y="60303"/>
                  <a:pt x="1362" y="57962"/>
                  <a:pt x="0" y="55463"/>
                </a:cubicBezTo>
                <a:lnTo>
                  <a:pt x="8018" y="46751"/>
                </a:lnTo>
                <a:cubicBezTo>
                  <a:pt x="9208" y="48833"/>
                  <a:pt x="10421" y="50588"/>
                  <a:pt x="11658" y="52017"/>
                </a:cubicBezTo>
                <a:cubicBezTo>
                  <a:pt x="13945" y="54658"/>
                  <a:pt x="16412" y="55941"/>
                  <a:pt x="19058" y="55865"/>
                </a:cubicBezTo>
                <a:cubicBezTo>
                  <a:pt x="21705" y="55790"/>
                  <a:pt x="24519" y="55051"/>
                  <a:pt x="27501" y="53647"/>
                </a:cubicBezTo>
                <a:lnTo>
                  <a:pt x="564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S">
            <a:extLst xmlns:a="http://schemas.openxmlformats.org/drawingml/2006/main">
              <a:ext uri="{FF2B5EF4-FFF2-40B4-BE49-F238E27FC236}">
                <a16:creationId xmlns:a16="http://schemas.microsoft.com/office/drawing/2014/main" id="{4E749977-8121-4AB5-BFBF-91B44E02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3" y="4239883"/>
            <a:ext cx="74770" cy="83934"/>
          </a:xfrm>
          <a:custGeom xmlns:a="http://schemas.openxmlformats.org/drawingml/2006/main">
            <a:pathLst>
              <a:path w="74770" h="83934">
                <a:moveTo>
                  <a:pt x="13272" y="67791"/>
                </a:moveTo>
                <a:lnTo>
                  <a:pt x="26618" y="59962"/>
                </a:lnTo>
                <a:cubicBezTo>
                  <a:pt x="29639" y="64280"/>
                  <a:pt x="32947" y="66948"/>
                  <a:pt x="36541" y="67965"/>
                </a:cubicBezTo>
                <a:cubicBezTo>
                  <a:pt x="40134" y="68981"/>
                  <a:pt x="44115" y="68478"/>
                  <a:pt x="48482" y="66456"/>
                </a:cubicBezTo>
                <a:cubicBezTo>
                  <a:pt x="53108" y="64314"/>
                  <a:pt x="56139" y="61719"/>
                  <a:pt x="57576" y="58670"/>
                </a:cubicBezTo>
                <a:cubicBezTo>
                  <a:pt x="59012" y="55621"/>
                  <a:pt x="59121" y="52781"/>
                  <a:pt x="57904" y="50152"/>
                </a:cubicBezTo>
                <a:cubicBezTo>
                  <a:pt x="57123" y="48465"/>
                  <a:pt x="55965" y="47258"/>
                  <a:pt x="54430" y="46531"/>
                </a:cubicBezTo>
                <a:cubicBezTo>
                  <a:pt x="52895" y="45803"/>
                  <a:pt x="50695" y="45570"/>
                  <a:pt x="47831" y="45831"/>
                </a:cubicBezTo>
                <a:cubicBezTo>
                  <a:pt x="45878" y="46027"/>
                  <a:pt x="41565" y="46765"/>
                  <a:pt x="34890" y="48045"/>
                </a:cubicBezTo>
                <a:cubicBezTo>
                  <a:pt x="26305" y="49697"/>
                  <a:pt x="19814" y="49847"/>
                  <a:pt x="15418" y="48497"/>
                </a:cubicBezTo>
                <a:cubicBezTo>
                  <a:pt x="9234" y="46597"/>
                  <a:pt x="4837" y="42827"/>
                  <a:pt x="2226" y="37187"/>
                </a:cubicBezTo>
                <a:cubicBezTo>
                  <a:pt x="545" y="33556"/>
                  <a:pt x="0" y="29686"/>
                  <a:pt x="591" y="25574"/>
                </a:cubicBezTo>
                <a:cubicBezTo>
                  <a:pt x="1182" y="21462"/>
                  <a:pt x="3027" y="17685"/>
                  <a:pt x="6128" y="14242"/>
                </a:cubicBezTo>
                <a:cubicBezTo>
                  <a:pt x="9228" y="10798"/>
                  <a:pt x="13511" y="7811"/>
                  <a:pt x="18978" y="5279"/>
                </a:cubicBezTo>
                <a:cubicBezTo>
                  <a:pt x="27907" y="1145"/>
                  <a:pt x="35538" y="0"/>
                  <a:pt x="41872" y="1843"/>
                </a:cubicBezTo>
                <a:cubicBezTo>
                  <a:pt x="48205" y="3685"/>
                  <a:pt x="53004" y="7836"/>
                  <a:pt x="56270" y="14295"/>
                </a:cubicBezTo>
                <a:lnTo>
                  <a:pt x="42176" y="21527"/>
                </a:lnTo>
                <a:cubicBezTo>
                  <a:pt x="39869" y="18156"/>
                  <a:pt x="37334" y="16138"/>
                  <a:pt x="34570" y="15473"/>
                </a:cubicBezTo>
                <a:cubicBezTo>
                  <a:pt x="31807" y="14808"/>
                  <a:pt x="28403" y="15412"/>
                  <a:pt x="24360" y="17284"/>
                </a:cubicBezTo>
                <a:cubicBezTo>
                  <a:pt x="20187" y="19216"/>
                  <a:pt x="17316" y="21586"/>
                  <a:pt x="15749" y="24395"/>
                </a:cubicBezTo>
                <a:cubicBezTo>
                  <a:pt x="14738" y="26199"/>
                  <a:pt x="14660" y="28024"/>
                  <a:pt x="15514" y="29869"/>
                </a:cubicBezTo>
                <a:cubicBezTo>
                  <a:pt x="16293" y="31552"/>
                  <a:pt x="17672" y="32662"/>
                  <a:pt x="19649" y="33200"/>
                </a:cubicBezTo>
                <a:cubicBezTo>
                  <a:pt x="22165" y="33883"/>
                  <a:pt x="27300" y="33433"/>
                  <a:pt x="35052" y="31851"/>
                </a:cubicBezTo>
                <a:cubicBezTo>
                  <a:pt x="42805" y="30268"/>
                  <a:pt x="48765" y="29586"/>
                  <a:pt x="52931" y="29803"/>
                </a:cubicBezTo>
                <a:cubicBezTo>
                  <a:pt x="57097" y="30018"/>
                  <a:pt x="60835" y="31220"/>
                  <a:pt x="64146" y="33407"/>
                </a:cubicBezTo>
                <a:cubicBezTo>
                  <a:pt x="67456" y="35593"/>
                  <a:pt x="70154" y="38938"/>
                  <a:pt x="72241" y="43444"/>
                </a:cubicBezTo>
                <a:cubicBezTo>
                  <a:pt x="74131" y="47527"/>
                  <a:pt x="74770" y="51876"/>
                  <a:pt x="74156" y="56490"/>
                </a:cubicBezTo>
                <a:cubicBezTo>
                  <a:pt x="73542" y="61104"/>
                  <a:pt x="71566" y="65236"/>
                  <a:pt x="68228" y="68887"/>
                </a:cubicBezTo>
                <a:cubicBezTo>
                  <a:pt x="64890" y="72538"/>
                  <a:pt x="60132" y="75794"/>
                  <a:pt x="53953" y="78655"/>
                </a:cubicBezTo>
                <a:cubicBezTo>
                  <a:pt x="44960" y="82819"/>
                  <a:pt x="37089" y="83934"/>
                  <a:pt x="30340" y="82001"/>
                </a:cubicBezTo>
                <a:cubicBezTo>
                  <a:pt x="23592" y="80067"/>
                  <a:pt x="17903" y="75331"/>
                  <a:pt x="13272" y="677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p">
            <a:extLst xmlns:a="http://schemas.openxmlformats.org/drawingml/2006/main">
              <a:ext uri="{FF2B5EF4-FFF2-40B4-BE49-F238E27FC236}">
                <a16:creationId xmlns:a16="http://schemas.microsoft.com/office/drawing/2014/main" id="{DA736461-453C-4DCD-BABF-B429C9B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803" y="4227993"/>
            <a:ext cx="67748" cy="88634"/>
          </a:xfrm>
          <a:custGeom xmlns:a="http://schemas.openxmlformats.org/drawingml/2006/main">
            <a:pathLst>
              <a:path w="67748" h="88634">
                <a:moveTo>
                  <a:pt x="0" y="18912"/>
                </a:moveTo>
                <a:lnTo>
                  <a:pt x="12461" y="12507"/>
                </a:lnTo>
                <a:lnTo>
                  <a:pt x="16274" y="19926"/>
                </a:lnTo>
                <a:cubicBezTo>
                  <a:pt x="16587" y="16559"/>
                  <a:pt x="17716" y="13374"/>
                  <a:pt x="19659" y="10370"/>
                </a:cubicBezTo>
                <a:cubicBezTo>
                  <a:pt x="21603" y="7367"/>
                  <a:pt x="24255" y="5002"/>
                  <a:pt x="27616" y="3275"/>
                </a:cubicBezTo>
                <a:cubicBezTo>
                  <a:pt x="33482" y="260"/>
                  <a:pt x="39641" y="0"/>
                  <a:pt x="46094" y="2495"/>
                </a:cubicBezTo>
                <a:cubicBezTo>
                  <a:pt x="52547" y="4990"/>
                  <a:pt x="57884" y="10344"/>
                  <a:pt x="62105" y="18556"/>
                </a:cubicBezTo>
                <a:cubicBezTo>
                  <a:pt x="66440" y="26990"/>
                  <a:pt x="67748" y="34604"/>
                  <a:pt x="66030" y="41399"/>
                </a:cubicBezTo>
                <a:cubicBezTo>
                  <a:pt x="64312" y="48195"/>
                  <a:pt x="60520" y="53100"/>
                  <a:pt x="54654" y="56114"/>
                </a:cubicBezTo>
                <a:cubicBezTo>
                  <a:pt x="51864" y="57548"/>
                  <a:pt x="49050" y="58293"/>
                  <a:pt x="46213" y="58349"/>
                </a:cubicBezTo>
                <a:cubicBezTo>
                  <a:pt x="43376" y="58404"/>
                  <a:pt x="40012" y="57728"/>
                  <a:pt x="36122" y="56321"/>
                </a:cubicBezTo>
                <a:lnTo>
                  <a:pt x="49200" y="81765"/>
                </a:lnTo>
                <a:lnTo>
                  <a:pt x="35836" y="88634"/>
                </a:lnTo>
                <a:lnTo>
                  <a:pt x="0" y="18912"/>
                </a:lnTo>
                <a:moveTo>
                  <a:pt x="25750" y="36492"/>
                </a:moveTo>
                <a:cubicBezTo>
                  <a:pt x="28663" y="42158"/>
                  <a:pt x="31940" y="45766"/>
                  <a:pt x="35582" y="47316"/>
                </a:cubicBezTo>
                <a:cubicBezTo>
                  <a:pt x="39225" y="48866"/>
                  <a:pt x="42663" y="48810"/>
                  <a:pt x="45897" y="47148"/>
                </a:cubicBezTo>
                <a:cubicBezTo>
                  <a:pt x="49004" y="45551"/>
                  <a:pt x="50950" y="42980"/>
                  <a:pt x="51734" y="39436"/>
                </a:cubicBezTo>
                <a:cubicBezTo>
                  <a:pt x="52517" y="35892"/>
                  <a:pt x="51453" y="31286"/>
                  <a:pt x="48540" y="25618"/>
                </a:cubicBezTo>
                <a:cubicBezTo>
                  <a:pt x="45822" y="20331"/>
                  <a:pt x="42742" y="16952"/>
                  <a:pt x="39300" y="15479"/>
                </a:cubicBezTo>
                <a:cubicBezTo>
                  <a:pt x="35858" y="14007"/>
                  <a:pt x="32567" y="14077"/>
                  <a:pt x="29428" y="15691"/>
                </a:cubicBezTo>
                <a:cubicBezTo>
                  <a:pt x="26162" y="17369"/>
                  <a:pt x="24098" y="20021"/>
                  <a:pt x="23236" y="23646"/>
                </a:cubicBezTo>
                <a:cubicBezTo>
                  <a:pt x="22373" y="27270"/>
                  <a:pt x="23211" y="31553"/>
                  <a:pt x="25750" y="364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e">
            <a:extLst xmlns:a="http://schemas.openxmlformats.org/drawingml/2006/main">
              <a:ext uri="{FF2B5EF4-FFF2-40B4-BE49-F238E27FC236}">
                <a16:creationId xmlns:a16="http://schemas.microsoft.com/office/drawing/2014/main" id="{58093530-AD8A-4D84-A0FB-15093ED7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682" y="4199077"/>
            <a:ext cx="58744" cy="61592"/>
          </a:xfrm>
          <a:custGeom xmlns:a="http://schemas.openxmlformats.org/drawingml/2006/main">
            <a:pathLst>
              <a:path w="58744" h="61592">
                <a:moveTo>
                  <a:pt x="43430" y="34308"/>
                </a:moveTo>
                <a:lnTo>
                  <a:pt x="57728" y="29178"/>
                </a:lnTo>
                <a:cubicBezTo>
                  <a:pt x="58744" y="34890"/>
                  <a:pt x="58147" y="40012"/>
                  <a:pt x="55938" y="44546"/>
                </a:cubicBezTo>
                <a:cubicBezTo>
                  <a:pt x="53729" y="49079"/>
                  <a:pt x="49909" y="52880"/>
                  <a:pt x="44477" y="55949"/>
                </a:cubicBezTo>
                <a:cubicBezTo>
                  <a:pt x="35880" y="60806"/>
                  <a:pt x="27930" y="61592"/>
                  <a:pt x="20628" y="58306"/>
                </a:cubicBezTo>
                <a:cubicBezTo>
                  <a:pt x="14826" y="55646"/>
                  <a:pt x="9988" y="50887"/>
                  <a:pt x="6113" y="44027"/>
                </a:cubicBezTo>
                <a:cubicBezTo>
                  <a:pt x="1484" y="35833"/>
                  <a:pt x="0" y="28206"/>
                  <a:pt x="1662" y="21146"/>
                </a:cubicBezTo>
                <a:cubicBezTo>
                  <a:pt x="3324" y="14086"/>
                  <a:pt x="7429" y="8706"/>
                  <a:pt x="13979" y="5006"/>
                </a:cubicBezTo>
                <a:cubicBezTo>
                  <a:pt x="21335" y="850"/>
                  <a:pt x="28511" y="0"/>
                  <a:pt x="35508" y="2455"/>
                </a:cubicBezTo>
                <a:cubicBezTo>
                  <a:pt x="42504" y="4911"/>
                  <a:pt x="48741" y="11204"/>
                  <a:pt x="54218" y="21334"/>
                </a:cubicBezTo>
                <a:lnTo>
                  <a:pt x="21442" y="39851"/>
                </a:lnTo>
                <a:cubicBezTo>
                  <a:pt x="23726" y="43678"/>
                  <a:pt x="26487" y="46101"/>
                  <a:pt x="29723" y="47118"/>
                </a:cubicBezTo>
                <a:cubicBezTo>
                  <a:pt x="32959" y="48135"/>
                  <a:pt x="36083" y="47794"/>
                  <a:pt x="39094" y="46093"/>
                </a:cubicBezTo>
                <a:cubicBezTo>
                  <a:pt x="41142" y="44936"/>
                  <a:pt x="42549" y="43404"/>
                  <a:pt x="43315" y="41497"/>
                </a:cubicBezTo>
                <a:cubicBezTo>
                  <a:pt x="44080" y="39591"/>
                  <a:pt x="44119" y="37194"/>
                  <a:pt x="43430" y="34308"/>
                </a:cubicBezTo>
                <a:moveTo>
                  <a:pt x="36705" y="20665"/>
                </a:moveTo>
                <a:cubicBezTo>
                  <a:pt x="34481" y="16946"/>
                  <a:pt x="31884" y="14631"/>
                  <a:pt x="28912" y="13720"/>
                </a:cubicBezTo>
                <a:cubicBezTo>
                  <a:pt x="25941" y="12809"/>
                  <a:pt x="23121" y="13107"/>
                  <a:pt x="20451" y="14615"/>
                </a:cubicBezTo>
                <a:cubicBezTo>
                  <a:pt x="17596" y="16229"/>
                  <a:pt x="15822" y="18597"/>
                  <a:pt x="15129" y="21720"/>
                </a:cubicBezTo>
                <a:cubicBezTo>
                  <a:pt x="14437" y="24843"/>
                  <a:pt x="15111" y="28174"/>
                  <a:pt x="17150" y="31711"/>
                </a:cubicBezTo>
                <a:lnTo>
                  <a:pt x="36705" y="20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c">
            <a:extLst xmlns:a="http://schemas.openxmlformats.org/drawingml/2006/main">
              <a:ext uri="{FF2B5EF4-FFF2-40B4-BE49-F238E27FC236}">
                <a16:creationId xmlns:a16="http://schemas.microsoft.com/office/drawing/2014/main" id="{885D4F9A-9309-4A33-849D-9A57234F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347" y="4166768"/>
            <a:ext cx="59475" cy="61501"/>
          </a:xfrm>
          <a:custGeom xmlns:a="http://schemas.openxmlformats.org/drawingml/2006/main">
            <a:pathLst>
              <a:path w="59475" h="61501">
                <a:moveTo>
                  <a:pt x="45430" y="7301"/>
                </a:moveTo>
                <a:lnTo>
                  <a:pt x="34255" y="17384"/>
                </a:lnTo>
                <a:cubicBezTo>
                  <a:pt x="32280" y="15148"/>
                  <a:pt x="30150" y="13863"/>
                  <a:pt x="27866" y="13529"/>
                </a:cubicBezTo>
                <a:cubicBezTo>
                  <a:pt x="25582" y="13195"/>
                  <a:pt x="23243" y="13771"/>
                  <a:pt x="20850" y="15256"/>
                </a:cubicBezTo>
                <a:cubicBezTo>
                  <a:pt x="17670" y="17230"/>
                  <a:pt x="15812" y="19899"/>
                  <a:pt x="15278" y="23263"/>
                </a:cubicBezTo>
                <a:cubicBezTo>
                  <a:pt x="14744" y="26627"/>
                  <a:pt x="16070" y="30876"/>
                  <a:pt x="19255" y="36009"/>
                </a:cubicBezTo>
                <a:cubicBezTo>
                  <a:pt x="22798" y="41717"/>
                  <a:pt x="26262" y="45152"/>
                  <a:pt x="29647" y="46314"/>
                </a:cubicBezTo>
                <a:cubicBezTo>
                  <a:pt x="33032" y="47475"/>
                  <a:pt x="36345" y="47050"/>
                  <a:pt x="39586" y="45039"/>
                </a:cubicBezTo>
                <a:cubicBezTo>
                  <a:pt x="42009" y="43535"/>
                  <a:pt x="43566" y="41614"/>
                  <a:pt x="44255" y="39277"/>
                </a:cubicBezTo>
                <a:cubicBezTo>
                  <a:pt x="44945" y="36941"/>
                  <a:pt x="44564" y="33894"/>
                  <a:pt x="43113" y="30137"/>
                </a:cubicBezTo>
                <a:lnTo>
                  <a:pt x="57007" y="24535"/>
                </a:lnTo>
                <a:cubicBezTo>
                  <a:pt x="59276" y="31098"/>
                  <a:pt x="59475" y="36996"/>
                  <a:pt x="57603" y="42227"/>
                </a:cubicBezTo>
                <a:cubicBezTo>
                  <a:pt x="55731" y="47459"/>
                  <a:pt x="51691" y="52001"/>
                  <a:pt x="45481" y="55855"/>
                </a:cubicBezTo>
                <a:cubicBezTo>
                  <a:pt x="38424" y="60235"/>
                  <a:pt x="31416" y="61501"/>
                  <a:pt x="24457" y="59652"/>
                </a:cubicBezTo>
                <a:cubicBezTo>
                  <a:pt x="17499" y="57803"/>
                  <a:pt x="11576" y="52941"/>
                  <a:pt x="6688" y="45066"/>
                </a:cubicBezTo>
                <a:cubicBezTo>
                  <a:pt x="1744" y="37099"/>
                  <a:pt x="0" y="29591"/>
                  <a:pt x="1456" y="22541"/>
                </a:cubicBezTo>
                <a:cubicBezTo>
                  <a:pt x="2912" y="15490"/>
                  <a:pt x="7230" y="9737"/>
                  <a:pt x="14409" y="5282"/>
                </a:cubicBezTo>
                <a:cubicBezTo>
                  <a:pt x="20285" y="1635"/>
                  <a:pt x="25742" y="0"/>
                  <a:pt x="30780" y="377"/>
                </a:cubicBezTo>
                <a:cubicBezTo>
                  <a:pt x="35817" y="753"/>
                  <a:pt x="40701" y="3062"/>
                  <a:pt x="45430" y="73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i">
            <a:extLst xmlns:a="http://schemas.openxmlformats.org/drawingml/2006/main">
              <a:ext uri="{FF2B5EF4-FFF2-40B4-BE49-F238E27FC236}">
                <a16:creationId xmlns:a16="http://schemas.microsoft.com/office/drawing/2014/main" id="{2C493212-4AA3-4639-BFF4-778DF411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225" y="4127088"/>
            <a:ext cx="56123" cy="73487"/>
          </a:xfrm>
          <a:custGeom xmlns:a="http://schemas.openxmlformats.org/drawingml/2006/main">
            <a:pathLst>
              <a:path w="56123" h="73487">
                <a:moveTo>
                  <a:pt x="7740" y="19915"/>
                </a:moveTo>
                <a:lnTo>
                  <a:pt x="0" y="8365"/>
                </a:lnTo>
                <a:lnTo>
                  <a:pt x="12482" y="0"/>
                </a:lnTo>
                <a:lnTo>
                  <a:pt x="20222" y="11550"/>
                </a:lnTo>
                <a:lnTo>
                  <a:pt x="7740" y="19915"/>
                </a:lnTo>
                <a:moveTo>
                  <a:pt x="43641" y="73487"/>
                </a:moveTo>
                <a:lnTo>
                  <a:pt x="12026" y="26311"/>
                </a:lnTo>
                <a:lnTo>
                  <a:pt x="24509" y="17946"/>
                </a:lnTo>
                <a:lnTo>
                  <a:pt x="56123" y="65122"/>
                </a:lnTo>
                <a:lnTo>
                  <a:pt x="43641" y="73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f">
            <a:extLst xmlns:a="http://schemas.openxmlformats.org/drawingml/2006/main">
              <a:ext uri="{FF2B5EF4-FFF2-40B4-BE49-F238E27FC236}">
                <a16:creationId xmlns:a16="http://schemas.microsoft.com/office/drawing/2014/main" id="{0D8646A6-F8C3-4609-872B-94E42A9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77" y="4100911"/>
            <a:ext cx="53162" cy="80862"/>
          </a:xfrm>
          <a:custGeom xmlns:a="http://schemas.openxmlformats.org/drawingml/2006/main">
            <a:pathLst>
              <a:path w="53162" h="80862">
                <a:moveTo>
                  <a:pt x="1200" y="39425"/>
                </a:moveTo>
                <a:lnTo>
                  <a:pt x="7998" y="34589"/>
                </a:lnTo>
                <a:lnTo>
                  <a:pt x="5512" y="31095"/>
                </a:lnTo>
                <a:cubicBezTo>
                  <a:pt x="2736" y="27193"/>
                  <a:pt x="1079" y="23987"/>
                  <a:pt x="539" y="21477"/>
                </a:cubicBezTo>
                <a:cubicBezTo>
                  <a:pt x="0" y="18966"/>
                  <a:pt x="412" y="16316"/>
                  <a:pt x="1774" y="13527"/>
                </a:cubicBezTo>
                <a:cubicBezTo>
                  <a:pt x="3137" y="10738"/>
                  <a:pt x="5517" y="8134"/>
                  <a:pt x="8916" y="5716"/>
                </a:cubicBezTo>
                <a:cubicBezTo>
                  <a:pt x="12402" y="3236"/>
                  <a:pt x="16187" y="1331"/>
                  <a:pt x="20271" y="0"/>
                </a:cubicBezTo>
                <a:lnTo>
                  <a:pt x="24691" y="9718"/>
                </a:lnTo>
                <a:cubicBezTo>
                  <a:pt x="22415" y="10638"/>
                  <a:pt x="20376" y="11738"/>
                  <a:pt x="18575" y="13020"/>
                </a:cubicBezTo>
                <a:cubicBezTo>
                  <a:pt x="16803" y="14280"/>
                  <a:pt x="15828" y="15601"/>
                  <a:pt x="15650" y="16981"/>
                </a:cubicBezTo>
                <a:cubicBezTo>
                  <a:pt x="15472" y="18360"/>
                  <a:pt x="16224" y="20231"/>
                  <a:pt x="17906" y="22595"/>
                </a:cubicBezTo>
                <a:lnTo>
                  <a:pt x="20241" y="25878"/>
                </a:lnTo>
                <a:lnTo>
                  <a:pt x="29391" y="19368"/>
                </a:lnTo>
                <a:lnTo>
                  <a:pt x="36273" y="29041"/>
                </a:lnTo>
                <a:lnTo>
                  <a:pt x="27123" y="35551"/>
                </a:lnTo>
                <a:lnTo>
                  <a:pt x="53162" y="72151"/>
                </a:lnTo>
                <a:lnTo>
                  <a:pt x="40919" y="80862"/>
                </a:lnTo>
                <a:lnTo>
                  <a:pt x="14879" y="44262"/>
                </a:lnTo>
                <a:lnTo>
                  <a:pt x="8082" y="49097"/>
                </a:lnTo>
                <a:lnTo>
                  <a:pt x="1200" y="39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i">
            <a:extLst xmlns:a="http://schemas.openxmlformats.org/drawingml/2006/main">
              <a:ext uri="{FF2B5EF4-FFF2-40B4-BE49-F238E27FC236}">
                <a16:creationId xmlns:a16="http://schemas.microsoft.com/office/drawing/2014/main" id="{0F557AA5-1685-43DF-AEFA-4BE8C177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75" y="4088966"/>
            <a:ext cx="59368" cy="71524"/>
          </a:xfrm>
          <a:custGeom xmlns:a="http://schemas.openxmlformats.org/drawingml/2006/main">
            <a:pathLst>
              <a:path w="59368" h="71524">
                <a:moveTo>
                  <a:pt x="8407" y="20159"/>
                </a:moveTo>
                <a:lnTo>
                  <a:pt x="0" y="9086"/>
                </a:lnTo>
                <a:lnTo>
                  <a:pt x="11968" y="0"/>
                </a:lnTo>
                <a:lnTo>
                  <a:pt x="20375" y="11074"/>
                </a:lnTo>
                <a:lnTo>
                  <a:pt x="8407" y="20159"/>
                </a:lnTo>
                <a:moveTo>
                  <a:pt x="47400" y="71524"/>
                </a:moveTo>
                <a:lnTo>
                  <a:pt x="13063" y="26292"/>
                </a:lnTo>
                <a:lnTo>
                  <a:pt x="25031" y="17207"/>
                </a:lnTo>
                <a:lnTo>
                  <a:pt x="59368" y="62439"/>
                </a:lnTo>
                <a:lnTo>
                  <a:pt x="47400" y="71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c">
            <a:extLst xmlns:a="http://schemas.openxmlformats.org/drawingml/2006/main">
              <a:ext uri="{FF2B5EF4-FFF2-40B4-BE49-F238E27FC236}">
                <a16:creationId xmlns:a16="http://schemas.microsoft.com/office/drawing/2014/main" id="{1F1CCF07-1D32-4893-A017-A25936D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10" y="4073064"/>
            <a:ext cx="59925" cy="60761"/>
          </a:xfrm>
          <a:custGeom xmlns:a="http://schemas.openxmlformats.org/drawingml/2006/main">
            <a:pathLst>
              <a:path w="59925" h="60761">
                <a:moveTo>
                  <a:pt x="41831" y="5126"/>
                </a:moveTo>
                <a:lnTo>
                  <a:pt x="32189" y="16684"/>
                </a:lnTo>
                <a:cubicBezTo>
                  <a:pt x="29919" y="14750"/>
                  <a:pt x="27629" y="13778"/>
                  <a:pt x="25321" y="13770"/>
                </a:cubicBezTo>
                <a:cubicBezTo>
                  <a:pt x="23012" y="13761"/>
                  <a:pt x="20778" y="14661"/>
                  <a:pt x="18619" y="16469"/>
                </a:cubicBezTo>
                <a:cubicBezTo>
                  <a:pt x="15749" y="18872"/>
                  <a:pt x="14287" y="21776"/>
                  <a:pt x="14232" y="25182"/>
                </a:cubicBezTo>
                <a:cubicBezTo>
                  <a:pt x="14178" y="28588"/>
                  <a:pt x="16090" y="32607"/>
                  <a:pt x="19968" y="37240"/>
                </a:cubicBezTo>
                <a:cubicBezTo>
                  <a:pt x="24281" y="42391"/>
                  <a:pt x="28195" y="45302"/>
                  <a:pt x="31710" y="45975"/>
                </a:cubicBezTo>
                <a:cubicBezTo>
                  <a:pt x="35225" y="46647"/>
                  <a:pt x="38445" y="45759"/>
                  <a:pt x="41370" y="43310"/>
                </a:cubicBezTo>
                <a:cubicBezTo>
                  <a:pt x="43557" y="41480"/>
                  <a:pt x="44826" y="39359"/>
                  <a:pt x="45179" y="36948"/>
                </a:cubicBezTo>
                <a:cubicBezTo>
                  <a:pt x="45532" y="34537"/>
                  <a:pt x="44725" y="31575"/>
                  <a:pt x="42759" y="28060"/>
                </a:cubicBezTo>
                <a:lnTo>
                  <a:pt x="55723" y="20554"/>
                </a:lnTo>
                <a:cubicBezTo>
                  <a:pt x="58896" y="26731"/>
                  <a:pt x="59925" y="32542"/>
                  <a:pt x="58810" y="37985"/>
                </a:cubicBezTo>
                <a:cubicBezTo>
                  <a:pt x="57695" y="43428"/>
                  <a:pt x="54335" y="48496"/>
                  <a:pt x="48732" y="53187"/>
                </a:cubicBezTo>
                <a:cubicBezTo>
                  <a:pt x="42363" y="58519"/>
                  <a:pt x="35604" y="60761"/>
                  <a:pt x="28454" y="59912"/>
                </a:cubicBezTo>
                <a:cubicBezTo>
                  <a:pt x="21304" y="59063"/>
                  <a:pt x="14754" y="55086"/>
                  <a:pt x="8804" y="47979"/>
                </a:cubicBezTo>
                <a:cubicBezTo>
                  <a:pt x="2786" y="40790"/>
                  <a:pt x="0" y="33603"/>
                  <a:pt x="447" y="26417"/>
                </a:cubicBezTo>
                <a:cubicBezTo>
                  <a:pt x="894" y="19232"/>
                  <a:pt x="4356" y="12928"/>
                  <a:pt x="10835" y="7504"/>
                </a:cubicBezTo>
                <a:cubicBezTo>
                  <a:pt x="16137" y="3064"/>
                  <a:pt x="21309" y="676"/>
                  <a:pt x="26350" y="338"/>
                </a:cubicBezTo>
                <a:cubicBezTo>
                  <a:pt x="31390" y="0"/>
                  <a:pt x="36551" y="1596"/>
                  <a:pt x="41831" y="51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i">
            <a:extLst xmlns:a="http://schemas.openxmlformats.org/drawingml/2006/main">
              <a:ext uri="{FF2B5EF4-FFF2-40B4-BE49-F238E27FC236}">
                <a16:creationId xmlns:a16="http://schemas.microsoft.com/office/drawing/2014/main" id="{4AE5EEDB-38B8-4832-B8C0-D3F3355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533" y="4031660"/>
            <a:ext cx="64562" cy="67481"/>
          </a:xfrm>
          <a:custGeom xmlns:a="http://schemas.openxmlformats.org/drawingml/2006/main">
            <a:pathLst>
              <a:path w="64562" h="67481">
                <a:moveTo>
                  <a:pt x="9506" y="20419"/>
                </a:moveTo>
                <a:lnTo>
                  <a:pt x="0" y="10273"/>
                </a:lnTo>
                <a:lnTo>
                  <a:pt x="10965" y="0"/>
                </a:lnTo>
                <a:lnTo>
                  <a:pt x="20471" y="10146"/>
                </a:lnTo>
                <a:lnTo>
                  <a:pt x="9506" y="20419"/>
                </a:lnTo>
                <a:moveTo>
                  <a:pt x="53597" y="67481"/>
                </a:moveTo>
                <a:lnTo>
                  <a:pt x="14770" y="26039"/>
                </a:lnTo>
                <a:lnTo>
                  <a:pt x="25736" y="15765"/>
                </a:lnTo>
                <a:lnTo>
                  <a:pt x="64562" y="57208"/>
                </a:lnTo>
                <a:lnTo>
                  <a:pt x="53597" y="674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t">
            <a:extLst xmlns:a="http://schemas.openxmlformats.org/drawingml/2006/main">
              <a:ext uri="{FF2B5EF4-FFF2-40B4-BE49-F238E27FC236}">
                <a16:creationId xmlns:a16="http://schemas.microsoft.com/office/drawing/2014/main" id="{2BA4FDC5-D65F-47EC-B93E-EF760A56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407" y="4011528"/>
            <a:ext cx="66698" cy="60352"/>
          </a:xfrm>
          <a:custGeom xmlns:a="http://schemas.openxmlformats.org/drawingml/2006/main">
            <a:pathLst>
              <a:path w="66698" h="60352">
                <a:moveTo>
                  <a:pt x="25788" y="6710"/>
                </a:moveTo>
                <a:lnTo>
                  <a:pt x="34383" y="15053"/>
                </a:lnTo>
                <a:lnTo>
                  <a:pt x="27233" y="22420"/>
                </a:lnTo>
                <a:lnTo>
                  <a:pt x="43630" y="38334"/>
                </a:lnTo>
                <a:cubicBezTo>
                  <a:pt x="46950" y="41557"/>
                  <a:pt x="48954" y="43365"/>
                  <a:pt x="49639" y="43757"/>
                </a:cubicBezTo>
                <a:cubicBezTo>
                  <a:pt x="50324" y="44149"/>
                  <a:pt x="51088" y="44269"/>
                  <a:pt x="51930" y="44118"/>
                </a:cubicBezTo>
                <a:cubicBezTo>
                  <a:pt x="52772" y="43966"/>
                  <a:pt x="53540" y="43532"/>
                  <a:pt x="54235" y="42815"/>
                </a:cubicBezTo>
                <a:cubicBezTo>
                  <a:pt x="55204" y="41818"/>
                  <a:pt x="56261" y="40037"/>
                  <a:pt x="57408" y="37474"/>
                </a:cubicBezTo>
                <a:lnTo>
                  <a:pt x="66698" y="44702"/>
                </a:lnTo>
                <a:cubicBezTo>
                  <a:pt x="65344" y="48256"/>
                  <a:pt x="63128" y="51620"/>
                  <a:pt x="60049" y="54792"/>
                </a:cubicBezTo>
                <a:cubicBezTo>
                  <a:pt x="58162" y="56736"/>
                  <a:pt x="56135" y="58172"/>
                  <a:pt x="53968" y="59099"/>
                </a:cubicBezTo>
                <a:cubicBezTo>
                  <a:pt x="51801" y="60026"/>
                  <a:pt x="49846" y="60352"/>
                  <a:pt x="48102" y="60075"/>
                </a:cubicBezTo>
                <a:cubicBezTo>
                  <a:pt x="46359" y="59799"/>
                  <a:pt x="44468" y="58945"/>
                  <a:pt x="42430" y="57513"/>
                </a:cubicBezTo>
                <a:cubicBezTo>
                  <a:pt x="40953" y="56527"/>
                  <a:pt x="38308" y="54184"/>
                  <a:pt x="34497" y="50484"/>
                </a:cubicBezTo>
                <a:lnTo>
                  <a:pt x="16730" y="33241"/>
                </a:lnTo>
                <a:lnTo>
                  <a:pt x="11926" y="38191"/>
                </a:lnTo>
                <a:lnTo>
                  <a:pt x="3331" y="29849"/>
                </a:lnTo>
                <a:lnTo>
                  <a:pt x="8135" y="24899"/>
                </a:lnTo>
                <a:lnTo>
                  <a:pt x="0" y="17003"/>
                </a:lnTo>
                <a:lnTo>
                  <a:pt x="4133" y="0"/>
                </a:lnTo>
                <a:lnTo>
                  <a:pt x="18637" y="14078"/>
                </a:lnTo>
                <a:lnTo>
                  <a:pt x="25788" y="6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y">
            <a:extLst xmlns:a="http://schemas.openxmlformats.org/drawingml/2006/main">
              <a:ext uri="{FF2B5EF4-FFF2-40B4-BE49-F238E27FC236}">
                <a16:creationId xmlns:a16="http://schemas.microsoft.com/office/drawing/2014/main" id="{1B1FC105-1C85-4F30-B812-EFC33BE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382" y="3971677"/>
            <a:ext cx="76241" cy="91440"/>
          </a:xfrm>
          <a:custGeom xmlns:a="http://schemas.openxmlformats.org/drawingml/2006/main">
            <a:pathLst>
              <a:path w="76241" h="91440">
                <a:moveTo>
                  <a:pt x="0" y="45084"/>
                </a:moveTo>
                <a:lnTo>
                  <a:pt x="10161" y="32740"/>
                </a:lnTo>
                <a:lnTo>
                  <a:pt x="49953" y="47902"/>
                </a:lnTo>
                <a:lnTo>
                  <a:pt x="27221" y="12014"/>
                </a:lnTo>
                <a:lnTo>
                  <a:pt x="37111" y="0"/>
                </a:lnTo>
                <a:lnTo>
                  <a:pt x="66575" y="50226"/>
                </a:lnTo>
                <a:lnTo>
                  <a:pt x="71963" y="59301"/>
                </a:lnTo>
                <a:cubicBezTo>
                  <a:pt x="73685" y="62427"/>
                  <a:pt x="74840" y="65006"/>
                  <a:pt x="75430" y="67038"/>
                </a:cubicBezTo>
                <a:cubicBezTo>
                  <a:pt x="76020" y="69070"/>
                  <a:pt x="76241" y="71030"/>
                  <a:pt x="76095" y="72919"/>
                </a:cubicBezTo>
                <a:cubicBezTo>
                  <a:pt x="75949" y="74807"/>
                  <a:pt x="75391" y="76818"/>
                  <a:pt x="74420" y="78951"/>
                </a:cubicBezTo>
                <a:cubicBezTo>
                  <a:pt x="73449" y="81083"/>
                  <a:pt x="72058" y="83251"/>
                  <a:pt x="70245" y="85453"/>
                </a:cubicBezTo>
                <a:cubicBezTo>
                  <a:pt x="68410" y="87682"/>
                  <a:pt x="66375" y="89678"/>
                  <a:pt x="64140" y="91440"/>
                </a:cubicBezTo>
                <a:lnTo>
                  <a:pt x="54207" y="84995"/>
                </a:lnTo>
                <a:cubicBezTo>
                  <a:pt x="56060" y="83473"/>
                  <a:pt x="57587" y="81983"/>
                  <a:pt x="58788" y="80524"/>
                </a:cubicBezTo>
                <a:cubicBezTo>
                  <a:pt x="61009" y="77827"/>
                  <a:pt x="61860" y="75180"/>
                  <a:pt x="61342" y="72583"/>
                </a:cubicBezTo>
                <a:cubicBezTo>
                  <a:pt x="60824" y="69987"/>
                  <a:pt x="59624" y="67337"/>
                  <a:pt x="57740" y="64632"/>
                </a:cubicBezTo>
                <a:lnTo>
                  <a:pt x="0" y="450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*">
            <a:extLst xmlns:a="http://schemas.openxmlformats.org/drawingml/2006/main">
              <a:ext uri="{FF2B5EF4-FFF2-40B4-BE49-F238E27FC236}">
                <a16:creationId xmlns:a16="http://schemas.microsoft.com/office/drawing/2014/main" id="{003DB945-4E92-47BF-8BAB-B71F334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194" y="3931654"/>
            <a:ext cx="37488" cy="39501"/>
          </a:xfrm>
          <a:custGeom xmlns:a="http://schemas.openxmlformats.org/drawingml/2006/main">
            <a:pathLst>
              <a:path w="37488" h="39501">
                <a:moveTo>
                  <a:pt x="29789" y="36175"/>
                </a:moveTo>
                <a:lnTo>
                  <a:pt x="20131" y="39501"/>
                </a:lnTo>
                <a:cubicBezTo>
                  <a:pt x="19133" y="35779"/>
                  <a:pt x="18297" y="32036"/>
                  <a:pt x="17623" y="28270"/>
                </a:cubicBezTo>
                <a:cubicBezTo>
                  <a:pt x="17339" y="26763"/>
                  <a:pt x="17156" y="25812"/>
                  <a:pt x="17074" y="25418"/>
                </a:cubicBezTo>
                <a:cubicBezTo>
                  <a:pt x="16465" y="26084"/>
                  <a:pt x="14570" y="27890"/>
                  <a:pt x="11389" y="30835"/>
                </a:cubicBezTo>
                <a:cubicBezTo>
                  <a:pt x="9093" y="32953"/>
                  <a:pt x="7530" y="34316"/>
                  <a:pt x="6701" y="34924"/>
                </a:cubicBezTo>
                <a:lnTo>
                  <a:pt x="557" y="27128"/>
                </a:lnTo>
                <a:cubicBezTo>
                  <a:pt x="4705" y="24262"/>
                  <a:pt x="8744" y="21922"/>
                  <a:pt x="12675" y="20107"/>
                </a:cubicBezTo>
                <a:cubicBezTo>
                  <a:pt x="7315" y="17619"/>
                  <a:pt x="3090" y="15363"/>
                  <a:pt x="0" y="13339"/>
                </a:cubicBezTo>
                <a:lnTo>
                  <a:pt x="5215" y="5377"/>
                </a:lnTo>
                <a:cubicBezTo>
                  <a:pt x="7406" y="6812"/>
                  <a:pt x="11154" y="9842"/>
                  <a:pt x="16457" y="14466"/>
                </a:cubicBezTo>
                <a:cubicBezTo>
                  <a:pt x="16609" y="13713"/>
                  <a:pt x="16868" y="12050"/>
                  <a:pt x="17232" y="9477"/>
                </a:cubicBezTo>
                <a:cubicBezTo>
                  <a:pt x="17768" y="5992"/>
                  <a:pt x="18345" y="2833"/>
                  <a:pt x="18965" y="0"/>
                </a:cubicBezTo>
                <a:lnTo>
                  <a:pt x="28659" y="2962"/>
                </a:lnTo>
                <a:cubicBezTo>
                  <a:pt x="27235" y="6759"/>
                  <a:pt x="25453" y="11068"/>
                  <a:pt x="23315" y="15890"/>
                </a:cubicBezTo>
                <a:lnTo>
                  <a:pt x="32814" y="14441"/>
                </a:lnTo>
                <a:cubicBezTo>
                  <a:pt x="34729" y="14161"/>
                  <a:pt x="36275" y="13959"/>
                  <a:pt x="37453" y="13836"/>
                </a:cubicBezTo>
                <a:lnTo>
                  <a:pt x="37488" y="23639"/>
                </a:lnTo>
                <a:lnTo>
                  <a:pt x="23632" y="23193"/>
                </a:lnTo>
                <a:cubicBezTo>
                  <a:pt x="25652" y="27115"/>
                  <a:pt x="27704" y="31443"/>
                  <a:pt x="29789" y="36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G">
            <a:extLst xmlns:a="http://schemas.openxmlformats.org/drawingml/2006/main">
              <a:ext uri="{FF2B5EF4-FFF2-40B4-BE49-F238E27FC236}">
                <a16:creationId xmlns:a16="http://schemas.microsoft.com/office/drawing/2014/main" id="{80677C70-D4FE-4B26-B769-78F74A48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080" y="4319188"/>
            <a:ext cx="77500" cy="84233"/>
          </a:xfrm>
          <a:custGeom xmlns:a="http://schemas.openxmlformats.org/drawingml/2006/main">
            <a:pathLst>
              <a:path w="77500" h="84233">
                <a:moveTo>
                  <a:pt x="38626" y="52569"/>
                </a:moveTo>
                <a:lnTo>
                  <a:pt x="41338" y="39317"/>
                </a:lnTo>
                <a:lnTo>
                  <a:pt x="75521" y="46312"/>
                </a:lnTo>
                <a:lnTo>
                  <a:pt x="69134" y="77525"/>
                </a:lnTo>
                <a:cubicBezTo>
                  <a:pt x="65154" y="80063"/>
                  <a:pt x="59761" y="81913"/>
                  <a:pt x="52955" y="83073"/>
                </a:cubicBezTo>
                <a:cubicBezTo>
                  <a:pt x="46149" y="84233"/>
                  <a:pt x="39513" y="84152"/>
                  <a:pt x="33048" y="82829"/>
                </a:cubicBezTo>
                <a:cubicBezTo>
                  <a:pt x="24833" y="81148"/>
                  <a:pt x="18023" y="77961"/>
                  <a:pt x="12620" y="73269"/>
                </a:cubicBezTo>
                <a:cubicBezTo>
                  <a:pt x="7216" y="68577"/>
                  <a:pt x="3634" y="62715"/>
                  <a:pt x="1872" y="55684"/>
                </a:cubicBezTo>
                <a:cubicBezTo>
                  <a:pt x="111" y="48652"/>
                  <a:pt x="0" y="41372"/>
                  <a:pt x="1540" y="33845"/>
                </a:cubicBezTo>
                <a:cubicBezTo>
                  <a:pt x="3212" y="25676"/>
                  <a:pt x="6412" y="18768"/>
                  <a:pt x="11140" y="13120"/>
                </a:cubicBezTo>
                <a:cubicBezTo>
                  <a:pt x="15869" y="7472"/>
                  <a:pt x="21884" y="3629"/>
                  <a:pt x="29185" y="1593"/>
                </a:cubicBezTo>
                <a:cubicBezTo>
                  <a:pt x="34755" y="19"/>
                  <a:pt x="41290" y="0"/>
                  <a:pt x="48791" y="1535"/>
                </a:cubicBezTo>
                <a:cubicBezTo>
                  <a:pt x="58542" y="3530"/>
                  <a:pt x="65741" y="7134"/>
                  <a:pt x="70387" y="12345"/>
                </a:cubicBezTo>
                <a:cubicBezTo>
                  <a:pt x="75033" y="17555"/>
                  <a:pt x="77404" y="23927"/>
                  <a:pt x="77500" y="31462"/>
                </a:cubicBezTo>
                <a:lnTo>
                  <a:pt x="61135" y="31231"/>
                </a:lnTo>
                <a:cubicBezTo>
                  <a:pt x="60819" y="27140"/>
                  <a:pt x="59362" y="23664"/>
                  <a:pt x="56766" y="20804"/>
                </a:cubicBezTo>
                <a:cubicBezTo>
                  <a:pt x="54169" y="17942"/>
                  <a:pt x="50585" y="16044"/>
                  <a:pt x="46013" y="15108"/>
                </a:cubicBezTo>
                <a:cubicBezTo>
                  <a:pt x="39084" y="13690"/>
                  <a:pt x="33126" y="14754"/>
                  <a:pt x="28139" y="18299"/>
                </a:cubicBezTo>
                <a:cubicBezTo>
                  <a:pt x="23153" y="21844"/>
                  <a:pt x="19777" y="27927"/>
                  <a:pt x="18013" y="36548"/>
                </a:cubicBezTo>
                <a:cubicBezTo>
                  <a:pt x="16110" y="45846"/>
                  <a:pt x="16755" y="53244"/>
                  <a:pt x="19947" y="58741"/>
                </a:cubicBezTo>
                <a:cubicBezTo>
                  <a:pt x="23139" y="64238"/>
                  <a:pt x="28093" y="67673"/>
                  <a:pt x="34808" y="69047"/>
                </a:cubicBezTo>
                <a:cubicBezTo>
                  <a:pt x="38130" y="69727"/>
                  <a:pt x="41593" y="69761"/>
                  <a:pt x="45198" y="69148"/>
                </a:cubicBezTo>
                <a:cubicBezTo>
                  <a:pt x="48803" y="68536"/>
                  <a:pt x="51991" y="67551"/>
                  <a:pt x="54762" y="66194"/>
                </a:cubicBezTo>
                <a:lnTo>
                  <a:pt x="56790" y="56286"/>
                </a:lnTo>
                <a:lnTo>
                  <a:pt x="38626" y="52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e">
            <a:extLst xmlns:a="http://schemas.openxmlformats.org/drawingml/2006/main">
              <a:ext uri="{FF2B5EF4-FFF2-40B4-BE49-F238E27FC236}">
                <a16:creationId xmlns:a16="http://schemas.microsoft.com/office/drawing/2014/main" id="{3E9FFC38-49C0-4431-8F7F-1081A71F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079" y="4353855"/>
            <a:ext cx="56337" cy="62296"/>
          </a:xfrm>
          <a:custGeom xmlns:a="http://schemas.openxmlformats.org/drawingml/2006/main">
            <a:pathLst>
              <a:path w="56337" h="62296">
                <a:moveTo>
                  <a:pt x="37248" y="43417"/>
                </a:moveTo>
                <a:lnTo>
                  <a:pt x="51914" y="48541"/>
                </a:lnTo>
                <a:cubicBezTo>
                  <a:pt x="49046" y="53719"/>
                  <a:pt x="45276" y="57394"/>
                  <a:pt x="40603" y="59566"/>
                </a:cubicBezTo>
                <a:cubicBezTo>
                  <a:pt x="35930" y="61739"/>
                  <a:pt x="30447" y="62296"/>
                  <a:pt x="24155" y="61237"/>
                </a:cubicBezTo>
                <a:cubicBezTo>
                  <a:pt x="14196" y="59560"/>
                  <a:pt x="7372" y="55074"/>
                  <a:pt x="3683" y="47779"/>
                </a:cubicBezTo>
                <a:cubicBezTo>
                  <a:pt x="783" y="41944"/>
                  <a:pt x="0" y="35064"/>
                  <a:pt x="1334" y="27139"/>
                </a:cubicBezTo>
                <a:cubicBezTo>
                  <a:pt x="2927" y="17672"/>
                  <a:pt x="6656" y="10676"/>
                  <a:pt x="12520" y="6150"/>
                </a:cubicBezTo>
                <a:cubicBezTo>
                  <a:pt x="18384" y="1624"/>
                  <a:pt x="25109" y="0"/>
                  <a:pt x="32695" y="1277"/>
                </a:cubicBezTo>
                <a:cubicBezTo>
                  <a:pt x="41216" y="2711"/>
                  <a:pt x="47467" y="6649"/>
                  <a:pt x="51448" y="13090"/>
                </a:cubicBezTo>
                <a:cubicBezTo>
                  <a:pt x="55429" y="19531"/>
                  <a:pt x="56337" y="28525"/>
                  <a:pt x="54172" y="40071"/>
                </a:cubicBezTo>
                <a:lnTo>
                  <a:pt x="16205" y="33680"/>
                </a:lnTo>
                <a:cubicBezTo>
                  <a:pt x="15558" y="38181"/>
                  <a:pt x="16194" y="41874"/>
                  <a:pt x="18111" y="44759"/>
                </a:cubicBezTo>
                <a:cubicBezTo>
                  <a:pt x="20029" y="47645"/>
                  <a:pt x="22731" y="49381"/>
                  <a:pt x="26219" y="49968"/>
                </a:cubicBezTo>
                <a:cubicBezTo>
                  <a:pt x="28592" y="50368"/>
                  <a:pt x="30696" y="50058"/>
                  <a:pt x="32531" y="49039"/>
                </a:cubicBezTo>
                <a:cubicBezTo>
                  <a:pt x="34366" y="48021"/>
                  <a:pt x="35938" y="46147"/>
                  <a:pt x="37248" y="43417"/>
                </a:cubicBezTo>
                <a:moveTo>
                  <a:pt x="40682" y="28287"/>
                </a:moveTo>
                <a:cubicBezTo>
                  <a:pt x="41308" y="23912"/>
                  <a:pt x="40733" y="20408"/>
                  <a:pt x="38958" y="17777"/>
                </a:cubicBezTo>
                <a:cubicBezTo>
                  <a:pt x="37182" y="15146"/>
                  <a:pt x="34748" y="13570"/>
                  <a:pt x="31656" y="13050"/>
                </a:cubicBezTo>
                <a:cubicBezTo>
                  <a:pt x="28349" y="12493"/>
                  <a:pt x="25415" y="13229"/>
                  <a:pt x="22855" y="15259"/>
                </a:cubicBezTo>
                <a:cubicBezTo>
                  <a:pt x="20295" y="17289"/>
                  <a:pt x="18687" y="20361"/>
                  <a:pt x="18032" y="24474"/>
                </a:cubicBezTo>
                <a:lnTo>
                  <a:pt x="40682" y="28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n">
            <a:extLst xmlns:a="http://schemas.openxmlformats.org/drawingml/2006/main">
              <a:ext uri="{FF2B5EF4-FFF2-40B4-BE49-F238E27FC236}">
                <a16:creationId xmlns:a16="http://schemas.microsoft.com/office/drawing/2014/main" id="{73024FFC-E963-4A42-8D44-63E717A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25" y="4362501"/>
            <a:ext cx="58118" cy="64563"/>
          </a:xfrm>
          <a:custGeom xmlns:a="http://schemas.openxmlformats.org/drawingml/2006/main">
            <a:pathLst>
              <a:path w="58118" h="64563">
                <a:moveTo>
                  <a:pt x="52451" y="64563"/>
                </a:moveTo>
                <a:lnTo>
                  <a:pt x="37225" y="62482"/>
                </a:lnTo>
                <a:lnTo>
                  <a:pt x="41224" y="33224"/>
                </a:lnTo>
                <a:cubicBezTo>
                  <a:pt x="42070" y="27034"/>
                  <a:pt x="42293" y="22986"/>
                  <a:pt x="41891" y="21080"/>
                </a:cubicBezTo>
                <a:cubicBezTo>
                  <a:pt x="41489" y="19174"/>
                  <a:pt x="40625" y="17617"/>
                  <a:pt x="39300" y="16409"/>
                </a:cubicBezTo>
                <a:cubicBezTo>
                  <a:pt x="37975" y="15202"/>
                  <a:pt x="36283" y="14457"/>
                  <a:pt x="34224" y="14176"/>
                </a:cubicBezTo>
                <a:cubicBezTo>
                  <a:pt x="31587" y="13815"/>
                  <a:pt x="29122" y="14212"/>
                  <a:pt x="26830" y="15366"/>
                </a:cubicBezTo>
                <a:cubicBezTo>
                  <a:pt x="24538" y="16518"/>
                  <a:pt x="22842" y="18229"/>
                  <a:pt x="21740" y="20499"/>
                </a:cubicBezTo>
                <a:cubicBezTo>
                  <a:pt x="20639" y="22767"/>
                  <a:pt x="19651" y="27104"/>
                  <a:pt x="18775" y="33511"/>
                </a:cubicBezTo>
                <a:lnTo>
                  <a:pt x="15226" y="59475"/>
                </a:lnTo>
                <a:lnTo>
                  <a:pt x="0" y="57393"/>
                </a:lnTo>
                <a:lnTo>
                  <a:pt x="7845" y="0"/>
                </a:lnTo>
                <a:lnTo>
                  <a:pt x="21987" y="1933"/>
                </a:lnTo>
                <a:lnTo>
                  <a:pt x="20835" y="10364"/>
                </a:lnTo>
                <a:cubicBezTo>
                  <a:pt x="26743" y="4565"/>
                  <a:pt x="33507" y="2187"/>
                  <a:pt x="41129" y="3228"/>
                </a:cubicBezTo>
                <a:cubicBezTo>
                  <a:pt x="44489" y="3688"/>
                  <a:pt x="47477" y="4711"/>
                  <a:pt x="50093" y="6298"/>
                </a:cubicBezTo>
                <a:cubicBezTo>
                  <a:pt x="52710" y="7885"/>
                  <a:pt x="54604" y="9713"/>
                  <a:pt x="55774" y="11781"/>
                </a:cubicBezTo>
                <a:cubicBezTo>
                  <a:pt x="56945" y="13850"/>
                  <a:pt x="57648" y="16111"/>
                  <a:pt x="57883" y="18566"/>
                </a:cubicBezTo>
                <a:cubicBezTo>
                  <a:pt x="58118" y="21020"/>
                  <a:pt x="57932" y="24463"/>
                  <a:pt x="57327" y="28895"/>
                </a:cubicBezTo>
                <a:lnTo>
                  <a:pt x="52451" y="6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e">
            <a:extLst xmlns:a="http://schemas.openxmlformats.org/drawingml/2006/main">
              <a:ext uri="{FF2B5EF4-FFF2-40B4-BE49-F238E27FC236}">
                <a16:creationId xmlns:a16="http://schemas.microsoft.com/office/drawing/2014/main" id="{71FE32E9-A301-4914-A700-6F8F7436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245" y="4371435"/>
            <a:ext cx="55804" cy="61828"/>
          </a:xfrm>
          <a:custGeom xmlns:a="http://schemas.openxmlformats.org/drawingml/2006/main">
            <a:pathLst>
              <a:path w="55804" h="61828">
                <a:moveTo>
                  <a:pt x="37706" y="42553"/>
                </a:moveTo>
                <a:lnTo>
                  <a:pt x="52669" y="46730"/>
                </a:lnTo>
                <a:cubicBezTo>
                  <a:pt x="50137" y="52080"/>
                  <a:pt x="46609" y="55989"/>
                  <a:pt x="42084" y="58455"/>
                </a:cubicBezTo>
                <a:cubicBezTo>
                  <a:pt x="37560" y="60922"/>
                  <a:pt x="32124" y="61828"/>
                  <a:pt x="25777" y="61172"/>
                </a:cubicBezTo>
                <a:cubicBezTo>
                  <a:pt x="15732" y="60135"/>
                  <a:pt x="8635" y="56094"/>
                  <a:pt x="4487" y="49050"/>
                </a:cubicBezTo>
                <a:cubicBezTo>
                  <a:pt x="1221" y="43412"/>
                  <a:pt x="0" y="36596"/>
                  <a:pt x="825" y="28602"/>
                </a:cubicBezTo>
                <a:cubicBezTo>
                  <a:pt x="1811" y="19053"/>
                  <a:pt x="5085" y="11833"/>
                  <a:pt x="10648" y="6942"/>
                </a:cubicBezTo>
                <a:cubicBezTo>
                  <a:pt x="16211" y="2051"/>
                  <a:pt x="22819" y="0"/>
                  <a:pt x="30471" y="790"/>
                </a:cubicBezTo>
                <a:cubicBezTo>
                  <a:pt x="39066" y="1677"/>
                  <a:pt x="45556" y="5208"/>
                  <a:pt x="49940" y="11381"/>
                </a:cubicBezTo>
                <a:cubicBezTo>
                  <a:pt x="54324" y="17555"/>
                  <a:pt x="55804" y="26472"/>
                  <a:pt x="54381" y="38133"/>
                </a:cubicBezTo>
                <a:lnTo>
                  <a:pt x="16083" y="34180"/>
                </a:lnTo>
                <a:cubicBezTo>
                  <a:pt x="15725" y="38713"/>
                  <a:pt x="16595" y="42357"/>
                  <a:pt x="18693" y="45115"/>
                </a:cubicBezTo>
                <a:cubicBezTo>
                  <a:pt x="20791" y="47872"/>
                  <a:pt x="23599" y="49432"/>
                  <a:pt x="27117" y="49795"/>
                </a:cubicBezTo>
                <a:cubicBezTo>
                  <a:pt x="29510" y="50042"/>
                  <a:pt x="31590" y="49599"/>
                  <a:pt x="33357" y="48465"/>
                </a:cubicBezTo>
                <a:cubicBezTo>
                  <a:pt x="35123" y="47332"/>
                  <a:pt x="36573" y="45361"/>
                  <a:pt x="37706" y="42553"/>
                </a:cubicBezTo>
                <a:moveTo>
                  <a:pt x="40167" y="27234"/>
                </a:moveTo>
                <a:cubicBezTo>
                  <a:pt x="40511" y="22828"/>
                  <a:pt x="39714" y="19369"/>
                  <a:pt x="37774" y="16857"/>
                </a:cubicBezTo>
                <a:cubicBezTo>
                  <a:pt x="35834" y="14344"/>
                  <a:pt x="33305" y="12927"/>
                  <a:pt x="30186" y="12605"/>
                </a:cubicBezTo>
                <a:cubicBezTo>
                  <a:pt x="26850" y="12260"/>
                  <a:pt x="23969" y="13183"/>
                  <a:pt x="21544" y="15371"/>
                </a:cubicBezTo>
                <a:cubicBezTo>
                  <a:pt x="19118" y="17561"/>
                  <a:pt x="17710" y="20729"/>
                  <a:pt x="17319" y="24876"/>
                </a:cubicBezTo>
                <a:lnTo>
                  <a:pt x="40167" y="27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ra">
            <a:extLst xmlns:a="http://schemas.openxmlformats.org/drawingml/2006/main">
              <a:ext uri="{FF2B5EF4-FFF2-40B4-BE49-F238E27FC236}">
                <a16:creationId xmlns:a16="http://schemas.microsoft.com/office/drawing/2014/main" id="{98BA01FA-B659-4188-9A51-917788AB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576" y="4377225"/>
            <a:ext cx="96083" cy="63078"/>
          </a:xfrm>
          <a:custGeom xmlns:a="http://schemas.openxmlformats.org/drawingml/2006/main">
            <a:pathLst>
              <a:path w="96083" h="63078">
                <a:moveTo>
                  <a:pt x="15326" y="58896"/>
                </a:moveTo>
                <a:lnTo>
                  <a:pt x="0" y="57772"/>
                </a:lnTo>
                <a:lnTo>
                  <a:pt x="4237" y="0"/>
                </a:lnTo>
                <a:lnTo>
                  <a:pt x="18473" y="1044"/>
                </a:lnTo>
                <a:lnTo>
                  <a:pt x="17870" y="9258"/>
                </a:lnTo>
                <a:cubicBezTo>
                  <a:pt x="20591" y="5557"/>
                  <a:pt x="22970" y="3161"/>
                  <a:pt x="25005" y="2070"/>
                </a:cubicBezTo>
                <a:cubicBezTo>
                  <a:pt x="27041" y="980"/>
                  <a:pt x="29295" y="525"/>
                  <a:pt x="31768" y="707"/>
                </a:cubicBezTo>
                <a:cubicBezTo>
                  <a:pt x="35259" y="963"/>
                  <a:pt x="38552" y="2170"/>
                  <a:pt x="41647" y="4330"/>
                </a:cubicBezTo>
                <a:lnTo>
                  <a:pt x="35924" y="17310"/>
                </a:lnTo>
                <a:cubicBezTo>
                  <a:pt x="33465" y="15452"/>
                  <a:pt x="31126" y="14442"/>
                  <a:pt x="28908" y="14279"/>
                </a:cubicBezTo>
                <a:cubicBezTo>
                  <a:pt x="26763" y="14122"/>
                  <a:pt x="24901" y="14578"/>
                  <a:pt x="23324" y="15647"/>
                </a:cubicBezTo>
                <a:cubicBezTo>
                  <a:pt x="21747" y="16716"/>
                  <a:pt x="20418" y="18761"/>
                  <a:pt x="19337" y="21781"/>
                </a:cubicBezTo>
                <a:cubicBezTo>
                  <a:pt x="18257" y="24801"/>
                  <a:pt x="17356" y="31225"/>
                  <a:pt x="16635" y="41053"/>
                </a:cubicBezTo>
                <a:lnTo>
                  <a:pt x="15326" y="58896"/>
                </a:lnTo>
                <a:close/>
                <a:moveTo>
                  <a:pt x="58772" y="21470"/>
                </a:moveTo>
                <a:lnTo>
                  <a:pt x="44941" y="18389"/>
                </a:lnTo>
                <a:cubicBezTo>
                  <a:pt x="46741" y="12784"/>
                  <a:pt x="49610" y="8699"/>
                  <a:pt x="53547" y="6133"/>
                </a:cubicBezTo>
                <a:cubicBezTo>
                  <a:pt x="57484" y="3566"/>
                  <a:pt x="63223" y="2437"/>
                  <a:pt x="70764" y="2748"/>
                </a:cubicBezTo>
                <a:cubicBezTo>
                  <a:pt x="77613" y="3031"/>
                  <a:pt x="82679" y="4049"/>
                  <a:pt x="85964" y="5804"/>
                </a:cubicBezTo>
                <a:cubicBezTo>
                  <a:pt x="89249" y="7559"/>
                  <a:pt x="91523" y="9709"/>
                  <a:pt x="92786" y="12254"/>
                </a:cubicBezTo>
                <a:cubicBezTo>
                  <a:pt x="94050" y="14799"/>
                  <a:pt x="94545" y="19396"/>
                  <a:pt x="94271" y="26045"/>
                </a:cubicBezTo>
                <a:lnTo>
                  <a:pt x="93370" y="43914"/>
                </a:lnTo>
                <a:cubicBezTo>
                  <a:pt x="93160" y="49000"/>
                  <a:pt x="93251" y="52762"/>
                  <a:pt x="93644" y="55198"/>
                </a:cubicBezTo>
                <a:cubicBezTo>
                  <a:pt x="94036" y="57635"/>
                  <a:pt x="94849" y="60261"/>
                  <a:pt x="96083" y="63078"/>
                </a:cubicBezTo>
                <a:lnTo>
                  <a:pt x="80892" y="62452"/>
                </a:lnTo>
                <a:cubicBezTo>
                  <a:pt x="80533" y="61418"/>
                  <a:pt x="80104" y="59890"/>
                  <a:pt x="79603" y="57868"/>
                </a:cubicBezTo>
                <a:cubicBezTo>
                  <a:pt x="79386" y="56949"/>
                  <a:pt x="79228" y="56342"/>
                  <a:pt x="79131" y="56047"/>
                </a:cubicBezTo>
                <a:cubicBezTo>
                  <a:pt x="76403" y="58482"/>
                  <a:pt x="73520" y="60274"/>
                  <a:pt x="70480" y="61422"/>
                </a:cubicBezTo>
                <a:cubicBezTo>
                  <a:pt x="67441" y="62571"/>
                  <a:pt x="64227" y="63075"/>
                  <a:pt x="60839" y="62936"/>
                </a:cubicBezTo>
                <a:cubicBezTo>
                  <a:pt x="54865" y="62689"/>
                  <a:pt x="50223" y="60885"/>
                  <a:pt x="46913" y="57523"/>
                </a:cubicBezTo>
                <a:cubicBezTo>
                  <a:pt x="43603" y="54162"/>
                  <a:pt x="42050" y="50020"/>
                  <a:pt x="42253" y="45099"/>
                </a:cubicBezTo>
                <a:cubicBezTo>
                  <a:pt x="42387" y="41843"/>
                  <a:pt x="43290" y="38972"/>
                  <a:pt x="44961" y="36487"/>
                </a:cubicBezTo>
                <a:cubicBezTo>
                  <a:pt x="46633" y="34000"/>
                  <a:pt x="48908" y="32136"/>
                  <a:pt x="51787" y="30896"/>
                </a:cubicBezTo>
                <a:cubicBezTo>
                  <a:pt x="54667" y="29656"/>
                  <a:pt x="58786" y="28639"/>
                  <a:pt x="64147" y="27845"/>
                </a:cubicBezTo>
                <a:cubicBezTo>
                  <a:pt x="71378" y="26802"/>
                  <a:pt x="76402" y="25759"/>
                  <a:pt x="79218" y="24715"/>
                </a:cubicBezTo>
                <a:lnTo>
                  <a:pt x="79282" y="23172"/>
                </a:lnTo>
                <a:cubicBezTo>
                  <a:pt x="79405" y="20196"/>
                  <a:pt x="78764" y="18045"/>
                  <a:pt x="77359" y="16717"/>
                </a:cubicBezTo>
                <a:cubicBezTo>
                  <a:pt x="75954" y="15389"/>
                  <a:pt x="73230" y="14642"/>
                  <a:pt x="69186" y="14475"/>
                </a:cubicBezTo>
                <a:cubicBezTo>
                  <a:pt x="66454" y="14362"/>
                  <a:pt x="64300" y="14823"/>
                  <a:pt x="62725" y="15857"/>
                </a:cubicBezTo>
                <a:cubicBezTo>
                  <a:pt x="61150" y="16889"/>
                  <a:pt x="59832" y="18760"/>
                  <a:pt x="58772" y="21470"/>
                </a:cubicBezTo>
                <a:moveTo>
                  <a:pt x="78805" y="34743"/>
                </a:moveTo>
                <a:cubicBezTo>
                  <a:pt x="76811" y="35308"/>
                  <a:pt x="73665" y="35951"/>
                  <a:pt x="69366" y="36674"/>
                </a:cubicBezTo>
                <a:cubicBezTo>
                  <a:pt x="65067" y="37395"/>
                  <a:pt x="62244" y="38160"/>
                  <a:pt x="60897" y="38967"/>
                </a:cubicBezTo>
                <a:cubicBezTo>
                  <a:pt x="58835" y="40285"/>
                  <a:pt x="57760" y="42020"/>
                  <a:pt x="57672" y="44174"/>
                </a:cubicBezTo>
                <a:cubicBezTo>
                  <a:pt x="57584" y="46293"/>
                  <a:pt x="58310" y="48157"/>
                  <a:pt x="59849" y="49767"/>
                </a:cubicBezTo>
                <a:cubicBezTo>
                  <a:pt x="61389" y="51376"/>
                  <a:pt x="63397" y="52232"/>
                  <a:pt x="65874" y="52334"/>
                </a:cubicBezTo>
                <a:cubicBezTo>
                  <a:pt x="68642" y="52448"/>
                  <a:pt x="71321" y="51659"/>
                  <a:pt x="73908" y="49968"/>
                </a:cubicBezTo>
                <a:cubicBezTo>
                  <a:pt x="75822" y="48681"/>
                  <a:pt x="77111" y="47062"/>
                  <a:pt x="77776" y="45110"/>
                </a:cubicBezTo>
                <a:cubicBezTo>
                  <a:pt x="78230" y="43835"/>
                  <a:pt x="78531" y="41384"/>
                  <a:pt x="78681" y="37759"/>
                </a:cubicBezTo>
                <a:lnTo>
                  <a:pt x="78805" y="34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liza">
            <a:extLst xmlns:a="http://schemas.openxmlformats.org/drawingml/2006/main">
              <a:ext uri="{FF2B5EF4-FFF2-40B4-BE49-F238E27FC236}">
                <a16:creationId xmlns:a16="http://schemas.microsoft.com/office/drawing/2014/main" id="{15EE8726-D728-4B7D-B2EE-E270756B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931" y="4360353"/>
            <a:ext cx="173709" cy="80157"/>
          </a:xfrm>
          <a:custGeom xmlns:a="http://schemas.openxmlformats.org/drawingml/2006/main">
            <a:pathLst>
              <a:path w="173709" h="80157">
                <a:moveTo>
                  <a:pt x="0" y="79997"/>
                </a:moveTo>
                <a:lnTo>
                  <a:pt x="829" y="38"/>
                </a:lnTo>
                <a:lnTo>
                  <a:pt x="16196" y="198"/>
                </a:lnTo>
                <a:lnTo>
                  <a:pt x="15367" y="80157"/>
                </a:lnTo>
                <a:lnTo>
                  <a:pt x="0" y="79997"/>
                </a:lnTo>
                <a:close/>
                <a:moveTo>
                  <a:pt x="31503" y="14363"/>
                </a:moveTo>
                <a:lnTo>
                  <a:pt x="31335" y="183"/>
                </a:lnTo>
                <a:lnTo>
                  <a:pt x="46701" y="0"/>
                </a:lnTo>
                <a:lnTo>
                  <a:pt x="46870" y="14181"/>
                </a:lnTo>
                <a:lnTo>
                  <a:pt x="31503" y="14363"/>
                </a:lnTo>
                <a:moveTo>
                  <a:pt x="32285" y="80141"/>
                </a:moveTo>
                <a:lnTo>
                  <a:pt x="31597" y="22217"/>
                </a:lnTo>
                <a:lnTo>
                  <a:pt x="46963" y="22035"/>
                </a:lnTo>
                <a:lnTo>
                  <a:pt x="47652" y="79958"/>
                </a:lnTo>
                <a:lnTo>
                  <a:pt x="32285" y="80141"/>
                </a:lnTo>
                <a:close/>
                <a:moveTo>
                  <a:pt x="58635" y="79960"/>
                </a:moveTo>
                <a:lnTo>
                  <a:pt x="58086" y="67863"/>
                </a:lnTo>
                <a:lnTo>
                  <a:pt x="78708" y="42137"/>
                </a:lnTo>
                <a:cubicBezTo>
                  <a:pt x="82094" y="37933"/>
                  <a:pt x="84604" y="34944"/>
                  <a:pt x="86239" y="33170"/>
                </a:cubicBezTo>
                <a:cubicBezTo>
                  <a:pt x="84460" y="33360"/>
                  <a:pt x="82114" y="33539"/>
                  <a:pt x="79202" y="33708"/>
                </a:cubicBezTo>
                <a:lnTo>
                  <a:pt x="58719" y="34746"/>
                </a:lnTo>
                <a:lnTo>
                  <a:pt x="58141" y="21995"/>
                </a:lnTo>
                <a:lnTo>
                  <a:pt x="106108" y="19820"/>
                </a:lnTo>
                <a:lnTo>
                  <a:pt x="106603" y="30718"/>
                </a:lnTo>
                <a:lnTo>
                  <a:pt x="85573" y="57102"/>
                </a:lnTo>
                <a:lnTo>
                  <a:pt x="78142" y="65861"/>
                </a:lnTo>
                <a:cubicBezTo>
                  <a:pt x="82393" y="65450"/>
                  <a:pt x="85029" y="65221"/>
                  <a:pt x="86048" y="65175"/>
                </a:cubicBezTo>
                <a:lnTo>
                  <a:pt x="109814" y="64097"/>
                </a:lnTo>
                <a:lnTo>
                  <a:pt x="110426" y="77611"/>
                </a:lnTo>
                <a:lnTo>
                  <a:pt x="58635" y="79960"/>
                </a:lnTo>
                <a:close/>
                <a:moveTo>
                  <a:pt x="131027" y="35693"/>
                </a:moveTo>
                <a:lnTo>
                  <a:pt x="116904" y="34545"/>
                </a:lnTo>
                <a:cubicBezTo>
                  <a:pt x="117916" y="28746"/>
                  <a:pt x="120195" y="24304"/>
                  <a:pt x="123742" y="21221"/>
                </a:cubicBezTo>
                <a:cubicBezTo>
                  <a:pt x="127289" y="18136"/>
                  <a:pt x="132818" y="16229"/>
                  <a:pt x="140330" y="15499"/>
                </a:cubicBezTo>
                <a:cubicBezTo>
                  <a:pt x="147152" y="14837"/>
                  <a:pt x="152310" y="15148"/>
                  <a:pt x="155805" y="16435"/>
                </a:cubicBezTo>
                <a:cubicBezTo>
                  <a:pt x="159300" y="17721"/>
                  <a:pt x="161849" y="19537"/>
                  <a:pt x="163450" y="21884"/>
                </a:cubicBezTo>
                <a:cubicBezTo>
                  <a:pt x="165052" y="24232"/>
                  <a:pt x="166174" y="28717"/>
                  <a:pt x="166818" y="35340"/>
                </a:cubicBezTo>
                <a:lnTo>
                  <a:pt x="168384" y="53163"/>
                </a:lnTo>
                <a:cubicBezTo>
                  <a:pt x="168877" y="58230"/>
                  <a:pt x="169485" y="61943"/>
                  <a:pt x="170208" y="64303"/>
                </a:cubicBezTo>
                <a:cubicBezTo>
                  <a:pt x="170932" y="66662"/>
                  <a:pt x="172099" y="69152"/>
                  <a:pt x="173709" y="71772"/>
                </a:cubicBezTo>
                <a:lnTo>
                  <a:pt x="158577" y="73242"/>
                </a:lnTo>
                <a:cubicBezTo>
                  <a:pt x="158079" y="72267"/>
                  <a:pt x="157443" y="70813"/>
                  <a:pt x="156669" y="68879"/>
                </a:cubicBezTo>
                <a:cubicBezTo>
                  <a:pt x="156327" y="67998"/>
                  <a:pt x="156088" y="67419"/>
                  <a:pt x="155951" y="67140"/>
                </a:cubicBezTo>
                <a:cubicBezTo>
                  <a:pt x="153584" y="69927"/>
                  <a:pt x="150975" y="72099"/>
                  <a:pt x="148122" y="73655"/>
                </a:cubicBezTo>
                <a:cubicBezTo>
                  <a:pt x="145269" y="75211"/>
                  <a:pt x="142156" y="76152"/>
                  <a:pt x="138781" y="76480"/>
                </a:cubicBezTo>
                <a:cubicBezTo>
                  <a:pt x="132830" y="77058"/>
                  <a:pt x="127983" y="75910"/>
                  <a:pt x="124243" y="73036"/>
                </a:cubicBezTo>
                <a:cubicBezTo>
                  <a:pt x="120502" y="70161"/>
                  <a:pt x="118393" y="66273"/>
                  <a:pt x="117917" y="61371"/>
                </a:cubicBezTo>
                <a:cubicBezTo>
                  <a:pt x="117602" y="58127"/>
                  <a:pt x="118101" y="55160"/>
                  <a:pt x="119415" y="52468"/>
                </a:cubicBezTo>
                <a:cubicBezTo>
                  <a:pt x="120728" y="49775"/>
                  <a:pt x="122726" y="47616"/>
                  <a:pt x="125407" y="45991"/>
                </a:cubicBezTo>
                <a:cubicBezTo>
                  <a:pt x="128088" y="44366"/>
                  <a:pt x="132028" y="42792"/>
                  <a:pt x="137228" y="41268"/>
                </a:cubicBezTo>
                <a:cubicBezTo>
                  <a:pt x="144248" y="39240"/>
                  <a:pt x="149080" y="37515"/>
                  <a:pt x="151726" y="36094"/>
                </a:cubicBezTo>
                <a:lnTo>
                  <a:pt x="151577" y="34557"/>
                </a:lnTo>
                <a:cubicBezTo>
                  <a:pt x="151289" y="31592"/>
                  <a:pt x="150358" y="29549"/>
                  <a:pt x="148783" y="28428"/>
                </a:cubicBezTo>
                <a:cubicBezTo>
                  <a:pt x="147209" y="27306"/>
                  <a:pt x="144408" y="26940"/>
                  <a:pt x="140380" y="27332"/>
                </a:cubicBezTo>
                <a:cubicBezTo>
                  <a:pt x="137658" y="27596"/>
                  <a:pt x="135589" y="28349"/>
                  <a:pt x="134171" y="29589"/>
                </a:cubicBezTo>
                <a:cubicBezTo>
                  <a:pt x="132753" y="30829"/>
                  <a:pt x="131705" y="32863"/>
                  <a:pt x="131027" y="35693"/>
                </a:cubicBezTo>
                <a:moveTo>
                  <a:pt x="152696" y="46083"/>
                </a:moveTo>
                <a:cubicBezTo>
                  <a:pt x="150799" y="46917"/>
                  <a:pt x="147771" y="47988"/>
                  <a:pt x="143613" y="49295"/>
                </a:cubicBezTo>
                <a:cubicBezTo>
                  <a:pt x="139454" y="50601"/>
                  <a:pt x="136763" y="51746"/>
                  <a:pt x="135540" y="52732"/>
                </a:cubicBezTo>
                <a:cubicBezTo>
                  <a:pt x="133679" y="54320"/>
                  <a:pt x="132853" y="56187"/>
                  <a:pt x="133062" y="58333"/>
                </a:cubicBezTo>
                <a:cubicBezTo>
                  <a:pt x="133267" y="60443"/>
                  <a:pt x="134242" y="62190"/>
                  <a:pt x="135988" y="63573"/>
                </a:cubicBezTo>
                <a:cubicBezTo>
                  <a:pt x="137735" y="64955"/>
                  <a:pt x="139841" y="65526"/>
                  <a:pt x="142309" y="65287"/>
                </a:cubicBezTo>
                <a:cubicBezTo>
                  <a:pt x="145067" y="65019"/>
                  <a:pt x="147611" y="63869"/>
                  <a:pt x="149941" y="61838"/>
                </a:cubicBezTo>
                <a:cubicBezTo>
                  <a:pt x="151660" y="60299"/>
                  <a:pt x="152714" y="58518"/>
                  <a:pt x="153103" y="56494"/>
                </a:cubicBezTo>
                <a:cubicBezTo>
                  <a:pt x="153377" y="55168"/>
                  <a:pt x="153339" y="52699"/>
                  <a:pt x="152988" y="49088"/>
                </a:cubicBezTo>
                <a:lnTo>
                  <a:pt x="152696" y="46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t">
            <a:extLst xmlns:a="http://schemas.openxmlformats.org/drawingml/2006/main">
              <a:ext uri="{FF2B5EF4-FFF2-40B4-BE49-F238E27FC236}">
                <a16:creationId xmlns:a16="http://schemas.microsoft.com/office/drawing/2014/main" id="{76816D14-B655-4978-A712-A1BC1EC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836" y="4349980"/>
            <a:ext cx="42160" cy="79463"/>
          </a:xfrm>
          <a:custGeom xmlns:a="http://schemas.openxmlformats.org/drawingml/2006/main">
            <a:pathLst>
              <a:path w="42160" h="79463">
                <a:moveTo>
                  <a:pt x="32626" y="18870"/>
                </a:moveTo>
                <a:lnTo>
                  <a:pt x="34405" y="30958"/>
                </a:lnTo>
                <a:lnTo>
                  <a:pt x="24016" y="32486"/>
                </a:lnTo>
                <a:lnTo>
                  <a:pt x="27410" y="55546"/>
                </a:lnTo>
                <a:cubicBezTo>
                  <a:pt x="28097" y="60216"/>
                  <a:pt x="28597" y="62923"/>
                  <a:pt x="28909" y="63666"/>
                </a:cubicBezTo>
                <a:cubicBezTo>
                  <a:pt x="29221" y="64408"/>
                  <a:pt x="29765" y="64979"/>
                  <a:pt x="30543" y="65379"/>
                </a:cubicBezTo>
                <a:cubicBezTo>
                  <a:pt x="31320" y="65778"/>
                  <a:pt x="32214" y="65904"/>
                  <a:pt x="33224" y="65755"/>
                </a:cubicBezTo>
                <a:cubicBezTo>
                  <a:pt x="34631" y="65548"/>
                  <a:pt x="36597" y="64762"/>
                  <a:pt x="39123" y="63398"/>
                </a:cubicBezTo>
                <a:lnTo>
                  <a:pt x="42160" y="75015"/>
                </a:lnTo>
                <a:cubicBezTo>
                  <a:pt x="38848" y="77053"/>
                  <a:pt x="34956" y="78401"/>
                  <a:pt x="30483" y="79059"/>
                </a:cubicBezTo>
                <a:cubicBezTo>
                  <a:pt x="27742" y="79463"/>
                  <a:pt x="25203" y="79368"/>
                  <a:pt x="22868" y="78774"/>
                </a:cubicBezTo>
                <a:cubicBezTo>
                  <a:pt x="20533" y="78180"/>
                  <a:pt x="18744" y="77231"/>
                  <a:pt x="17501" y="75925"/>
                </a:cubicBezTo>
                <a:cubicBezTo>
                  <a:pt x="16259" y="74619"/>
                  <a:pt x="15257" y="72754"/>
                  <a:pt x="14495" y="70330"/>
                </a:cubicBezTo>
                <a:cubicBezTo>
                  <a:pt x="13911" y="68615"/>
                  <a:pt x="13224" y="65078"/>
                  <a:pt x="12435" y="59717"/>
                </a:cubicBezTo>
                <a:lnTo>
                  <a:pt x="8759" y="34732"/>
                </a:lnTo>
                <a:lnTo>
                  <a:pt x="1779" y="35759"/>
                </a:lnTo>
                <a:lnTo>
                  <a:pt x="0" y="23671"/>
                </a:lnTo>
                <a:lnTo>
                  <a:pt x="6980" y="22644"/>
                </a:lnTo>
                <a:lnTo>
                  <a:pt x="5296" y="11203"/>
                </a:lnTo>
                <a:lnTo>
                  <a:pt x="19236" y="0"/>
                </a:lnTo>
                <a:lnTo>
                  <a:pt x="22238" y="20398"/>
                </a:lnTo>
                <a:lnTo>
                  <a:pt x="32626" y="18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i">
            <a:extLst xmlns:a="http://schemas.openxmlformats.org/drawingml/2006/main">
              <a:ext uri="{FF2B5EF4-FFF2-40B4-BE49-F238E27FC236}">
                <a16:creationId xmlns:a16="http://schemas.microsoft.com/office/drawing/2014/main" id="{96E1EC03-6B69-4555-82B2-06A58AEE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667" y="4342518"/>
            <a:ext cx="29749" cy="81426"/>
          </a:xfrm>
          <a:custGeom xmlns:a="http://schemas.openxmlformats.org/drawingml/2006/main">
            <a:pathLst>
              <a:path w="29749" h="81426">
                <a:moveTo>
                  <a:pt x="2597" y="16756"/>
                </a:moveTo>
                <a:lnTo>
                  <a:pt x="0" y="2814"/>
                </a:lnTo>
                <a:lnTo>
                  <a:pt x="15108" y="0"/>
                </a:lnTo>
                <a:lnTo>
                  <a:pt x="17704" y="13942"/>
                </a:lnTo>
                <a:lnTo>
                  <a:pt x="2597" y="16756"/>
                </a:lnTo>
                <a:moveTo>
                  <a:pt x="14642" y="81426"/>
                </a:moveTo>
                <a:lnTo>
                  <a:pt x="4035" y="24478"/>
                </a:lnTo>
                <a:lnTo>
                  <a:pt x="19143" y="21664"/>
                </a:lnTo>
                <a:lnTo>
                  <a:pt x="29749" y="78612"/>
                </a:lnTo>
                <a:lnTo>
                  <a:pt x="14642" y="814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o">
            <a:extLst xmlns:a="http://schemas.openxmlformats.org/drawingml/2006/main">
              <a:ext uri="{FF2B5EF4-FFF2-40B4-BE49-F238E27FC236}">
                <a16:creationId xmlns:a16="http://schemas.microsoft.com/office/drawing/2014/main" id="{99D18E2C-4F50-4A69-BB56-64331C23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840" y="4351725"/>
            <a:ext cx="61668" cy="62205"/>
          </a:xfrm>
          <a:custGeom xmlns:a="http://schemas.openxmlformats.org/drawingml/2006/main">
            <a:pathLst>
              <a:path w="61668" h="62205">
                <a:moveTo>
                  <a:pt x="1240" y="37994"/>
                </a:moveTo>
                <a:cubicBezTo>
                  <a:pt x="0" y="33057"/>
                  <a:pt x="20" y="27971"/>
                  <a:pt x="1299" y="22738"/>
                </a:cubicBezTo>
                <a:cubicBezTo>
                  <a:pt x="2579" y="17505"/>
                  <a:pt x="5150" y="13111"/>
                  <a:pt x="9012" y="9554"/>
                </a:cubicBezTo>
                <a:cubicBezTo>
                  <a:pt x="12874" y="5997"/>
                  <a:pt x="17563" y="3526"/>
                  <a:pt x="23079" y="2140"/>
                </a:cubicBezTo>
                <a:cubicBezTo>
                  <a:pt x="31601" y="0"/>
                  <a:pt x="39278" y="1006"/>
                  <a:pt x="46110" y="5158"/>
                </a:cubicBezTo>
                <a:cubicBezTo>
                  <a:pt x="52942" y="9310"/>
                  <a:pt x="57416" y="15600"/>
                  <a:pt x="59533" y="24029"/>
                </a:cubicBezTo>
                <a:cubicBezTo>
                  <a:pt x="61668" y="32529"/>
                  <a:pt x="60688" y="40264"/>
                  <a:pt x="56593" y="47235"/>
                </a:cubicBezTo>
                <a:cubicBezTo>
                  <a:pt x="52498" y="54206"/>
                  <a:pt x="46278" y="58740"/>
                  <a:pt x="37933" y="60835"/>
                </a:cubicBezTo>
                <a:cubicBezTo>
                  <a:pt x="32770" y="62132"/>
                  <a:pt x="27554" y="62205"/>
                  <a:pt x="22284" y="61054"/>
                </a:cubicBezTo>
                <a:cubicBezTo>
                  <a:pt x="17014" y="59903"/>
                  <a:pt x="12595" y="57385"/>
                  <a:pt x="9025" y="53501"/>
                </a:cubicBezTo>
                <a:cubicBezTo>
                  <a:pt x="5456" y="49617"/>
                  <a:pt x="2861" y="44448"/>
                  <a:pt x="1240" y="37994"/>
                </a:cubicBezTo>
                <a:moveTo>
                  <a:pt x="16715" y="34951"/>
                </a:moveTo>
                <a:cubicBezTo>
                  <a:pt x="18110" y="40506"/>
                  <a:pt x="20505" y="44427"/>
                  <a:pt x="23899" y="46715"/>
                </a:cubicBezTo>
                <a:cubicBezTo>
                  <a:pt x="27293" y="49003"/>
                  <a:pt x="30934" y="49658"/>
                  <a:pt x="34824" y="48681"/>
                </a:cubicBezTo>
                <a:cubicBezTo>
                  <a:pt x="38714" y="47704"/>
                  <a:pt x="41605" y="45408"/>
                  <a:pt x="43498" y="41793"/>
                </a:cubicBezTo>
                <a:cubicBezTo>
                  <a:pt x="45390" y="38178"/>
                  <a:pt x="45630" y="33557"/>
                  <a:pt x="44217" y="27932"/>
                </a:cubicBezTo>
                <a:cubicBezTo>
                  <a:pt x="42840" y="22448"/>
                  <a:pt x="40463" y="18560"/>
                  <a:pt x="37087" y="16267"/>
                </a:cubicBezTo>
                <a:cubicBezTo>
                  <a:pt x="33711" y="13975"/>
                  <a:pt x="30078" y="13318"/>
                  <a:pt x="26188" y="14294"/>
                </a:cubicBezTo>
                <a:cubicBezTo>
                  <a:pt x="22298" y="15271"/>
                  <a:pt x="19398" y="17570"/>
                  <a:pt x="17488" y="21189"/>
                </a:cubicBezTo>
                <a:cubicBezTo>
                  <a:pt x="15578" y="24809"/>
                  <a:pt x="15320" y="29396"/>
                  <a:pt x="16715" y="349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n">
            <a:extLst xmlns:a="http://schemas.openxmlformats.org/drawingml/2006/main">
              <a:ext uri="{FF2B5EF4-FFF2-40B4-BE49-F238E27FC236}">
                <a16:creationId xmlns:a16="http://schemas.microsoft.com/office/drawing/2014/main" id="{4A29BB17-9DBB-4F69-8941-57FA5C28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035" y="4330212"/>
            <a:ext cx="69508" cy="68716"/>
          </a:xfrm>
          <a:custGeom xmlns:a="http://schemas.openxmlformats.org/drawingml/2006/main">
            <a:pathLst>
              <a:path w="69508" h="68716">
                <a:moveTo>
                  <a:pt x="69508" y="50678"/>
                </a:moveTo>
                <a:lnTo>
                  <a:pt x="55060" y="55914"/>
                </a:lnTo>
                <a:lnTo>
                  <a:pt x="44999" y="28152"/>
                </a:lnTo>
                <a:cubicBezTo>
                  <a:pt x="42870" y="22278"/>
                  <a:pt x="41185" y="18590"/>
                  <a:pt x="39943" y="17090"/>
                </a:cubicBezTo>
                <a:cubicBezTo>
                  <a:pt x="38701" y="15589"/>
                  <a:pt x="37212" y="14612"/>
                  <a:pt x="35478" y="14159"/>
                </a:cubicBezTo>
                <a:cubicBezTo>
                  <a:pt x="33743" y="13706"/>
                  <a:pt x="31899" y="13833"/>
                  <a:pt x="29945" y="14541"/>
                </a:cubicBezTo>
                <a:cubicBezTo>
                  <a:pt x="27443" y="15448"/>
                  <a:pt x="25445" y="16945"/>
                  <a:pt x="23952" y="19032"/>
                </a:cubicBezTo>
                <a:cubicBezTo>
                  <a:pt x="22459" y="21118"/>
                  <a:pt x="21752" y="23422"/>
                  <a:pt x="21832" y="25943"/>
                </a:cubicBezTo>
                <a:cubicBezTo>
                  <a:pt x="21912" y="28463"/>
                  <a:pt x="23053" y="32763"/>
                  <a:pt x="25256" y="38842"/>
                </a:cubicBezTo>
                <a:lnTo>
                  <a:pt x="34185" y="63480"/>
                </a:lnTo>
                <a:lnTo>
                  <a:pt x="19737" y="68716"/>
                </a:lnTo>
                <a:lnTo>
                  <a:pt x="0" y="14254"/>
                </a:lnTo>
                <a:lnTo>
                  <a:pt x="13420" y="9391"/>
                </a:lnTo>
                <a:lnTo>
                  <a:pt x="16319" y="17391"/>
                </a:lnTo>
                <a:cubicBezTo>
                  <a:pt x="18853" y="9510"/>
                  <a:pt x="23737" y="4260"/>
                  <a:pt x="30969" y="1639"/>
                </a:cubicBezTo>
                <a:cubicBezTo>
                  <a:pt x="34157" y="483"/>
                  <a:pt x="37278" y="0"/>
                  <a:pt x="40333" y="189"/>
                </a:cubicBezTo>
                <a:cubicBezTo>
                  <a:pt x="43387" y="378"/>
                  <a:pt x="45913" y="1115"/>
                  <a:pt x="47912" y="2403"/>
                </a:cubicBezTo>
                <a:cubicBezTo>
                  <a:pt x="49910" y="3690"/>
                  <a:pt x="51583" y="5365"/>
                  <a:pt x="52932" y="7429"/>
                </a:cubicBezTo>
                <a:cubicBezTo>
                  <a:pt x="54281" y="9493"/>
                  <a:pt x="55718" y="12627"/>
                  <a:pt x="57242" y="16832"/>
                </a:cubicBezTo>
                <a:lnTo>
                  <a:pt x="69508" y="50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*">
            <a:extLst xmlns:a="http://schemas.openxmlformats.org/drawingml/2006/main">
              <a:ext uri="{FF2B5EF4-FFF2-40B4-BE49-F238E27FC236}">
                <a16:creationId xmlns:a16="http://schemas.microsoft.com/office/drawing/2014/main" id="{E4118AD1-8B94-4907-A8A6-734583A3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652" y="4291254"/>
            <a:ext cx="39302" cy="39864"/>
          </a:xfrm>
          <a:custGeom xmlns:a="http://schemas.openxmlformats.org/drawingml/2006/main">
            <a:pathLst>
              <a:path w="39302" h="39864">
                <a:moveTo>
                  <a:pt x="20774" y="39864"/>
                </a:moveTo>
                <a:lnTo>
                  <a:pt x="10568" y="37686"/>
                </a:lnTo>
                <a:cubicBezTo>
                  <a:pt x="11665" y="33906"/>
                  <a:pt x="12916" y="30194"/>
                  <a:pt x="14320" y="26547"/>
                </a:cubicBezTo>
                <a:cubicBezTo>
                  <a:pt x="14869" y="25080"/>
                  <a:pt x="15212" y="24152"/>
                  <a:pt x="15350" y="23765"/>
                </a:cubicBezTo>
                <a:cubicBezTo>
                  <a:pt x="14464" y="24026"/>
                  <a:pt x="11851" y="24606"/>
                  <a:pt x="7510" y="25506"/>
                </a:cubicBezTo>
                <a:cubicBezTo>
                  <a:pt x="4381" y="26148"/>
                  <a:pt x="2293" y="26517"/>
                  <a:pt x="1246" y="26611"/>
                </a:cubicBezTo>
                <a:lnTo>
                  <a:pt x="0" y="16560"/>
                </a:lnTo>
                <a:cubicBezTo>
                  <a:pt x="5144" y="16239"/>
                  <a:pt x="9915" y="16321"/>
                  <a:pt x="14313" y="16805"/>
                </a:cubicBezTo>
                <a:cubicBezTo>
                  <a:pt x="10943" y="11808"/>
                  <a:pt x="8443" y="7610"/>
                  <a:pt x="6812" y="4213"/>
                </a:cubicBezTo>
                <a:lnTo>
                  <a:pt x="15587" y="0"/>
                </a:lnTo>
                <a:cubicBezTo>
                  <a:pt x="16744" y="2408"/>
                  <a:pt x="18417" y="7030"/>
                  <a:pt x="20607" y="13866"/>
                </a:cubicBezTo>
                <a:cubicBezTo>
                  <a:pt x="21138" y="13288"/>
                  <a:pt x="22245" y="11971"/>
                  <a:pt x="23926" y="9913"/>
                </a:cubicBezTo>
                <a:cubicBezTo>
                  <a:pt x="26239" y="7149"/>
                  <a:pt x="28416" y="4691"/>
                  <a:pt x="30457" y="2541"/>
                </a:cubicBezTo>
                <a:lnTo>
                  <a:pt x="37367" y="10236"/>
                </a:lnTo>
                <a:cubicBezTo>
                  <a:pt x="34111" y="12805"/>
                  <a:pt x="30273" y="15634"/>
                  <a:pt x="25851" y="18723"/>
                </a:cubicBezTo>
                <a:lnTo>
                  <a:pt x="34924" y="22459"/>
                </a:lnTo>
                <a:cubicBezTo>
                  <a:pt x="36747" y="23223"/>
                  <a:pt x="38206" y="23861"/>
                  <a:pt x="39302" y="24373"/>
                </a:cubicBezTo>
                <a:lnTo>
                  <a:pt x="34143" y="32961"/>
                </a:lnTo>
                <a:lnTo>
                  <a:pt x="22262" y="25273"/>
                </a:lnTo>
                <a:cubicBezTo>
                  <a:pt x="21952" y="29766"/>
                  <a:pt x="21456" y="34630"/>
                  <a:pt x="20774" y="39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R">
            <a:extLst xmlns:a="http://schemas.openxmlformats.org/drawingml/2006/main">
              <a:ext uri="{FF2B5EF4-FFF2-40B4-BE49-F238E27FC236}">
                <a16:creationId xmlns:a16="http://schemas.microsoft.com/office/drawing/2014/main" id="{E586C9A1-B6C6-477E-B651-27F9BDC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823" y="3683305"/>
            <a:ext cx="105876" cy="89687"/>
          </a:xfrm>
          <a:custGeom xmlns:a="http://schemas.openxmlformats.org/drawingml/2006/main">
            <a:pathLst>
              <a:path w="105876" h="89687">
                <a:moveTo>
                  <a:pt x="68105" y="89687"/>
                </a:moveTo>
                <a:lnTo>
                  <a:pt x="0" y="47784"/>
                </a:lnTo>
                <a:lnTo>
                  <a:pt x="17854" y="18766"/>
                </a:lnTo>
                <a:cubicBezTo>
                  <a:pt x="22344" y="11469"/>
                  <a:pt x="26218" y="6543"/>
                  <a:pt x="29476" y="3988"/>
                </a:cubicBezTo>
                <a:cubicBezTo>
                  <a:pt x="32734" y="1434"/>
                  <a:pt x="36538" y="125"/>
                  <a:pt x="40889" y="63"/>
                </a:cubicBezTo>
                <a:cubicBezTo>
                  <a:pt x="45240" y="0"/>
                  <a:pt x="49428" y="1207"/>
                  <a:pt x="53455" y="3684"/>
                </a:cubicBezTo>
                <a:cubicBezTo>
                  <a:pt x="58565" y="6829"/>
                  <a:pt x="61858" y="10931"/>
                  <a:pt x="63334" y="15991"/>
                </a:cubicBezTo>
                <a:cubicBezTo>
                  <a:pt x="64810" y="21052"/>
                  <a:pt x="64138" y="26845"/>
                  <a:pt x="61318" y="33372"/>
                </a:cubicBezTo>
                <a:cubicBezTo>
                  <a:pt x="64886" y="31458"/>
                  <a:pt x="68305" y="30169"/>
                  <a:pt x="71574" y="29505"/>
                </a:cubicBezTo>
                <a:cubicBezTo>
                  <a:pt x="74843" y="28841"/>
                  <a:pt x="80139" y="28492"/>
                  <a:pt x="87460" y="28459"/>
                </a:cubicBezTo>
                <a:lnTo>
                  <a:pt x="105876" y="28297"/>
                </a:lnTo>
                <a:lnTo>
                  <a:pt x="95731" y="44785"/>
                </a:lnTo>
                <a:lnTo>
                  <a:pt x="74774" y="45632"/>
                </a:lnTo>
                <a:cubicBezTo>
                  <a:pt x="67302" y="45915"/>
                  <a:pt x="62476" y="46285"/>
                  <a:pt x="60297" y="46742"/>
                </a:cubicBezTo>
                <a:cubicBezTo>
                  <a:pt x="58116" y="47198"/>
                  <a:pt x="56321" y="47998"/>
                  <a:pt x="54912" y="49144"/>
                </a:cubicBezTo>
                <a:cubicBezTo>
                  <a:pt x="53503" y="50289"/>
                  <a:pt x="51825" y="52445"/>
                  <a:pt x="49876" y="55612"/>
                </a:cubicBezTo>
                <a:lnTo>
                  <a:pt x="48156" y="58407"/>
                </a:lnTo>
                <a:lnTo>
                  <a:pt x="76587" y="75900"/>
                </a:lnTo>
                <a:lnTo>
                  <a:pt x="68105" y="89687"/>
                </a:lnTo>
                <a:moveTo>
                  <a:pt x="37286" y="51718"/>
                </a:moveTo>
                <a:lnTo>
                  <a:pt x="43562" y="41518"/>
                </a:lnTo>
                <a:cubicBezTo>
                  <a:pt x="47631" y="34904"/>
                  <a:pt x="49893" y="30602"/>
                  <a:pt x="50349" y="28613"/>
                </a:cubicBezTo>
                <a:cubicBezTo>
                  <a:pt x="50804" y="26625"/>
                  <a:pt x="50636" y="24745"/>
                  <a:pt x="49847" y="22975"/>
                </a:cubicBezTo>
                <a:cubicBezTo>
                  <a:pt x="49057" y="21205"/>
                  <a:pt x="47641" y="19691"/>
                  <a:pt x="45596" y="18434"/>
                </a:cubicBezTo>
                <a:cubicBezTo>
                  <a:pt x="43305" y="17024"/>
                  <a:pt x="41077" y="16498"/>
                  <a:pt x="38913" y="16858"/>
                </a:cubicBezTo>
                <a:cubicBezTo>
                  <a:pt x="36749" y="17218"/>
                  <a:pt x="34794" y="18401"/>
                  <a:pt x="33046" y="20408"/>
                </a:cubicBezTo>
                <a:cubicBezTo>
                  <a:pt x="32204" y="21431"/>
                  <a:pt x="30063" y="24737"/>
                  <a:pt x="26624" y="30326"/>
                </a:cubicBezTo>
                <a:lnTo>
                  <a:pt x="20004" y="41085"/>
                </a:lnTo>
                <a:lnTo>
                  <a:pt x="37286" y="51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T">
            <a:extLst xmlns:a="http://schemas.openxmlformats.org/drawingml/2006/main">
              <a:ext uri="{FF2B5EF4-FFF2-40B4-BE49-F238E27FC236}">
                <a16:creationId xmlns:a16="http://schemas.microsoft.com/office/drawing/2014/main" id="{8DD4BECC-1B4A-43BA-A70B-868659C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958" y="3612320"/>
            <a:ext cx="89368" cy="72855"/>
          </a:xfrm>
          <a:custGeom xmlns:a="http://schemas.openxmlformats.org/drawingml/2006/main">
            <a:pathLst>
              <a:path w="89368" h="72855">
                <a:moveTo>
                  <a:pt x="81751" y="72855"/>
                </a:moveTo>
                <a:lnTo>
                  <a:pt x="23131" y="41592"/>
                </a:lnTo>
                <a:lnTo>
                  <a:pt x="11936" y="62582"/>
                </a:lnTo>
                <a:lnTo>
                  <a:pt x="0" y="56217"/>
                </a:lnTo>
                <a:lnTo>
                  <a:pt x="29982" y="0"/>
                </a:lnTo>
                <a:lnTo>
                  <a:pt x="41918" y="6366"/>
                </a:lnTo>
                <a:lnTo>
                  <a:pt x="30748" y="27308"/>
                </a:lnTo>
                <a:lnTo>
                  <a:pt x="89368" y="58572"/>
                </a:lnTo>
                <a:lnTo>
                  <a:pt x="81751" y="728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E">
            <a:extLst xmlns:a="http://schemas.openxmlformats.org/drawingml/2006/main">
              <a:ext uri="{FF2B5EF4-FFF2-40B4-BE49-F238E27FC236}">
                <a16:creationId xmlns:a16="http://schemas.microsoft.com/office/drawing/2014/main" id="{BD722A9B-9204-4ECC-9732-69CD8326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652" y="3550656"/>
            <a:ext cx="98122" cy="87408"/>
          </a:xfrm>
          <a:custGeom xmlns:a="http://schemas.openxmlformats.org/drawingml/2006/main">
            <a:pathLst>
              <a:path w="98122" h="87408">
                <a:moveTo>
                  <a:pt x="72656" y="87408"/>
                </a:moveTo>
                <a:lnTo>
                  <a:pt x="0" y="54014"/>
                </a:lnTo>
                <a:lnTo>
                  <a:pt x="24827" y="0"/>
                </a:lnTo>
                <a:lnTo>
                  <a:pt x="37118" y="5649"/>
                </a:lnTo>
                <a:lnTo>
                  <a:pt x="19051" y="44955"/>
                </a:lnTo>
                <a:lnTo>
                  <a:pt x="35109" y="52335"/>
                </a:lnTo>
                <a:lnTo>
                  <a:pt x="51919" y="15763"/>
                </a:lnTo>
                <a:lnTo>
                  <a:pt x="64210" y="21412"/>
                </a:lnTo>
                <a:lnTo>
                  <a:pt x="47400" y="57984"/>
                </a:lnTo>
                <a:lnTo>
                  <a:pt x="67125" y="67050"/>
                </a:lnTo>
                <a:lnTo>
                  <a:pt x="85831" y="26354"/>
                </a:lnTo>
                <a:lnTo>
                  <a:pt x="98122" y="32003"/>
                </a:lnTo>
                <a:lnTo>
                  <a:pt x="72656" y="874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E">
            <a:extLst xmlns:a="http://schemas.openxmlformats.org/drawingml/2006/main">
              <a:ext uri="{FF2B5EF4-FFF2-40B4-BE49-F238E27FC236}">
                <a16:creationId xmlns:a16="http://schemas.microsoft.com/office/drawing/2014/main" id="{F996CEAD-C704-4D6A-9659-F6B3A6B4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50" y="4051045"/>
            <a:ext cx="94886" cy="98382"/>
          </a:xfrm>
          <a:custGeom xmlns:a="http://schemas.openxmlformats.org/drawingml/2006/main">
            <a:pathLst>
              <a:path w="94886" h="98382">
                <a:moveTo>
                  <a:pt x="0" y="60118"/>
                </a:moveTo>
                <a:lnTo>
                  <a:pt x="50310" y="0"/>
                </a:lnTo>
                <a:lnTo>
                  <a:pt x="94886" y="37303"/>
                </a:lnTo>
                <a:lnTo>
                  <a:pt x="86375" y="47473"/>
                </a:lnTo>
                <a:lnTo>
                  <a:pt x="53937" y="20328"/>
                </a:lnTo>
                <a:lnTo>
                  <a:pt x="42818" y="33615"/>
                </a:lnTo>
                <a:lnTo>
                  <a:pt x="73001" y="58873"/>
                </a:lnTo>
                <a:lnTo>
                  <a:pt x="64490" y="69043"/>
                </a:lnTo>
                <a:lnTo>
                  <a:pt x="34308" y="43785"/>
                </a:lnTo>
                <a:lnTo>
                  <a:pt x="20649" y="60106"/>
                </a:lnTo>
                <a:lnTo>
                  <a:pt x="54235" y="88212"/>
                </a:lnTo>
                <a:lnTo>
                  <a:pt x="45724" y="98382"/>
                </a:lnTo>
                <a:lnTo>
                  <a:pt x="0" y="601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f">
            <a:extLst xmlns:a="http://schemas.openxmlformats.org/drawingml/2006/main">
              <a:ext uri="{FF2B5EF4-FFF2-40B4-BE49-F238E27FC236}">
                <a16:creationId xmlns:a16="http://schemas.microsoft.com/office/drawing/2014/main" id="{36687248-BF09-4A8B-8ABA-C3F6AC40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215" y="4102076"/>
            <a:ext cx="71321" cy="66745"/>
          </a:xfrm>
          <a:custGeom xmlns:a="http://schemas.openxmlformats.org/drawingml/2006/main">
            <a:pathLst>
              <a:path w="71321" h="66745">
                <a:moveTo>
                  <a:pt x="28048" y="7496"/>
                </a:moveTo>
                <a:lnTo>
                  <a:pt x="34656" y="12587"/>
                </a:lnTo>
                <a:lnTo>
                  <a:pt x="37273" y="9190"/>
                </a:lnTo>
                <a:cubicBezTo>
                  <a:pt x="40195" y="5397"/>
                  <a:pt x="42778" y="2876"/>
                  <a:pt x="45022" y="1628"/>
                </a:cubicBezTo>
                <a:cubicBezTo>
                  <a:pt x="47266" y="379"/>
                  <a:pt x="49921" y="0"/>
                  <a:pt x="52986" y="490"/>
                </a:cubicBezTo>
                <a:cubicBezTo>
                  <a:pt x="56051" y="979"/>
                  <a:pt x="59236" y="2497"/>
                  <a:pt x="62540" y="5042"/>
                </a:cubicBezTo>
                <a:cubicBezTo>
                  <a:pt x="65929" y="7653"/>
                  <a:pt x="68856" y="10717"/>
                  <a:pt x="71321" y="14236"/>
                </a:cubicBezTo>
                <a:lnTo>
                  <a:pt x="63315" y="21299"/>
                </a:lnTo>
                <a:cubicBezTo>
                  <a:pt x="61771" y="19389"/>
                  <a:pt x="60123" y="17760"/>
                  <a:pt x="58372" y="16411"/>
                </a:cubicBezTo>
                <a:cubicBezTo>
                  <a:pt x="56650" y="15084"/>
                  <a:pt x="55102" y="14537"/>
                  <a:pt x="53731" y="14770"/>
                </a:cubicBezTo>
                <a:cubicBezTo>
                  <a:pt x="52359" y="15002"/>
                  <a:pt x="50789" y="16267"/>
                  <a:pt x="49018" y="18565"/>
                </a:cubicBezTo>
                <a:lnTo>
                  <a:pt x="46560" y="21756"/>
                </a:lnTo>
                <a:lnTo>
                  <a:pt x="55456" y="28609"/>
                </a:lnTo>
                <a:lnTo>
                  <a:pt x="48211" y="38014"/>
                </a:lnTo>
                <a:lnTo>
                  <a:pt x="39315" y="31161"/>
                </a:lnTo>
                <a:lnTo>
                  <a:pt x="11904" y="66745"/>
                </a:lnTo>
                <a:lnTo>
                  <a:pt x="0" y="57575"/>
                </a:lnTo>
                <a:lnTo>
                  <a:pt x="27412" y="21991"/>
                </a:lnTo>
                <a:lnTo>
                  <a:pt x="20803" y="16900"/>
                </a:lnTo>
                <a:lnTo>
                  <a:pt x="28048" y="7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f">
            <a:extLst xmlns:a="http://schemas.openxmlformats.org/drawingml/2006/main">
              <a:ext uri="{FF2B5EF4-FFF2-40B4-BE49-F238E27FC236}">
                <a16:creationId xmlns:a16="http://schemas.microsoft.com/office/drawing/2014/main" id="{BCD629A2-79FC-4BD7-915F-C33C733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602" y="4123705"/>
            <a:ext cx="70043" cy="67812"/>
          </a:xfrm>
          <a:custGeom xmlns:a="http://schemas.openxmlformats.org/drawingml/2006/main">
            <a:pathLst>
              <a:path w="70043" h="67812">
                <a:moveTo>
                  <a:pt x="26594" y="8123"/>
                </a:moveTo>
                <a:lnTo>
                  <a:pt x="33346" y="13021"/>
                </a:lnTo>
                <a:lnTo>
                  <a:pt x="35864" y="9550"/>
                </a:lnTo>
                <a:cubicBezTo>
                  <a:pt x="38675" y="5675"/>
                  <a:pt x="41185" y="3080"/>
                  <a:pt x="43392" y="1768"/>
                </a:cubicBezTo>
                <a:cubicBezTo>
                  <a:pt x="45599" y="456"/>
                  <a:pt x="48242" y="0"/>
                  <a:pt x="51320" y="401"/>
                </a:cubicBezTo>
                <a:cubicBezTo>
                  <a:pt x="54398" y="802"/>
                  <a:pt x="57626" y="2227"/>
                  <a:pt x="61002" y="4677"/>
                </a:cubicBezTo>
                <a:cubicBezTo>
                  <a:pt x="64464" y="7188"/>
                  <a:pt x="67478" y="10168"/>
                  <a:pt x="70043" y="13614"/>
                </a:cubicBezTo>
                <a:lnTo>
                  <a:pt x="62244" y="20904"/>
                </a:lnTo>
                <a:cubicBezTo>
                  <a:pt x="60646" y="19040"/>
                  <a:pt x="58952" y="17459"/>
                  <a:pt x="57163" y="16161"/>
                </a:cubicBezTo>
                <a:cubicBezTo>
                  <a:pt x="55403" y="14884"/>
                  <a:pt x="53840" y="14382"/>
                  <a:pt x="52476" y="14654"/>
                </a:cubicBezTo>
                <a:cubicBezTo>
                  <a:pt x="51112" y="14925"/>
                  <a:pt x="49578" y="16235"/>
                  <a:pt x="47875" y="18583"/>
                </a:cubicBezTo>
                <a:lnTo>
                  <a:pt x="45509" y="21844"/>
                </a:lnTo>
                <a:lnTo>
                  <a:pt x="54599" y="28438"/>
                </a:lnTo>
                <a:lnTo>
                  <a:pt x="47628" y="38047"/>
                </a:lnTo>
                <a:lnTo>
                  <a:pt x="38538" y="31453"/>
                </a:lnTo>
                <a:lnTo>
                  <a:pt x="12163" y="67812"/>
                </a:lnTo>
                <a:lnTo>
                  <a:pt x="0" y="58989"/>
                </a:lnTo>
                <a:lnTo>
                  <a:pt x="26375" y="22630"/>
                </a:lnTo>
                <a:lnTo>
                  <a:pt x="19623" y="17732"/>
                </a:lnTo>
                <a:lnTo>
                  <a:pt x="26594" y="81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i">
            <a:extLst xmlns:a="http://schemas.openxmlformats.org/drawingml/2006/main">
              <a:ext uri="{FF2B5EF4-FFF2-40B4-BE49-F238E27FC236}">
                <a16:creationId xmlns:a16="http://schemas.microsoft.com/office/drawing/2014/main" id="{FA7C63B6-65D6-4797-855B-62E0513B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835" y="4138861"/>
            <a:ext cx="56667" cy="73183"/>
          </a:xfrm>
          <a:custGeom xmlns:a="http://schemas.openxmlformats.org/drawingml/2006/main">
            <a:pathLst>
              <a:path w="56667" h="73183">
                <a:moveTo>
                  <a:pt x="36415" y="11475"/>
                </a:moveTo>
                <a:lnTo>
                  <a:pt x="44266" y="0"/>
                </a:lnTo>
                <a:lnTo>
                  <a:pt x="56667" y="8485"/>
                </a:lnTo>
                <a:lnTo>
                  <a:pt x="48817" y="19959"/>
                </a:lnTo>
                <a:lnTo>
                  <a:pt x="36415" y="11475"/>
                </a:lnTo>
                <a:moveTo>
                  <a:pt x="0" y="64699"/>
                </a:moveTo>
                <a:lnTo>
                  <a:pt x="32067" y="17830"/>
                </a:lnTo>
                <a:lnTo>
                  <a:pt x="44468" y="26314"/>
                </a:lnTo>
                <a:lnTo>
                  <a:pt x="12401" y="73183"/>
                </a:lnTo>
                <a:lnTo>
                  <a:pt x="0" y="64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c">
            <a:extLst xmlns:a="http://schemas.openxmlformats.org/drawingml/2006/main">
              <a:ext uri="{FF2B5EF4-FFF2-40B4-BE49-F238E27FC236}">
                <a16:creationId xmlns:a16="http://schemas.microsoft.com/office/drawing/2014/main" id="{EE6D8EF7-E6D2-44CF-A7C9-C183AC80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45" y="4179577"/>
            <a:ext cx="59367" cy="61497"/>
          </a:xfrm>
          <a:custGeom xmlns:a="http://schemas.openxmlformats.org/drawingml/2006/main">
            <a:pathLst>
              <a:path w="59367" h="61497">
                <a:moveTo>
                  <a:pt x="57640" y="34582"/>
                </a:moveTo>
                <a:lnTo>
                  <a:pt x="43670" y="28980"/>
                </a:lnTo>
                <a:cubicBezTo>
                  <a:pt x="44809" y="26223"/>
                  <a:pt x="45026" y="23746"/>
                  <a:pt x="44321" y="21547"/>
                </a:cubicBezTo>
                <a:cubicBezTo>
                  <a:pt x="43616" y="19349"/>
                  <a:pt x="42071" y="17502"/>
                  <a:pt x="39685" y="16006"/>
                </a:cubicBezTo>
                <a:cubicBezTo>
                  <a:pt x="36513" y="14018"/>
                  <a:pt x="33299" y="13524"/>
                  <a:pt x="30043" y="14524"/>
                </a:cubicBezTo>
                <a:cubicBezTo>
                  <a:pt x="26786" y="15524"/>
                  <a:pt x="23554" y="18584"/>
                  <a:pt x="20345" y="23703"/>
                </a:cubicBezTo>
                <a:cubicBezTo>
                  <a:pt x="16777" y="29395"/>
                  <a:pt x="15216" y="34016"/>
                  <a:pt x="15662" y="37568"/>
                </a:cubicBezTo>
                <a:cubicBezTo>
                  <a:pt x="16108" y="41119"/>
                  <a:pt x="17947" y="43907"/>
                  <a:pt x="21179" y="45933"/>
                </a:cubicBezTo>
                <a:cubicBezTo>
                  <a:pt x="23595" y="47448"/>
                  <a:pt x="26004" y="48001"/>
                  <a:pt x="28406" y="47592"/>
                </a:cubicBezTo>
                <a:cubicBezTo>
                  <a:pt x="30808" y="47183"/>
                  <a:pt x="33377" y="45501"/>
                  <a:pt x="36113" y="42546"/>
                </a:cubicBezTo>
                <a:lnTo>
                  <a:pt x="47255" y="52559"/>
                </a:lnTo>
                <a:cubicBezTo>
                  <a:pt x="42359" y="57484"/>
                  <a:pt x="37150" y="60257"/>
                  <a:pt x="31628" y="60877"/>
                </a:cubicBezTo>
                <a:cubicBezTo>
                  <a:pt x="26107" y="61497"/>
                  <a:pt x="20250" y="59866"/>
                  <a:pt x="14058" y="55985"/>
                </a:cubicBezTo>
                <a:cubicBezTo>
                  <a:pt x="7020" y="51573"/>
                  <a:pt x="2801" y="45836"/>
                  <a:pt x="1400" y="38774"/>
                </a:cubicBezTo>
                <a:cubicBezTo>
                  <a:pt x="0" y="31711"/>
                  <a:pt x="1761" y="24253"/>
                  <a:pt x="6684" y="16400"/>
                </a:cubicBezTo>
                <a:cubicBezTo>
                  <a:pt x="11663" y="8456"/>
                  <a:pt x="17639" y="3587"/>
                  <a:pt x="24612" y="1793"/>
                </a:cubicBezTo>
                <a:cubicBezTo>
                  <a:pt x="31584" y="0"/>
                  <a:pt x="38649" y="1347"/>
                  <a:pt x="45808" y="5834"/>
                </a:cubicBezTo>
                <a:cubicBezTo>
                  <a:pt x="51668" y="9507"/>
                  <a:pt x="55537" y="13689"/>
                  <a:pt x="57415" y="18379"/>
                </a:cubicBezTo>
                <a:cubicBezTo>
                  <a:pt x="59292" y="23069"/>
                  <a:pt x="59367" y="28470"/>
                  <a:pt x="57640" y="345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a">
            <a:extLst xmlns:a="http://schemas.openxmlformats.org/drawingml/2006/main">
              <a:ext uri="{FF2B5EF4-FFF2-40B4-BE49-F238E27FC236}">
                <a16:creationId xmlns:a16="http://schemas.microsoft.com/office/drawing/2014/main" id="{3C4DE165-4F18-4ECA-A6D3-699F12E1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008" y="4209869"/>
            <a:ext cx="61332" cy="69024"/>
          </a:xfrm>
          <a:custGeom xmlns:a="http://schemas.openxmlformats.org/drawingml/2006/main">
            <a:pathLst>
              <a:path w="61332" h="69024">
                <a:moveTo>
                  <a:pt x="27514" y="16288"/>
                </a:moveTo>
                <a:lnTo>
                  <a:pt x="16735" y="7583"/>
                </a:lnTo>
                <a:cubicBezTo>
                  <a:pt x="20750" y="3440"/>
                  <a:pt x="25041" y="1095"/>
                  <a:pt x="29608" y="548"/>
                </a:cubicBezTo>
                <a:cubicBezTo>
                  <a:pt x="34175" y="0"/>
                  <a:pt x="39695" y="1498"/>
                  <a:pt x="46168" y="5041"/>
                </a:cubicBezTo>
                <a:cubicBezTo>
                  <a:pt x="52047" y="8260"/>
                  <a:pt x="56044" y="11352"/>
                  <a:pt x="58159" y="14318"/>
                </a:cubicBezTo>
                <a:cubicBezTo>
                  <a:pt x="60274" y="17285"/>
                  <a:pt x="61332" y="20160"/>
                  <a:pt x="61332" y="22944"/>
                </a:cubicBezTo>
                <a:cubicBezTo>
                  <a:pt x="61332" y="25728"/>
                  <a:pt x="59765" y="29981"/>
                  <a:pt x="56633" y="35703"/>
                </a:cubicBezTo>
                <a:lnTo>
                  <a:pt x="48070" y="51011"/>
                </a:lnTo>
                <a:cubicBezTo>
                  <a:pt x="45673" y="55389"/>
                  <a:pt x="44117" y="58733"/>
                  <a:pt x="43401" y="61044"/>
                </a:cubicBezTo>
                <a:cubicBezTo>
                  <a:pt x="42684" y="63354"/>
                  <a:pt x="42254" y="66014"/>
                  <a:pt x="42110" y="69024"/>
                </a:cubicBezTo>
                <a:lnTo>
                  <a:pt x="29071" y="61886"/>
                </a:lnTo>
                <a:cubicBezTo>
                  <a:pt x="29206" y="60822"/>
                  <a:pt x="29494" y="59293"/>
                  <a:pt x="29935" y="57300"/>
                </a:cubicBezTo>
                <a:cubicBezTo>
                  <a:pt x="30145" y="56398"/>
                  <a:pt x="30271" y="55796"/>
                  <a:pt x="30314" y="55495"/>
                </a:cubicBezTo>
                <a:cubicBezTo>
                  <a:pt x="26864" y="56451"/>
                  <a:pt x="23558" y="56775"/>
                  <a:pt x="20394" y="56466"/>
                </a:cubicBezTo>
                <a:cubicBezTo>
                  <a:pt x="17231" y="56156"/>
                  <a:pt x="14195" y="55206"/>
                  <a:pt x="11287" y="53614"/>
                </a:cubicBezTo>
                <a:cubicBezTo>
                  <a:pt x="6159" y="50806"/>
                  <a:pt x="2876" y="47208"/>
                  <a:pt x="1438" y="42819"/>
                </a:cubicBezTo>
                <a:cubicBezTo>
                  <a:pt x="0" y="38430"/>
                  <a:pt x="440" y="34118"/>
                  <a:pt x="2759" y="29883"/>
                </a:cubicBezTo>
                <a:cubicBezTo>
                  <a:pt x="4293" y="27080"/>
                  <a:pt x="6333" y="24950"/>
                  <a:pt x="8879" y="23491"/>
                </a:cubicBezTo>
                <a:cubicBezTo>
                  <a:pt x="11426" y="22031"/>
                  <a:pt x="14231" y="21381"/>
                  <a:pt x="17293" y="21540"/>
                </a:cubicBezTo>
                <a:cubicBezTo>
                  <a:pt x="20356" y="21699"/>
                  <a:pt x="24409" y="22592"/>
                  <a:pt x="29451" y="24220"/>
                </a:cubicBezTo>
                <a:cubicBezTo>
                  <a:pt x="36242" y="26440"/>
                  <a:pt x="41099" y="27702"/>
                  <a:pt x="44021" y="28007"/>
                </a:cubicBezTo>
                <a:lnTo>
                  <a:pt x="44748" y="26679"/>
                </a:lnTo>
                <a:cubicBezTo>
                  <a:pt x="46150" y="24117"/>
                  <a:pt x="46524" y="21949"/>
                  <a:pt x="45870" y="20174"/>
                </a:cubicBezTo>
                <a:cubicBezTo>
                  <a:pt x="45217" y="18398"/>
                  <a:pt x="43155" y="16559"/>
                  <a:pt x="39684" y="14659"/>
                </a:cubicBezTo>
                <a:cubicBezTo>
                  <a:pt x="37339" y="13375"/>
                  <a:pt x="35251" y="12846"/>
                  <a:pt x="33421" y="13071"/>
                </a:cubicBezTo>
                <a:cubicBezTo>
                  <a:pt x="31591" y="13295"/>
                  <a:pt x="29622" y="14367"/>
                  <a:pt x="27514" y="16288"/>
                </a:cubicBezTo>
                <a:moveTo>
                  <a:pt x="39296" y="36637"/>
                </a:moveTo>
                <a:cubicBezTo>
                  <a:pt x="37303" y="36269"/>
                  <a:pt x="34266" y="35470"/>
                  <a:pt x="30184" y="34240"/>
                </a:cubicBezTo>
                <a:cubicBezTo>
                  <a:pt x="26103" y="33009"/>
                  <a:pt x="23296" y="32456"/>
                  <a:pt x="21765" y="32582"/>
                </a:cubicBezTo>
                <a:cubicBezTo>
                  <a:pt x="19385" y="32845"/>
                  <a:pt x="17688" y="33903"/>
                  <a:pt x="16673" y="35757"/>
                </a:cubicBezTo>
                <a:cubicBezTo>
                  <a:pt x="15675" y="37581"/>
                  <a:pt x="15500" y="39533"/>
                  <a:pt x="16148" y="41616"/>
                </a:cubicBezTo>
                <a:cubicBezTo>
                  <a:pt x="16797" y="43697"/>
                  <a:pt x="18185" y="45319"/>
                  <a:pt x="20311" y="46483"/>
                </a:cubicBezTo>
                <a:cubicBezTo>
                  <a:pt x="22688" y="47784"/>
                  <a:pt x="25378" y="48253"/>
                  <a:pt x="28381" y="47889"/>
                </a:cubicBezTo>
                <a:cubicBezTo>
                  <a:pt x="30618" y="47589"/>
                  <a:pt x="32453" y="46725"/>
                  <a:pt x="33884" y="45299"/>
                </a:cubicBezTo>
                <a:cubicBezTo>
                  <a:pt x="34836" y="44375"/>
                  <a:pt x="36167" y="42353"/>
                  <a:pt x="37875" y="39233"/>
                </a:cubicBezTo>
                <a:lnTo>
                  <a:pt x="39296" y="36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c">
            <a:extLst xmlns:a="http://schemas.openxmlformats.org/drawingml/2006/main">
              <a:ext uri="{FF2B5EF4-FFF2-40B4-BE49-F238E27FC236}">
                <a16:creationId xmlns:a16="http://schemas.microsoft.com/office/drawing/2014/main" id="{C049EF70-4244-4509-81B8-FF641E37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545" y="4238977"/>
            <a:ext cx="58497" cy="61699"/>
          </a:xfrm>
          <a:custGeom xmlns:a="http://schemas.openxmlformats.org/drawingml/2006/main">
            <a:pathLst>
              <a:path w="58497" h="61699">
                <a:moveTo>
                  <a:pt x="57547" y="31054"/>
                </a:moveTo>
                <a:lnTo>
                  <a:pt x="42986" y="27243"/>
                </a:lnTo>
                <a:cubicBezTo>
                  <a:pt x="43771" y="24365"/>
                  <a:pt x="43677" y="21879"/>
                  <a:pt x="42703" y="19786"/>
                </a:cubicBezTo>
                <a:cubicBezTo>
                  <a:pt x="41729" y="17693"/>
                  <a:pt x="39965" y="16054"/>
                  <a:pt x="37411" y="14868"/>
                </a:cubicBezTo>
                <a:cubicBezTo>
                  <a:pt x="34016" y="13292"/>
                  <a:pt x="30765" y="13204"/>
                  <a:pt x="27659" y="14603"/>
                </a:cubicBezTo>
                <a:cubicBezTo>
                  <a:pt x="24553" y="16002"/>
                  <a:pt x="21728" y="19441"/>
                  <a:pt x="19185" y="24921"/>
                </a:cubicBezTo>
                <a:cubicBezTo>
                  <a:pt x="16356" y="31014"/>
                  <a:pt x="15385" y="35795"/>
                  <a:pt x="16271" y="39263"/>
                </a:cubicBezTo>
                <a:cubicBezTo>
                  <a:pt x="17157" y="42730"/>
                  <a:pt x="19330" y="45267"/>
                  <a:pt x="22790" y="46873"/>
                </a:cubicBezTo>
                <a:cubicBezTo>
                  <a:pt x="25377" y="48074"/>
                  <a:pt x="27836" y="48321"/>
                  <a:pt x="30168" y="47616"/>
                </a:cubicBezTo>
                <a:cubicBezTo>
                  <a:pt x="32500" y="46910"/>
                  <a:pt x="34839" y="44920"/>
                  <a:pt x="37184" y="41646"/>
                </a:cubicBezTo>
                <a:lnTo>
                  <a:pt x="49490" y="50188"/>
                </a:lnTo>
                <a:cubicBezTo>
                  <a:pt x="45247" y="55686"/>
                  <a:pt x="40426" y="59088"/>
                  <a:pt x="35025" y="60393"/>
                </a:cubicBezTo>
                <a:cubicBezTo>
                  <a:pt x="29624" y="61699"/>
                  <a:pt x="23610" y="60813"/>
                  <a:pt x="16981" y="57736"/>
                </a:cubicBezTo>
                <a:cubicBezTo>
                  <a:pt x="9447" y="54238"/>
                  <a:pt x="4544" y="49074"/>
                  <a:pt x="2272" y="42242"/>
                </a:cubicBezTo>
                <a:cubicBezTo>
                  <a:pt x="0" y="35409"/>
                  <a:pt x="815" y="27790"/>
                  <a:pt x="4718" y="19383"/>
                </a:cubicBezTo>
                <a:cubicBezTo>
                  <a:pt x="8666" y="10879"/>
                  <a:pt x="13986" y="5301"/>
                  <a:pt x="20680" y="2651"/>
                </a:cubicBezTo>
                <a:cubicBezTo>
                  <a:pt x="27373" y="0"/>
                  <a:pt x="34552" y="453"/>
                  <a:pt x="42215" y="4011"/>
                </a:cubicBezTo>
                <a:cubicBezTo>
                  <a:pt x="48488" y="6923"/>
                  <a:pt x="52849" y="10588"/>
                  <a:pt x="55298" y="15007"/>
                </a:cubicBezTo>
                <a:cubicBezTo>
                  <a:pt x="57747" y="19425"/>
                  <a:pt x="58497" y="24774"/>
                  <a:pt x="57547" y="310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y">
            <a:extLst xmlns:a="http://schemas.openxmlformats.org/drawingml/2006/main">
              <a:ext uri="{FF2B5EF4-FFF2-40B4-BE49-F238E27FC236}">
                <a16:creationId xmlns:a16="http://schemas.microsoft.com/office/drawing/2014/main" id="{68CFCCBD-6AD3-474F-9295-BAA955D0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523" y="4256446"/>
            <a:ext cx="77790" cy="81601"/>
          </a:xfrm>
          <a:custGeom xmlns:a="http://schemas.openxmlformats.org/drawingml/2006/main">
            <a:pathLst>
              <a:path w="77790" h="81601">
                <a:moveTo>
                  <a:pt x="23130" y="0"/>
                </a:moveTo>
                <a:lnTo>
                  <a:pt x="38097" y="5625"/>
                </a:lnTo>
                <a:lnTo>
                  <a:pt x="36613" y="48181"/>
                </a:lnTo>
                <a:lnTo>
                  <a:pt x="63224" y="15068"/>
                </a:lnTo>
                <a:lnTo>
                  <a:pt x="77790" y="20543"/>
                </a:lnTo>
                <a:lnTo>
                  <a:pt x="39787" y="64662"/>
                </a:lnTo>
                <a:lnTo>
                  <a:pt x="32941" y="72694"/>
                </a:lnTo>
                <a:cubicBezTo>
                  <a:pt x="30540" y="75334"/>
                  <a:pt x="28473" y="77261"/>
                  <a:pt x="26741" y="78476"/>
                </a:cubicBezTo>
                <a:cubicBezTo>
                  <a:pt x="25009" y="79691"/>
                  <a:pt x="23225" y="80535"/>
                  <a:pt x="21391" y="81007"/>
                </a:cubicBezTo>
                <a:cubicBezTo>
                  <a:pt x="19557" y="81479"/>
                  <a:pt x="17474" y="81601"/>
                  <a:pt x="15142" y="81372"/>
                </a:cubicBezTo>
                <a:cubicBezTo>
                  <a:pt x="12809" y="81143"/>
                  <a:pt x="10309" y="80526"/>
                  <a:pt x="7639" y="79523"/>
                </a:cubicBezTo>
                <a:cubicBezTo>
                  <a:pt x="4936" y="78507"/>
                  <a:pt x="2390" y="77227"/>
                  <a:pt x="0" y="75681"/>
                </a:cubicBezTo>
                <a:lnTo>
                  <a:pt x="2887" y="64199"/>
                </a:lnTo>
                <a:cubicBezTo>
                  <a:pt x="4927" y="65460"/>
                  <a:pt x="6831" y="66423"/>
                  <a:pt x="8599" y="67088"/>
                </a:cubicBezTo>
                <a:cubicBezTo>
                  <a:pt x="11870" y="68317"/>
                  <a:pt x="14649" y="68267"/>
                  <a:pt x="16939" y="66938"/>
                </a:cubicBezTo>
                <a:cubicBezTo>
                  <a:pt x="19228" y="65608"/>
                  <a:pt x="21348" y="63615"/>
                  <a:pt x="23299" y="60959"/>
                </a:cubicBezTo>
                <a:lnTo>
                  <a:pt x="231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*">
            <a:extLst xmlns:a="http://schemas.openxmlformats.org/drawingml/2006/main">
              <a:ext uri="{FF2B5EF4-FFF2-40B4-BE49-F238E27FC236}">
                <a16:creationId xmlns:a16="http://schemas.microsoft.com/office/drawing/2014/main" id="{324EAB8A-1E72-429E-A45D-83883292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172" y="4259651"/>
            <a:ext cx="37493" cy="38867"/>
          </a:xfrm>
          <a:custGeom xmlns:a="http://schemas.openxmlformats.org/drawingml/2006/main">
            <a:pathLst>
              <a:path w="37493" h="38867">
                <a:moveTo>
                  <a:pt x="5966" y="35103"/>
                </a:moveTo>
                <a:lnTo>
                  <a:pt x="0" y="26811"/>
                </a:lnTo>
                <a:cubicBezTo>
                  <a:pt x="3277" y="24784"/>
                  <a:pt x="6621" y="22906"/>
                  <a:pt x="10033" y="21176"/>
                </a:cubicBezTo>
                <a:cubicBezTo>
                  <a:pt x="11395" y="20470"/>
                  <a:pt x="12253" y="20021"/>
                  <a:pt x="12607" y="19829"/>
                </a:cubicBezTo>
                <a:cubicBezTo>
                  <a:pt x="11794" y="19437"/>
                  <a:pt x="9519" y="18142"/>
                  <a:pt x="5782" y="15944"/>
                </a:cubicBezTo>
                <a:cubicBezTo>
                  <a:pt x="3093" y="14356"/>
                  <a:pt x="1337" y="13252"/>
                  <a:pt x="517" y="12632"/>
                </a:cubicBezTo>
                <a:lnTo>
                  <a:pt x="6214" y="4504"/>
                </a:lnTo>
                <a:cubicBezTo>
                  <a:pt x="10152" y="7650"/>
                  <a:pt x="13557" y="10845"/>
                  <a:pt x="16426" y="14087"/>
                </a:cubicBezTo>
                <a:cubicBezTo>
                  <a:pt x="17265" y="8238"/>
                  <a:pt x="18209" y="3542"/>
                  <a:pt x="19258" y="0"/>
                </a:cubicBezTo>
                <a:lnTo>
                  <a:pt x="28385" y="2702"/>
                </a:lnTo>
                <a:cubicBezTo>
                  <a:pt x="27641" y="5213"/>
                  <a:pt x="25819" y="9674"/>
                  <a:pt x="22917" y="16085"/>
                </a:cubicBezTo>
                <a:cubicBezTo>
                  <a:pt x="23682" y="16014"/>
                  <a:pt x="25349" y="15782"/>
                  <a:pt x="27919" y="15390"/>
                </a:cubicBezTo>
                <a:cubicBezTo>
                  <a:pt x="31410" y="14900"/>
                  <a:pt x="34601" y="14543"/>
                  <a:pt x="37493" y="14321"/>
                </a:cubicBezTo>
                <a:lnTo>
                  <a:pt x="37448" y="24457"/>
                </a:lnTo>
                <a:cubicBezTo>
                  <a:pt x="33401" y="24186"/>
                  <a:pt x="28761" y="23721"/>
                  <a:pt x="23528" y="23062"/>
                </a:cubicBezTo>
                <a:lnTo>
                  <a:pt x="27651" y="31742"/>
                </a:lnTo>
                <a:cubicBezTo>
                  <a:pt x="28471" y="33495"/>
                  <a:pt x="29109" y="34918"/>
                  <a:pt x="29566" y="36010"/>
                </a:cubicBezTo>
                <a:lnTo>
                  <a:pt x="20188" y="38867"/>
                </a:lnTo>
                <a:lnTo>
                  <a:pt x="16626" y="25468"/>
                </a:lnTo>
                <a:cubicBezTo>
                  <a:pt x="13451" y="28532"/>
                  <a:pt x="9898" y="31743"/>
                  <a:pt x="5966" y="351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AlphaEdit">
            <a:extLst xmlns:a="http://schemas.openxmlformats.org/drawingml/2006/main">
              <a:ext uri="{FF2B5EF4-FFF2-40B4-BE49-F238E27FC236}">
                <a16:creationId xmlns:a16="http://schemas.microsoft.com/office/drawing/2014/main" id="{0FC551D9-18E2-4C4D-AB7D-B2109E29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47" y="6215782"/>
            <a:ext cx="616408" cy="131970"/>
          </a:xfrm>
          <a:custGeom xmlns:a="http://schemas.openxmlformats.org/drawingml/2006/main">
            <a:pathLst>
              <a:path w="616408" h="131970">
                <a:moveTo>
                  <a:pt x="0" y="103238"/>
                </a:moveTo>
                <a:lnTo>
                  <a:pt x="39647" y="0"/>
                </a:lnTo>
                <a:lnTo>
                  <a:pt x="54366" y="0"/>
                </a:lnTo>
                <a:lnTo>
                  <a:pt x="96619" y="103238"/>
                </a:lnTo>
                <a:lnTo>
                  <a:pt x="81055" y="103238"/>
                </a:lnTo>
                <a:lnTo>
                  <a:pt x="69013" y="72112"/>
                </a:lnTo>
                <a:lnTo>
                  <a:pt x="25845" y="72112"/>
                </a:lnTo>
                <a:lnTo>
                  <a:pt x="14507" y="103238"/>
                </a:lnTo>
                <a:lnTo>
                  <a:pt x="0" y="103238"/>
                </a:lnTo>
                <a:moveTo>
                  <a:pt x="29788" y="60844"/>
                </a:moveTo>
                <a:lnTo>
                  <a:pt x="64788" y="60844"/>
                </a:lnTo>
                <a:lnTo>
                  <a:pt x="54013" y="32253"/>
                </a:lnTo>
                <a:cubicBezTo>
                  <a:pt x="50727" y="23568"/>
                  <a:pt x="48286" y="16432"/>
                  <a:pt x="46690" y="10845"/>
                </a:cubicBezTo>
                <a:cubicBezTo>
                  <a:pt x="45375" y="17465"/>
                  <a:pt x="43521" y="24037"/>
                  <a:pt x="41126" y="30563"/>
                </a:cubicBezTo>
                <a:lnTo>
                  <a:pt x="29788" y="60844"/>
                </a:lnTo>
                <a:close/>
                <a:moveTo>
                  <a:pt x="105634" y="103238"/>
                </a:moveTo>
                <a:lnTo>
                  <a:pt x="105634" y="0"/>
                </a:lnTo>
                <a:lnTo>
                  <a:pt x="118309" y="0"/>
                </a:lnTo>
                <a:lnTo>
                  <a:pt x="118309" y="103238"/>
                </a:lnTo>
                <a:lnTo>
                  <a:pt x="105634" y="103238"/>
                </a:lnTo>
                <a:close/>
                <a:moveTo>
                  <a:pt x="137933" y="131970"/>
                </a:moveTo>
                <a:lnTo>
                  <a:pt x="137933" y="28450"/>
                </a:lnTo>
                <a:lnTo>
                  <a:pt x="149482" y="28450"/>
                </a:lnTo>
                <a:lnTo>
                  <a:pt x="149482" y="38098"/>
                </a:lnTo>
                <a:cubicBezTo>
                  <a:pt x="152205" y="34319"/>
                  <a:pt x="155280" y="31484"/>
                  <a:pt x="158707" y="29595"/>
                </a:cubicBezTo>
                <a:cubicBezTo>
                  <a:pt x="162135" y="27705"/>
                  <a:pt x="166289" y="26760"/>
                  <a:pt x="171172" y="26760"/>
                </a:cubicBezTo>
                <a:cubicBezTo>
                  <a:pt x="177557" y="26760"/>
                  <a:pt x="183191" y="28403"/>
                  <a:pt x="188073" y="31690"/>
                </a:cubicBezTo>
                <a:cubicBezTo>
                  <a:pt x="192956" y="34976"/>
                  <a:pt x="196641" y="39612"/>
                  <a:pt x="199129" y="45598"/>
                </a:cubicBezTo>
                <a:cubicBezTo>
                  <a:pt x="201618" y="51584"/>
                  <a:pt x="202862" y="58145"/>
                  <a:pt x="202862" y="65281"/>
                </a:cubicBezTo>
                <a:cubicBezTo>
                  <a:pt x="202862" y="72933"/>
                  <a:pt x="201489" y="79823"/>
                  <a:pt x="198742" y="85950"/>
                </a:cubicBezTo>
                <a:cubicBezTo>
                  <a:pt x="195996" y="92076"/>
                  <a:pt x="192005" y="96771"/>
                  <a:pt x="186770" y="100034"/>
                </a:cubicBezTo>
                <a:cubicBezTo>
                  <a:pt x="181536" y="103297"/>
                  <a:pt x="176031" y="104928"/>
                  <a:pt x="170256" y="104928"/>
                </a:cubicBezTo>
                <a:cubicBezTo>
                  <a:pt x="166031" y="104928"/>
                  <a:pt x="162240" y="104025"/>
                  <a:pt x="158883" y="102217"/>
                </a:cubicBezTo>
                <a:cubicBezTo>
                  <a:pt x="155527" y="100408"/>
                  <a:pt x="152768" y="98124"/>
                  <a:pt x="150609" y="95364"/>
                </a:cubicBezTo>
                <a:lnTo>
                  <a:pt x="150609" y="131970"/>
                </a:lnTo>
                <a:lnTo>
                  <a:pt x="137933" y="131970"/>
                </a:lnTo>
                <a:moveTo>
                  <a:pt x="149412" y="66161"/>
                </a:moveTo>
                <a:cubicBezTo>
                  <a:pt x="149412" y="75774"/>
                  <a:pt x="151360" y="82878"/>
                  <a:pt x="155257" y="87473"/>
                </a:cubicBezTo>
                <a:cubicBezTo>
                  <a:pt x="159153" y="92068"/>
                  <a:pt x="163872" y="94365"/>
                  <a:pt x="169411" y="94365"/>
                </a:cubicBezTo>
                <a:cubicBezTo>
                  <a:pt x="175045" y="94365"/>
                  <a:pt x="179869" y="91985"/>
                  <a:pt x="183883" y="87226"/>
                </a:cubicBezTo>
                <a:cubicBezTo>
                  <a:pt x="187897" y="82467"/>
                  <a:pt x="189904" y="75093"/>
                  <a:pt x="189904" y="65105"/>
                </a:cubicBezTo>
                <a:cubicBezTo>
                  <a:pt x="189904" y="55586"/>
                  <a:pt x="187944" y="48459"/>
                  <a:pt x="184024" y="43723"/>
                </a:cubicBezTo>
                <a:cubicBezTo>
                  <a:pt x="180104" y="38987"/>
                  <a:pt x="175421" y="36619"/>
                  <a:pt x="169975" y="36619"/>
                </a:cubicBezTo>
                <a:cubicBezTo>
                  <a:pt x="164576" y="36619"/>
                  <a:pt x="159799" y="39140"/>
                  <a:pt x="155644" y="44181"/>
                </a:cubicBezTo>
                <a:cubicBezTo>
                  <a:pt x="151489" y="49222"/>
                  <a:pt x="149412" y="56549"/>
                  <a:pt x="149412" y="66161"/>
                </a:cubicBezTo>
                <a:close/>
                <a:moveTo>
                  <a:pt x="218121" y="103238"/>
                </a:moveTo>
                <a:lnTo>
                  <a:pt x="218121" y="0"/>
                </a:lnTo>
                <a:lnTo>
                  <a:pt x="230797" y="0"/>
                </a:lnTo>
                <a:lnTo>
                  <a:pt x="230797" y="37042"/>
                </a:lnTo>
                <a:cubicBezTo>
                  <a:pt x="236713" y="30187"/>
                  <a:pt x="244177" y="26760"/>
                  <a:pt x="253191" y="26760"/>
                </a:cubicBezTo>
                <a:cubicBezTo>
                  <a:pt x="258731" y="26760"/>
                  <a:pt x="263543" y="27852"/>
                  <a:pt x="267628" y="30035"/>
                </a:cubicBezTo>
                <a:cubicBezTo>
                  <a:pt x="271712" y="32218"/>
                  <a:pt x="274635" y="35234"/>
                  <a:pt x="276395" y="39084"/>
                </a:cubicBezTo>
                <a:cubicBezTo>
                  <a:pt x="278156" y="42934"/>
                  <a:pt x="279036" y="48521"/>
                  <a:pt x="279036" y="55844"/>
                </a:cubicBezTo>
                <a:lnTo>
                  <a:pt x="279036" y="103238"/>
                </a:lnTo>
                <a:lnTo>
                  <a:pt x="266360" y="103238"/>
                </a:lnTo>
                <a:lnTo>
                  <a:pt x="266360" y="55844"/>
                </a:lnTo>
                <a:cubicBezTo>
                  <a:pt x="266360" y="49506"/>
                  <a:pt x="264987" y="44894"/>
                  <a:pt x="262240" y="42007"/>
                </a:cubicBezTo>
                <a:cubicBezTo>
                  <a:pt x="259494" y="39119"/>
                  <a:pt x="255609" y="37676"/>
                  <a:pt x="250586" y="37676"/>
                </a:cubicBezTo>
                <a:cubicBezTo>
                  <a:pt x="246830" y="37676"/>
                  <a:pt x="243297" y="38650"/>
                  <a:pt x="239987" y="40598"/>
                </a:cubicBezTo>
                <a:cubicBezTo>
                  <a:pt x="236677" y="42546"/>
                  <a:pt x="234318" y="45187"/>
                  <a:pt x="232910" y="48521"/>
                </a:cubicBezTo>
                <a:cubicBezTo>
                  <a:pt x="231501" y="51854"/>
                  <a:pt x="230797" y="56455"/>
                  <a:pt x="230797" y="62323"/>
                </a:cubicBezTo>
                <a:lnTo>
                  <a:pt x="230797" y="103238"/>
                </a:lnTo>
                <a:lnTo>
                  <a:pt x="218121" y="103238"/>
                </a:lnTo>
                <a:close/>
                <a:moveTo>
                  <a:pt x="347112" y="94004"/>
                </a:moveTo>
                <a:cubicBezTo>
                  <a:pt x="342417" y="97998"/>
                  <a:pt x="337899" y="100817"/>
                  <a:pt x="333556" y="102461"/>
                </a:cubicBezTo>
                <a:cubicBezTo>
                  <a:pt x="329213" y="104106"/>
                  <a:pt x="324554" y="104928"/>
                  <a:pt x="319577" y="104928"/>
                </a:cubicBezTo>
                <a:cubicBezTo>
                  <a:pt x="311361" y="104928"/>
                  <a:pt x="305047" y="102920"/>
                  <a:pt x="300634" y="98903"/>
                </a:cubicBezTo>
                <a:cubicBezTo>
                  <a:pt x="296221" y="94886"/>
                  <a:pt x="294014" y="89753"/>
                  <a:pt x="294014" y="83505"/>
                </a:cubicBezTo>
                <a:cubicBezTo>
                  <a:pt x="294014" y="79841"/>
                  <a:pt x="294847" y="76495"/>
                  <a:pt x="296514" y="73465"/>
                </a:cubicBezTo>
                <a:cubicBezTo>
                  <a:pt x="298181" y="70434"/>
                  <a:pt x="300364" y="68002"/>
                  <a:pt x="303063" y="66170"/>
                </a:cubicBezTo>
                <a:cubicBezTo>
                  <a:pt x="305763" y="64338"/>
                  <a:pt x="308803" y="62952"/>
                  <a:pt x="312183" y="62013"/>
                </a:cubicBezTo>
                <a:cubicBezTo>
                  <a:pt x="314671" y="61354"/>
                  <a:pt x="318427" y="60720"/>
                  <a:pt x="323450" y="60109"/>
                </a:cubicBezTo>
                <a:cubicBezTo>
                  <a:pt x="333685" y="58898"/>
                  <a:pt x="341220" y="57452"/>
                  <a:pt x="346056" y="55774"/>
                </a:cubicBezTo>
                <a:cubicBezTo>
                  <a:pt x="346103" y="54044"/>
                  <a:pt x="346126" y="52945"/>
                  <a:pt x="346126" y="52477"/>
                </a:cubicBezTo>
                <a:cubicBezTo>
                  <a:pt x="346126" y="47332"/>
                  <a:pt x="344929" y="43708"/>
                  <a:pt x="342535" y="41604"/>
                </a:cubicBezTo>
                <a:cubicBezTo>
                  <a:pt x="339295" y="38750"/>
                  <a:pt x="334483" y="37324"/>
                  <a:pt x="328098" y="37324"/>
                </a:cubicBezTo>
                <a:cubicBezTo>
                  <a:pt x="322136" y="37324"/>
                  <a:pt x="317734" y="38368"/>
                  <a:pt x="314894" y="40457"/>
                </a:cubicBezTo>
                <a:cubicBezTo>
                  <a:pt x="312054" y="42546"/>
                  <a:pt x="309953" y="46244"/>
                  <a:pt x="308591" y="51549"/>
                </a:cubicBezTo>
                <a:lnTo>
                  <a:pt x="296197" y="49859"/>
                </a:lnTo>
                <a:cubicBezTo>
                  <a:pt x="297324" y="44537"/>
                  <a:pt x="299178" y="40240"/>
                  <a:pt x="301760" y="36967"/>
                </a:cubicBezTo>
                <a:cubicBezTo>
                  <a:pt x="304343" y="33694"/>
                  <a:pt x="308075" y="31175"/>
                  <a:pt x="312957" y="29410"/>
                </a:cubicBezTo>
                <a:cubicBezTo>
                  <a:pt x="317840" y="27643"/>
                  <a:pt x="323497" y="26760"/>
                  <a:pt x="329929" y="26760"/>
                </a:cubicBezTo>
                <a:cubicBezTo>
                  <a:pt x="336314" y="26760"/>
                  <a:pt x="341502" y="27511"/>
                  <a:pt x="345492" y="29014"/>
                </a:cubicBezTo>
                <a:cubicBezTo>
                  <a:pt x="349483" y="30516"/>
                  <a:pt x="352417" y="32406"/>
                  <a:pt x="354295" y="34683"/>
                </a:cubicBezTo>
                <a:cubicBezTo>
                  <a:pt x="356173" y="36960"/>
                  <a:pt x="357487" y="39835"/>
                  <a:pt x="358239" y="43309"/>
                </a:cubicBezTo>
                <a:cubicBezTo>
                  <a:pt x="358661" y="45469"/>
                  <a:pt x="358872" y="49366"/>
                  <a:pt x="358872" y="54999"/>
                </a:cubicBezTo>
                <a:lnTo>
                  <a:pt x="358872" y="71901"/>
                </a:lnTo>
                <a:cubicBezTo>
                  <a:pt x="358872" y="83685"/>
                  <a:pt x="359142" y="91137"/>
                  <a:pt x="359682" y="94260"/>
                </a:cubicBezTo>
                <a:cubicBezTo>
                  <a:pt x="360222" y="97382"/>
                  <a:pt x="361290" y="100374"/>
                  <a:pt x="362887" y="103238"/>
                </a:cubicBezTo>
                <a:lnTo>
                  <a:pt x="349647" y="103238"/>
                </a:lnTo>
                <a:cubicBezTo>
                  <a:pt x="348333" y="100606"/>
                  <a:pt x="347488" y="97528"/>
                  <a:pt x="347112" y="94004"/>
                </a:cubicBezTo>
                <a:moveTo>
                  <a:pt x="346056" y="65633"/>
                </a:moveTo>
                <a:cubicBezTo>
                  <a:pt x="341455" y="67527"/>
                  <a:pt x="334553" y="69137"/>
                  <a:pt x="325352" y="70461"/>
                </a:cubicBezTo>
                <a:cubicBezTo>
                  <a:pt x="320140" y="71215"/>
                  <a:pt x="316455" y="72064"/>
                  <a:pt x="314295" y="73008"/>
                </a:cubicBezTo>
                <a:cubicBezTo>
                  <a:pt x="312136" y="73949"/>
                  <a:pt x="310469" y="75329"/>
                  <a:pt x="309296" y="77145"/>
                </a:cubicBezTo>
                <a:cubicBezTo>
                  <a:pt x="308122" y="78960"/>
                  <a:pt x="307535" y="80975"/>
                  <a:pt x="307535" y="83190"/>
                </a:cubicBezTo>
                <a:cubicBezTo>
                  <a:pt x="307535" y="86584"/>
                  <a:pt x="308814" y="89412"/>
                  <a:pt x="311373" y="91676"/>
                </a:cubicBezTo>
                <a:cubicBezTo>
                  <a:pt x="313932" y="93938"/>
                  <a:pt x="317676" y="95069"/>
                  <a:pt x="322605" y="95069"/>
                </a:cubicBezTo>
                <a:cubicBezTo>
                  <a:pt x="327488" y="95069"/>
                  <a:pt x="331831" y="93996"/>
                  <a:pt x="335633" y="91850"/>
                </a:cubicBezTo>
                <a:cubicBezTo>
                  <a:pt x="339436" y="89703"/>
                  <a:pt x="342229" y="86767"/>
                  <a:pt x="344013" y="83040"/>
                </a:cubicBezTo>
                <a:cubicBezTo>
                  <a:pt x="345375" y="80162"/>
                  <a:pt x="346056" y="75916"/>
                  <a:pt x="346056" y="70303"/>
                </a:cubicBezTo>
                <a:lnTo>
                  <a:pt x="346056" y="65633"/>
                </a:lnTo>
                <a:close/>
                <a:moveTo>
                  <a:pt x="380400" y="103238"/>
                </a:moveTo>
                <a:lnTo>
                  <a:pt x="380400" y="0"/>
                </a:lnTo>
                <a:lnTo>
                  <a:pt x="455047" y="0"/>
                </a:lnTo>
                <a:lnTo>
                  <a:pt x="455047" y="12183"/>
                </a:lnTo>
                <a:lnTo>
                  <a:pt x="394061" y="12183"/>
                </a:lnTo>
                <a:lnTo>
                  <a:pt x="394061" y="43802"/>
                </a:lnTo>
                <a:lnTo>
                  <a:pt x="451173" y="43802"/>
                </a:lnTo>
                <a:lnTo>
                  <a:pt x="451173" y="55774"/>
                </a:lnTo>
                <a:lnTo>
                  <a:pt x="394061" y="55774"/>
                </a:lnTo>
                <a:lnTo>
                  <a:pt x="394061" y="91055"/>
                </a:lnTo>
                <a:lnTo>
                  <a:pt x="457441" y="91055"/>
                </a:lnTo>
                <a:lnTo>
                  <a:pt x="457441" y="103238"/>
                </a:lnTo>
                <a:lnTo>
                  <a:pt x="380400" y="103238"/>
                </a:lnTo>
                <a:close/>
                <a:moveTo>
                  <a:pt x="523216" y="103238"/>
                </a:moveTo>
                <a:lnTo>
                  <a:pt x="523216" y="93802"/>
                </a:lnTo>
                <a:cubicBezTo>
                  <a:pt x="518474" y="101220"/>
                  <a:pt x="511502" y="104928"/>
                  <a:pt x="502301" y="104928"/>
                </a:cubicBezTo>
                <a:cubicBezTo>
                  <a:pt x="496338" y="104928"/>
                  <a:pt x="490857" y="103285"/>
                  <a:pt x="485857" y="99999"/>
                </a:cubicBezTo>
                <a:cubicBezTo>
                  <a:pt x="480857" y="96713"/>
                  <a:pt x="476984" y="92123"/>
                  <a:pt x="474238" y="86231"/>
                </a:cubicBezTo>
                <a:cubicBezTo>
                  <a:pt x="471491" y="80339"/>
                  <a:pt x="470118" y="73567"/>
                  <a:pt x="470118" y="65915"/>
                </a:cubicBezTo>
                <a:cubicBezTo>
                  <a:pt x="470118" y="58450"/>
                  <a:pt x="471362" y="51678"/>
                  <a:pt x="473850" y="45598"/>
                </a:cubicBezTo>
                <a:cubicBezTo>
                  <a:pt x="476338" y="39518"/>
                  <a:pt x="480071" y="34859"/>
                  <a:pt x="485047" y="31619"/>
                </a:cubicBezTo>
                <a:cubicBezTo>
                  <a:pt x="490024" y="28380"/>
                  <a:pt x="495587" y="26760"/>
                  <a:pt x="501737" y="26760"/>
                </a:cubicBezTo>
                <a:cubicBezTo>
                  <a:pt x="506244" y="26760"/>
                  <a:pt x="510258" y="27711"/>
                  <a:pt x="513779" y="29612"/>
                </a:cubicBezTo>
                <a:cubicBezTo>
                  <a:pt x="517300" y="31514"/>
                  <a:pt x="520164" y="33990"/>
                  <a:pt x="522371" y="37042"/>
                </a:cubicBezTo>
                <a:lnTo>
                  <a:pt x="522371" y="0"/>
                </a:lnTo>
                <a:lnTo>
                  <a:pt x="534976" y="0"/>
                </a:lnTo>
                <a:lnTo>
                  <a:pt x="534976" y="103238"/>
                </a:lnTo>
                <a:lnTo>
                  <a:pt x="523216" y="103238"/>
                </a:lnTo>
                <a:moveTo>
                  <a:pt x="483146" y="65880"/>
                </a:moveTo>
                <a:cubicBezTo>
                  <a:pt x="483146" y="75422"/>
                  <a:pt x="485165" y="82555"/>
                  <a:pt x="489202" y="87279"/>
                </a:cubicBezTo>
                <a:cubicBezTo>
                  <a:pt x="493240" y="92003"/>
                  <a:pt x="498005" y="94365"/>
                  <a:pt x="503498" y="94365"/>
                </a:cubicBezTo>
                <a:cubicBezTo>
                  <a:pt x="509038" y="94365"/>
                  <a:pt x="513744" y="92109"/>
                  <a:pt x="517617" y="87596"/>
                </a:cubicBezTo>
                <a:cubicBezTo>
                  <a:pt x="521491" y="83082"/>
                  <a:pt x="523427" y="76193"/>
                  <a:pt x="523427" y="66931"/>
                </a:cubicBezTo>
                <a:cubicBezTo>
                  <a:pt x="523427" y="56735"/>
                  <a:pt x="521455" y="49251"/>
                  <a:pt x="517512" y="44480"/>
                </a:cubicBezTo>
                <a:cubicBezTo>
                  <a:pt x="513568" y="39709"/>
                  <a:pt x="508709" y="37324"/>
                  <a:pt x="502934" y="37324"/>
                </a:cubicBezTo>
                <a:cubicBezTo>
                  <a:pt x="497301" y="37324"/>
                  <a:pt x="492594" y="39616"/>
                  <a:pt x="488815" y="44201"/>
                </a:cubicBezTo>
                <a:cubicBezTo>
                  <a:pt x="485036" y="48784"/>
                  <a:pt x="483146" y="56010"/>
                  <a:pt x="483146" y="65880"/>
                </a:cubicBezTo>
                <a:close/>
                <a:moveTo>
                  <a:pt x="554954" y="14648"/>
                </a:moveTo>
                <a:lnTo>
                  <a:pt x="554954" y="0"/>
                </a:lnTo>
                <a:lnTo>
                  <a:pt x="567630" y="0"/>
                </a:lnTo>
                <a:lnTo>
                  <a:pt x="567630" y="14648"/>
                </a:lnTo>
                <a:lnTo>
                  <a:pt x="554954" y="14648"/>
                </a:lnTo>
                <a:moveTo>
                  <a:pt x="554954" y="103238"/>
                </a:moveTo>
                <a:lnTo>
                  <a:pt x="554954" y="28450"/>
                </a:lnTo>
                <a:lnTo>
                  <a:pt x="567630" y="28450"/>
                </a:lnTo>
                <a:lnTo>
                  <a:pt x="567630" y="103238"/>
                </a:lnTo>
                <a:lnTo>
                  <a:pt x="554954" y="103238"/>
                </a:lnTo>
                <a:close/>
                <a:moveTo>
                  <a:pt x="614577" y="92041"/>
                </a:moveTo>
                <a:lnTo>
                  <a:pt x="616408" y="103238"/>
                </a:lnTo>
                <a:cubicBezTo>
                  <a:pt x="612840" y="103896"/>
                  <a:pt x="609648" y="104224"/>
                  <a:pt x="606831" y="104224"/>
                </a:cubicBezTo>
                <a:cubicBezTo>
                  <a:pt x="602230" y="104224"/>
                  <a:pt x="598662" y="103496"/>
                  <a:pt x="596127" y="102041"/>
                </a:cubicBezTo>
                <a:cubicBezTo>
                  <a:pt x="593591" y="100586"/>
                  <a:pt x="591807" y="98673"/>
                  <a:pt x="590774" y="96302"/>
                </a:cubicBezTo>
                <a:cubicBezTo>
                  <a:pt x="589742" y="93931"/>
                  <a:pt x="589225" y="88943"/>
                  <a:pt x="589225" y="81337"/>
                </a:cubicBezTo>
                <a:lnTo>
                  <a:pt x="589225" y="38309"/>
                </a:lnTo>
                <a:lnTo>
                  <a:pt x="579930" y="38309"/>
                </a:lnTo>
                <a:lnTo>
                  <a:pt x="579930" y="28450"/>
                </a:lnTo>
                <a:lnTo>
                  <a:pt x="589225" y="28450"/>
                </a:lnTo>
                <a:lnTo>
                  <a:pt x="589225" y="9879"/>
                </a:lnTo>
                <a:lnTo>
                  <a:pt x="601831" y="2253"/>
                </a:lnTo>
                <a:lnTo>
                  <a:pt x="601831" y="28450"/>
                </a:lnTo>
                <a:lnTo>
                  <a:pt x="614577" y="28450"/>
                </a:lnTo>
                <a:lnTo>
                  <a:pt x="614577" y="38309"/>
                </a:lnTo>
                <a:lnTo>
                  <a:pt x="601831" y="38309"/>
                </a:lnTo>
                <a:lnTo>
                  <a:pt x="601831" y="82041"/>
                </a:lnTo>
                <a:cubicBezTo>
                  <a:pt x="601831" y="85656"/>
                  <a:pt x="602054" y="87980"/>
                  <a:pt x="602500" y="89013"/>
                </a:cubicBezTo>
                <a:cubicBezTo>
                  <a:pt x="602946" y="90046"/>
                  <a:pt x="603673" y="90868"/>
                  <a:pt x="604683" y="91478"/>
                </a:cubicBezTo>
                <a:cubicBezTo>
                  <a:pt x="605692" y="92088"/>
                  <a:pt x="607136" y="92393"/>
                  <a:pt x="609014" y="92393"/>
                </a:cubicBezTo>
                <a:cubicBezTo>
                  <a:pt x="610422" y="92393"/>
                  <a:pt x="612277" y="92276"/>
                  <a:pt x="614577" y="92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RECT">
            <a:extLst xmlns:a="http://schemas.openxmlformats.org/drawingml/2006/main">
              <a:ext uri="{FF2B5EF4-FFF2-40B4-BE49-F238E27FC236}">
                <a16:creationId xmlns:a16="http://schemas.microsoft.com/office/drawing/2014/main" id="{7D97C337-D714-4A51-B248-F14808D9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96" y="6412404"/>
            <a:ext cx="378329" cy="106759"/>
          </a:xfrm>
          <a:custGeom xmlns:a="http://schemas.openxmlformats.org/drawingml/2006/main">
            <a:pathLst>
              <a:path w="378329" h="106759">
                <a:moveTo>
                  <a:pt x="0" y="105069"/>
                </a:moveTo>
                <a:lnTo>
                  <a:pt x="0" y="1831"/>
                </a:lnTo>
                <a:lnTo>
                  <a:pt x="45774" y="1831"/>
                </a:lnTo>
                <a:cubicBezTo>
                  <a:pt x="54976" y="1831"/>
                  <a:pt x="61971" y="2757"/>
                  <a:pt x="66760" y="4610"/>
                </a:cubicBezTo>
                <a:cubicBezTo>
                  <a:pt x="71549" y="6462"/>
                  <a:pt x="75375" y="9732"/>
                  <a:pt x="78239" y="14421"/>
                </a:cubicBezTo>
                <a:cubicBezTo>
                  <a:pt x="81102" y="19110"/>
                  <a:pt x="82534" y="24291"/>
                  <a:pt x="82534" y="29964"/>
                </a:cubicBezTo>
                <a:cubicBezTo>
                  <a:pt x="82534" y="37280"/>
                  <a:pt x="80163" y="43446"/>
                  <a:pt x="75422" y="48463"/>
                </a:cubicBezTo>
                <a:cubicBezTo>
                  <a:pt x="70680" y="53479"/>
                  <a:pt x="63356" y="56667"/>
                  <a:pt x="53450" y="58028"/>
                </a:cubicBezTo>
                <a:cubicBezTo>
                  <a:pt x="57065" y="59768"/>
                  <a:pt x="59812" y="61484"/>
                  <a:pt x="61689" y="63177"/>
                </a:cubicBezTo>
                <a:cubicBezTo>
                  <a:pt x="65680" y="66843"/>
                  <a:pt x="69459" y="71427"/>
                  <a:pt x="73027" y="76929"/>
                </a:cubicBezTo>
                <a:lnTo>
                  <a:pt x="90985" y="105069"/>
                </a:lnTo>
                <a:lnTo>
                  <a:pt x="73802" y="105069"/>
                </a:lnTo>
                <a:lnTo>
                  <a:pt x="60140" y="83558"/>
                </a:lnTo>
                <a:cubicBezTo>
                  <a:pt x="56150" y="77352"/>
                  <a:pt x="52863" y="72603"/>
                  <a:pt x="50281" y="69313"/>
                </a:cubicBezTo>
                <a:cubicBezTo>
                  <a:pt x="47699" y="66020"/>
                  <a:pt x="45387" y="63716"/>
                  <a:pt x="43345" y="62400"/>
                </a:cubicBezTo>
                <a:cubicBezTo>
                  <a:pt x="41302" y="61083"/>
                  <a:pt x="39225" y="60165"/>
                  <a:pt x="37112" y="59647"/>
                </a:cubicBezTo>
                <a:cubicBezTo>
                  <a:pt x="35563" y="59319"/>
                  <a:pt x="33028" y="59154"/>
                  <a:pt x="29507" y="59154"/>
                </a:cubicBezTo>
                <a:lnTo>
                  <a:pt x="13662" y="59154"/>
                </a:lnTo>
                <a:lnTo>
                  <a:pt x="13662" y="105069"/>
                </a:lnTo>
                <a:lnTo>
                  <a:pt x="0" y="105069"/>
                </a:lnTo>
                <a:moveTo>
                  <a:pt x="13662" y="47323"/>
                </a:moveTo>
                <a:lnTo>
                  <a:pt x="43028" y="47323"/>
                </a:lnTo>
                <a:cubicBezTo>
                  <a:pt x="49272" y="47323"/>
                  <a:pt x="54154" y="46679"/>
                  <a:pt x="57675" y="45391"/>
                </a:cubicBezTo>
                <a:cubicBezTo>
                  <a:pt x="61197" y="44103"/>
                  <a:pt x="63873" y="42042"/>
                  <a:pt x="65703" y="39207"/>
                </a:cubicBezTo>
                <a:cubicBezTo>
                  <a:pt x="67534" y="36373"/>
                  <a:pt x="68450" y="33292"/>
                  <a:pt x="68450" y="29964"/>
                </a:cubicBezTo>
                <a:cubicBezTo>
                  <a:pt x="68450" y="25092"/>
                  <a:pt x="66678" y="21087"/>
                  <a:pt x="63133" y="17949"/>
                </a:cubicBezTo>
                <a:cubicBezTo>
                  <a:pt x="59589" y="14809"/>
                  <a:pt x="53990" y="13239"/>
                  <a:pt x="46338" y="13239"/>
                </a:cubicBezTo>
                <a:lnTo>
                  <a:pt x="13662" y="13239"/>
                </a:lnTo>
                <a:lnTo>
                  <a:pt x="13662" y="47323"/>
                </a:lnTo>
                <a:close/>
                <a:moveTo>
                  <a:pt x="104200" y="105069"/>
                </a:moveTo>
                <a:lnTo>
                  <a:pt x="104200" y="1831"/>
                </a:lnTo>
                <a:lnTo>
                  <a:pt x="178847" y="1831"/>
                </a:lnTo>
                <a:lnTo>
                  <a:pt x="178847" y="14014"/>
                </a:lnTo>
                <a:lnTo>
                  <a:pt x="117862" y="14014"/>
                </a:lnTo>
                <a:lnTo>
                  <a:pt x="117862" y="45633"/>
                </a:lnTo>
                <a:lnTo>
                  <a:pt x="174974" y="45633"/>
                </a:lnTo>
                <a:lnTo>
                  <a:pt x="174974" y="57605"/>
                </a:lnTo>
                <a:lnTo>
                  <a:pt x="117862" y="57605"/>
                </a:lnTo>
                <a:lnTo>
                  <a:pt x="117862" y="92886"/>
                </a:lnTo>
                <a:lnTo>
                  <a:pt x="181241" y="92886"/>
                </a:lnTo>
                <a:lnTo>
                  <a:pt x="181241" y="105069"/>
                </a:lnTo>
                <a:lnTo>
                  <a:pt x="104200" y="105069"/>
                </a:lnTo>
                <a:close/>
                <a:moveTo>
                  <a:pt x="273777" y="68732"/>
                </a:moveTo>
                <a:lnTo>
                  <a:pt x="287438" y="72182"/>
                </a:lnTo>
                <a:cubicBezTo>
                  <a:pt x="284575" y="83426"/>
                  <a:pt x="279422" y="92000"/>
                  <a:pt x="271981" y="97904"/>
                </a:cubicBezTo>
                <a:cubicBezTo>
                  <a:pt x="264540" y="103808"/>
                  <a:pt x="255443" y="106759"/>
                  <a:pt x="244692" y="106759"/>
                </a:cubicBezTo>
                <a:cubicBezTo>
                  <a:pt x="233566" y="106759"/>
                  <a:pt x="224517" y="104494"/>
                  <a:pt x="217545" y="99964"/>
                </a:cubicBezTo>
                <a:cubicBezTo>
                  <a:pt x="210573" y="95433"/>
                  <a:pt x="205268" y="88872"/>
                  <a:pt x="201630" y="80281"/>
                </a:cubicBezTo>
                <a:cubicBezTo>
                  <a:pt x="197991" y="71689"/>
                  <a:pt x="196172" y="62464"/>
                  <a:pt x="196172" y="52605"/>
                </a:cubicBezTo>
                <a:cubicBezTo>
                  <a:pt x="196172" y="41854"/>
                  <a:pt x="198226" y="32476"/>
                  <a:pt x="202334" y="24472"/>
                </a:cubicBezTo>
                <a:cubicBezTo>
                  <a:pt x="206442" y="16467"/>
                  <a:pt x="212287" y="10387"/>
                  <a:pt x="219869" y="6232"/>
                </a:cubicBezTo>
                <a:cubicBezTo>
                  <a:pt x="227451" y="2077"/>
                  <a:pt x="235796" y="0"/>
                  <a:pt x="244904" y="0"/>
                </a:cubicBezTo>
                <a:cubicBezTo>
                  <a:pt x="255232" y="0"/>
                  <a:pt x="263918" y="2629"/>
                  <a:pt x="270960" y="7887"/>
                </a:cubicBezTo>
                <a:cubicBezTo>
                  <a:pt x="278002" y="13145"/>
                  <a:pt x="282908" y="20540"/>
                  <a:pt x="285678" y="30070"/>
                </a:cubicBezTo>
                <a:lnTo>
                  <a:pt x="272227" y="33239"/>
                </a:lnTo>
                <a:cubicBezTo>
                  <a:pt x="269833" y="25702"/>
                  <a:pt x="266359" y="20215"/>
                  <a:pt x="261805" y="16778"/>
                </a:cubicBezTo>
                <a:cubicBezTo>
                  <a:pt x="257251" y="13339"/>
                  <a:pt x="251523" y="11620"/>
                  <a:pt x="244622" y="11620"/>
                </a:cubicBezTo>
                <a:cubicBezTo>
                  <a:pt x="236688" y="11620"/>
                  <a:pt x="230056" y="13525"/>
                  <a:pt x="224728" y="17335"/>
                </a:cubicBezTo>
                <a:cubicBezTo>
                  <a:pt x="219399" y="21143"/>
                  <a:pt x="215655" y="26258"/>
                  <a:pt x="213496" y="32678"/>
                </a:cubicBezTo>
                <a:cubicBezTo>
                  <a:pt x="211336" y="39097"/>
                  <a:pt x="210256" y="45715"/>
                  <a:pt x="210256" y="52532"/>
                </a:cubicBezTo>
                <a:cubicBezTo>
                  <a:pt x="210256" y="61326"/>
                  <a:pt x="211536" y="69004"/>
                  <a:pt x="214094" y="75565"/>
                </a:cubicBezTo>
                <a:cubicBezTo>
                  <a:pt x="216653" y="82126"/>
                  <a:pt x="220632" y="87029"/>
                  <a:pt x="226031" y="90274"/>
                </a:cubicBezTo>
                <a:cubicBezTo>
                  <a:pt x="231430" y="93518"/>
                  <a:pt x="237275" y="95140"/>
                  <a:pt x="243566" y="95140"/>
                </a:cubicBezTo>
                <a:cubicBezTo>
                  <a:pt x="251218" y="95140"/>
                  <a:pt x="257697" y="92921"/>
                  <a:pt x="263002" y="88485"/>
                </a:cubicBezTo>
                <a:cubicBezTo>
                  <a:pt x="268307" y="84048"/>
                  <a:pt x="271899" y="77464"/>
                  <a:pt x="273777" y="68732"/>
                </a:cubicBezTo>
                <a:close/>
                <a:moveTo>
                  <a:pt x="330512" y="105069"/>
                </a:moveTo>
                <a:lnTo>
                  <a:pt x="330512" y="14014"/>
                </a:lnTo>
                <a:lnTo>
                  <a:pt x="296498" y="14014"/>
                </a:lnTo>
                <a:lnTo>
                  <a:pt x="296498" y="1831"/>
                </a:lnTo>
                <a:lnTo>
                  <a:pt x="378329" y="1831"/>
                </a:lnTo>
                <a:lnTo>
                  <a:pt x="378329" y="14014"/>
                </a:lnTo>
                <a:lnTo>
                  <a:pt x="344174" y="14014"/>
                </a:lnTo>
                <a:lnTo>
                  <a:pt x="344174" y="105069"/>
                </a:lnTo>
                <a:lnTo>
                  <a:pt x="330512" y="105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PRUNE">
            <a:extLst xmlns:a="http://schemas.openxmlformats.org/drawingml/2006/main">
              <a:ext uri="{FF2B5EF4-FFF2-40B4-BE49-F238E27FC236}">
                <a16:creationId xmlns:a16="http://schemas.microsoft.com/office/drawing/2014/main" id="{1FDD6B8A-6E7D-446D-98B9-2B01082B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782" y="6215783"/>
            <a:ext cx="485909" cy="104928"/>
          </a:xfrm>
          <a:custGeom xmlns:a="http://schemas.openxmlformats.org/drawingml/2006/main">
            <a:pathLst>
              <a:path w="485909" h="104928">
                <a:moveTo>
                  <a:pt x="0" y="103238"/>
                </a:moveTo>
                <a:lnTo>
                  <a:pt x="0" y="0"/>
                </a:lnTo>
                <a:lnTo>
                  <a:pt x="38943" y="0"/>
                </a:lnTo>
                <a:cubicBezTo>
                  <a:pt x="45798" y="0"/>
                  <a:pt x="51032" y="328"/>
                  <a:pt x="54647" y="984"/>
                </a:cubicBezTo>
                <a:cubicBezTo>
                  <a:pt x="59718" y="1829"/>
                  <a:pt x="63966" y="3435"/>
                  <a:pt x="67394" y="5803"/>
                </a:cubicBezTo>
                <a:cubicBezTo>
                  <a:pt x="70821" y="8171"/>
                  <a:pt x="73579" y="11489"/>
                  <a:pt x="75668" y="15757"/>
                </a:cubicBezTo>
                <a:cubicBezTo>
                  <a:pt x="77757" y="20023"/>
                  <a:pt x="78802" y="24712"/>
                  <a:pt x="78802" y="29824"/>
                </a:cubicBezTo>
                <a:cubicBezTo>
                  <a:pt x="78802" y="38594"/>
                  <a:pt x="76009" y="46015"/>
                  <a:pt x="70422" y="52088"/>
                </a:cubicBezTo>
                <a:cubicBezTo>
                  <a:pt x="64835" y="58160"/>
                  <a:pt x="54741" y="61196"/>
                  <a:pt x="40140" y="61196"/>
                </a:cubicBezTo>
                <a:lnTo>
                  <a:pt x="13662" y="61196"/>
                </a:lnTo>
                <a:lnTo>
                  <a:pt x="13662" y="103238"/>
                </a:lnTo>
                <a:lnTo>
                  <a:pt x="0" y="103238"/>
                </a:lnTo>
                <a:moveTo>
                  <a:pt x="13662" y="49014"/>
                </a:moveTo>
                <a:lnTo>
                  <a:pt x="40352" y="49014"/>
                </a:lnTo>
                <a:cubicBezTo>
                  <a:pt x="49178" y="49014"/>
                  <a:pt x="55445" y="47374"/>
                  <a:pt x="59154" y="44095"/>
                </a:cubicBezTo>
                <a:cubicBezTo>
                  <a:pt x="62863" y="40815"/>
                  <a:pt x="64718" y="36198"/>
                  <a:pt x="64718" y="30246"/>
                </a:cubicBezTo>
                <a:cubicBezTo>
                  <a:pt x="64718" y="25936"/>
                  <a:pt x="63626" y="22246"/>
                  <a:pt x="61443" y="19177"/>
                </a:cubicBezTo>
                <a:cubicBezTo>
                  <a:pt x="59260" y="16108"/>
                  <a:pt x="56384" y="14081"/>
                  <a:pt x="52816" y="13096"/>
                </a:cubicBezTo>
                <a:cubicBezTo>
                  <a:pt x="50516" y="12487"/>
                  <a:pt x="46267" y="12183"/>
                  <a:pt x="40070" y="12183"/>
                </a:cubicBezTo>
                <a:lnTo>
                  <a:pt x="13662" y="12183"/>
                </a:lnTo>
                <a:lnTo>
                  <a:pt x="13662" y="49014"/>
                </a:lnTo>
                <a:close/>
                <a:moveTo>
                  <a:pt x="96409" y="103238"/>
                </a:moveTo>
                <a:lnTo>
                  <a:pt x="96409" y="0"/>
                </a:lnTo>
                <a:lnTo>
                  <a:pt x="142183" y="0"/>
                </a:lnTo>
                <a:cubicBezTo>
                  <a:pt x="151384" y="0"/>
                  <a:pt x="158380" y="926"/>
                  <a:pt x="163168" y="2779"/>
                </a:cubicBezTo>
                <a:cubicBezTo>
                  <a:pt x="167957" y="4631"/>
                  <a:pt x="171783" y="7901"/>
                  <a:pt x="174647" y="12590"/>
                </a:cubicBezTo>
                <a:cubicBezTo>
                  <a:pt x="177511" y="17279"/>
                  <a:pt x="178943" y="22460"/>
                  <a:pt x="178943" y="28133"/>
                </a:cubicBezTo>
                <a:cubicBezTo>
                  <a:pt x="178943" y="35449"/>
                  <a:pt x="176572" y="41615"/>
                  <a:pt x="171830" y="46632"/>
                </a:cubicBezTo>
                <a:cubicBezTo>
                  <a:pt x="167088" y="51648"/>
                  <a:pt x="159765" y="54837"/>
                  <a:pt x="149859" y="56197"/>
                </a:cubicBezTo>
                <a:cubicBezTo>
                  <a:pt x="153474" y="57937"/>
                  <a:pt x="156220" y="59653"/>
                  <a:pt x="158098" y="61346"/>
                </a:cubicBezTo>
                <a:cubicBezTo>
                  <a:pt x="162089" y="65012"/>
                  <a:pt x="165868" y="69596"/>
                  <a:pt x="169436" y="75098"/>
                </a:cubicBezTo>
                <a:lnTo>
                  <a:pt x="187393" y="103238"/>
                </a:lnTo>
                <a:lnTo>
                  <a:pt x="170211" y="103238"/>
                </a:lnTo>
                <a:lnTo>
                  <a:pt x="156549" y="81727"/>
                </a:lnTo>
                <a:cubicBezTo>
                  <a:pt x="152558" y="75521"/>
                  <a:pt x="149272" y="70772"/>
                  <a:pt x="146690" y="67482"/>
                </a:cubicBezTo>
                <a:cubicBezTo>
                  <a:pt x="144108" y="64189"/>
                  <a:pt x="141795" y="61885"/>
                  <a:pt x="139753" y="60569"/>
                </a:cubicBezTo>
                <a:cubicBezTo>
                  <a:pt x="137711" y="59252"/>
                  <a:pt x="135633" y="58334"/>
                  <a:pt x="133521" y="57816"/>
                </a:cubicBezTo>
                <a:cubicBezTo>
                  <a:pt x="131971" y="57488"/>
                  <a:pt x="129436" y="57323"/>
                  <a:pt x="125915" y="57323"/>
                </a:cubicBezTo>
                <a:lnTo>
                  <a:pt x="110070" y="57323"/>
                </a:lnTo>
                <a:lnTo>
                  <a:pt x="110070" y="103238"/>
                </a:lnTo>
                <a:lnTo>
                  <a:pt x="96409" y="103238"/>
                </a:lnTo>
                <a:moveTo>
                  <a:pt x="110070" y="45492"/>
                </a:moveTo>
                <a:lnTo>
                  <a:pt x="139436" y="45492"/>
                </a:lnTo>
                <a:cubicBezTo>
                  <a:pt x="145680" y="45492"/>
                  <a:pt x="150563" y="44848"/>
                  <a:pt x="154084" y="43560"/>
                </a:cubicBezTo>
                <a:cubicBezTo>
                  <a:pt x="157605" y="42272"/>
                  <a:pt x="160281" y="40211"/>
                  <a:pt x="162112" y="37376"/>
                </a:cubicBezTo>
                <a:cubicBezTo>
                  <a:pt x="163943" y="34542"/>
                  <a:pt x="164858" y="31461"/>
                  <a:pt x="164858" y="28133"/>
                </a:cubicBezTo>
                <a:cubicBezTo>
                  <a:pt x="164858" y="23261"/>
                  <a:pt x="163086" y="19256"/>
                  <a:pt x="159542" y="16118"/>
                </a:cubicBezTo>
                <a:cubicBezTo>
                  <a:pt x="155997" y="12978"/>
                  <a:pt x="150399" y="11408"/>
                  <a:pt x="142746" y="11408"/>
                </a:cubicBezTo>
                <a:lnTo>
                  <a:pt x="110070" y="11408"/>
                </a:lnTo>
                <a:lnTo>
                  <a:pt x="110070" y="45492"/>
                </a:lnTo>
                <a:close/>
                <a:moveTo>
                  <a:pt x="268072" y="0"/>
                </a:moveTo>
                <a:lnTo>
                  <a:pt x="281734" y="0"/>
                </a:lnTo>
                <a:lnTo>
                  <a:pt x="281734" y="59608"/>
                </a:lnTo>
                <a:cubicBezTo>
                  <a:pt x="281734" y="69976"/>
                  <a:pt x="280560" y="78209"/>
                  <a:pt x="278213" y="84308"/>
                </a:cubicBezTo>
                <a:cubicBezTo>
                  <a:pt x="275866" y="90407"/>
                  <a:pt x="271629" y="95369"/>
                  <a:pt x="265502" y="99193"/>
                </a:cubicBezTo>
                <a:cubicBezTo>
                  <a:pt x="259375" y="103017"/>
                  <a:pt x="251335" y="104928"/>
                  <a:pt x="241382" y="104928"/>
                </a:cubicBezTo>
                <a:cubicBezTo>
                  <a:pt x="231711" y="104928"/>
                  <a:pt x="223800" y="103263"/>
                  <a:pt x="217650" y="99933"/>
                </a:cubicBezTo>
                <a:cubicBezTo>
                  <a:pt x="211500" y="96601"/>
                  <a:pt x="207111" y="91780"/>
                  <a:pt x="204481" y="85470"/>
                </a:cubicBezTo>
                <a:cubicBezTo>
                  <a:pt x="201852" y="79160"/>
                  <a:pt x="200538" y="70539"/>
                  <a:pt x="200538" y="59608"/>
                </a:cubicBezTo>
                <a:lnTo>
                  <a:pt x="200538" y="0"/>
                </a:lnTo>
                <a:lnTo>
                  <a:pt x="214200" y="0"/>
                </a:lnTo>
                <a:lnTo>
                  <a:pt x="214200" y="59531"/>
                </a:lnTo>
                <a:cubicBezTo>
                  <a:pt x="214200" y="68492"/>
                  <a:pt x="215033" y="75095"/>
                  <a:pt x="216700" y="79341"/>
                </a:cubicBezTo>
                <a:cubicBezTo>
                  <a:pt x="218366" y="83585"/>
                  <a:pt x="221230" y="86857"/>
                  <a:pt x="225291" y="89156"/>
                </a:cubicBezTo>
                <a:cubicBezTo>
                  <a:pt x="229352" y="91455"/>
                  <a:pt x="234317" y="92605"/>
                  <a:pt x="240185" y="92605"/>
                </a:cubicBezTo>
                <a:cubicBezTo>
                  <a:pt x="250232" y="92605"/>
                  <a:pt x="257392" y="90330"/>
                  <a:pt x="261664" y="85780"/>
                </a:cubicBezTo>
                <a:cubicBezTo>
                  <a:pt x="265936" y="81229"/>
                  <a:pt x="268072" y="72479"/>
                  <a:pt x="268072" y="59531"/>
                </a:cubicBezTo>
                <a:lnTo>
                  <a:pt x="268072" y="0"/>
                </a:lnTo>
                <a:close/>
                <a:moveTo>
                  <a:pt x="304316" y="103238"/>
                </a:moveTo>
                <a:lnTo>
                  <a:pt x="304316" y="0"/>
                </a:lnTo>
                <a:lnTo>
                  <a:pt x="318330" y="0"/>
                </a:lnTo>
                <a:lnTo>
                  <a:pt x="372554" y="81055"/>
                </a:lnTo>
                <a:lnTo>
                  <a:pt x="372554" y="0"/>
                </a:lnTo>
                <a:lnTo>
                  <a:pt x="385653" y="0"/>
                </a:lnTo>
                <a:lnTo>
                  <a:pt x="385653" y="103238"/>
                </a:lnTo>
                <a:lnTo>
                  <a:pt x="371639" y="103238"/>
                </a:lnTo>
                <a:lnTo>
                  <a:pt x="317414" y="22112"/>
                </a:lnTo>
                <a:lnTo>
                  <a:pt x="317414" y="103238"/>
                </a:lnTo>
                <a:lnTo>
                  <a:pt x="304316" y="103238"/>
                </a:lnTo>
                <a:close/>
                <a:moveTo>
                  <a:pt x="408868" y="103238"/>
                </a:moveTo>
                <a:lnTo>
                  <a:pt x="408868" y="0"/>
                </a:lnTo>
                <a:lnTo>
                  <a:pt x="483515" y="0"/>
                </a:lnTo>
                <a:lnTo>
                  <a:pt x="483515" y="12183"/>
                </a:lnTo>
                <a:lnTo>
                  <a:pt x="422529" y="12183"/>
                </a:lnTo>
                <a:lnTo>
                  <a:pt x="422529" y="43802"/>
                </a:lnTo>
                <a:lnTo>
                  <a:pt x="479642" y="43802"/>
                </a:lnTo>
                <a:lnTo>
                  <a:pt x="479642" y="55774"/>
                </a:lnTo>
                <a:lnTo>
                  <a:pt x="422529" y="55774"/>
                </a:lnTo>
                <a:lnTo>
                  <a:pt x="422529" y="91055"/>
                </a:lnTo>
                <a:lnTo>
                  <a:pt x="485909" y="91055"/>
                </a:lnTo>
                <a:lnTo>
                  <a:pt x="485909" y="103238"/>
                </a:lnTo>
                <a:lnTo>
                  <a:pt x="408868" y="103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ROME">
            <a:extLst xmlns:a="http://schemas.openxmlformats.org/drawingml/2006/main">
              <a:ext uri="{FF2B5EF4-FFF2-40B4-BE49-F238E27FC236}">
                <a16:creationId xmlns:a16="http://schemas.microsoft.com/office/drawing/2014/main" id="{FFDF54C4-4B5A-44A7-9B97-D87353B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692" y="6213952"/>
            <a:ext cx="413585" cy="106759"/>
          </a:xfrm>
          <a:custGeom xmlns:a="http://schemas.openxmlformats.org/drawingml/2006/main">
            <a:pathLst>
              <a:path w="413585" h="106759">
                <a:moveTo>
                  <a:pt x="0" y="105069"/>
                </a:moveTo>
                <a:lnTo>
                  <a:pt x="0" y="1831"/>
                </a:lnTo>
                <a:lnTo>
                  <a:pt x="45774" y="1831"/>
                </a:lnTo>
                <a:cubicBezTo>
                  <a:pt x="54976" y="1831"/>
                  <a:pt x="61971" y="2757"/>
                  <a:pt x="66760" y="4610"/>
                </a:cubicBezTo>
                <a:cubicBezTo>
                  <a:pt x="71549" y="6462"/>
                  <a:pt x="75375" y="9732"/>
                  <a:pt x="78239" y="14421"/>
                </a:cubicBezTo>
                <a:cubicBezTo>
                  <a:pt x="81102" y="19110"/>
                  <a:pt x="82534" y="24291"/>
                  <a:pt x="82534" y="29964"/>
                </a:cubicBezTo>
                <a:cubicBezTo>
                  <a:pt x="82534" y="37280"/>
                  <a:pt x="80163" y="43446"/>
                  <a:pt x="75422" y="48463"/>
                </a:cubicBezTo>
                <a:cubicBezTo>
                  <a:pt x="70680" y="53479"/>
                  <a:pt x="63356" y="56667"/>
                  <a:pt x="53450" y="58028"/>
                </a:cubicBezTo>
                <a:cubicBezTo>
                  <a:pt x="57065" y="59768"/>
                  <a:pt x="59812" y="61484"/>
                  <a:pt x="61689" y="63177"/>
                </a:cubicBezTo>
                <a:cubicBezTo>
                  <a:pt x="65680" y="66843"/>
                  <a:pt x="69459" y="71427"/>
                  <a:pt x="73027" y="76929"/>
                </a:cubicBezTo>
                <a:lnTo>
                  <a:pt x="90985" y="105069"/>
                </a:lnTo>
                <a:lnTo>
                  <a:pt x="73802" y="105069"/>
                </a:lnTo>
                <a:lnTo>
                  <a:pt x="60140" y="83558"/>
                </a:lnTo>
                <a:cubicBezTo>
                  <a:pt x="56150" y="77352"/>
                  <a:pt x="52863" y="72603"/>
                  <a:pt x="50281" y="69313"/>
                </a:cubicBezTo>
                <a:cubicBezTo>
                  <a:pt x="47699" y="66020"/>
                  <a:pt x="45387" y="63716"/>
                  <a:pt x="43345" y="62400"/>
                </a:cubicBezTo>
                <a:cubicBezTo>
                  <a:pt x="41302" y="61083"/>
                  <a:pt x="39225" y="60165"/>
                  <a:pt x="37112" y="59647"/>
                </a:cubicBezTo>
                <a:cubicBezTo>
                  <a:pt x="35563" y="59319"/>
                  <a:pt x="33028" y="59154"/>
                  <a:pt x="29507" y="59154"/>
                </a:cubicBezTo>
                <a:lnTo>
                  <a:pt x="13662" y="59154"/>
                </a:lnTo>
                <a:lnTo>
                  <a:pt x="13662" y="105069"/>
                </a:lnTo>
                <a:lnTo>
                  <a:pt x="0" y="105069"/>
                </a:lnTo>
                <a:moveTo>
                  <a:pt x="13662" y="47323"/>
                </a:moveTo>
                <a:lnTo>
                  <a:pt x="43028" y="47323"/>
                </a:lnTo>
                <a:cubicBezTo>
                  <a:pt x="49272" y="47323"/>
                  <a:pt x="54154" y="46679"/>
                  <a:pt x="57675" y="45391"/>
                </a:cubicBezTo>
                <a:cubicBezTo>
                  <a:pt x="61197" y="44103"/>
                  <a:pt x="63873" y="42042"/>
                  <a:pt x="65703" y="39207"/>
                </a:cubicBezTo>
                <a:cubicBezTo>
                  <a:pt x="67534" y="36373"/>
                  <a:pt x="68450" y="33292"/>
                  <a:pt x="68450" y="29964"/>
                </a:cubicBezTo>
                <a:cubicBezTo>
                  <a:pt x="68450" y="25092"/>
                  <a:pt x="66678" y="21087"/>
                  <a:pt x="63133" y="17949"/>
                </a:cubicBezTo>
                <a:cubicBezTo>
                  <a:pt x="59589" y="14809"/>
                  <a:pt x="53990" y="13239"/>
                  <a:pt x="46338" y="13239"/>
                </a:cubicBezTo>
                <a:lnTo>
                  <a:pt x="13662" y="13239"/>
                </a:lnTo>
                <a:lnTo>
                  <a:pt x="13662" y="47323"/>
                </a:lnTo>
                <a:close/>
                <a:moveTo>
                  <a:pt x="99763" y="54753"/>
                </a:moveTo>
                <a:cubicBezTo>
                  <a:pt x="99763" y="37627"/>
                  <a:pt x="104364" y="24221"/>
                  <a:pt x="113566" y="14533"/>
                </a:cubicBezTo>
                <a:cubicBezTo>
                  <a:pt x="122768" y="4844"/>
                  <a:pt x="134645" y="0"/>
                  <a:pt x="149199" y="0"/>
                </a:cubicBezTo>
                <a:cubicBezTo>
                  <a:pt x="158730" y="0"/>
                  <a:pt x="167321" y="2275"/>
                  <a:pt x="174974" y="6827"/>
                </a:cubicBezTo>
                <a:cubicBezTo>
                  <a:pt x="182626" y="11378"/>
                  <a:pt x="188459" y="17724"/>
                  <a:pt x="192473" y="25865"/>
                </a:cubicBezTo>
                <a:cubicBezTo>
                  <a:pt x="196487" y="34004"/>
                  <a:pt x="198494" y="43235"/>
                  <a:pt x="198494" y="53556"/>
                </a:cubicBezTo>
                <a:cubicBezTo>
                  <a:pt x="198494" y="64018"/>
                  <a:pt x="196382" y="73378"/>
                  <a:pt x="192156" y="81636"/>
                </a:cubicBezTo>
                <a:cubicBezTo>
                  <a:pt x="187931" y="89893"/>
                  <a:pt x="181945" y="96145"/>
                  <a:pt x="174199" y="100391"/>
                </a:cubicBezTo>
                <a:cubicBezTo>
                  <a:pt x="166453" y="104636"/>
                  <a:pt x="158096" y="106759"/>
                  <a:pt x="149129" y="106759"/>
                </a:cubicBezTo>
                <a:cubicBezTo>
                  <a:pt x="139411" y="106759"/>
                  <a:pt x="130725" y="104413"/>
                  <a:pt x="123073" y="99722"/>
                </a:cubicBezTo>
                <a:cubicBezTo>
                  <a:pt x="115420" y="95030"/>
                  <a:pt x="109622" y="88626"/>
                  <a:pt x="105679" y="80510"/>
                </a:cubicBezTo>
                <a:cubicBezTo>
                  <a:pt x="101735" y="72394"/>
                  <a:pt x="99763" y="63808"/>
                  <a:pt x="99763" y="54753"/>
                </a:cubicBezTo>
                <a:moveTo>
                  <a:pt x="113848" y="54931"/>
                </a:moveTo>
                <a:cubicBezTo>
                  <a:pt x="113848" y="67394"/>
                  <a:pt x="117193" y="77212"/>
                  <a:pt x="123883" y="84383"/>
                </a:cubicBezTo>
                <a:cubicBezTo>
                  <a:pt x="130573" y="91554"/>
                  <a:pt x="138965" y="95140"/>
                  <a:pt x="149058" y="95140"/>
                </a:cubicBezTo>
                <a:cubicBezTo>
                  <a:pt x="159340" y="95140"/>
                  <a:pt x="167802" y="91519"/>
                  <a:pt x="174445" y="84277"/>
                </a:cubicBezTo>
                <a:cubicBezTo>
                  <a:pt x="181089" y="77034"/>
                  <a:pt x="184410" y="66758"/>
                  <a:pt x="184410" y="53450"/>
                </a:cubicBezTo>
                <a:cubicBezTo>
                  <a:pt x="184410" y="45032"/>
                  <a:pt x="182990" y="37684"/>
                  <a:pt x="180150" y="31406"/>
                </a:cubicBezTo>
                <a:cubicBezTo>
                  <a:pt x="177309" y="25128"/>
                  <a:pt x="173154" y="20261"/>
                  <a:pt x="167685" y="16804"/>
                </a:cubicBezTo>
                <a:cubicBezTo>
                  <a:pt x="162216" y="13348"/>
                  <a:pt x="156077" y="11620"/>
                  <a:pt x="149270" y="11620"/>
                </a:cubicBezTo>
                <a:cubicBezTo>
                  <a:pt x="139598" y="11620"/>
                  <a:pt x="131277" y="14947"/>
                  <a:pt x="124305" y="21602"/>
                </a:cubicBezTo>
                <a:cubicBezTo>
                  <a:pt x="117333" y="28255"/>
                  <a:pt x="113848" y="39365"/>
                  <a:pt x="113848" y="54931"/>
                </a:cubicBezTo>
                <a:close/>
                <a:moveTo>
                  <a:pt x="215702" y="105069"/>
                </a:moveTo>
                <a:lnTo>
                  <a:pt x="215702" y="1831"/>
                </a:lnTo>
                <a:lnTo>
                  <a:pt x="236265" y="1831"/>
                </a:lnTo>
                <a:lnTo>
                  <a:pt x="260701" y="74929"/>
                </a:lnTo>
                <a:cubicBezTo>
                  <a:pt x="262955" y="81736"/>
                  <a:pt x="264598" y="86830"/>
                  <a:pt x="265631" y="90210"/>
                </a:cubicBezTo>
                <a:cubicBezTo>
                  <a:pt x="266805" y="86454"/>
                  <a:pt x="268635" y="80938"/>
                  <a:pt x="271124" y="73661"/>
                </a:cubicBezTo>
                <a:lnTo>
                  <a:pt x="295842" y="1831"/>
                </a:lnTo>
                <a:lnTo>
                  <a:pt x="314222" y="1831"/>
                </a:lnTo>
                <a:lnTo>
                  <a:pt x="314222" y="105069"/>
                </a:lnTo>
                <a:lnTo>
                  <a:pt x="301053" y="105069"/>
                </a:lnTo>
                <a:lnTo>
                  <a:pt x="301053" y="18662"/>
                </a:lnTo>
                <a:lnTo>
                  <a:pt x="271053" y="105069"/>
                </a:lnTo>
                <a:lnTo>
                  <a:pt x="258730" y="105069"/>
                </a:lnTo>
                <a:lnTo>
                  <a:pt x="228871" y="17183"/>
                </a:lnTo>
                <a:lnTo>
                  <a:pt x="228871" y="105069"/>
                </a:lnTo>
                <a:lnTo>
                  <a:pt x="215702" y="105069"/>
                </a:lnTo>
                <a:close/>
                <a:moveTo>
                  <a:pt x="336544" y="105069"/>
                </a:moveTo>
                <a:lnTo>
                  <a:pt x="336544" y="1831"/>
                </a:lnTo>
                <a:lnTo>
                  <a:pt x="411191" y="1831"/>
                </a:lnTo>
                <a:lnTo>
                  <a:pt x="411191" y="14014"/>
                </a:lnTo>
                <a:lnTo>
                  <a:pt x="350206" y="14014"/>
                </a:lnTo>
                <a:lnTo>
                  <a:pt x="350206" y="45633"/>
                </a:lnTo>
                <a:lnTo>
                  <a:pt x="407318" y="45633"/>
                </a:lnTo>
                <a:lnTo>
                  <a:pt x="407318" y="57605"/>
                </a:lnTo>
                <a:lnTo>
                  <a:pt x="350206" y="57605"/>
                </a:lnTo>
                <a:lnTo>
                  <a:pt x="350206" y="92886"/>
                </a:lnTo>
                <a:lnTo>
                  <a:pt x="413585" y="92886"/>
                </a:lnTo>
                <a:lnTo>
                  <a:pt x="413585" y="105069"/>
                </a:lnTo>
                <a:lnTo>
                  <a:pt x="336544" y="105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MEMIT">
            <a:extLst xmlns:a="http://schemas.openxmlformats.org/drawingml/2006/main">
              <a:ext uri="{FF2B5EF4-FFF2-40B4-BE49-F238E27FC236}">
                <a16:creationId xmlns:a16="http://schemas.microsoft.com/office/drawing/2014/main" id="{DE0D4137-A169-4BD4-AC04-0046117A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60" y="6414235"/>
            <a:ext cx="451074" cy="103238"/>
          </a:xfrm>
          <a:custGeom xmlns:a="http://schemas.openxmlformats.org/drawingml/2006/main">
            <a:pathLst>
              <a:path w="451074" h="103238">
                <a:moveTo>
                  <a:pt x="0" y="103238"/>
                </a:moveTo>
                <a:lnTo>
                  <a:pt x="0" y="0"/>
                </a:lnTo>
                <a:lnTo>
                  <a:pt x="20563" y="0"/>
                </a:lnTo>
                <a:lnTo>
                  <a:pt x="44999" y="73098"/>
                </a:lnTo>
                <a:cubicBezTo>
                  <a:pt x="47253" y="79905"/>
                  <a:pt x="48896" y="84999"/>
                  <a:pt x="49929" y="88379"/>
                </a:cubicBezTo>
                <a:cubicBezTo>
                  <a:pt x="51103" y="84623"/>
                  <a:pt x="52934" y="79107"/>
                  <a:pt x="55422" y="71830"/>
                </a:cubicBezTo>
                <a:lnTo>
                  <a:pt x="80140" y="0"/>
                </a:lnTo>
                <a:lnTo>
                  <a:pt x="98520" y="0"/>
                </a:lnTo>
                <a:lnTo>
                  <a:pt x="98520" y="103238"/>
                </a:lnTo>
                <a:lnTo>
                  <a:pt x="85351" y="103238"/>
                </a:lnTo>
                <a:lnTo>
                  <a:pt x="85351" y="16831"/>
                </a:lnTo>
                <a:lnTo>
                  <a:pt x="55351" y="103238"/>
                </a:lnTo>
                <a:lnTo>
                  <a:pt x="43028" y="103238"/>
                </a:lnTo>
                <a:lnTo>
                  <a:pt x="13169" y="15352"/>
                </a:lnTo>
                <a:lnTo>
                  <a:pt x="13169" y="103238"/>
                </a:lnTo>
                <a:lnTo>
                  <a:pt x="0" y="103238"/>
                </a:lnTo>
                <a:close/>
                <a:moveTo>
                  <a:pt x="120843" y="103238"/>
                </a:moveTo>
                <a:lnTo>
                  <a:pt x="120843" y="0"/>
                </a:lnTo>
                <a:lnTo>
                  <a:pt x="195490" y="0"/>
                </a:lnTo>
                <a:lnTo>
                  <a:pt x="195490" y="12183"/>
                </a:lnTo>
                <a:lnTo>
                  <a:pt x="134505" y="12183"/>
                </a:lnTo>
                <a:lnTo>
                  <a:pt x="134505" y="43802"/>
                </a:lnTo>
                <a:lnTo>
                  <a:pt x="191617" y="43802"/>
                </a:lnTo>
                <a:lnTo>
                  <a:pt x="191617" y="55774"/>
                </a:lnTo>
                <a:lnTo>
                  <a:pt x="134505" y="55774"/>
                </a:lnTo>
                <a:lnTo>
                  <a:pt x="134505" y="91055"/>
                </a:lnTo>
                <a:lnTo>
                  <a:pt x="197884" y="91055"/>
                </a:lnTo>
                <a:lnTo>
                  <a:pt x="197884" y="103238"/>
                </a:lnTo>
                <a:lnTo>
                  <a:pt x="120843" y="103238"/>
                </a:lnTo>
                <a:close/>
                <a:moveTo>
                  <a:pt x="216336" y="103238"/>
                </a:moveTo>
                <a:lnTo>
                  <a:pt x="216336" y="0"/>
                </a:lnTo>
                <a:lnTo>
                  <a:pt x="236899" y="0"/>
                </a:lnTo>
                <a:lnTo>
                  <a:pt x="261335" y="73098"/>
                </a:lnTo>
                <a:cubicBezTo>
                  <a:pt x="263589" y="79905"/>
                  <a:pt x="265232" y="84999"/>
                  <a:pt x="266265" y="88379"/>
                </a:cubicBezTo>
                <a:cubicBezTo>
                  <a:pt x="267438" y="84623"/>
                  <a:pt x="269269" y="79107"/>
                  <a:pt x="271758" y="71830"/>
                </a:cubicBezTo>
                <a:lnTo>
                  <a:pt x="296476" y="0"/>
                </a:lnTo>
                <a:lnTo>
                  <a:pt x="314856" y="0"/>
                </a:lnTo>
                <a:lnTo>
                  <a:pt x="314856" y="103238"/>
                </a:lnTo>
                <a:lnTo>
                  <a:pt x="301687" y="103238"/>
                </a:lnTo>
                <a:lnTo>
                  <a:pt x="301687" y="16831"/>
                </a:lnTo>
                <a:lnTo>
                  <a:pt x="271687" y="103238"/>
                </a:lnTo>
                <a:lnTo>
                  <a:pt x="259363" y="103238"/>
                </a:lnTo>
                <a:lnTo>
                  <a:pt x="229505" y="15352"/>
                </a:lnTo>
                <a:lnTo>
                  <a:pt x="229505" y="103238"/>
                </a:lnTo>
                <a:lnTo>
                  <a:pt x="216336" y="103238"/>
                </a:lnTo>
                <a:close/>
                <a:moveTo>
                  <a:pt x="339221" y="103238"/>
                </a:moveTo>
                <a:lnTo>
                  <a:pt x="339221" y="0"/>
                </a:lnTo>
                <a:lnTo>
                  <a:pt x="352883" y="0"/>
                </a:lnTo>
                <a:lnTo>
                  <a:pt x="352883" y="103238"/>
                </a:lnTo>
                <a:lnTo>
                  <a:pt x="339221" y="103238"/>
                </a:lnTo>
                <a:close/>
                <a:moveTo>
                  <a:pt x="403258" y="103238"/>
                </a:moveTo>
                <a:lnTo>
                  <a:pt x="403258" y="12183"/>
                </a:lnTo>
                <a:lnTo>
                  <a:pt x="369244" y="12183"/>
                </a:lnTo>
                <a:lnTo>
                  <a:pt x="369244" y="0"/>
                </a:lnTo>
                <a:lnTo>
                  <a:pt x="451074" y="0"/>
                </a:lnTo>
                <a:lnTo>
                  <a:pt x="451074" y="12183"/>
                </a:lnTo>
                <a:lnTo>
                  <a:pt x="416920" y="12183"/>
                </a:lnTo>
                <a:lnTo>
                  <a:pt x="416920" y="103238"/>
                </a:lnTo>
                <a:lnTo>
                  <a:pt x="403258" y="103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0">
            <a:extLst xmlns:a="http://schemas.openxmlformats.org/drawingml/2006/main">
              <a:ext uri="{FF2B5EF4-FFF2-40B4-BE49-F238E27FC236}">
                <a16:creationId xmlns:a16="http://schemas.microsoft.com/office/drawing/2014/main" id="{C97D5A3C-C36B-4FB6-A648-A9265701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51" y="1880207"/>
            <a:ext cx="100932" cy="122068"/>
          </a:xfrm>
          <a:custGeom xmlns:a="http://schemas.openxmlformats.org/drawingml/2006/main">
            <a:pathLst>
              <a:path w="100932" h="122068">
                <a:moveTo>
                  <a:pt x="15361" y="80312"/>
                </a:moveTo>
                <a:cubicBezTo>
                  <a:pt x="8116" y="67587"/>
                  <a:pt x="3594" y="56600"/>
                  <a:pt x="1797" y="47349"/>
                </a:cubicBezTo>
                <a:cubicBezTo>
                  <a:pt x="0" y="38099"/>
                  <a:pt x="487" y="29899"/>
                  <a:pt x="3257" y="22748"/>
                </a:cubicBezTo>
                <a:cubicBezTo>
                  <a:pt x="6028" y="15597"/>
                  <a:pt x="11331" y="9790"/>
                  <a:pt x="19167" y="5329"/>
                </a:cubicBezTo>
                <a:cubicBezTo>
                  <a:pt x="24947" y="2038"/>
                  <a:pt x="30678" y="314"/>
                  <a:pt x="36360" y="157"/>
                </a:cubicBezTo>
                <a:cubicBezTo>
                  <a:pt x="42043" y="0"/>
                  <a:pt x="47552" y="1303"/>
                  <a:pt x="52887" y="4066"/>
                </a:cubicBezTo>
                <a:cubicBezTo>
                  <a:pt x="58221" y="6829"/>
                  <a:pt x="63488" y="10895"/>
                  <a:pt x="68686" y="16266"/>
                </a:cubicBezTo>
                <a:cubicBezTo>
                  <a:pt x="73883" y="21634"/>
                  <a:pt x="79519" y="29653"/>
                  <a:pt x="85594" y="40322"/>
                </a:cubicBezTo>
                <a:cubicBezTo>
                  <a:pt x="92783" y="52949"/>
                  <a:pt x="97289" y="63881"/>
                  <a:pt x="99110" y="73117"/>
                </a:cubicBezTo>
                <a:cubicBezTo>
                  <a:pt x="100932" y="82353"/>
                  <a:pt x="100464" y="90559"/>
                  <a:pt x="97708" y="97735"/>
                </a:cubicBezTo>
                <a:cubicBezTo>
                  <a:pt x="94951" y="104910"/>
                  <a:pt x="89630" y="110743"/>
                  <a:pt x="81745" y="115232"/>
                </a:cubicBezTo>
                <a:cubicBezTo>
                  <a:pt x="71362" y="121144"/>
                  <a:pt x="61089" y="122068"/>
                  <a:pt x="50927" y="118002"/>
                </a:cubicBezTo>
                <a:cubicBezTo>
                  <a:pt x="38726" y="113089"/>
                  <a:pt x="26870" y="100526"/>
                  <a:pt x="15361" y="80312"/>
                </a:cubicBezTo>
                <a:moveTo>
                  <a:pt x="28931" y="72537"/>
                </a:moveTo>
                <a:cubicBezTo>
                  <a:pt x="38964" y="90158"/>
                  <a:pt x="47711" y="100707"/>
                  <a:pt x="55171" y="104185"/>
                </a:cubicBezTo>
                <a:cubicBezTo>
                  <a:pt x="62631" y="107661"/>
                  <a:pt x="69397" y="107671"/>
                  <a:pt x="75471" y="104213"/>
                </a:cubicBezTo>
                <a:cubicBezTo>
                  <a:pt x="81544" y="100755"/>
                  <a:pt x="84982" y="94919"/>
                  <a:pt x="85785" y="86705"/>
                </a:cubicBezTo>
                <a:cubicBezTo>
                  <a:pt x="86589" y="78491"/>
                  <a:pt x="81988" y="65598"/>
                  <a:pt x="71982" y="48024"/>
                </a:cubicBezTo>
                <a:cubicBezTo>
                  <a:pt x="61921" y="30354"/>
                  <a:pt x="53167" y="19793"/>
                  <a:pt x="45722" y="16342"/>
                </a:cubicBezTo>
                <a:cubicBezTo>
                  <a:pt x="38275" y="12888"/>
                  <a:pt x="31466" y="12918"/>
                  <a:pt x="25295" y="16432"/>
                </a:cubicBezTo>
                <a:cubicBezTo>
                  <a:pt x="19222" y="19890"/>
                  <a:pt x="15832" y="25214"/>
                  <a:pt x="15127" y="32403"/>
                </a:cubicBezTo>
                <a:cubicBezTo>
                  <a:pt x="14296" y="41538"/>
                  <a:pt x="18898" y="54916"/>
                  <a:pt x="28931" y="7253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.">
            <a:extLst xmlns:a="http://schemas.openxmlformats.org/drawingml/2006/main">
              <a:ext uri="{FF2B5EF4-FFF2-40B4-BE49-F238E27FC236}">
                <a16:creationId xmlns:a16="http://schemas.microsoft.com/office/drawing/2014/main" id="{14E9B0C9-484C-4409-A443-4BCC15FE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933" y="1938106"/>
            <a:ext cx="23677" cy="23709"/>
          </a:xfrm>
          <a:custGeom xmlns:a="http://schemas.openxmlformats.org/drawingml/2006/main">
            <a:pathLst>
              <a:path w="23677" h="23709">
                <a:moveTo>
                  <a:pt x="8617" y="23709"/>
                </a:moveTo>
                <a:lnTo>
                  <a:pt x="0" y="8575"/>
                </a:lnTo>
                <a:lnTo>
                  <a:pt x="15060" y="0"/>
                </a:lnTo>
                <a:lnTo>
                  <a:pt x="23677" y="15134"/>
                </a:lnTo>
                <a:lnTo>
                  <a:pt x="8617" y="237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9">
            <a:extLst xmlns:a="http://schemas.openxmlformats.org/drawingml/2006/main">
              <a:ext uri="{FF2B5EF4-FFF2-40B4-BE49-F238E27FC236}">
                <a16:creationId xmlns:a16="http://schemas.microsoft.com/office/drawing/2014/main" id="{98932CFD-43C9-47A9-87C0-7A5738BB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56" y="1809050"/>
            <a:ext cx="103664" cy="122937"/>
          </a:xfrm>
          <a:custGeom xmlns:a="http://schemas.openxmlformats.org/drawingml/2006/main">
            <a:pathLst>
              <a:path w="103664" h="122937">
                <a:moveTo>
                  <a:pt x="36583" y="106926"/>
                </a:moveTo>
                <a:lnTo>
                  <a:pt x="48619" y="98507"/>
                </a:lnTo>
                <a:cubicBezTo>
                  <a:pt x="53099" y="103869"/>
                  <a:pt x="57624" y="107032"/>
                  <a:pt x="62194" y="107997"/>
                </a:cubicBezTo>
                <a:cubicBezTo>
                  <a:pt x="66764" y="108961"/>
                  <a:pt x="71425" y="108091"/>
                  <a:pt x="76176" y="105386"/>
                </a:cubicBezTo>
                <a:cubicBezTo>
                  <a:pt x="80241" y="103072"/>
                  <a:pt x="83274" y="100112"/>
                  <a:pt x="85275" y="96508"/>
                </a:cubicBezTo>
                <a:cubicBezTo>
                  <a:pt x="87277" y="92904"/>
                  <a:pt x="88371" y="88989"/>
                  <a:pt x="88560" y="84764"/>
                </a:cubicBezTo>
                <a:cubicBezTo>
                  <a:pt x="88748" y="80538"/>
                  <a:pt x="87997" y="75404"/>
                  <a:pt x="86308" y="69362"/>
                </a:cubicBezTo>
                <a:cubicBezTo>
                  <a:pt x="84619" y="63320"/>
                  <a:pt x="82212" y="57556"/>
                  <a:pt x="79089" y="52070"/>
                </a:cubicBezTo>
                <a:cubicBezTo>
                  <a:pt x="78754" y="51483"/>
                  <a:pt x="78228" y="50615"/>
                  <a:pt x="77510" y="49467"/>
                </a:cubicBezTo>
                <a:cubicBezTo>
                  <a:pt x="77263" y="55185"/>
                  <a:pt x="75596" y="60658"/>
                  <a:pt x="72509" y="65886"/>
                </a:cubicBezTo>
                <a:cubicBezTo>
                  <a:pt x="69421" y="71113"/>
                  <a:pt x="65209" y="75247"/>
                  <a:pt x="59870" y="78287"/>
                </a:cubicBezTo>
                <a:cubicBezTo>
                  <a:pt x="50956" y="83362"/>
                  <a:pt x="41579" y="84434"/>
                  <a:pt x="31738" y="81503"/>
                </a:cubicBezTo>
                <a:cubicBezTo>
                  <a:pt x="21897" y="78571"/>
                  <a:pt x="13974" y="71832"/>
                  <a:pt x="7969" y="61285"/>
                </a:cubicBezTo>
                <a:cubicBezTo>
                  <a:pt x="1770" y="50397"/>
                  <a:pt x="0" y="39800"/>
                  <a:pt x="2660" y="29494"/>
                </a:cubicBezTo>
                <a:cubicBezTo>
                  <a:pt x="5319" y="19185"/>
                  <a:pt x="11498" y="11271"/>
                  <a:pt x="21195" y="5749"/>
                </a:cubicBezTo>
                <a:cubicBezTo>
                  <a:pt x="28199" y="1761"/>
                  <a:pt x="35676" y="0"/>
                  <a:pt x="43626" y="465"/>
                </a:cubicBezTo>
                <a:cubicBezTo>
                  <a:pt x="51575" y="929"/>
                  <a:pt x="59041" y="3790"/>
                  <a:pt x="66025" y="9050"/>
                </a:cubicBezTo>
                <a:cubicBezTo>
                  <a:pt x="73008" y="14309"/>
                  <a:pt x="80262" y="23546"/>
                  <a:pt x="87786" y="36761"/>
                </a:cubicBezTo>
                <a:cubicBezTo>
                  <a:pt x="95617" y="50514"/>
                  <a:pt x="100359" y="62317"/>
                  <a:pt x="102011" y="72168"/>
                </a:cubicBezTo>
                <a:cubicBezTo>
                  <a:pt x="103664" y="82017"/>
                  <a:pt x="102751" y="90751"/>
                  <a:pt x="99274" y="98369"/>
                </a:cubicBezTo>
                <a:cubicBezTo>
                  <a:pt x="95796" y="105988"/>
                  <a:pt x="90091" y="112056"/>
                  <a:pt x="82156" y="116573"/>
                </a:cubicBezTo>
                <a:cubicBezTo>
                  <a:pt x="73732" y="121370"/>
                  <a:pt x="65512" y="122937"/>
                  <a:pt x="57497" y="121275"/>
                </a:cubicBezTo>
                <a:cubicBezTo>
                  <a:pt x="49481" y="119613"/>
                  <a:pt x="42510" y="114830"/>
                  <a:pt x="36583" y="106926"/>
                </a:cubicBezTo>
                <a:moveTo>
                  <a:pt x="63741" y="28703"/>
                </a:moveTo>
                <a:cubicBezTo>
                  <a:pt x="59445" y="21157"/>
                  <a:pt x="54015" y="16320"/>
                  <a:pt x="47453" y="14192"/>
                </a:cubicBezTo>
                <a:cubicBezTo>
                  <a:pt x="40889" y="12061"/>
                  <a:pt x="34767" y="12614"/>
                  <a:pt x="29086" y="15849"/>
                </a:cubicBezTo>
                <a:cubicBezTo>
                  <a:pt x="23208" y="19195"/>
                  <a:pt x="19449" y="24495"/>
                  <a:pt x="17806" y="31747"/>
                </a:cubicBezTo>
                <a:cubicBezTo>
                  <a:pt x="16163" y="39000"/>
                  <a:pt x="17504" y="46423"/>
                  <a:pt x="21828" y="54018"/>
                </a:cubicBezTo>
                <a:cubicBezTo>
                  <a:pt x="25710" y="60835"/>
                  <a:pt x="30932" y="65195"/>
                  <a:pt x="37496" y="67098"/>
                </a:cubicBezTo>
                <a:cubicBezTo>
                  <a:pt x="44060" y="69001"/>
                  <a:pt x="50378" y="68223"/>
                  <a:pt x="56452" y="64765"/>
                </a:cubicBezTo>
                <a:cubicBezTo>
                  <a:pt x="62574" y="61279"/>
                  <a:pt x="66393" y="56284"/>
                  <a:pt x="67911" y="49780"/>
                </a:cubicBezTo>
                <a:cubicBezTo>
                  <a:pt x="69428" y="43276"/>
                  <a:pt x="68038" y="36250"/>
                  <a:pt x="63741" y="287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72625A25-1CA2-4ECA-B5DB-F689BD0F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986" y="1761128"/>
            <a:ext cx="100932" cy="122068"/>
          </a:xfrm>
          <a:custGeom xmlns:a="http://schemas.openxmlformats.org/drawingml/2006/main">
            <a:pathLst>
              <a:path w="100932" h="122068">
                <a:moveTo>
                  <a:pt x="15361" y="80312"/>
                </a:moveTo>
                <a:cubicBezTo>
                  <a:pt x="8116" y="67587"/>
                  <a:pt x="3594" y="56600"/>
                  <a:pt x="1797" y="47349"/>
                </a:cubicBezTo>
                <a:cubicBezTo>
                  <a:pt x="0" y="38099"/>
                  <a:pt x="487" y="29899"/>
                  <a:pt x="3257" y="22748"/>
                </a:cubicBezTo>
                <a:cubicBezTo>
                  <a:pt x="6028" y="15597"/>
                  <a:pt x="11331" y="9790"/>
                  <a:pt x="19167" y="5329"/>
                </a:cubicBezTo>
                <a:cubicBezTo>
                  <a:pt x="24947" y="2038"/>
                  <a:pt x="30678" y="314"/>
                  <a:pt x="36360" y="157"/>
                </a:cubicBezTo>
                <a:cubicBezTo>
                  <a:pt x="42043" y="0"/>
                  <a:pt x="47552" y="1303"/>
                  <a:pt x="52887" y="4066"/>
                </a:cubicBezTo>
                <a:cubicBezTo>
                  <a:pt x="58221" y="6829"/>
                  <a:pt x="63488" y="10895"/>
                  <a:pt x="68686" y="16266"/>
                </a:cubicBezTo>
                <a:cubicBezTo>
                  <a:pt x="73883" y="21634"/>
                  <a:pt x="79519" y="29653"/>
                  <a:pt x="85594" y="40322"/>
                </a:cubicBezTo>
                <a:cubicBezTo>
                  <a:pt x="92783" y="52949"/>
                  <a:pt x="97289" y="63881"/>
                  <a:pt x="99110" y="73117"/>
                </a:cubicBezTo>
                <a:cubicBezTo>
                  <a:pt x="100932" y="82353"/>
                  <a:pt x="100464" y="90559"/>
                  <a:pt x="97708" y="97735"/>
                </a:cubicBezTo>
                <a:cubicBezTo>
                  <a:pt x="94951" y="104910"/>
                  <a:pt x="89630" y="110743"/>
                  <a:pt x="81745" y="115232"/>
                </a:cubicBezTo>
                <a:cubicBezTo>
                  <a:pt x="71362" y="121144"/>
                  <a:pt x="61089" y="122068"/>
                  <a:pt x="50927" y="118002"/>
                </a:cubicBezTo>
                <a:cubicBezTo>
                  <a:pt x="38726" y="113089"/>
                  <a:pt x="26870" y="100526"/>
                  <a:pt x="15361" y="80312"/>
                </a:cubicBezTo>
                <a:moveTo>
                  <a:pt x="28931" y="72537"/>
                </a:moveTo>
                <a:cubicBezTo>
                  <a:pt x="38964" y="90158"/>
                  <a:pt x="47711" y="100707"/>
                  <a:pt x="55171" y="104185"/>
                </a:cubicBezTo>
                <a:cubicBezTo>
                  <a:pt x="62631" y="107661"/>
                  <a:pt x="69397" y="107671"/>
                  <a:pt x="75471" y="104213"/>
                </a:cubicBezTo>
                <a:cubicBezTo>
                  <a:pt x="81544" y="100755"/>
                  <a:pt x="84982" y="94919"/>
                  <a:pt x="85785" y="86705"/>
                </a:cubicBezTo>
                <a:cubicBezTo>
                  <a:pt x="86589" y="78491"/>
                  <a:pt x="81988" y="65598"/>
                  <a:pt x="71982" y="48024"/>
                </a:cubicBezTo>
                <a:cubicBezTo>
                  <a:pt x="61921" y="30354"/>
                  <a:pt x="53167" y="19793"/>
                  <a:pt x="45722" y="16342"/>
                </a:cubicBezTo>
                <a:cubicBezTo>
                  <a:pt x="38275" y="12888"/>
                  <a:pt x="31466" y="12918"/>
                  <a:pt x="25295" y="16432"/>
                </a:cubicBezTo>
                <a:cubicBezTo>
                  <a:pt x="19222" y="19890"/>
                  <a:pt x="15832" y="25214"/>
                  <a:pt x="15127" y="32403"/>
                </a:cubicBezTo>
                <a:cubicBezTo>
                  <a:pt x="14296" y="41538"/>
                  <a:pt x="18898" y="54916"/>
                  <a:pt x="28931" y="7253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0.76">
            <a:extLst xmlns:a="http://schemas.openxmlformats.org/drawingml/2006/main">
              <a:ext uri="{FF2B5EF4-FFF2-40B4-BE49-F238E27FC236}">
                <a16:creationId xmlns:a16="http://schemas.microsoft.com/office/drawing/2014/main" id="{5CC5FF59-D4DA-4C0B-BB15-54F0833E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298" y="3180217"/>
            <a:ext cx="315859" cy="129567"/>
          </a:xfrm>
          <a:custGeom xmlns:a="http://schemas.openxmlformats.org/drawingml/2006/main">
            <a:pathLst>
              <a:path w="315859" h="129567">
                <a:moveTo>
                  <a:pt x="499" y="61373"/>
                </a:moveTo>
                <a:cubicBezTo>
                  <a:pt x="813" y="47015"/>
                  <a:pt x="2544" y="35491"/>
                  <a:pt x="5692" y="26802"/>
                </a:cubicBezTo>
                <a:cubicBezTo>
                  <a:pt x="8840" y="18113"/>
                  <a:pt x="13381" y="11457"/>
                  <a:pt x="19315" y="6836"/>
                </a:cubicBezTo>
                <a:cubicBezTo>
                  <a:pt x="25249" y="2214"/>
                  <a:pt x="32638" y="0"/>
                  <a:pt x="41480" y="193"/>
                </a:cubicBezTo>
                <a:cubicBezTo>
                  <a:pt x="48001" y="336"/>
                  <a:pt x="53692" y="1773"/>
                  <a:pt x="58553" y="4504"/>
                </a:cubicBezTo>
                <a:cubicBezTo>
                  <a:pt x="63414" y="7235"/>
                  <a:pt x="67393" y="11106"/>
                  <a:pt x="70490" y="16119"/>
                </a:cubicBezTo>
                <a:cubicBezTo>
                  <a:pt x="73587" y="21132"/>
                  <a:pt x="75970" y="27207"/>
                  <a:pt x="77638" y="34344"/>
                </a:cubicBezTo>
                <a:cubicBezTo>
                  <a:pt x="79306" y="41480"/>
                  <a:pt x="80009" y="51068"/>
                  <a:pt x="79746" y="63106"/>
                </a:cubicBezTo>
                <a:cubicBezTo>
                  <a:pt x="79434" y="77354"/>
                  <a:pt x="77718" y="88822"/>
                  <a:pt x="74597" y="97512"/>
                </a:cubicBezTo>
                <a:cubicBezTo>
                  <a:pt x="71477" y="106202"/>
                  <a:pt x="66950" y="112872"/>
                  <a:pt x="61015" y="117521"/>
                </a:cubicBezTo>
                <a:cubicBezTo>
                  <a:pt x="55080" y="122170"/>
                  <a:pt x="47664" y="124398"/>
                  <a:pt x="38767" y="124203"/>
                </a:cubicBezTo>
                <a:cubicBezTo>
                  <a:pt x="27051" y="123947"/>
                  <a:pt x="17942" y="119548"/>
                  <a:pt x="11439" y="111007"/>
                </a:cubicBezTo>
                <a:cubicBezTo>
                  <a:pt x="3647" y="100725"/>
                  <a:pt x="0" y="84181"/>
                  <a:pt x="499" y="61373"/>
                </a:cubicBezTo>
                <a:moveTo>
                  <a:pt x="15835" y="61667"/>
                </a:moveTo>
                <a:cubicBezTo>
                  <a:pt x="15400" y="81549"/>
                  <a:pt x="17446" y="94833"/>
                  <a:pt x="21971" y="101519"/>
                </a:cubicBezTo>
                <a:cubicBezTo>
                  <a:pt x="26497" y="108202"/>
                  <a:pt x="32186" y="111619"/>
                  <a:pt x="39039" y="111769"/>
                </a:cubicBezTo>
                <a:cubicBezTo>
                  <a:pt x="45891" y="111919"/>
                  <a:pt x="51725" y="108740"/>
                  <a:pt x="56539" y="102233"/>
                </a:cubicBezTo>
                <a:cubicBezTo>
                  <a:pt x="61353" y="95726"/>
                  <a:pt x="63977" y="82558"/>
                  <a:pt x="64411" y="62729"/>
                </a:cubicBezTo>
                <a:cubicBezTo>
                  <a:pt x="64847" y="42792"/>
                  <a:pt x="62802" y="29495"/>
                  <a:pt x="58276" y="22839"/>
                </a:cubicBezTo>
                <a:cubicBezTo>
                  <a:pt x="53750" y="16181"/>
                  <a:pt x="48005" y="12776"/>
                  <a:pt x="41042" y="12624"/>
                </a:cubicBezTo>
                <a:cubicBezTo>
                  <a:pt x="34189" y="12474"/>
                  <a:pt x="28655" y="15246"/>
                  <a:pt x="24439" y="20940"/>
                </a:cubicBezTo>
                <a:cubicBezTo>
                  <a:pt x="19138" y="28209"/>
                  <a:pt x="16270" y="41784"/>
                  <a:pt x="15835" y="61667"/>
                </a:cubicBezTo>
                <a:close/>
                <a:moveTo>
                  <a:pt x="101949" y="123595"/>
                </a:moveTo>
                <a:lnTo>
                  <a:pt x="102323" y="106519"/>
                </a:lnTo>
                <a:lnTo>
                  <a:pt x="119316" y="106890"/>
                </a:lnTo>
                <a:lnTo>
                  <a:pt x="118942" y="123967"/>
                </a:lnTo>
                <a:lnTo>
                  <a:pt x="101949" y="123595"/>
                </a:lnTo>
                <a:close/>
                <a:moveTo>
                  <a:pt x="144079" y="18776"/>
                </a:moveTo>
                <a:lnTo>
                  <a:pt x="144393" y="4435"/>
                </a:lnTo>
                <a:lnTo>
                  <a:pt x="223059" y="6156"/>
                </a:lnTo>
                <a:lnTo>
                  <a:pt x="222805" y="17761"/>
                </a:lnTo>
                <a:cubicBezTo>
                  <a:pt x="214888" y="25833"/>
                  <a:pt x="206981" y="36616"/>
                  <a:pt x="199083" y="50110"/>
                </a:cubicBezTo>
                <a:cubicBezTo>
                  <a:pt x="191186" y="63604"/>
                  <a:pt x="185007" y="77523"/>
                  <a:pt x="180547" y="91866"/>
                </a:cubicBezTo>
                <a:cubicBezTo>
                  <a:pt x="177340" y="101978"/>
                  <a:pt x="175189" y="113080"/>
                  <a:pt x="174095" y="125173"/>
                </a:cubicBezTo>
                <a:lnTo>
                  <a:pt x="158760" y="124838"/>
                </a:lnTo>
                <a:cubicBezTo>
                  <a:pt x="159135" y="115274"/>
                  <a:pt x="161267" y="103757"/>
                  <a:pt x="165155" y="90285"/>
                </a:cubicBezTo>
                <a:cubicBezTo>
                  <a:pt x="169044" y="76813"/>
                  <a:pt x="174483" y="63859"/>
                  <a:pt x="181473" y="51425"/>
                </a:cubicBezTo>
                <a:cubicBezTo>
                  <a:pt x="188462" y="38989"/>
                  <a:pt x="195837" y="28540"/>
                  <a:pt x="203597" y="20078"/>
                </a:cubicBezTo>
                <a:lnTo>
                  <a:pt x="144079" y="18776"/>
                </a:lnTo>
                <a:close/>
                <a:moveTo>
                  <a:pt x="314591" y="36520"/>
                </a:moveTo>
                <a:lnTo>
                  <a:pt x="299727" y="37358"/>
                </a:lnTo>
                <a:cubicBezTo>
                  <a:pt x="298529" y="31497"/>
                  <a:pt x="296742" y="27219"/>
                  <a:pt x="294369" y="24523"/>
                </a:cubicBezTo>
                <a:cubicBezTo>
                  <a:pt x="290427" y="20199"/>
                  <a:pt x="285500" y="17972"/>
                  <a:pt x="279587" y="17843"/>
                </a:cubicBezTo>
                <a:cubicBezTo>
                  <a:pt x="274834" y="17739"/>
                  <a:pt x="270633" y="18967"/>
                  <a:pt x="266983" y="21527"/>
                </a:cubicBezTo>
                <a:cubicBezTo>
                  <a:pt x="262211" y="24832"/>
                  <a:pt x="258400" y="29725"/>
                  <a:pt x="255549" y="36208"/>
                </a:cubicBezTo>
                <a:cubicBezTo>
                  <a:pt x="252698" y="42690"/>
                  <a:pt x="251085" y="51977"/>
                  <a:pt x="250710" y="64069"/>
                </a:cubicBezTo>
                <a:cubicBezTo>
                  <a:pt x="254422" y="58676"/>
                  <a:pt x="258904" y="54710"/>
                  <a:pt x="264156" y="52171"/>
                </a:cubicBezTo>
                <a:cubicBezTo>
                  <a:pt x="269409" y="49632"/>
                  <a:pt x="274882" y="48425"/>
                  <a:pt x="280574" y="48550"/>
                </a:cubicBezTo>
                <a:cubicBezTo>
                  <a:pt x="290521" y="48767"/>
                  <a:pt x="298910" y="52614"/>
                  <a:pt x="305740" y="60089"/>
                </a:cubicBezTo>
                <a:cubicBezTo>
                  <a:pt x="312571" y="67564"/>
                  <a:pt x="315859" y="77104"/>
                  <a:pt x="315605" y="88710"/>
                </a:cubicBezTo>
                <a:cubicBezTo>
                  <a:pt x="315439" y="96336"/>
                  <a:pt x="313639" y="103387"/>
                  <a:pt x="310208" y="109864"/>
                </a:cubicBezTo>
                <a:cubicBezTo>
                  <a:pt x="306777" y="116341"/>
                  <a:pt x="302149" y="121257"/>
                  <a:pt x="296326" y="124613"/>
                </a:cubicBezTo>
                <a:cubicBezTo>
                  <a:pt x="290502" y="127969"/>
                  <a:pt x="283943" y="129567"/>
                  <a:pt x="276649" y="129407"/>
                </a:cubicBezTo>
                <a:cubicBezTo>
                  <a:pt x="264214" y="129135"/>
                  <a:pt x="254174" y="124344"/>
                  <a:pt x="246526" y="115033"/>
                </a:cubicBezTo>
                <a:cubicBezTo>
                  <a:pt x="238879" y="105721"/>
                  <a:pt x="235285" y="90571"/>
                  <a:pt x="235744" y="69585"/>
                </a:cubicBezTo>
                <a:cubicBezTo>
                  <a:pt x="236257" y="46114"/>
                  <a:pt x="240969" y="29144"/>
                  <a:pt x="249878" y="18675"/>
                </a:cubicBezTo>
                <a:cubicBezTo>
                  <a:pt x="257652" y="9564"/>
                  <a:pt x="267950" y="5148"/>
                  <a:pt x="280771" y="5429"/>
                </a:cubicBezTo>
                <a:cubicBezTo>
                  <a:pt x="290331" y="5638"/>
                  <a:pt x="298106" y="8496"/>
                  <a:pt x="304095" y="14004"/>
                </a:cubicBezTo>
                <a:cubicBezTo>
                  <a:pt x="310084" y="19512"/>
                  <a:pt x="313582" y="27017"/>
                  <a:pt x="314591" y="36520"/>
                </a:cubicBezTo>
                <a:moveTo>
                  <a:pt x="252523" y="87335"/>
                </a:moveTo>
                <a:cubicBezTo>
                  <a:pt x="252411" y="92459"/>
                  <a:pt x="253395" y="97386"/>
                  <a:pt x="255475" y="102118"/>
                </a:cubicBezTo>
                <a:cubicBezTo>
                  <a:pt x="257556" y="106849"/>
                  <a:pt x="260531" y="110484"/>
                  <a:pt x="264401" y="113022"/>
                </a:cubicBezTo>
                <a:cubicBezTo>
                  <a:pt x="268271" y="115558"/>
                  <a:pt x="272361" y="116873"/>
                  <a:pt x="276672" y="116968"/>
                </a:cubicBezTo>
                <a:cubicBezTo>
                  <a:pt x="282972" y="117105"/>
                  <a:pt x="288443" y="114690"/>
                  <a:pt x="293085" y="109720"/>
                </a:cubicBezTo>
                <a:cubicBezTo>
                  <a:pt x="297728" y="104751"/>
                  <a:pt x="300144" y="97913"/>
                  <a:pt x="300335" y="89208"/>
                </a:cubicBezTo>
                <a:cubicBezTo>
                  <a:pt x="300518" y="80832"/>
                  <a:pt x="298424" y="74185"/>
                  <a:pt x="294053" y="69267"/>
                </a:cubicBezTo>
                <a:cubicBezTo>
                  <a:pt x="289683" y="64347"/>
                  <a:pt x="284098" y="61813"/>
                  <a:pt x="277301" y="61665"/>
                </a:cubicBezTo>
                <a:cubicBezTo>
                  <a:pt x="270559" y="61517"/>
                  <a:pt x="264787" y="63803"/>
                  <a:pt x="259984" y="68522"/>
                </a:cubicBezTo>
                <a:cubicBezTo>
                  <a:pt x="255181" y="73239"/>
                  <a:pt x="252694" y="79510"/>
                  <a:pt x="252523" y="8733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0">
            <a:extLst xmlns:a="http://schemas.openxmlformats.org/drawingml/2006/main">
              <a:ext uri="{FF2B5EF4-FFF2-40B4-BE49-F238E27FC236}">
                <a16:creationId xmlns:a16="http://schemas.microsoft.com/office/drawing/2014/main" id="{9E7859C1-0C81-4F84-9222-A75BA5B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658" y="4412789"/>
            <a:ext cx="103759" cy="115227"/>
          </a:xfrm>
          <a:custGeom xmlns:a="http://schemas.openxmlformats.org/drawingml/2006/main">
            <a:pathLst>
              <a:path w="103759" h="115227">
                <a:moveTo>
                  <a:pt x="20114" y="34077"/>
                </a:moveTo>
                <a:cubicBezTo>
                  <a:pt x="28648" y="22525"/>
                  <a:pt x="36706" y="14105"/>
                  <a:pt x="44288" y="8819"/>
                </a:cubicBezTo>
                <a:cubicBezTo>
                  <a:pt x="51870" y="3533"/>
                  <a:pt x="59418" y="712"/>
                  <a:pt x="66931" y="356"/>
                </a:cubicBezTo>
                <a:cubicBezTo>
                  <a:pt x="74445" y="0"/>
                  <a:pt x="81759" y="2450"/>
                  <a:pt x="88873" y="7705"/>
                </a:cubicBezTo>
                <a:cubicBezTo>
                  <a:pt x="94120" y="11581"/>
                  <a:pt x="97943" y="16036"/>
                  <a:pt x="100341" y="21070"/>
                </a:cubicBezTo>
                <a:cubicBezTo>
                  <a:pt x="102739" y="26104"/>
                  <a:pt x="103759" y="31562"/>
                  <a:pt x="103400" y="37444"/>
                </a:cubicBezTo>
                <a:cubicBezTo>
                  <a:pt x="103041" y="43326"/>
                  <a:pt x="101486" y="49664"/>
                  <a:pt x="98735" y="56459"/>
                </a:cubicBezTo>
                <a:cubicBezTo>
                  <a:pt x="95985" y="63252"/>
                  <a:pt x="91032" y="71492"/>
                  <a:pt x="83876" y="81179"/>
                </a:cubicBezTo>
                <a:cubicBezTo>
                  <a:pt x="75408" y="92642"/>
                  <a:pt x="67394" y="101025"/>
                  <a:pt x="59835" y="106328"/>
                </a:cubicBezTo>
                <a:cubicBezTo>
                  <a:pt x="52275" y="111631"/>
                  <a:pt x="44730" y="114471"/>
                  <a:pt x="37200" y="114849"/>
                </a:cubicBezTo>
                <a:cubicBezTo>
                  <a:pt x="29670" y="115227"/>
                  <a:pt x="22325" y="112772"/>
                  <a:pt x="15166" y="107484"/>
                </a:cubicBezTo>
                <a:cubicBezTo>
                  <a:pt x="5740" y="100520"/>
                  <a:pt x="831" y="91674"/>
                  <a:pt x="441" y="80946"/>
                </a:cubicBezTo>
                <a:cubicBezTo>
                  <a:pt x="0" y="68051"/>
                  <a:pt x="6558" y="52429"/>
                  <a:pt x="20114" y="34077"/>
                </a:cubicBezTo>
                <a:moveTo>
                  <a:pt x="32478" y="43159"/>
                </a:moveTo>
                <a:cubicBezTo>
                  <a:pt x="20660" y="59156"/>
                  <a:pt x="14674" y="71191"/>
                  <a:pt x="14518" y="79263"/>
                </a:cubicBezTo>
                <a:cubicBezTo>
                  <a:pt x="14364" y="87334"/>
                  <a:pt x="17043" y="93406"/>
                  <a:pt x="22557" y="97479"/>
                </a:cubicBezTo>
                <a:cubicBezTo>
                  <a:pt x="28070" y="101552"/>
                  <a:pt x="34670" y="102318"/>
                  <a:pt x="42355" y="99775"/>
                </a:cubicBezTo>
                <a:cubicBezTo>
                  <a:pt x="50041" y="97233"/>
                  <a:pt x="59776" y="87985"/>
                  <a:pt x="71562" y="72030"/>
                </a:cubicBezTo>
                <a:cubicBezTo>
                  <a:pt x="83412" y="55988"/>
                  <a:pt x="89407" y="43943"/>
                  <a:pt x="89545" y="35894"/>
                </a:cubicBezTo>
                <a:cubicBezTo>
                  <a:pt x="89684" y="27844"/>
                  <a:pt x="86952" y="21750"/>
                  <a:pt x="81350" y="17611"/>
                </a:cubicBezTo>
                <a:cubicBezTo>
                  <a:pt x="75836" y="13538"/>
                  <a:pt x="69715" y="12613"/>
                  <a:pt x="62987" y="14836"/>
                </a:cubicBezTo>
                <a:cubicBezTo>
                  <a:pt x="54465" y="17720"/>
                  <a:pt x="44295" y="27161"/>
                  <a:pt x="32478" y="431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.">
            <a:extLst xmlns:a="http://schemas.openxmlformats.org/drawingml/2006/main">
              <a:ext uri="{FF2B5EF4-FFF2-40B4-BE49-F238E27FC236}">
                <a16:creationId xmlns:a16="http://schemas.microsoft.com/office/drawing/2014/main" id="{D45706BB-76D6-48C3-974C-3829CCE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808" y="4542460"/>
            <a:ext cx="23822" cy="23840"/>
          </a:xfrm>
          <a:custGeom xmlns:a="http://schemas.openxmlformats.org/drawingml/2006/main">
            <a:pathLst>
              <a:path w="23822" h="23840">
                <a:moveTo>
                  <a:pt x="0" y="13740"/>
                </a:moveTo>
                <a:lnTo>
                  <a:pt x="10149" y="0"/>
                </a:lnTo>
                <a:lnTo>
                  <a:pt x="23822" y="10100"/>
                </a:lnTo>
                <a:lnTo>
                  <a:pt x="13673" y="23840"/>
                </a:lnTo>
                <a:lnTo>
                  <a:pt x="0" y="137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ED3A5761-71EC-40A7-8975-A1BC681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31" y="4495490"/>
            <a:ext cx="106968" cy="118269"/>
          </a:xfrm>
          <a:custGeom xmlns:a="http://schemas.openxmlformats.org/drawingml/2006/main">
            <a:pathLst>
              <a:path w="106968" h="118269">
                <a:moveTo>
                  <a:pt x="6896" y="57822"/>
                </a:moveTo>
                <a:lnTo>
                  <a:pt x="20084" y="65090"/>
                </a:lnTo>
                <a:cubicBezTo>
                  <a:pt x="16437" y="72911"/>
                  <a:pt x="15161" y="79546"/>
                  <a:pt x="16257" y="84994"/>
                </a:cubicBezTo>
                <a:cubicBezTo>
                  <a:pt x="17352" y="90443"/>
                  <a:pt x="20279" y="94924"/>
                  <a:pt x="25036" y="98439"/>
                </a:cubicBezTo>
                <a:cubicBezTo>
                  <a:pt x="30683" y="102610"/>
                  <a:pt x="36895" y="104180"/>
                  <a:pt x="43671" y="103148"/>
                </a:cubicBezTo>
                <a:cubicBezTo>
                  <a:pt x="50447" y="102116"/>
                  <a:pt x="55966" y="98715"/>
                  <a:pt x="60229" y="92944"/>
                </a:cubicBezTo>
                <a:cubicBezTo>
                  <a:pt x="64296" y="87439"/>
                  <a:pt x="65848" y="81570"/>
                  <a:pt x="64885" y="75337"/>
                </a:cubicBezTo>
                <a:cubicBezTo>
                  <a:pt x="63924" y="69102"/>
                  <a:pt x="60664" y="63932"/>
                  <a:pt x="55106" y="59827"/>
                </a:cubicBezTo>
                <a:cubicBezTo>
                  <a:pt x="52838" y="58151"/>
                  <a:pt x="49686" y="56510"/>
                  <a:pt x="45650" y="54903"/>
                </a:cubicBezTo>
                <a:lnTo>
                  <a:pt x="54768" y="45351"/>
                </a:lnTo>
                <a:cubicBezTo>
                  <a:pt x="55503" y="46031"/>
                  <a:pt x="56115" y="46551"/>
                  <a:pt x="56604" y="46913"/>
                </a:cubicBezTo>
                <a:cubicBezTo>
                  <a:pt x="61717" y="50690"/>
                  <a:pt x="67297" y="52767"/>
                  <a:pt x="73342" y="53143"/>
                </a:cubicBezTo>
                <a:cubicBezTo>
                  <a:pt x="79387" y="53519"/>
                  <a:pt x="84445" y="50952"/>
                  <a:pt x="88516" y="45441"/>
                </a:cubicBezTo>
                <a:cubicBezTo>
                  <a:pt x="91740" y="41077"/>
                  <a:pt x="92921" y="36361"/>
                  <a:pt x="92058" y="31296"/>
                </a:cubicBezTo>
                <a:cubicBezTo>
                  <a:pt x="91196" y="26228"/>
                  <a:pt x="88409" y="21954"/>
                  <a:pt x="83696" y="18472"/>
                </a:cubicBezTo>
                <a:cubicBezTo>
                  <a:pt x="79027" y="15023"/>
                  <a:pt x="74052" y="13617"/>
                  <a:pt x="68772" y="14252"/>
                </a:cubicBezTo>
                <a:cubicBezTo>
                  <a:pt x="63492" y="14887"/>
                  <a:pt x="58239" y="17811"/>
                  <a:pt x="53014" y="23024"/>
                </a:cubicBezTo>
                <a:lnTo>
                  <a:pt x="42585" y="12021"/>
                </a:lnTo>
                <a:cubicBezTo>
                  <a:pt x="50028" y="5015"/>
                  <a:pt x="57994" y="1210"/>
                  <a:pt x="66482" y="605"/>
                </a:cubicBezTo>
                <a:cubicBezTo>
                  <a:pt x="74970" y="0"/>
                  <a:pt x="83083" y="2555"/>
                  <a:pt x="90819" y="8270"/>
                </a:cubicBezTo>
                <a:cubicBezTo>
                  <a:pt x="96155" y="12212"/>
                  <a:pt x="100225" y="16983"/>
                  <a:pt x="103030" y="22583"/>
                </a:cubicBezTo>
                <a:cubicBezTo>
                  <a:pt x="105834" y="28184"/>
                  <a:pt x="106968" y="33836"/>
                  <a:pt x="106432" y="39539"/>
                </a:cubicBezTo>
                <a:cubicBezTo>
                  <a:pt x="105897" y="45242"/>
                  <a:pt x="103992" y="50310"/>
                  <a:pt x="100716" y="54744"/>
                </a:cubicBezTo>
                <a:cubicBezTo>
                  <a:pt x="97605" y="58955"/>
                  <a:pt x="93638" y="61953"/>
                  <a:pt x="88816" y="63736"/>
                </a:cubicBezTo>
                <a:cubicBezTo>
                  <a:pt x="83994" y="65518"/>
                  <a:pt x="78607" y="65787"/>
                  <a:pt x="72654" y="64542"/>
                </a:cubicBezTo>
                <a:cubicBezTo>
                  <a:pt x="77449" y="70146"/>
                  <a:pt x="79895" y="76231"/>
                  <a:pt x="79992" y="82798"/>
                </a:cubicBezTo>
                <a:cubicBezTo>
                  <a:pt x="80090" y="89365"/>
                  <a:pt x="77806" y="95805"/>
                  <a:pt x="73142" y="102119"/>
                </a:cubicBezTo>
                <a:cubicBezTo>
                  <a:pt x="66836" y="110656"/>
                  <a:pt x="58377" y="115594"/>
                  <a:pt x="47767" y="116931"/>
                </a:cubicBezTo>
                <a:cubicBezTo>
                  <a:pt x="37157" y="118269"/>
                  <a:pt x="27095" y="115423"/>
                  <a:pt x="17579" y="108394"/>
                </a:cubicBezTo>
                <a:cubicBezTo>
                  <a:pt x="8998" y="102055"/>
                  <a:pt x="3765" y="94228"/>
                  <a:pt x="1883" y="84914"/>
                </a:cubicBezTo>
                <a:cubicBezTo>
                  <a:pt x="0" y="75600"/>
                  <a:pt x="1671" y="66570"/>
                  <a:pt x="6896" y="578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2">
            <a:extLst xmlns:a="http://schemas.openxmlformats.org/drawingml/2006/main">
              <a:ext uri="{FF2B5EF4-FFF2-40B4-BE49-F238E27FC236}">
                <a16:creationId xmlns:a16="http://schemas.microsoft.com/office/drawing/2014/main" id="{10E0765E-94A9-476B-9112-2EBEC7E4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459" y="4551278"/>
            <a:ext cx="124676" cy="130709"/>
          </a:xfrm>
          <a:custGeom xmlns:a="http://schemas.openxmlformats.org/drawingml/2006/main">
            <a:pathLst>
              <a:path w="124676" h="130709">
                <a:moveTo>
                  <a:pt x="73153" y="119170"/>
                </a:moveTo>
                <a:lnTo>
                  <a:pt x="64629" y="130709"/>
                </a:lnTo>
                <a:lnTo>
                  <a:pt x="0" y="82967"/>
                </a:lnTo>
                <a:cubicBezTo>
                  <a:pt x="2045" y="80012"/>
                  <a:pt x="4564" y="77579"/>
                  <a:pt x="7556" y="75668"/>
                </a:cubicBezTo>
                <a:cubicBezTo>
                  <a:pt x="12451" y="72484"/>
                  <a:pt x="18286" y="70098"/>
                  <a:pt x="25061" y="68509"/>
                </a:cubicBezTo>
                <a:cubicBezTo>
                  <a:pt x="31836" y="66920"/>
                  <a:pt x="40716" y="65855"/>
                  <a:pt x="51700" y="65314"/>
                </a:cubicBezTo>
                <a:cubicBezTo>
                  <a:pt x="68759" y="64457"/>
                  <a:pt x="81035" y="62865"/>
                  <a:pt x="88527" y="60537"/>
                </a:cubicBezTo>
                <a:cubicBezTo>
                  <a:pt x="96020" y="58209"/>
                  <a:pt x="101440" y="54780"/>
                  <a:pt x="104788" y="50248"/>
                </a:cubicBezTo>
                <a:cubicBezTo>
                  <a:pt x="108299" y="45495"/>
                  <a:pt x="109560" y="40229"/>
                  <a:pt x="108571" y="34451"/>
                </a:cubicBezTo>
                <a:cubicBezTo>
                  <a:pt x="107581" y="28673"/>
                  <a:pt x="104352" y="23764"/>
                  <a:pt x="98883" y="19723"/>
                </a:cubicBezTo>
                <a:cubicBezTo>
                  <a:pt x="93102" y="15453"/>
                  <a:pt x="87197" y="13772"/>
                  <a:pt x="81167" y="14678"/>
                </a:cubicBezTo>
                <a:cubicBezTo>
                  <a:pt x="75137" y="15584"/>
                  <a:pt x="69833" y="19089"/>
                  <a:pt x="65256" y="25192"/>
                </a:cubicBezTo>
                <a:lnTo>
                  <a:pt x="53854" y="14808"/>
                </a:lnTo>
                <a:cubicBezTo>
                  <a:pt x="61514" y="6207"/>
                  <a:pt x="69886" y="1525"/>
                  <a:pt x="78972" y="763"/>
                </a:cubicBezTo>
                <a:cubicBezTo>
                  <a:pt x="88058" y="0"/>
                  <a:pt x="97247" y="3051"/>
                  <a:pt x="106540" y="9916"/>
                </a:cubicBezTo>
                <a:cubicBezTo>
                  <a:pt x="115922" y="16847"/>
                  <a:pt x="121426" y="24934"/>
                  <a:pt x="123051" y="34178"/>
                </a:cubicBezTo>
                <a:cubicBezTo>
                  <a:pt x="124676" y="43421"/>
                  <a:pt x="122646" y="51891"/>
                  <a:pt x="116962" y="59586"/>
                </a:cubicBezTo>
                <a:cubicBezTo>
                  <a:pt x="114070" y="63500"/>
                  <a:pt x="110428" y="66757"/>
                  <a:pt x="106034" y="69355"/>
                </a:cubicBezTo>
                <a:cubicBezTo>
                  <a:pt x="101640" y="71954"/>
                  <a:pt x="96043" y="73972"/>
                  <a:pt x="89241" y="75410"/>
                </a:cubicBezTo>
                <a:cubicBezTo>
                  <a:pt x="82441" y="76847"/>
                  <a:pt x="72033" y="78027"/>
                  <a:pt x="58018" y="78950"/>
                </a:cubicBezTo>
                <a:cubicBezTo>
                  <a:pt x="46353" y="79669"/>
                  <a:pt x="38702" y="80351"/>
                  <a:pt x="35064" y="80995"/>
                </a:cubicBezTo>
                <a:cubicBezTo>
                  <a:pt x="31428" y="81638"/>
                  <a:pt x="28139" y="82555"/>
                  <a:pt x="25198" y="83745"/>
                </a:cubicBezTo>
                <a:lnTo>
                  <a:pt x="73153" y="1191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3">
            <a:extLst xmlns:a="http://schemas.openxmlformats.org/drawingml/2006/main">
              <a:ext uri="{FF2B5EF4-FFF2-40B4-BE49-F238E27FC236}">
                <a16:creationId xmlns:a16="http://schemas.microsoft.com/office/drawing/2014/main" id="{A33B0006-B737-48DD-BA66-C61CD7D7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897" y="5220185"/>
            <a:ext cx="122484" cy="99167"/>
          </a:xfrm>
          <a:custGeom xmlns:a="http://schemas.openxmlformats.org/drawingml/2006/main">
            <a:pathLst>
              <a:path w="122484" h="99167">
                <a:moveTo>
                  <a:pt x="21465" y="22982"/>
                </a:moveTo>
                <a:lnTo>
                  <a:pt x="29013" y="36012"/>
                </a:lnTo>
                <a:cubicBezTo>
                  <a:pt x="21853" y="40830"/>
                  <a:pt x="17337" y="45856"/>
                  <a:pt x="15464" y="51088"/>
                </a:cubicBezTo>
                <a:cubicBezTo>
                  <a:pt x="13592" y="56321"/>
                  <a:pt x="13787" y="61670"/>
                  <a:pt x="16049" y="67135"/>
                </a:cubicBezTo>
                <a:cubicBezTo>
                  <a:pt x="18734" y="73622"/>
                  <a:pt x="23245" y="78171"/>
                  <a:pt x="29582" y="80783"/>
                </a:cubicBezTo>
                <a:cubicBezTo>
                  <a:pt x="35919" y="83395"/>
                  <a:pt x="42402" y="83329"/>
                  <a:pt x="49031" y="80586"/>
                </a:cubicBezTo>
                <a:cubicBezTo>
                  <a:pt x="55355" y="77968"/>
                  <a:pt x="59713" y="73741"/>
                  <a:pt x="62104" y="67905"/>
                </a:cubicBezTo>
                <a:cubicBezTo>
                  <a:pt x="64497" y="62068"/>
                  <a:pt x="64372" y="55957"/>
                  <a:pt x="61729" y="49573"/>
                </a:cubicBezTo>
                <a:cubicBezTo>
                  <a:pt x="60650" y="46968"/>
                  <a:pt x="58797" y="43936"/>
                  <a:pt x="56169" y="40477"/>
                </a:cubicBezTo>
                <a:lnTo>
                  <a:pt x="68908" y="36998"/>
                </a:lnTo>
                <a:cubicBezTo>
                  <a:pt x="69187" y="37960"/>
                  <a:pt x="69442" y="38721"/>
                  <a:pt x="69675" y="39283"/>
                </a:cubicBezTo>
                <a:cubicBezTo>
                  <a:pt x="72106" y="45157"/>
                  <a:pt x="75814" y="49815"/>
                  <a:pt x="80798" y="53256"/>
                </a:cubicBezTo>
                <a:cubicBezTo>
                  <a:pt x="85783" y="56697"/>
                  <a:pt x="91440" y="57108"/>
                  <a:pt x="97771" y="54487"/>
                </a:cubicBezTo>
                <a:cubicBezTo>
                  <a:pt x="102784" y="52412"/>
                  <a:pt x="106228" y="48982"/>
                  <a:pt x="108103" y="44197"/>
                </a:cubicBezTo>
                <a:cubicBezTo>
                  <a:pt x="109980" y="39412"/>
                  <a:pt x="109797" y="34312"/>
                  <a:pt x="107556" y="28898"/>
                </a:cubicBezTo>
                <a:cubicBezTo>
                  <a:pt x="105336" y="23535"/>
                  <a:pt x="101800" y="19763"/>
                  <a:pt x="96949" y="17583"/>
                </a:cubicBezTo>
                <a:cubicBezTo>
                  <a:pt x="92098" y="15403"/>
                  <a:pt x="86090" y="15198"/>
                  <a:pt x="78925" y="16967"/>
                </a:cubicBezTo>
                <a:lnTo>
                  <a:pt x="75668" y="2161"/>
                </a:lnTo>
                <a:cubicBezTo>
                  <a:pt x="85659" y="0"/>
                  <a:pt x="94446" y="850"/>
                  <a:pt x="102029" y="4711"/>
                </a:cubicBezTo>
                <a:cubicBezTo>
                  <a:pt x="109612" y="8572"/>
                  <a:pt x="115243" y="14947"/>
                  <a:pt x="118922" y="23834"/>
                </a:cubicBezTo>
                <a:cubicBezTo>
                  <a:pt x="121459" y="29964"/>
                  <a:pt x="122484" y="36151"/>
                  <a:pt x="121997" y="42395"/>
                </a:cubicBezTo>
                <a:cubicBezTo>
                  <a:pt x="121510" y="48640"/>
                  <a:pt x="119565" y="54066"/>
                  <a:pt x="116163" y="58675"/>
                </a:cubicBezTo>
                <a:cubicBezTo>
                  <a:pt x="112763" y="63284"/>
                  <a:pt x="108516" y="66642"/>
                  <a:pt x="103422" y="68751"/>
                </a:cubicBezTo>
                <a:cubicBezTo>
                  <a:pt x="98584" y="70753"/>
                  <a:pt x="93640" y="71274"/>
                  <a:pt x="88588" y="70314"/>
                </a:cubicBezTo>
                <a:cubicBezTo>
                  <a:pt x="83539" y="69353"/>
                  <a:pt x="78785" y="66803"/>
                  <a:pt x="74328" y="62665"/>
                </a:cubicBezTo>
                <a:cubicBezTo>
                  <a:pt x="75544" y="69940"/>
                  <a:pt x="74500" y="76415"/>
                  <a:pt x="71195" y="82090"/>
                </a:cubicBezTo>
                <a:cubicBezTo>
                  <a:pt x="67891" y="87766"/>
                  <a:pt x="62612" y="92105"/>
                  <a:pt x="55359" y="95107"/>
                </a:cubicBezTo>
                <a:cubicBezTo>
                  <a:pt x="45552" y="99167"/>
                  <a:pt x="35759" y="99032"/>
                  <a:pt x="25980" y="94704"/>
                </a:cubicBezTo>
                <a:cubicBezTo>
                  <a:pt x="16201" y="90376"/>
                  <a:pt x="9049" y="82746"/>
                  <a:pt x="4525" y="71815"/>
                </a:cubicBezTo>
                <a:cubicBezTo>
                  <a:pt x="444" y="61957"/>
                  <a:pt x="0" y="52553"/>
                  <a:pt x="3193" y="43604"/>
                </a:cubicBezTo>
                <a:cubicBezTo>
                  <a:pt x="6385" y="34654"/>
                  <a:pt x="12476" y="27780"/>
                  <a:pt x="21465" y="229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2">
            <a:extLst xmlns:a="http://schemas.openxmlformats.org/drawingml/2006/main">
              <a:ext uri="{FF2B5EF4-FFF2-40B4-BE49-F238E27FC236}">
                <a16:creationId xmlns:a16="http://schemas.microsoft.com/office/drawing/2014/main" id="{F6B11A63-C038-4E6B-BD50-E1E2AE09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833" y="5306923"/>
            <a:ext cx="133958" cy="108259"/>
          </a:xfrm>
          <a:custGeom xmlns:a="http://schemas.openxmlformats.org/drawingml/2006/main">
            <a:pathLst>
              <a:path w="133958" h="108259">
                <a:moveTo>
                  <a:pt x="43986" y="102772"/>
                </a:moveTo>
                <a:lnTo>
                  <a:pt x="30731" y="108259"/>
                </a:lnTo>
                <a:lnTo>
                  <a:pt x="0" y="34017"/>
                </a:lnTo>
                <a:cubicBezTo>
                  <a:pt x="3276" y="32541"/>
                  <a:pt x="6689" y="31757"/>
                  <a:pt x="10238" y="31664"/>
                </a:cubicBezTo>
                <a:cubicBezTo>
                  <a:pt x="16074" y="31462"/>
                  <a:pt x="22304" y="32428"/>
                  <a:pt x="28927" y="34562"/>
                </a:cubicBezTo>
                <a:cubicBezTo>
                  <a:pt x="35551" y="36697"/>
                  <a:pt x="43707" y="40366"/>
                  <a:pt x="53395" y="45569"/>
                </a:cubicBezTo>
                <a:cubicBezTo>
                  <a:pt x="68450" y="53637"/>
                  <a:pt x="79788" y="58606"/>
                  <a:pt x="87407" y="60478"/>
                </a:cubicBezTo>
                <a:cubicBezTo>
                  <a:pt x="95027" y="62350"/>
                  <a:pt x="101439" y="62208"/>
                  <a:pt x="106645" y="60054"/>
                </a:cubicBezTo>
                <a:cubicBezTo>
                  <a:pt x="112105" y="57793"/>
                  <a:pt x="115902" y="53933"/>
                  <a:pt x="118036" y="48473"/>
                </a:cubicBezTo>
                <a:cubicBezTo>
                  <a:pt x="120169" y="43013"/>
                  <a:pt x="119936" y="37141"/>
                  <a:pt x="117335" y="30859"/>
                </a:cubicBezTo>
                <a:cubicBezTo>
                  <a:pt x="114587" y="24219"/>
                  <a:pt x="110396" y="19731"/>
                  <a:pt x="104763" y="17396"/>
                </a:cubicBezTo>
                <a:cubicBezTo>
                  <a:pt x="99129" y="15061"/>
                  <a:pt x="92778" y="15327"/>
                  <a:pt x="85708" y="18194"/>
                </a:cubicBezTo>
                <a:lnTo>
                  <a:pt x="81299" y="3416"/>
                </a:lnTo>
                <a:cubicBezTo>
                  <a:pt x="92298" y="0"/>
                  <a:pt x="101885" y="309"/>
                  <a:pt x="110062" y="4344"/>
                </a:cubicBezTo>
                <a:cubicBezTo>
                  <a:pt x="118238" y="8378"/>
                  <a:pt x="124536" y="15733"/>
                  <a:pt x="128955" y="26408"/>
                </a:cubicBezTo>
                <a:cubicBezTo>
                  <a:pt x="133416" y="37186"/>
                  <a:pt x="133958" y="46953"/>
                  <a:pt x="130581" y="55710"/>
                </a:cubicBezTo>
                <a:cubicBezTo>
                  <a:pt x="127204" y="64467"/>
                  <a:pt x="121095" y="70675"/>
                  <a:pt x="112255" y="74334"/>
                </a:cubicBezTo>
                <a:cubicBezTo>
                  <a:pt x="107759" y="76195"/>
                  <a:pt x="102959" y="77105"/>
                  <a:pt x="97854" y="77064"/>
                </a:cubicBezTo>
                <a:cubicBezTo>
                  <a:pt x="92750" y="77023"/>
                  <a:pt x="86913" y="75864"/>
                  <a:pt x="80345" y="73587"/>
                </a:cubicBezTo>
                <a:cubicBezTo>
                  <a:pt x="73778" y="71310"/>
                  <a:pt x="64254" y="66951"/>
                  <a:pt x="51772" y="60510"/>
                </a:cubicBezTo>
                <a:cubicBezTo>
                  <a:pt x="41409" y="55108"/>
                  <a:pt x="34503" y="51744"/>
                  <a:pt x="31054" y="50419"/>
                </a:cubicBezTo>
                <a:cubicBezTo>
                  <a:pt x="27608" y="49094"/>
                  <a:pt x="24317" y="48182"/>
                  <a:pt x="21183" y="47685"/>
                </a:cubicBezTo>
                <a:lnTo>
                  <a:pt x="43986" y="1027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.">
            <a:extLst xmlns:a="http://schemas.openxmlformats.org/drawingml/2006/main">
              <a:ext uri="{FF2B5EF4-FFF2-40B4-BE49-F238E27FC236}">
                <a16:creationId xmlns:a16="http://schemas.microsoft.com/office/drawing/2014/main" id="{C2DCA6C7-ED2C-404D-A3E1-5D4B6270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879" y="5431150"/>
            <a:ext cx="22285" cy="22240"/>
          </a:xfrm>
          <a:custGeom xmlns:a="http://schemas.openxmlformats.org/drawingml/2006/main">
            <a:pathLst>
              <a:path w="22285" h="22240">
                <a:moveTo>
                  <a:pt x="0" y="6533"/>
                </a:moveTo>
                <a:lnTo>
                  <a:pt x="15783" y="0"/>
                </a:lnTo>
                <a:lnTo>
                  <a:pt x="22285" y="15707"/>
                </a:lnTo>
                <a:lnTo>
                  <a:pt x="6501" y="22240"/>
                </a:lnTo>
                <a:lnTo>
                  <a:pt x="0" y="65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6">
            <a:extLst xmlns:a="http://schemas.openxmlformats.org/drawingml/2006/main">
              <a:ext uri="{FF2B5EF4-FFF2-40B4-BE49-F238E27FC236}">
                <a16:creationId xmlns:a16="http://schemas.microsoft.com/office/drawing/2014/main" id="{D19447A2-32F7-447A-9628-5662C7DD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025" y="5439681"/>
            <a:ext cx="124087" cy="96419"/>
          </a:xfrm>
          <a:custGeom xmlns:a="http://schemas.openxmlformats.org/drawingml/2006/main">
            <a:pathLst>
              <a:path w="124087" h="96419">
                <a:moveTo>
                  <a:pt x="105069" y="70368"/>
                </a:moveTo>
                <a:lnTo>
                  <a:pt x="98317" y="57099"/>
                </a:lnTo>
                <a:cubicBezTo>
                  <a:pt x="103200" y="53642"/>
                  <a:pt x="106398" y="50284"/>
                  <a:pt x="107909" y="47026"/>
                </a:cubicBezTo>
                <a:cubicBezTo>
                  <a:pt x="110282" y="41676"/>
                  <a:pt x="110336" y="36269"/>
                  <a:pt x="108074" y="30803"/>
                </a:cubicBezTo>
                <a:cubicBezTo>
                  <a:pt x="106256" y="26411"/>
                  <a:pt x="103440" y="23059"/>
                  <a:pt x="99627" y="20749"/>
                </a:cubicBezTo>
                <a:cubicBezTo>
                  <a:pt x="94680" y="17710"/>
                  <a:pt x="88666" y="16191"/>
                  <a:pt x="81584" y="16191"/>
                </a:cubicBezTo>
                <a:cubicBezTo>
                  <a:pt x="74501" y="16191"/>
                  <a:pt x="65350" y="18454"/>
                  <a:pt x="54129" y="22979"/>
                </a:cubicBezTo>
                <a:cubicBezTo>
                  <a:pt x="60560" y="24206"/>
                  <a:pt x="65995" y="26712"/>
                  <a:pt x="70435" y="30499"/>
                </a:cubicBezTo>
                <a:cubicBezTo>
                  <a:pt x="74874" y="34285"/>
                  <a:pt x="78182" y="38809"/>
                  <a:pt x="80360" y="44070"/>
                </a:cubicBezTo>
                <a:cubicBezTo>
                  <a:pt x="84166" y="53264"/>
                  <a:pt x="84022" y="62493"/>
                  <a:pt x="79929" y="71755"/>
                </a:cubicBezTo>
                <a:cubicBezTo>
                  <a:pt x="75835" y="81018"/>
                  <a:pt x="68426" y="87870"/>
                  <a:pt x="57699" y="92310"/>
                </a:cubicBezTo>
                <a:cubicBezTo>
                  <a:pt x="50650" y="95227"/>
                  <a:pt x="43471" y="96419"/>
                  <a:pt x="36160" y="95886"/>
                </a:cubicBezTo>
                <a:cubicBezTo>
                  <a:pt x="28849" y="95352"/>
                  <a:pt x="22485" y="93095"/>
                  <a:pt x="17069" y="89115"/>
                </a:cubicBezTo>
                <a:cubicBezTo>
                  <a:pt x="11652" y="85135"/>
                  <a:pt x="7548" y="79774"/>
                  <a:pt x="4757" y="73031"/>
                </a:cubicBezTo>
                <a:cubicBezTo>
                  <a:pt x="0" y="61539"/>
                  <a:pt x="344" y="50418"/>
                  <a:pt x="5789" y="39668"/>
                </a:cubicBezTo>
                <a:cubicBezTo>
                  <a:pt x="11235" y="28918"/>
                  <a:pt x="23656" y="19528"/>
                  <a:pt x="43053" y="11499"/>
                </a:cubicBezTo>
                <a:cubicBezTo>
                  <a:pt x="64747" y="2519"/>
                  <a:pt x="82180" y="0"/>
                  <a:pt x="95351" y="3941"/>
                </a:cubicBezTo>
                <a:cubicBezTo>
                  <a:pt x="106822" y="7390"/>
                  <a:pt x="115010" y="15039"/>
                  <a:pt x="119916" y="26889"/>
                </a:cubicBezTo>
                <a:cubicBezTo>
                  <a:pt x="123573" y="35725"/>
                  <a:pt x="124087" y="43994"/>
                  <a:pt x="121456" y="51694"/>
                </a:cubicBezTo>
                <a:cubicBezTo>
                  <a:pt x="118824" y="59394"/>
                  <a:pt x="113362" y="65619"/>
                  <a:pt x="105069" y="70368"/>
                </a:cubicBezTo>
                <a:moveTo>
                  <a:pt x="33560" y="34006"/>
                </a:moveTo>
                <a:cubicBezTo>
                  <a:pt x="28824" y="35966"/>
                  <a:pt x="24709" y="38851"/>
                  <a:pt x="21215" y="42661"/>
                </a:cubicBezTo>
                <a:cubicBezTo>
                  <a:pt x="17722" y="46470"/>
                  <a:pt x="15592" y="50657"/>
                  <a:pt x="14827" y="55222"/>
                </a:cubicBezTo>
                <a:cubicBezTo>
                  <a:pt x="14063" y="59786"/>
                  <a:pt x="14505" y="64060"/>
                  <a:pt x="16155" y="68044"/>
                </a:cubicBezTo>
                <a:cubicBezTo>
                  <a:pt x="18565" y="73867"/>
                  <a:pt x="22979" y="77903"/>
                  <a:pt x="29398" y="80152"/>
                </a:cubicBezTo>
                <a:cubicBezTo>
                  <a:pt x="35816" y="82402"/>
                  <a:pt x="43049" y="81861"/>
                  <a:pt x="51095" y="78530"/>
                </a:cubicBezTo>
                <a:cubicBezTo>
                  <a:pt x="58837" y="75326"/>
                  <a:pt x="64079" y="70733"/>
                  <a:pt x="66821" y="64751"/>
                </a:cubicBezTo>
                <a:cubicBezTo>
                  <a:pt x="69565" y="58769"/>
                  <a:pt x="69637" y="52637"/>
                  <a:pt x="67036" y="46354"/>
                </a:cubicBezTo>
                <a:cubicBezTo>
                  <a:pt x="64457" y="40123"/>
                  <a:pt x="60040" y="35759"/>
                  <a:pt x="53786" y="33262"/>
                </a:cubicBezTo>
                <a:cubicBezTo>
                  <a:pt x="47534" y="30764"/>
                  <a:pt x="40792" y="31012"/>
                  <a:pt x="33560" y="340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3">
            <a:extLst xmlns:a="http://schemas.openxmlformats.org/drawingml/2006/main">
              <a:ext uri="{FF2B5EF4-FFF2-40B4-BE49-F238E27FC236}">
                <a16:creationId xmlns:a16="http://schemas.microsoft.com/office/drawing/2014/main" id="{E10A81C9-8811-43A3-A7F1-624CF691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317" y="5032282"/>
            <a:ext cx="121136" cy="102108"/>
          </a:xfrm>
          <a:custGeom xmlns:a="http://schemas.openxmlformats.org/drawingml/2006/main">
            <a:pathLst>
              <a:path w="121136" h="102108">
                <a:moveTo>
                  <a:pt x="19468" y="27166"/>
                </a:moveTo>
                <a:lnTo>
                  <a:pt x="27859" y="39670"/>
                </a:lnTo>
                <a:cubicBezTo>
                  <a:pt x="21032" y="44950"/>
                  <a:pt x="16858" y="50262"/>
                  <a:pt x="15334" y="55607"/>
                </a:cubicBezTo>
                <a:cubicBezTo>
                  <a:pt x="13811" y="60951"/>
                  <a:pt x="14358" y="66276"/>
                  <a:pt x="16976" y="71580"/>
                </a:cubicBezTo>
                <a:cubicBezTo>
                  <a:pt x="20083" y="77876"/>
                  <a:pt x="24884" y="82118"/>
                  <a:pt x="31379" y="84306"/>
                </a:cubicBezTo>
                <a:cubicBezTo>
                  <a:pt x="37875" y="86495"/>
                  <a:pt x="44339" y="86001"/>
                  <a:pt x="50773" y="82826"/>
                </a:cubicBezTo>
                <a:cubicBezTo>
                  <a:pt x="56911" y="79797"/>
                  <a:pt x="60980" y="75292"/>
                  <a:pt x="62981" y="69311"/>
                </a:cubicBezTo>
                <a:cubicBezTo>
                  <a:pt x="64984" y="63329"/>
                  <a:pt x="64456" y="57240"/>
                  <a:pt x="61398" y="51043"/>
                </a:cubicBezTo>
                <a:cubicBezTo>
                  <a:pt x="60150" y="48515"/>
                  <a:pt x="58101" y="45612"/>
                  <a:pt x="55250" y="42334"/>
                </a:cubicBezTo>
                <a:lnTo>
                  <a:pt x="67733" y="38022"/>
                </a:lnTo>
                <a:cubicBezTo>
                  <a:pt x="68074" y="38964"/>
                  <a:pt x="68379" y="39707"/>
                  <a:pt x="68648" y="40252"/>
                </a:cubicBezTo>
                <a:cubicBezTo>
                  <a:pt x="71462" y="45953"/>
                  <a:pt x="75469" y="50356"/>
                  <a:pt x="80669" y="53461"/>
                </a:cubicBezTo>
                <a:cubicBezTo>
                  <a:pt x="85870" y="56566"/>
                  <a:pt x="91542" y="56602"/>
                  <a:pt x="97686" y="53570"/>
                </a:cubicBezTo>
                <a:cubicBezTo>
                  <a:pt x="102552" y="51169"/>
                  <a:pt x="105762" y="47519"/>
                  <a:pt x="107317" y="42621"/>
                </a:cubicBezTo>
                <a:cubicBezTo>
                  <a:pt x="108874" y="37722"/>
                  <a:pt x="108355" y="32646"/>
                  <a:pt x="105762" y="27391"/>
                </a:cubicBezTo>
                <a:cubicBezTo>
                  <a:pt x="103193" y="22186"/>
                  <a:pt x="99417" y="18656"/>
                  <a:pt x="94432" y="16800"/>
                </a:cubicBezTo>
                <a:cubicBezTo>
                  <a:pt x="89448" y="14945"/>
                  <a:pt x="83439" y="15136"/>
                  <a:pt x="76406" y="17374"/>
                </a:cubicBezTo>
                <a:lnTo>
                  <a:pt x="72180" y="2815"/>
                </a:lnTo>
                <a:cubicBezTo>
                  <a:pt x="82006" y="0"/>
                  <a:pt x="90830" y="269"/>
                  <a:pt x="98652" y="3621"/>
                </a:cubicBezTo>
                <a:cubicBezTo>
                  <a:pt x="106473" y="6974"/>
                  <a:pt x="112512" y="12963"/>
                  <a:pt x="116769" y="21589"/>
                </a:cubicBezTo>
                <a:cubicBezTo>
                  <a:pt x="119705" y="27537"/>
                  <a:pt x="121136" y="33643"/>
                  <a:pt x="121062" y="39906"/>
                </a:cubicBezTo>
                <a:cubicBezTo>
                  <a:pt x="120987" y="46169"/>
                  <a:pt x="119405" y="51713"/>
                  <a:pt x="116314" y="56536"/>
                </a:cubicBezTo>
                <a:cubicBezTo>
                  <a:pt x="113225" y="61359"/>
                  <a:pt x="109209" y="64990"/>
                  <a:pt x="104266" y="67430"/>
                </a:cubicBezTo>
                <a:cubicBezTo>
                  <a:pt x="99570" y="69747"/>
                  <a:pt x="94671" y="70593"/>
                  <a:pt x="89567" y="69968"/>
                </a:cubicBezTo>
                <a:cubicBezTo>
                  <a:pt x="84465" y="69342"/>
                  <a:pt x="79554" y="67111"/>
                  <a:pt x="74833" y="63276"/>
                </a:cubicBezTo>
                <a:cubicBezTo>
                  <a:pt x="76526" y="70455"/>
                  <a:pt x="75912" y="76985"/>
                  <a:pt x="72989" y="82866"/>
                </a:cubicBezTo>
                <a:cubicBezTo>
                  <a:pt x="70065" y="88747"/>
                  <a:pt x="65084" y="93425"/>
                  <a:pt x="58045" y="96899"/>
                </a:cubicBezTo>
                <a:cubicBezTo>
                  <a:pt x="48527" y="101596"/>
                  <a:pt x="38746" y="102108"/>
                  <a:pt x="28703" y="98434"/>
                </a:cubicBezTo>
                <a:cubicBezTo>
                  <a:pt x="18660" y="94760"/>
                  <a:pt x="11021" y="87619"/>
                  <a:pt x="5785" y="77010"/>
                </a:cubicBezTo>
                <a:cubicBezTo>
                  <a:pt x="1063" y="67443"/>
                  <a:pt x="0" y="58089"/>
                  <a:pt x="2595" y="48948"/>
                </a:cubicBezTo>
                <a:cubicBezTo>
                  <a:pt x="5191" y="39807"/>
                  <a:pt x="10815" y="32546"/>
                  <a:pt x="19468" y="2716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1">
            <a:extLst xmlns:a="http://schemas.openxmlformats.org/drawingml/2006/main">
              <a:ext uri="{FF2B5EF4-FFF2-40B4-BE49-F238E27FC236}">
                <a16:creationId xmlns:a16="http://schemas.microsoft.com/office/drawing/2014/main" id="{1947FA31-2F90-46FF-B4E8-2F6F918B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813" y="5128103"/>
            <a:ext cx="116062" cy="80669"/>
          </a:xfrm>
          <a:custGeom xmlns:a="http://schemas.openxmlformats.org/drawingml/2006/main">
            <a:pathLst>
              <a:path w="116062" h="80669">
                <a:moveTo>
                  <a:pt x="6606" y="80669"/>
                </a:moveTo>
                <a:lnTo>
                  <a:pt x="0" y="67284"/>
                </a:lnTo>
                <a:lnTo>
                  <a:pt x="85290" y="25191"/>
                </a:lnTo>
                <a:cubicBezTo>
                  <a:pt x="80626" y="23486"/>
                  <a:pt x="75467" y="20777"/>
                  <a:pt x="69812" y="17064"/>
                </a:cubicBezTo>
                <a:cubicBezTo>
                  <a:pt x="64157" y="13351"/>
                  <a:pt x="59534" y="9791"/>
                  <a:pt x="55942" y="6386"/>
                </a:cubicBezTo>
                <a:lnTo>
                  <a:pt x="68881" y="0"/>
                </a:lnTo>
                <a:cubicBezTo>
                  <a:pt x="76095" y="5748"/>
                  <a:pt x="83587" y="10188"/>
                  <a:pt x="91359" y="13319"/>
                </a:cubicBezTo>
                <a:cubicBezTo>
                  <a:pt x="99130" y="16449"/>
                  <a:pt x="105946" y="18017"/>
                  <a:pt x="111805" y="18023"/>
                </a:cubicBezTo>
                <a:lnTo>
                  <a:pt x="116062" y="26649"/>
                </a:lnTo>
                <a:lnTo>
                  <a:pt x="6606" y="806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.">
            <a:extLst xmlns:a="http://schemas.openxmlformats.org/drawingml/2006/main">
              <a:ext uri="{FF2B5EF4-FFF2-40B4-BE49-F238E27FC236}">
                <a16:creationId xmlns:a16="http://schemas.microsoft.com/office/drawing/2014/main" id="{C1154481-73CF-4AAC-B9E8-143E170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032" y="5242979"/>
            <a:ext cx="22841" cy="22803"/>
          </a:xfrm>
          <a:custGeom xmlns:a="http://schemas.openxmlformats.org/drawingml/2006/main">
            <a:pathLst>
              <a:path w="22841" h="22803">
                <a:moveTo>
                  <a:pt x="0" y="7560"/>
                </a:moveTo>
                <a:lnTo>
                  <a:pt x="15318" y="0"/>
                </a:lnTo>
                <a:lnTo>
                  <a:pt x="22841" y="15244"/>
                </a:lnTo>
                <a:lnTo>
                  <a:pt x="7523" y="22803"/>
                </a:lnTo>
                <a:lnTo>
                  <a:pt x="0" y="75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7">
            <a:extLst xmlns:a="http://schemas.openxmlformats.org/drawingml/2006/main">
              <a:ext uri="{FF2B5EF4-FFF2-40B4-BE49-F238E27FC236}">
                <a16:creationId xmlns:a16="http://schemas.microsoft.com/office/drawing/2014/main" id="{185EB80D-49D8-4BAE-BC9B-F80BA808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83" y="5233117"/>
            <a:ext cx="134975" cy="82139"/>
          </a:xfrm>
          <a:custGeom xmlns:a="http://schemas.openxmlformats.org/drawingml/2006/main">
            <a:pathLst>
              <a:path w="134975" h="82139">
                <a:moveTo>
                  <a:pt x="87284" y="6349"/>
                </a:moveTo>
                <a:lnTo>
                  <a:pt x="100149" y="0"/>
                </a:lnTo>
                <a:lnTo>
                  <a:pt x="134975" y="70567"/>
                </a:lnTo>
                <a:lnTo>
                  <a:pt x="124565" y="75704"/>
                </a:lnTo>
                <a:cubicBezTo>
                  <a:pt x="113747" y="72413"/>
                  <a:pt x="100530" y="70383"/>
                  <a:pt x="84912" y="69614"/>
                </a:cubicBezTo>
                <a:cubicBezTo>
                  <a:pt x="69294" y="68845"/>
                  <a:pt x="54094" y="69797"/>
                  <a:pt x="39311" y="72469"/>
                </a:cubicBezTo>
                <a:cubicBezTo>
                  <a:pt x="28861" y="74298"/>
                  <a:pt x="18020" y="77521"/>
                  <a:pt x="6789" y="82139"/>
                </a:cubicBezTo>
                <a:lnTo>
                  <a:pt x="0" y="68383"/>
                </a:lnTo>
                <a:cubicBezTo>
                  <a:pt x="8656" y="64296"/>
                  <a:pt x="19856" y="60864"/>
                  <a:pt x="33601" y="58088"/>
                </a:cubicBezTo>
                <a:cubicBezTo>
                  <a:pt x="47347" y="55311"/>
                  <a:pt x="61349" y="54149"/>
                  <a:pt x="75608" y="54602"/>
                </a:cubicBezTo>
                <a:cubicBezTo>
                  <a:pt x="89867" y="55055"/>
                  <a:pt x="102543" y="56767"/>
                  <a:pt x="113634" y="59739"/>
                </a:cubicBezTo>
                <a:lnTo>
                  <a:pt x="87284" y="63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8">
            <a:extLst xmlns:a="http://schemas.openxmlformats.org/drawingml/2006/main">
              <a:ext uri="{FF2B5EF4-FFF2-40B4-BE49-F238E27FC236}">
                <a16:creationId xmlns:a16="http://schemas.microsoft.com/office/drawing/2014/main" id="{20ECA046-AC72-4668-BD51-0B00E323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58" y="5486124"/>
            <a:ext cx="115435" cy="75921"/>
          </a:xfrm>
          <a:custGeom xmlns:a="http://schemas.openxmlformats.org/drawingml/2006/main">
            <a:pathLst>
              <a:path w="115435" h="75921">
                <a:moveTo>
                  <a:pt x="50461" y="50714"/>
                </a:moveTo>
                <a:cubicBezTo>
                  <a:pt x="47787" y="56139"/>
                  <a:pt x="44391" y="60006"/>
                  <a:pt x="40274" y="62315"/>
                </a:cubicBezTo>
                <a:cubicBezTo>
                  <a:pt x="36156" y="64623"/>
                  <a:pt x="31432" y="65489"/>
                  <a:pt x="26102" y="64910"/>
                </a:cubicBezTo>
                <a:cubicBezTo>
                  <a:pt x="18056" y="64037"/>
                  <a:pt x="11607" y="60404"/>
                  <a:pt x="6756" y="54009"/>
                </a:cubicBezTo>
                <a:cubicBezTo>
                  <a:pt x="1904" y="47614"/>
                  <a:pt x="0" y="39600"/>
                  <a:pt x="1045" y="29967"/>
                </a:cubicBezTo>
                <a:cubicBezTo>
                  <a:pt x="2096" y="20283"/>
                  <a:pt x="5745" y="12795"/>
                  <a:pt x="11993" y="7503"/>
                </a:cubicBezTo>
                <a:cubicBezTo>
                  <a:pt x="18239" y="2210"/>
                  <a:pt x="25386" y="0"/>
                  <a:pt x="33432" y="873"/>
                </a:cubicBezTo>
                <a:cubicBezTo>
                  <a:pt x="38560" y="1429"/>
                  <a:pt x="42877" y="3263"/>
                  <a:pt x="46381" y="6373"/>
                </a:cubicBezTo>
                <a:cubicBezTo>
                  <a:pt x="49885" y="9483"/>
                  <a:pt x="52370" y="13899"/>
                  <a:pt x="53835" y="19620"/>
                </a:cubicBezTo>
                <a:cubicBezTo>
                  <a:pt x="56796" y="13052"/>
                  <a:pt x="60944" y="8259"/>
                  <a:pt x="66278" y="5240"/>
                </a:cubicBezTo>
                <a:cubicBezTo>
                  <a:pt x="71612" y="2221"/>
                  <a:pt x="77713" y="1084"/>
                  <a:pt x="84581" y="1829"/>
                </a:cubicBezTo>
                <a:cubicBezTo>
                  <a:pt x="94074" y="2859"/>
                  <a:pt x="101689" y="7079"/>
                  <a:pt x="107425" y="14488"/>
                </a:cubicBezTo>
                <a:cubicBezTo>
                  <a:pt x="113160" y="21897"/>
                  <a:pt x="115435" y="31074"/>
                  <a:pt x="114247" y="42019"/>
                </a:cubicBezTo>
                <a:cubicBezTo>
                  <a:pt x="113060" y="52963"/>
                  <a:pt x="108858" y="61437"/>
                  <a:pt x="101641" y="67441"/>
                </a:cubicBezTo>
                <a:cubicBezTo>
                  <a:pt x="94425" y="73445"/>
                  <a:pt x="85968" y="75921"/>
                  <a:pt x="76272" y="74869"/>
                </a:cubicBezTo>
                <a:cubicBezTo>
                  <a:pt x="69052" y="74086"/>
                  <a:pt x="63203" y="71602"/>
                  <a:pt x="58727" y="67417"/>
                </a:cubicBezTo>
                <a:cubicBezTo>
                  <a:pt x="54250" y="63231"/>
                  <a:pt x="51495" y="57664"/>
                  <a:pt x="50461" y="50714"/>
                </a:cubicBezTo>
                <a:moveTo>
                  <a:pt x="27248" y="50951"/>
                </a:moveTo>
                <a:cubicBezTo>
                  <a:pt x="32447" y="51515"/>
                  <a:pt x="36881" y="50286"/>
                  <a:pt x="40548" y="47265"/>
                </a:cubicBezTo>
                <a:cubicBezTo>
                  <a:pt x="44213" y="44244"/>
                  <a:pt x="46338" y="40035"/>
                  <a:pt x="46924" y="34638"/>
                </a:cubicBezTo>
                <a:cubicBezTo>
                  <a:pt x="47493" y="29393"/>
                  <a:pt x="46322" y="24916"/>
                  <a:pt x="43411" y="21206"/>
                </a:cubicBezTo>
                <a:cubicBezTo>
                  <a:pt x="40499" y="17497"/>
                  <a:pt x="36669" y="15385"/>
                  <a:pt x="31920" y="14870"/>
                </a:cubicBezTo>
                <a:cubicBezTo>
                  <a:pt x="26970" y="14332"/>
                  <a:pt x="22620" y="15608"/>
                  <a:pt x="18871" y="18697"/>
                </a:cubicBezTo>
                <a:cubicBezTo>
                  <a:pt x="15121" y="21786"/>
                  <a:pt x="12968" y="25902"/>
                  <a:pt x="12410" y="31047"/>
                </a:cubicBezTo>
                <a:cubicBezTo>
                  <a:pt x="11846" y="36242"/>
                  <a:pt x="13028" y="40733"/>
                  <a:pt x="15957" y="44521"/>
                </a:cubicBezTo>
                <a:cubicBezTo>
                  <a:pt x="18883" y="48308"/>
                  <a:pt x="22647" y="50452"/>
                  <a:pt x="27248" y="50951"/>
                </a:cubicBezTo>
                <a:moveTo>
                  <a:pt x="77795" y="60874"/>
                </a:moveTo>
                <a:cubicBezTo>
                  <a:pt x="81672" y="61295"/>
                  <a:pt x="85523" y="60781"/>
                  <a:pt x="89348" y="59334"/>
                </a:cubicBezTo>
                <a:cubicBezTo>
                  <a:pt x="93173" y="57886"/>
                  <a:pt x="96277" y="55454"/>
                  <a:pt x="98660" y="52039"/>
                </a:cubicBezTo>
                <a:cubicBezTo>
                  <a:pt x="101043" y="48623"/>
                  <a:pt x="102462" y="44822"/>
                  <a:pt x="102916" y="40636"/>
                </a:cubicBezTo>
                <a:cubicBezTo>
                  <a:pt x="103622" y="34130"/>
                  <a:pt x="102115" y="28532"/>
                  <a:pt x="98397" y="23842"/>
                </a:cubicBezTo>
                <a:cubicBezTo>
                  <a:pt x="94676" y="19152"/>
                  <a:pt x="89594" y="16457"/>
                  <a:pt x="83149" y="15758"/>
                </a:cubicBezTo>
                <a:cubicBezTo>
                  <a:pt x="76604" y="15048"/>
                  <a:pt x="70954" y="16642"/>
                  <a:pt x="66202" y="20541"/>
                </a:cubicBezTo>
                <a:cubicBezTo>
                  <a:pt x="61448" y="24439"/>
                  <a:pt x="58715" y="29666"/>
                  <a:pt x="58004" y="36223"/>
                </a:cubicBezTo>
                <a:cubicBezTo>
                  <a:pt x="57309" y="42628"/>
                  <a:pt x="58848" y="48166"/>
                  <a:pt x="62622" y="52837"/>
                </a:cubicBezTo>
                <a:cubicBezTo>
                  <a:pt x="66394" y="57507"/>
                  <a:pt x="71451" y="60186"/>
                  <a:pt x="77795" y="6087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0">
            <a:extLst xmlns:a="http://schemas.openxmlformats.org/drawingml/2006/main">
              <a:ext uri="{FF2B5EF4-FFF2-40B4-BE49-F238E27FC236}">
                <a16:creationId xmlns:a16="http://schemas.microsoft.com/office/drawing/2014/main" id="{66E035FE-B78E-481F-A457-EECB00BC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73" y="5398619"/>
            <a:ext cx="114934" cy="75890"/>
          </a:xfrm>
          <a:custGeom xmlns:a="http://schemas.openxmlformats.org/drawingml/2006/main">
            <a:pathLst>
              <a:path w="114934" h="75890">
                <a:moveTo>
                  <a:pt x="53579" y="73632"/>
                </a:moveTo>
                <a:cubicBezTo>
                  <a:pt x="40475" y="72210"/>
                  <a:pt x="30075" y="69717"/>
                  <a:pt x="22378" y="66152"/>
                </a:cubicBezTo>
                <a:cubicBezTo>
                  <a:pt x="14682" y="62587"/>
                  <a:pt x="8955" y="57909"/>
                  <a:pt x="5198" y="52117"/>
                </a:cubicBezTo>
                <a:cubicBezTo>
                  <a:pt x="1441" y="46326"/>
                  <a:pt x="0" y="39396"/>
                  <a:pt x="875" y="31326"/>
                </a:cubicBezTo>
                <a:cubicBezTo>
                  <a:pt x="1521" y="25375"/>
                  <a:pt x="3285" y="20284"/>
                  <a:pt x="6166" y="16055"/>
                </a:cubicBezTo>
                <a:cubicBezTo>
                  <a:pt x="9047" y="11826"/>
                  <a:pt x="12901" y="8494"/>
                  <a:pt x="17730" y="6058"/>
                </a:cubicBezTo>
                <a:cubicBezTo>
                  <a:pt x="22558" y="3622"/>
                  <a:pt x="28301" y="1923"/>
                  <a:pt x="34960" y="962"/>
                </a:cubicBezTo>
                <a:cubicBezTo>
                  <a:pt x="41616" y="0"/>
                  <a:pt x="50438" y="115"/>
                  <a:pt x="61425" y="1307"/>
                </a:cubicBezTo>
                <a:cubicBezTo>
                  <a:pt x="74428" y="2718"/>
                  <a:pt x="84779" y="5193"/>
                  <a:pt x="92479" y="8733"/>
                </a:cubicBezTo>
                <a:cubicBezTo>
                  <a:pt x="100178" y="12273"/>
                  <a:pt x="105919" y="16940"/>
                  <a:pt x="109701" y="22734"/>
                </a:cubicBezTo>
                <a:cubicBezTo>
                  <a:pt x="113483" y="28528"/>
                  <a:pt x="114934" y="35485"/>
                  <a:pt x="114053" y="43605"/>
                </a:cubicBezTo>
                <a:cubicBezTo>
                  <a:pt x="112893" y="54297"/>
                  <a:pt x="108151" y="62279"/>
                  <a:pt x="99828" y="67551"/>
                </a:cubicBezTo>
                <a:cubicBezTo>
                  <a:pt x="89811" y="73863"/>
                  <a:pt x="74395" y="75890"/>
                  <a:pt x="53579" y="73632"/>
                </a:cubicBezTo>
                <a:moveTo>
                  <a:pt x="55059" y="59632"/>
                </a:moveTo>
                <a:cubicBezTo>
                  <a:pt x="73205" y="61600"/>
                  <a:pt x="85513" y="60780"/>
                  <a:pt x="91984" y="57170"/>
                </a:cubicBezTo>
                <a:cubicBezTo>
                  <a:pt x="98453" y="53560"/>
                  <a:pt x="102027" y="48628"/>
                  <a:pt x="102705" y="42374"/>
                </a:cubicBezTo>
                <a:cubicBezTo>
                  <a:pt x="103384" y="36120"/>
                  <a:pt x="100938" y="30534"/>
                  <a:pt x="95369" y="25618"/>
                </a:cubicBezTo>
                <a:cubicBezTo>
                  <a:pt x="89799" y="20702"/>
                  <a:pt x="77966" y="17262"/>
                  <a:pt x="59869" y="15299"/>
                </a:cubicBezTo>
                <a:cubicBezTo>
                  <a:pt x="41673" y="13325"/>
                  <a:pt x="29353" y="14144"/>
                  <a:pt x="22909" y="17757"/>
                </a:cubicBezTo>
                <a:cubicBezTo>
                  <a:pt x="16464" y="21370"/>
                  <a:pt x="12897" y="26354"/>
                  <a:pt x="12207" y="32709"/>
                </a:cubicBezTo>
                <a:cubicBezTo>
                  <a:pt x="11529" y="38963"/>
                  <a:pt x="13626" y="44242"/>
                  <a:pt x="18500" y="48547"/>
                </a:cubicBezTo>
                <a:cubicBezTo>
                  <a:pt x="24727" y="53968"/>
                  <a:pt x="36914" y="57663"/>
                  <a:pt x="55059" y="596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.">
            <a:extLst xmlns:a="http://schemas.openxmlformats.org/drawingml/2006/main">
              <a:ext uri="{FF2B5EF4-FFF2-40B4-BE49-F238E27FC236}">
                <a16:creationId xmlns:a16="http://schemas.microsoft.com/office/drawing/2014/main" id="{44FE881C-9D5C-4CD4-BD3B-EC0D179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77" y="5367202"/>
            <a:ext cx="17267" cy="17200"/>
          </a:xfrm>
          <a:custGeom xmlns:a="http://schemas.openxmlformats.org/drawingml/2006/main">
            <a:pathLst>
              <a:path w="17267" h="17200">
                <a:moveTo>
                  <a:pt x="15585" y="17200"/>
                </a:moveTo>
                <a:lnTo>
                  <a:pt x="0" y="15509"/>
                </a:lnTo>
                <a:lnTo>
                  <a:pt x="1683" y="0"/>
                </a:lnTo>
                <a:lnTo>
                  <a:pt x="17267" y="1691"/>
                </a:lnTo>
                <a:lnTo>
                  <a:pt x="15585" y="17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5">
            <a:extLst xmlns:a="http://schemas.openxmlformats.org/drawingml/2006/main">
              <a:ext uri="{FF2B5EF4-FFF2-40B4-BE49-F238E27FC236}">
                <a16:creationId xmlns:a16="http://schemas.microsoft.com/office/drawing/2014/main" id="{5D1436AF-6231-4BEB-A185-827AFC2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988" y="5268770"/>
            <a:ext cx="115135" cy="77138"/>
          </a:xfrm>
          <a:custGeom xmlns:a="http://schemas.openxmlformats.org/drawingml/2006/main">
            <a:pathLst>
              <a:path w="115135" h="77138">
                <a:moveTo>
                  <a:pt x="78916" y="77032"/>
                </a:moveTo>
                <a:lnTo>
                  <a:pt x="79257" y="62602"/>
                </a:lnTo>
                <a:cubicBezTo>
                  <a:pt x="86308" y="62295"/>
                  <a:pt x="91789" y="60402"/>
                  <a:pt x="95701" y="56923"/>
                </a:cubicBezTo>
                <a:cubicBezTo>
                  <a:pt x="99610" y="53443"/>
                  <a:pt x="101861" y="48980"/>
                  <a:pt x="102452" y="43533"/>
                </a:cubicBezTo>
                <a:cubicBezTo>
                  <a:pt x="103163" y="36976"/>
                  <a:pt x="101297" y="31161"/>
                  <a:pt x="96855" y="26086"/>
                </a:cubicBezTo>
                <a:cubicBezTo>
                  <a:pt x="92411" y="21011"/>
                  <a:pt x="86110" y="18031"/>
                  <a:pt x="77952" y="17146"/>
                </a:cubicBezTo>
                <a:cubicBezTo>
                  <a:pt x="70196" y="16305"/>
                  <a:pt x="63840" y="17822"/>
                  <a:pt x="58884" y="21699"/>
                </a:cubicBezTo>
                <a:cubicBezTo>
                  <a:pt x="53929" y="25575"/>
                  <a:pt x="51068" y="31044"/>
                  <a:pt x="50302" y="38105"/>
                </a:cubicBezTo>
                <a:cubicBezTo>
                  <a:pt x="49826" y="42493"/>
                  <a:pt x="50385" y="46559"/>
                  <a:pt x="51980" y="50304"/>
                </a:cubicBezTo>
                <a:cubicBezTo>
                  <a:pt x="53575" y="54049"/>
                  <a:pt x="55841" y="57102"/>
                  <a:pt x="58777" y="59461"/>
                </a:cubicBezTo>
                <a:lnTo>
                  <a:pt x="55726" y="72066"/>
                </a:lnTo>
                <a:lnTo>
                  <a:pt x="0" y="55151"/>
                </a:lnTo>
                <a:lnTo>
                  <a:pt x="5983" y="0"/>
                </a:lnTo>
                <a:lnTo>
                  <a:pt x="18844" y="1395"/>
                </a:lnTo>
                <a:lnTo>
                  <a:pt x="14043" y="45653"/>
                </a:lnTo>
                <a:lnTo>
                  <a:pt x="43278" y="54871"/>
                </a:lnTo>
                <a:cubicBezTo>
                  <a:pt x="39410" y="47716"/>
                  <a:pt x="37873" y="40482"/>
                  <a:pt x="38667" y="33168"/>
                </a:cubicBezTo>
                <a:cubicBezTo>
                  <a:pt x="39717" y="23485"/>
                  <a:pt x="43962" y="15678"/>
                  <a:pt x="51400" y="9749"/>
                </a:cubicBezTo>
                <a:cubicBezTo>
                  <a:pt x="58836" y="3820"/>
                  <a:pt x="67830" y="1428"/>
                  <a:pt x="78380" y="2573"/>
                </a:cubicBezTo>
                <a:cubicBezTo>
                  <a:pt x="88428" y="3663"/>
                  <a:pt x="96794" y="7530"/>
                  <a:pt x="103479" y="14175"/>
                </a:cubicBezTo>
                <a:cubicBezTo>
                  <a:pt x="111695" y="22261"/>
                  <a:pt x="115135" y="32458"/>
                  <a:pt x="113800" y="44764"/>
                </a:cubicBezTo>
                <a:cubicBezTo>
                  <a:pt x="112705" y="54851"/>
                  <a:pt x="108981" y="62778"/>
                  <a:pt x="102625" y="68543"/>
                </a:cubicBezTo>
                <a:cubicBezTo>
                  <a:pt x="96270" y="74309"/>
                  <a:pt x="88367" y="77138"/>
                  <a:pt x="78916" y="770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0">
            <a:extLst xmlns:a="http://schemas.openxmlformats.org/drawingml/2006/main">
              <a:ext uri="{FF2B5EF4-FFF2-40B4-BE49-F238E27FC236}">
                <a16:creationId xmlns:a16="http://schemas.microsoft.com/office/drawing/2014/main" id="{E040AC37-41C5-41D4-9DDE-9524D0DC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30" y="4602004"/>
            <a:ext cx="30693" cy="19641"/>
          </a:xfrm>
          <a:custGeom xmlns:a="http://schemas.openxmlformats.org/drawingml/2006/main">
            <a:pathLst>
              <a:path w="30693" h="19641">
                <a:moveTo>
                  <a:pt x="15416" y="19618"/>
                </a:moveTo>
                <a:cubicBezTo>
                  <a:pt x="11865" y="19641"/>
                  <a:pt x="9006" y="19294"/>
                  <a:pt x="6836" y="18577"/>
                </a:cubicBezTo>
                <a:cubicBezTo>
                  <a:pt x="4667" y="17860"/>
                  <a:pt x="2991" y="16784"/>
                  <a:pt x="1807" y="15350"/>
                </a:cubicBezTo>
                <a:cubicBezTo>
                  <a:pt x="623" y="13916"/>
                  <a:pt x="24" y="12106"/>
                  <a:pt x="10" y="9919"/>
                </a:cubicBezTo>
                <a:cubicBezTo>
                  <a:pt x="0" y="8307"/>
                  <a:pt x="315" y="6890"/>
                  <a:pt x="956" y="5670"/>
                </a:cubicBezTo>
                <a:cubicBezTo>
                  <a:pt x="1597" y="4450"/>
                  <a:pt x="2526" y="3439"/>
                  <a:pt x="3743" y="2639"/>
                </a:cubicBezTo>
                <a:cubicBezTo>
                  <a:pt x="4960" y="1838"/>
                  <a:pt x="6445" y="1207"/>
                  <a:pt x="8197" y="745"/>
                </a:cubicBezTo>
                <a:cubicBezTo>
                  <a:pt x="9948" y="283"/>
                  <a:pt x="12313" y="42"/>
                  <a:pt x="15290" y="23"/>
                </a:cubicBezTo>
                <a:cubicBezTo>
                  <a:pt x="18813" y="0"/>
                  <a:pt x="21659" y="344"/>
                  <a:pt x="23828" y="1054"/>
                </a:cubicBezTo>
                <a:cubicBezTo>
                  <a:pt x="25997" y="1764"/>
                  <a:pt x="27677" y="2837"/>
                  <a:pt x="28868" y="4271"/>
                </a:cubicBezTo>
                <a:cubicBezTo>
                  <a:pt x="30058" y="5705"/>
                  <a:pt x="30660" y="7522"/>
                  <a:pt x="30675" y="9722"/>
                </a:cubicBezTo>
                <a:cubicBezTo>
                  <a:pt x="30693" y="12619"/>
                  <a:pt x="29670" y="14901"/>
                  <a:pt x="27605" y="16567"/>
                </a:cubicBezTo>
                <a:cubicBezTo>
                  <a:pt x="25119" y="18565"/>
                  <a:pt x="21056" y="19582"/>
                  <a:pt x="15416" y="19618"/>
                </a:cubicBezTo>
                <a:moveTo>
                  <a:pt x="15381" y="15826"/>
                </a:moveTo>
                <a:cubicBezTo>
                  <a:pt x="20298" y="15795"/>
                  <a:pt x="23566" y="15196"/>
                  <a:pt x="25186" y="14031"/>
                </a:cubicBezTo>
                <a:cubicBezTo>
                  <a:pt x="26806" y="12866"/>
                  <a:pt x="27611" y="11436"/>
                  <a:pt x="27600" y="9742"/>
                </a:cubicBezTo>
                <a:cubicBezTo>
                  <a:pt x="27589" y="8047"/>
                  <a:pt x="26763" y="6628"/>
                  <a:pt x="25121" y="5484"/>
                </a:cubicBezTo>
                <a:cubicBezTo>
                  <a:pt x="23479" y="4339"/>
                  <a:pt x="20207" y="3783"/>
                  <a:pt x="15304" y="3815"/>
                </a:cubicBezTo>
                <a:cubicBezTo>
                  <a:pt x="10374" y="3847"/>
                  <a:pt x="7102" y="4445"/>
                  <a:pt x="5489" y="5610"/>
                </a:cubicBezTo>
                <a:cubicBezTo>
                  <a:pt x="3875" y="6775"/>
                  <a:pt x="3074" y="8219"/>
                  <a:pt x="3085" y="9940"/>
                </a:cubicBezTo>
                <a:cubicBezTo>
                  <a:pt x="3096" y="11635"/>
                  <a:pt x="3820" y="12983"/>
                  <a:pt x="5257" y="13985"/>
                </a:cubicBezTo>
                <a:cubicBezTo>
                  <a:pt x="7090" y="15244"/>
                  <a:pt x="10465" y="15858"/>
                  <a:pt x="15381" y="158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.">
            <a:extLst xmlns:a="http://schemas.openxmlformats.org/drawingml/2006/main">
              <a:ext uri="{FF2B5EF4-FFF2-40B4-BE49-F238E27FC236}">
                <a16:creationId xmlns:a16="http://schemas.microsoft.com/office/drawing/2014/main" id="{61134C8E-0614-465F-8E54-DC2F219B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362" y="4591915"/>
            <a:ext cx="4250" cy="4229"/>
          </a:xfrm>
          <a:custGeom xmlns:a="http://schemas.openxmlformats.org/drawingml/2006/main">
            <a:pathLst>
              <a:path w="4250" h="4229">
                <a:moveTo>
                  <a:pt x="4250" y="4202"/>
                </a:moveTo>
                <a:lnTo>
                  <a:pt x="27" y="4229"/>
                </a:lnTo>
                <a:lnTo>
                  <a:pt x="0" y="27"/>
                </a:lnTo>
                <a:lnTo>
                  <a:pt x="4222" y="0"/>
                </a:lnTo>
                <a:lnTo>
                  <a:pt x="4250" y="42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2">
            <a:extLst xmlns:a="http://schemas.openxmlformats.org/drawingml/2006/main">
              <a:ext uri="{FF2B5EF4-FFF2-40B4-BE49-F238E27FC236}">
                <a16:creationId xmlns:a16="http://schemas.microsoft.com/office/drawing/2014/main" id="{53CEF3B8-86CC-424F-BD66-CA19470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295" y="4567126"/>
            <a:ext cx="30258" cy="19895"/>
          </a:xfrm>
          <a:custGeom xmlns:a="http://schemas.openxmlformats.org/drawingml/2006/main">
            <a:pathLst>
              <a:path w="30258" h="19895">
                <a:moveTo>
                  <a:pt x="26584" y="23"/>
                </a:moveTo>
                <a:lnTo>
                  <a:pt x="30130" y="0"/>
                </a:lnTo>
                <a:lnTo>
                  <a:pt x="30258" y="19862"/>
                </a:lnTo>
                <a:cubicBezTo>
                  <a:pt x="29371" y="19895"/>
                  <a:pt x="28516" y="19757"/>
                  <a:pt x="27694" y="19448"/>
                </a:cubicBezTo>
                <a:cubicBezTo>
                  <a:pt x="26339" y="18951"/>
                  <a:pt x="25003" y="18150"/>
                  <a:pt x="23684" y="17045"/>
                </a:cubicBezTo>
                <a:cubicBezTo>
                  <a:pt x="22366" y="15940"/>
                  <a:pt x="20840" y="14340"/>
                  <a:pt x="19105" y="12247"/>
                </a:cubicBezTo>
                <a:cubicBezTo>
                  <a:pt x="16409" y="8998"/>
                  <a:pt x="14275" y="6805"/>
                  <a:pt x="12704" y="5667"/>
                </a:cubicBezTo>
                <a:cubicBezTo>
                  <a:pt x="11133" y="4530"/>
                  <a:pt x="9652" y="3965"/>
                  <a:pt x="8259" y="3974"/>
                </a:cubicBezTo>
                <a:cubicBezTo>
                  <a:pt x="6798" y="3983"/>
                  <a:pt x="5569" y="4514"/>
                  <a:pt x="4573" y="5566"/>
                </a:cubicBezTo>
                <a:cubicBezTo>
                  <a:pt x="3576" y="6618"/>
                  <a:pt x="3083" y="7984"/>
                  <a:pt x="3094" y="9665"/>
                </a:cubicBezTo>
                <a:cubicBezTo>
                  <a:pt x="3105" y="11441"/>
                  <a:pt x="3647" y="12859"/>
                  <a:pt x="4720" y="13918"/>
                </a:cubicBezTo>
                <a:cubicBezTo>
                  <a:pt x="5793" y="14977"/>
                  <a:pt x="7272" y="15507"/>
                  <a:pt x="9158" y="15509"/>
                </a:cubicBezTo>
                <a:lnTo>
                  <a:pt x="8792" y="19303"/>
                </a:lnTo>
                <a:cubicBezTo>
                  <a:pt x="5955" y="19062"/>
                  <a:pt x="3789" y="18099"/>
                  <a:pt x="2292" y="16414"/>
                </a:cubicBezTo>
                <a:cubicBezTo>
                  <a:pt x="795" y="14729"/>
                  <a:pt x="37" y="12459"/>
                  <a:pt x="19" y="9603"/>
                </a:cubicBezTo>
                <a:cubicBezTo>
                  <a:pt x="0" y="6719"/>
                  <a:pt x="785" y="4432"/>
                  <a:pt x="2373" y="2741"/>
                </a:cubicBezTo>
                <a:cubicBezTo>
                  <a:pt x="3962" y="1050"/>
                  <a:pt x="5938" y="197"/>
                  <a:pt x="8303" y="182"/>
                </a:cubicBezTo>
                <a:cubicBezTo>
                  <a:pt x="9506" y="174"/>
                  <a:pt x="10690" y="412"/>
                  <a:pt x="11855" y="897"/>
                </a:cubicBezTo>
                <a:cubicBezTo>
                  <a:pt x="13020" y="1381"/>
                  <a:pt x="14249" y="2190"/>
                  <a:pt x="15541" y="3322"/>
                </a:cubicBezTo>
                <a:cubicBezTo>
                  <a:pt x="16833" y="4455"/>
                  <a:pt x="18609" y="6340"/>
                  <a:pt x="20868" y="8976"/>
                </a:cubicBezTo>
                <a:cubicBezTo>
                  <a:pt x="22738" y="11178"/>
                  <a:pt x="24007" y="12591"/>
                  <a:pt x="24673" y="13216"/>
                </a:cubicBezTo>
                <a:cubicBezTo>
                  <a:pt x="25339" y="13840"/>
                  <a:pt x="26008" y="14355"/>
                  <a:pt x="26679" y="14760"/>
                </a:cubicBezTo>
                <a:lnTo>
                  <a:pt x="26584" y="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4">
            <a:extLst xmlns:a="http://schemas.openxmlformats.org/drawingml/2006/main">
              <a:ext uri="{FF2B5EF4-FFF2-40B4-BE49-F238E27FC236}">
                <a16:creationId xmlns:a16="http://schemas.microsoft.com/office/drawing/2014/main" id="{59A64BF2-C148-4609-90FF-9EB6152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250" y="4543648"/>
            <a:ext cx="30073" cy="20806"/>
          </a:xfrm>
          <a:custGeom xmlns:a="http://schemas.openxmlformats.org/drawingml/2006/main">
            <a:pathLst>
              <a:path w="30073" h="20806">
                <a:moveTo>
                  <a:pt x="30073" y="7702"/>
                </a:moveTo>
                <a:lnTo>
                  <a:pt x="22878" y="7748"/>
                </a:lnTo>
                <a:lnTo>
                  <a:pt x="22962" y="20784"/>
                </a:lnTo>
                <a:lnTo>
                  <a:pt x="19580" y="20806"/>
                </a:lnTo>
                <a:lnTo>
                  <a:pt x="19" y="7219"/>
                </a:lnTo>
                <a:lnTo>
                  <a:pt x="0" y="4206"/>
                </a:lnTo>
                <a:lnTo>
                  <a:pt x="19473" y="4080"/>
                </a:lnTo>
                <a:lnTo>
                  <a:pt x="19446" y="22"/>
                </a:lnTo>
                <a:lnTo>
                  <a:pt x="22828" y="0"/>
                </a:lnTo>
                <a:lnTo>
                  <a:pt x="22855" y="4058"/>
                </a:lnTo>
                <a:lnTo>
                  <a:pt x="30049" y="4012"/>
                </a:lnTo>
                <a:lnTo>
                  <a:pt x="30073" y="7702"/>
                </a:lnTo>
                <a:moveTo>
                  <a:pt x="19496" y="7770"/>
                </a:moveTo>
                <a:lnTo>
                  <a:pt x="5948" y="7857"/>
                </a:lnTo>
                <a:lnTo>
                  <a:pt x="19557" y="17178"/>
                </a:lnTo>
                <a:lnTo>
                  <a:pt x="19496" y="77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9">
            <a:extLst xmlns:a="http://schemas.openxmlformats.org/drawingml/2006/main">
              <a:ext uri="{FF2B5EF4-FFF2-40B4-BE49-F238E27FC236}">
                <a16:creationId xmlns:a16="http://schemas.microsoft.com/office/drawing/2014/main" id="{8E95447F-13B2-4850-B0E4-F165FD52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40" y="5549684"/>
            <a:ext cx="125237" cy="86781"/>
          </a:xfrm>
          <a:custGeom xmlns:a="http://schemas.openxmlformats.org/drawingml/2006/main">
            <a:pathLst>
              <a:path w="125237" h="86781">
                <a:moveTo>
                  <a:pt x="87325" y="86167"/>
                </a:moveTo>
                <a:lnTo>
                  <a:pt x="88713" y="71827"/>
                </a:lnTo>
                <a:cubicBezTo>
                  <a:pt x="95566" y="71901"/>
                  <a:pt x="100808" y="70541"/>
                  <a:pt x="104439" y="67747"/>
                </a:cubicBezTo>
                <a:cubicBezTo>
                  <a:pt x="108070" y="64953"/>
                  <a:pt x="110390" y="60922"/>
                  <a:pt x="111399" y="55656"/>
                </a:cubicBezTo>
                <a:cubicBezTo>
                  <a:pt x="112262" y="51149"/>
                  <a:pt x="111987" y="47002"/>
                  <a:pt x="110574" y="43213"/>
                </a:cubicBezTo>
                <a:cubicBezTo>
                  <a:pt x="109161" y="39425"/>
                  <a:pt x="106938" y="36114"/>
                  <a:pt x="103907" y="33282"/>
                </a:cubicBezTo>
                <a:cubicBezTo>
                  <a:pt x="100875" y="30450"/>
                  <a:pt x="96568" y="27739"/>
                  <a:pt x="90985" y="25150"/>
                </a:cubicBezTo>
                <a:cubicBezTo>
                  <a:pt x="85402" y="22561"/>
                  <a:pt x="79570" y="20684"/>
                  <a:pt x="73489" y="19519"/>
                </a:cubicBezTo>
                <a:cubicBezTo>
                  <a:pt x="72837" y="19394"/>
                  <a:pt x="71855" y="19234"/>
                  <a:pt x="70541" y="19039"/>
                </a:cubicBezTo>
                <a:cubicBezTo>
                  <a:pt x="74649" y="22865"/>
                  <a:pt x="77669" y="27595"/>
                  <a:pt x="79601" y="33228"/>
                </a:cubicBezTo>
                <a:cubicBezTo>
                  <a:pt x="81533" y="38861"/>
                  <a:pt x="81933" y="44636"/>
                  <a:pt x="80799" y="50554"/>
                </a:cubicBezTo>
                <a:cubicBezTo>
                  <a:pt x="78906" y="60436"/>
                  <a:pt x="73732" y="68113"/>
                  <a:pt x="65277" y="73585"/>
                </a:cubicBezTo>
                <a:cubicBezTo>
                  <a:pt x="56822" y="79058"/>
                  <a:pt x="46748" y="80674"/>
                  <a:pt x="35056" y="78435"/>
                </a:cubicBezTo>
                <a:cubicBezTo>
                  <a:pt x="22986" y="76123"/>
                  <a:pt x="13955" y="70692"/>
                  <a:pt x="7962" y="62142"/>
                </a:cubicBezTo>
                <a:cubicBezTo>
                  <a:pt x="1968" y="53592"/>
                  <a:pt x="0" y="43942"/>
                  <a:pt x="2059" y="33192"/>
                </a:cubicBezTo>
                <a:cubicBezTo>
                  <a:pt x="3546" y="25428"/>
                  <a:pt x="6996" y="18729"/>
                  <a:pt x="12407" y="13096"/>
                </a:cubicBezTo>
                <a:cubicBezTo>
                  <a:pt x="17817" y="7462"/>
                  <a:pt x="24707" y="3716"/>
                  <a:pt x="33079" y="1858"/>
                </a:cubicBezTo>
                <a:cubicBezTo>
                  <a:pt x="41450" y="0"/>
                  <a:pt x="52961" y="474"/>
                  <a:pt x="67610" y="3280"/>
                </a:cubicBezTo>
                <a:cubicBezTo>
                  <a:pt x="82857" y="6201"/>
                  <a:pt x="94680" y="10182"/>
                  <a:pt x="103081" y="15225"/>
                </a:cubicBezTo>
                <a:cubicBezTo>
                  <a:pt x="111479" y="20267"/>
                  <a:pt x="117412" y="26511"/>
                  <a:pt x="120879" y="33958"/>
                </a:cubicBezTo>
                <a:cubicBezTo>
                  <a:pt x="124346" y="41405"/>
                  <a:pt x="125237" y="49526"/>
                  <a:pt x="123553" y="58322"/>
                </a:cubicBezTo>
                <a:cubicBezTo>
                  <a:pt x="121764" y="67660"/>
                  <a:pt x="117696" y="74789"/>
                  <a:pt x="111351" y="79709"/>
                </a:cubicBezTo>
                <a:cubicBezTo>
                  <a:pt x="105005" y="84629"/>
                  <a:pt x="96996" y="86781"/>
                  <a:pt x="87325" y="86167"/>
                </a:cubicBezTo>
                <a:moveTo>
                  <a:pt x="46283" y="16081"/>
                </a:moveTo>
                <a:cubicBezTo>
                  <a:pt x="37918" y="14479"/>
                  <a:pt x="30851" y="15447"/>
                  <a:pt x="25083" y="18985"/>
                </a:cubicBezTo>
                <a:cubicBezTo>
                  <a:pt x="19313" y="22524"/>
                  <a:pt x="15825" y="27442"/>
                  <a:pt x="14619" y="33740"/>
                </a:cubicBezTo>
                <a:cubicBezTo>
                  <a:pt x="13371" y="40256"/>
                  <a:pt x="14928" y="46436"/>
                  <a:pt x="19291" y="52281"/>
                </a:cubicBezTo>
                <a:cubicBezTo>
                  <a:pt x="23654" y="58126"/>
                  <a:pt x="30045" y="61855"/>
                  <a:pt x="38464" y="63468"/>
                </a:cubicBezTo>
                <a:cubicBezTo>
                  <a:pt x="46021" y="64916"/>
                  <a:pt x="52600" y="63798"/>
                  <a:pt x="58201" y="60114"/>
                </a:cubicBezTo>
                <a:cubicBezTo>
                  <a:pt x="63802" y="56431"/>
                  <a:pt x="67247" y="51223"/>
                  <a:pt x="68536" y="44490"/>
                </a:cubicBezTo>
                <a:cubicBezTo>
                  <a:pt x="69836" y="37704"/>
                  <a:pt x="68544" y="31673"/>
                  <a:pt x="64659" y="26397"/>
                </a:cubicBezTo>
                <a:cubicBezTo>
                  <a:pt x="60775" y="21122"/>
                  <a:pt x="54649" y="17683"/>
                  <a:pt x="46283" y="1608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1">
            <a:extLst xmlns:a="http://schemas.openxmlformats.org/drawingml/2006/main">
              <a:ext uri="{FF2B5EF4-FFF2-40B4-BE49-F238E27FC236}">
                <a16:creationId xmlns:a16="http://schemas.microsoft.com/office/drawing/2014/main" id="{454E8B00-8A5A-4C9A-9FF5-E68731FD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839" y="5472467"/>
            <a:ext cx="121692" cy="52434"/>
          </a:xfrm>
          <a:custGeom xmlns:a="http://schemas.openxmlformats.org/drawingml/2006/main">
            <a:pathLst>
              <a:path w="121692" h="52434">
                <a:moveTo>
                  <a:pt x="121692" y="22963"/>
                </a:moveTo>
                <a:lnTo>
                  <a:pt x="118884" y="37623"/>
                </a:lnTo>
                <a:lnTo>
                  <a:pt x="25470" y="19730"/>
                </a:lnTo>
                <a:cubicBezTo>
                  <a:pt x="28160" y="23903"/>
                  <a:pt x="30640" y="29177"/>
                  <a:pt x="32909" y="35550"/>
                </a:cubicBezTo>
                <a:cubicBezTo>
                  <a:pt x="35178" y="41923"/>
                  <a:pt x="36717" y="47551"/>
                  <a:pt x="37527" y="52434"/>
                </a:cubicBezTo>
                <a:lnTo>
                  <a:pt x="23356" y="49719"/>
                </a:lnTo>
                <a:cubicBezTo>
                  <a:pt x="21072" y="40782"/>
                  <a:pt x="17775" y="32721"/>
                  <a:pt x="13467" y="25536"/>
                </a:cubicBezTo>
                <a:cubicBezTo>
                  <a:pt x="9158" y="18350"/>
                  <a:pt x="4669" y="12987"/>
                  <a:pt x="0" y="9447"/>
                </a:cubicBezTo>
                <a:lnTo>
                  <a:pt x="1810" y="0"/>
                </a:lnTo>
                <a:lnTo>
                  <a:pt x="121692" y="229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.">
            <a:extLst xmlns:a="http://schemas.openxmlformats.org/drawingml/2006/main">
              <a:ext uri="{FF2B5EF4-FFF2-40B4-BE49-F238E27FC236}">
                <a16:creationId xmlns:a16="http://schemas.microsoft.com/office/drawing/2014/main" id="{46195726-968A-4F28-A224-DCC6D5B6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16" y="5429776"/>
            <a:ext cx="19975" cy="19909"/>
          </a:xfrm>
          <a:custGeom xmlns:a="http://schemas.openxmlformats.org/drawingml/2006/main">
            <a:pathLst>
              <a:path w="19975" h="19909">
                <a:moveTo>
                  <a:pt x="16777" y="19909"/>
                </a:moveTo>
                <a:lnTo>
                  <a:pt x="0" y="16696"/>
                </a:lnTo>
                <a:lnTo>
                  <a:pt x="3198" y="0"/>
                </a:lnTo>
                <a:lnTo>
                  <a:pt x="19975" y="3214"/>
                </a:lnTo>
                <a:lnTo>
                  <a:pt x="16777" y="199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1">
            <a:extLst xmlns:a="http://schemas.openxmlformats.org/drawingml/2006/main">
              <a:ext uri="{FF2B5EF4-FFF2-40B4-BE49-F238E27FC236}">
                <a16:creationId xmlns:a16="http://schemas.microsoft.com/office/drawing/2014/main" id="{BA7CAED6-5F0B-4B9A-95BE-B645CE4C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485" y="5333362"/>
            <a:ext cx="121692" cy="52434"/>
          </a:xfrm>
          <a:custGeom xmlns:a="http://schemas.openxmlformats.org/drawingml/2006/main">
            <a:pathLst>
              <a:path w="121692" h="52434">
                <a:moveTo>
                  <a:pt x="121692" y="22963"/>
                </a:moveTo>
                <a:lnTo>
                  <a:pt x="118884" y="37623"/>
                </a:lnTo>
                <a:lnTo>
                  <a:pt x="25470" y="19730"/>
                </a:lnTo>
                <a:cubicBezTo>
                  <a:pt x="28160" y="23903"/>
                  <a:pt x="30640" y="29177"/>
                  <a:pt x="32909" y="35550"/>
                </a:cubicBezTo>
                <a:cubicBezTo>
                  <a:pt x="35178" y="41923"/>
                  <a:pt x="36717" y="47551"/>
                  <a:pt x="37527" y="52434"/>
                </a:cubicBezTo>
                <a:lnTo>
                  <a:pt x="23356" y="49719"/>
                </a:lnTo>
                <a:cubicBezTo>
                  <a:pt x="21072" y="40782"/>
                  <a:pt x="17775" y="32721"/>
                  <a:pt x="13467" y="25536"/>
                </a:cubicBezTo>
                <a:cubicBezTo>
                  <a:pt x="9158" y="18350"/>
                  <a:pt x="4669" y="12987"/>
                  <a:pt x="0" y="9447"/>
                </a:cubicBezTo>
                <a:lnTo>
                  <a:pt x="1810" y="0"/>
                </a:lnTo>
                <a:lnTo>
                  <a:pt x="121692" y="229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9">
            <a:extLst xmlns:a="http://schemas.openxmlformats.org/drawingml/2006/main">
              <a:ext uri="{FF2B5EF4-FFF2-40B4-BE49-F238E27FC236}">
                <a16:creationId xmlns:a16="http://schemas.microsoft.com/office/drawing/2014/main" id="{8DB0D059-B5DD-4BF2-B99B-CBA5948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85" y="4922643"/>
            <a:ext cx="102747" cy="102681"/>
          </a:xfrm>
          <a:custGeom xmlns:a="http://schemas.openxmlformats.org/drawingml/2006/main">
            <a:pathLst>
              <a:path w="102747" h="102681">
                <a:moveTo>
                  <a:pt x="50082" y="95171"/>
                </a:moveTo>
                <a:lnTo>
                  <a:pt x="58215" y="84747"/>
                </a:lnTo>
                <a:cubicBezTo>
                  <a:pt x="63486" y="88177"/>
                  <a:pt x="68216" y="89704"/>
                  <a:pt x="72403" y="89327"/>
                </a:cubicBezTo>
                <a:cubicBezTo>
                  <a:pt x="76591" y="88949"/>
                  <a:pt x="80372" y="86969"/>
                  <a:pt x="83745" y="83387"/>
                </a:cubicBezTo>
                <a:cubicBezTo>
                  <a:pt x="86632" y="80321"/>
                  <a:pt x="88460" y="76973"/>
                  <a:pt x="89230" y="73343"/>
                </a:cubicBezTo>
                <a:cubicBezTo>
                  <a:pt x="90000" y="69713"/>
                  <a:pt x="89908" y="66055"/>
                  <a:pt x="88953" y="62370"/>
                </a:cubicBezTo>
                <a:cubicBezTo>
                  <a:pt x="87999" y="58684"/>
                  <a:pt x="85997" y="54464"/>
                  <a:pt x="82947" y="49711"/>
                </a:cubicBezTo>
                <a:cubicBezTo>
                  <a:pt x="79897" y="44958"/>
                  <a:pt x="76304" y="40634"/>
                  <a:pt x="72167" y="36739"/>
                </a:cubicBezTo>
                <a:cubicBezTo>
                  <a:pt x="71724" y="36321"/>
                  <a:pt x="71041" y="35714"/>
                  <a:pt x="70120" y="34916"/>
                </a:cubicBezTo>
                <a:cubicBezTo>
                  <a:pt x="71419" y="39901"/>
                  <a:pt x="71430" y="45051"/>
                  <a:pt x="70154" y="50365"/>
                </a:cubicBezTo>
                <a:cubicBezTo>
                  <a:pt x="68879" y="55679"/>
                  <a:pt x="66345" y="60349"/>
                  <a:pt x="62555" y="64375"/>
                </a:cubicBezTo>
                <a:cubicBezTo>
                  <a:pt x="56225" y="71097"/>
                  <a:pt x="48439" y="74497"/>
                  <a:pt x="39197" y="74575"/>
                </a:cubicBezTo>
                <a:cubicBezTo>
                  <a:pt x="29954" y="74652"/>
                  <a:pt x="21356" y="70946"/>
                  <a:pt x="13403" y="63457"/>
                </a:cubicBezTo>
                <a:cubicBezTo>
                  <a:pt x="5191" y="55726"/>
                  <a:pt x="869" y="47074"/>
                  <a:pt x="435" y="37503"/>
                </a:cubicBezTo>
                <a:cubicBezTo>
                  <a:pt x="0" y="27930"/>
                  <a:pt x="3225" y="19487"/>
                  <a:pt x="10111" y="12174"/>
                </a:cubicBezTo>
                <a:cubicBezTo>
                  <a:pt x="15085" y="6892"/>
                  <a:pt x="21053" y="3401"/>
                  <a:pt x="28017" y="1701"/>
                </a:cubicBezTo>
                <a:cubicBezTo>
                  <a:pt x="34980" y="0"/>
                  <a:pt x="42161" y="490"/>
                  <a:pt x="49559" y="3171"/>
                </a:cubicBezTo>
                <a:cubicBezTo>
                  <a:pt x="56958" y="5852"/>
                  <a:pt x="65640" y="11884"/>
                  <a:pt x="75606" y="21267"/>
                </a:cubicBezTo>
                <a:cubicBezTo>
                  <a:pt x="85978" y="31033"/>
                  <a:pt x="93176" y="39936"/>
                  <a:pt x="97201" y="47977"/>
                </a:cubicBezTo>
                <a:cubicBezTo>
                  <a:pt x="101225" y="56016"/>
                  <a:pt x="102747" y="63773"/>
                  <a:pt x="101767" y="71247"/>
                </a:cubicBezTo>
                <a:cubicBezTo>
                  <a:pt x="100788" y="78721"/>
                  <a:pt x="97481" y="85450"/>
                  <a:pt x="91847" y="91433"/>
                </a:cubicBezTo>
                <a:cubicBezTo>
                  <a:pt x="85865" y="97786"/>
                  <a:pt x="79206" y="101306"/>
                  <a:pt x="71869" y="101994"/>
                </a:cubicBezTo>
                <a:cubicBezTo>
                  <a:pt x="64533" y="102681"/>
                  <a:pt x="57270" y="100407"/>
                  <a:pt x="50082" y="95171"/>
                </a:cubicBezTo>
                <a:moveTo>
                  <a:pt x="52787" y="20686"/>
                </a:moveTo>
                <a:cubicBezTo>
                  <a:pt x="47096" y="15328"/>
                  <a:pt x="41146" y="12600"/>
                  <a:pt x="34937" y="12502"/>
                </a:cubicBezTo>
                <a:cubicBezTo>
                  <a:pt x="28726" y="12403"/>
                  <a:pt x="23604" y="14495"/>
                  <a:pt x="19570" y="18780"/>
                </a:cubicBezTo>
                <a:cubicBezTo>
                  <a:pt x="15396" y="23212"/>
                  <a:pt x="13561" y="28766"/>
                  <a:pt x="14063" y="35441"/>
                </a:cubicBezTo>
                <a:cubicBezTo>
                  <a:pt x="14566" y="42115"/>
                  <a:pt x="17681" y="48149"/>
                  <a:pt x="23408" y="53542"/>
                </a:cubicBezTo>
                <a:cubicBezTo>
                  <a:pt x="28549" y="58382"/>
                  <a:pt x="34195" y="60754"/>
                  <a:pt x="40346" y="60658"/>
                </a:cubicBezTo>
                <a:cubicBezTo>
                  <a:pt x="46497" y="60561"/>
                  <a:pt x="51729" y="58223"/>
                  <a:pt x="56041" y="53643"/>
                </a:cubicBezTo>
                <a:cubicBezTo>
                  <a:pt x="60388" y="49026"/>
                  <a:pt x="62355" y="43719"/>
                  <a:pt x="61943" y="37721"/>
                </a:cubicBezTo>
                <a:cubicBezTo>
                  <a:pt x="61530" y="31723"/>
                  <a:pt x="58478" y="26045"/>
                  <a:pt x="52787" y="206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4">
            <a:extLst xmlns:a="http://schemas.openxmlformats.org/drawingml/2006/main">
              <a:ext uri="{FF2B5EF4-FFF2-40B4-BE49-F238E27FC236}">
                <a16:creationId xmlns:a16="http://schemas.microsoft.com/office/drawing/2014/main" id="{082A1690-5800-4930-9090-D5EEF291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02" y="4855644"/>
            <a:ext cx="88889" cy="103374"/>
          </a:xfrm>
          <a:custGeom xmlns:a="http://schemas.openxmlformats.org/drawingml/2006/main">
            <a:pathLst>
              <a:path w="88889" h="103374">
                <a:moveTo>
                  <a:pt x="79500" y="86448"/>
                </a:moveTo>
                <a:lnTo>
                  <a:pt x="60053" y="68138"/>
                </a:lnTo>
                <a:lnTo>
                  <a:pt x="26875" y="103374"/>
                </a:lnTo>
                <a:lnTo>
                  <a:pt x="17734" y="94767"/>
                </a:lnTo>
                <a:lnTo>
                  <a:pt x="0" y="8144"/>
                </a:lnTo>
                <a:lnTo>
                  <a:pt x="7668" y="0"/>
                </a:lnTo>
                <a:lnTo>
                  <a:pt x="60301" y="49558"/>
                </a:lnTo>
                <a:lnTo>
                  <a:pt x="70630" y="38588"/>
                </a:lnTo>
                <a:lnTo>
                  <a:pt x="79772" y="47195"/>
                </a:lnTo>
                <a:lnTo>
                  <a:pt x="69443" y="58165"/>
                </a:lnTo>
                <a:lnTo>
                  <a:pt x="88889" y="76475"/>
                </a:lnTo>
                <a:lnTo>
                  <a:pt x="79500" y="86448"/>
                </a:lnTo>
                <a:moveTo>
                  <a:pt x="50911" y="59530"/>
                </a:moveTo>
                <a:lnTo>
                  <a:pt x="14290" y="25049"/>
                </a:lnTo>
                <a:lnTo>
                  <a:pt x="26967" y="84960"/>
                </a:lnTo>
                <a:lnTo>
                  <a:pt x="50911" y="595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.">
            <a:extLst xmlns:a="http://schemas.openxmlformats.org/drawingml/2006/main">
              <a:ext uri="{FF2B5EF4-FFF2-40B4-BE49-F238E27FC236}">
                <a16:creationId xmlns:a16="http://schemas.microsoft.com/office/drawing/2014/main" id="{079B733C-D569-4538-AE5A-D16592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59" y="4883273"/>
            <a:ext cx="22107" cy="22104"/>
          </a:xfrm>
          <a:custGeom xmlns:a="http://schemas.openxmlformats.org/drawingml/2006/main">
            <a:pathLst>
              <a:path w="22107" h="22104">
                <a:moveTo>
                  <a:pt x="11413" y="22104"/>
                </a:moveTo>
                <a:lnTo>
                  <a:pt x="0" y="11358"/>
                </a:lnTo>
                <a:lnTo>
                  <a:pt x="10694" y="0"/>
                </a:lnTo>
                <a:lnTo>
                  <a:pt x="22107" y="10746"/>
                </a:lnTo>
                <a:lnTo>
                  <a:pt x="11413" y="221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5">
            <a:extLst xmlns:a="http://schemas.openxmlformats.org/drawingml/2006/main">
              <a:ext uri="{FF2B5EF4-FFF2-40B4-BE49-F238E27FC236}">
                <a16:creationId xmlns:a16="http://schemas.microsoft.com/office/drawing/2014/main" id="{F09F5DCE-594A-496D-A45D-639E1491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56" y="4753864"/>
            <a:ext cx="108936" cy="113722"/>
          </a:xfrm>
          <a:custGeom xmlns:a="http://schemas.openxmlformats.org/drawingml/2006/main">
            <a:pathLst>
              <a:path w="108936" h="113722">
                <a:moveTo>
                  <a:pt x="49761" y="105429"/>
                </a:moveTo>
                <a:lnTo>
                  <a:pt x="58734" y="94124"/>
                </a:lnTo>
                <a:cubicBezTo>
                  <a:pt x="64544" y="98131"/>
                  <a:pt x="70058" y="99926"/>
                  <a:pt x="75277" y="99509"/>
                </a:cubicBezTo>
                <a:cubicBezTo>
                  <a:pt x="80494" y="99090"/>
                  <a:pt x="84980" y="96887"/>
                  <a:pt x="88736" y="92898"/>
                </a:cubicBezTo>
                <a:cubicBezTo>
                  <a:pt x="93257" y="88096"/>
                  <a:pt x="95276" y="82332"/>
                  <a:pt x="94792" y="75605"/>
                </a:cubicBezTo>
                <a:cubicBezTo>
                  <a:pt x="94307" y="68877"/>
                  <a:pt x="91077" y="62700"/>
                  <a:pt x="85103" y="57075"/>
                </a:cubicBezTo>
                <a:cubicBezTo>
                  <a:pt x="79423" y="51727"/>
                  <a:pt x="73437" y="49105"/>
                  <a:pt x="67147" y="49209"/>
                </a:cubicBezTo>
                <a:cubicBezTo>
                  <a:pt x="60856" y="49313"/>
                  <a:pt x="55276" y="51951"/>
                  <a:pt x="50407" y="57121"/>
                </a:cubicBezTo>
                <a:cubicBezTo>
                  <a:pt x="47381" y="60335"/>
                  <a:pt x="45376" y="63916"/>
                  <a:pt x="44390" y="67866"/>
                </a:cubicBezTo>
                <a:cubicBezTo>
                  <a:pt x="43404" y="71815"/>
                  <a:pt x="43371" y="75616"/>
                  <a:pt x="44291" y="79270"/>
                </a:cubicBezTo>
                <a:lnTo>
                  <a:pt x="34256" y="87485"/>
                </a:lnTo>
                <a:lnTo>
                  <a:pt x="0" y="40389"/>
                </a:lnTo>
                <a:lnTo>
                  <a:pt x="38029" y="0"/>
                </a:lnTo>
                <a:lnTo>
                  <a:pt x="47448" y="8868"/>
                </a:lnTo>
                <a:lnTo>
                  <a:pt x="16930" y="41279"/>
                </a:lnTo>
                <a:lnTo>
                  <a:pt x="34694" y="66262"/>
                </a:lnTo>
                <a:cubicBezTo>
                  <a:pt x="35923" y="58221"/>
                  <a:pt x="39059" y="51523"/>
                  <a:pt x="44102" y="46168"/>
                </a:cubicBezTo>
                <a:cubicBezTo>
                  <a:pt x="50779" y="39076"/>
                  <a:pt x="58872" y="35408"/>
                  <a:pt x="68381" y="35163"/>
                </a:cubicBezTo>
                <a:cubicBezTo>
                  <a:pt x="77889" y="34918"/>
                  <a:pt x="86506" y="38432"/>
                  <a:pt x="94232" y="45707"/>
                </a:cubicBezTo>
                <a:cubicBezTo>
                  <a:pt x="101590" y="52636"/>
                  <a:pt x="105932" y="60766"/>
                  <a:pt x="107259" y="70097"/>
                </a:cubicBezTo>
                <a:cubicBezTo>
                  <a:pt x="108936" y="81502"/>
                  <a:pt x="105532" y="91710"/>
                  <a:pt x="97047" y="100723"/>
                </a:cubicBezTo>
                <a:cubicBezTo>
                  <a:pt x="90091" y="108110"/>
                  <a:pt x="82340" y="112187"/>
                  <a:pt x="73794" y="112954"/>
                </a:cubicBezTo>
                <a:cubicBezTo>
                  <a:pt x="65247" y="113722"/>
                  <a:pt x="57236" y="111214"/>
                  <a:pt x="49761" y="10542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6">
            <a:extLst xmlns:a="http://schemas.openxmlformats.org/drawingml/2006/main">
              <a:ext uri="{FF2B5EF4-FFF2-40B4-BE49-F238E27FC236}">
                <a16:creationId xmlns:a16="http://schemas.microsoft.com/office/drawing/2014/main" id="{80F40BC3-B518-484B-8D4E-977CB6E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66" y="2317430"/>
            <a:ext cx="92461" cy="124497"/>
          </a:xfrm>
          <a:custGeom xmlns:a="http://schemas.openxmlformats.org/drawingml/2006/main">
            <a:pathLst>
              <a:path w="92461" h="124497">
                <a:moveTo>
                  <a:pt x="90989" y="42329"/>
                </a:moveTo>
                <a:lnTo>
                  <a:pt x="76409" y="39311"/>
                </a:lnTo>
                <a:cubicBezTo>
                  <a:pt x="76760" y="33339"/>
                  <a:pt x="76136" y="28744"/>
                  <a:pt x="74536" y="25528"/>
                </a:cubicBezTo>
                <a:cubicBezTo>
                  <a:pt x="71841" y="20334"/>
                  <a:pt x="67653" y="16913"/>
                  <a:pt x="61973" y="15265"/>
                </a:cubicBezTo>
                <a:cubicBezTo>
                  <a:pt x="57407" y="13940"/>
                  <a:pt x="53030" y="14045"/>
                  <a:pt x="48844" y="15579"/>
                </a:cubicBezTo>
                <a:cubicBezTo>
                  <a:pt x="43382" y="17543"/>
                  <a:pt x="38438" y="21291"/>
                  <a:pt x="34013" y="26821"/>
                </a:cubicBezTo>
                <a:cubicBezTo>
                  <a:pt x="29589" y="32351"/>
                  <a:pt x="25638" y="40910"/>
                  <a:pt x="22161" y="52498"/>
                </a:cubicBezTo>
                <a:cubicBezTo>
                  <a:pt x="27137" y="48243"/>
                  <a:pt x="32490" y="45565"/>
                  <a:pt x="38220" y="44464"/>
                </a:cubicBezTo>
                <a:cubicBezTo>
                  <a:pt x="43949" y="43364"/>
                  <a:pt x="49549" y="43607"/>
                  <a:pt x="55017" y="45193"/>
                </a:cubicBezTo>
                <a:cubicBezTo>
                  <a:pt x="64574" y="47965"/>
                  <a:pt x="71690" y="53843"/>
                  <a:pt x="76365" y="62826"/>
                </a:cubicBezTo>
                <a:cubicBezTo>
                  <a:pt x="81041" y="71809"/>
                  <a:pt x="81761" y="81875"/>
                  <a:pt x="78527" y="93025"/>
                </a:cubicBezTo>
                <a:cubicBezTo>
                  <a:pt x="76401" y="100352"/>
                  <a:pt x="72846" y="106702"/>
                  <a:pt x="67862" y="112077"/>
                </a:cubicBezTo>
                <a:cubicBezTo>
                  <a:pt x="62878" y="117452"/>
                  <a:pt x="57140" y="121011"/>
                  <a:pt x="50648" y="122754"/>
                </a:cubicBezTo>
                <a:cubicBezTo>
                  <a:pt x="44156" y="124497"/>
                  <a:pt x="37406" y="124352"/>
                  <a:pt x="30398" y="122319"/>
                </a:cubicBezTo>
                <a:cubicBezTo>
                  <a:pt x="18452" y="118854"/>
                  <a:pt x="9983" y="111637"/>
                  <a:pt x="4991" y="100670"/>
                </a:cubicBezTo>
                <a:cubicBezTo>
                  <a:pt x="0" y="89701"/>
                  <a:pt x="429" y="74136"/>
                  <a:pt x="6278" y="53974"/>
                </a:cubicBezTo>
                <a:cubicBezTo>
                  <a:pt x="12819" y="31425"/>
                  <a:pt x="21743" y="16240"/>
                  <a:pt x="33049" y="8418"/>
                </a:cubicBezTo>
                <a:cubicBezTo>
                  <a:pt x="42908" y="1615"/>
                  <a:pt x="53997" y="0"/>
                  <a:pt x="66314" y="3573"/>
                </a:cubicBezTo>
                <a:cubicBezTo>
                  <a:pt x="75499" y="6238"/>
                  <a:pt x="82276" y="11003"/>
                  <a:pt x="86645" y="17868"/>
                </a:cubicBezTo>
                <a:cubicBezTo>
                  <a:pt x="91014" y="24733"/>
                  <a:pt x="92461" y="32887"/>
                  <a:pt x="90989" y="42329"/>
                </a:cubicBezTo>
                <a:moveTo>
                  <a:pt x="17920" y="75448"/>
                </a:moveTo>
                <a:cubicBezTo>
                  <a:pt x="16492" y="80371"/>
                  <a:pt x="16174" y="85386"/>
                  <a:pt x="16966" y="90494"/>
                </a:cubicBezTo>
                <a:cubicBezTo>
                  <a:pt x="17758" y="95602"/>
                  <a:pt x="19697" y="99881"/>
                  <a:pt x="22783" y="103330"/>
                </a:cubicBezTo>
                <a:cubicBezTo>
                  <a:pt x="25870" y="106778"/>
                  <a:pt x="29483" y="109103"/>
                  <a:pt x="33625" y="110304"/>
                </a:cubicBezTo>
                <a:cubicBezTo>
                  <a:pt x="39677" y="112060"/>
                  <a:pt x="45586" y="111135"/>
                  <a:pt x="51353" y="107528"/>
                </a:cubicBezTo>
                <a:cubicBezTo>
                  <a:pt x="57119" y="103922"/>
                  <a:pt x="61215" y="97936"/>
                  <a:pt x="63641" y="89573"/>
                </a:cubicBezTo>
                <a:cubicBezTo>
                  <a:pt x="65976" y="81526"/>
                  <a:pt x="65664" y="74563"/>
                  <a:pt x="62707" y="68685"/>
                </a:cubicBezTo>
                <a:cubicBezTo>
                  <a:pt x="59751" y="62805"/>
                  <a:pt x="55007" y="58918"/>
                  <a:pt x="48477" y="57024"/>
                </a:cubicBezTo>
                <a:cubicBezTo>
                  <a:pt x="42000" y="55145"/>
                  <a:pt x="35833" y="55867"/>
                  <a:pt x="29976" y="59190"/>
                </a:cubicBezTo>
                <a:cubicBezTo>
                  <a:pt x="24120" y="62511"/>
                  <a:pt x="20101" y="67931"/>
                  <a:pt x="17920" y="7544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2">
            <a:extLst xmlns:a="http://schemas.openxmlformats.org/drawingml/2006/main">
              <a:ext uri="{FF2B5EF4-FFF2-40B4-BE49-F238E27FC236}">
                <a16:creationId xmlns:a16="http://schemas.microsoft.com/office/drawing/2014/main" id="{C9AA740D-9E77-4B3E-960F-7A77792D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1" y="2343375"/>
            <a:ext cx="104277" cy="131051"/>
          </a:xfrm>
          <a:custGeom xmlns:a="http://schemas.openxmlformats.org/drawingml/2006/main">
            <a:pathLst>
              <a:path w="104277" h="131051">
                <a:moveTo>
                  <a:pt x="81166" y="117273"/>
                </a:moveTo>
                <a:lnTo>
                  <a:pt x="77169" y="131051"/>
                </a:lnTo>
                <a:lnTo>
                  <a:pt x="0" y="108664"/>
                </a:lnTo>
                <a:cubicBezTo>
                  <a:pt x="894" y="105184"/>
                  <a:pt x="2414" y="102029"/>
                  <a:pt x="4559" y="99199"/>
                </a:cubicBezTo>
                <a:cubicBezTo>
                  <a:pt x="8047" y="94516"/>
                  <a:pt x="12694" y="90256"/>
                  <a:pt x="18498" y="86417"/>
                </a:cubicBezTo>
                <a:cubicBezTo>
                  <a:pt x="24303" y="82579"/>
                  <a:pt x="32263" y="78503"/>
                  <a:pt x="42379" y="74189"/>
                </a:cubicBezTo>
                <a:cubicBezTo>
                  <a:pt x="58084" y="67473"/>
                  <a:pt x="69047" y="61726"/>
                  <a:pt x="75269" y="56946"/>
                </a:cubicBezTo>
                <a:cubicBezTo>
                  <a:pt x="81491" y="52165"/>
                  <a:pt x="85387" y="47070"/>
                  <a:pt x="86956" y="41659"/>
                </a:cubicBezTo>
                <a:cubicBezTo>
                  <a:pt x="88603" y="35984"/>
                  <a:pt x="87961" y="30607"/>
                  <a:pt x="85030" y="25530"/>
                </a:cubicBezTo>
                <a:cubicBezTo>
                  <a:pt x="82100" y="20453"/>
                  <a:pt x="77369" y="16967"/>
                  <a:pt x="70839" y="15072"/>
                </a:cubicBezTo>
                <a:cubicBezTo>
                  <a:pt x="63937" y="13070"/>
                  <a:pt x="57815" y="13539"/>
                  <a:pt x="52472" y="16479"/>
                </a:cubicBezTo>
                <a:cubicBezTo>
                  <a:pt x="47130" y="19419"/>
                  <a:pt x="43369" y="24544"/>
                  <a:pt x="41191" y="31855"/>
                </a:cubicBezTo>
                <a:lnTo>
                  <a:pt x="26897" y="26066"/>
                </a:lnTo>
                <a:cubicBezTo>
                  <a:pt x="31101" y="15343"/>
                  <a:pt x="37333" y="8050"/>
                  <a:pt x="45591" y="4186"/>
                </a:cubicBezTo>
                <a:cubicBezTo>
                  <a:pt x="53850" y="322"/>
                  <a:pt x="63527" y="0"/>
                  <a:pt x="74623" y="3219"/>
                </a:cubicBezTo>
                <a:cubicBezTo>
                  <a:pt x="85826" y="6469"/>
                  <a:pt x="93791" y="12148"/>
                  <a:pt x="98519" y="20256"/>
                </a:cubicBezTo>
                <a:cubicBezTo>
                  <a:pt x="103246" y="28363"/>
                  <a:pt x="104277" y="37012"/>
                  <a:pt x="101612" y="46200"/>
                </a:cubicBezTo>
                <a:cubicBezTo>
                  <a:pt x="100256" y="50874"/>
                  <a:pt x="97968" y="55190"/>
                  <a:pt x="94747" y="59150"/>
                </a:cubicBezTo>
                <a:cubicBezTo>
                  <a:pt x="91526" y="63110"/>
                  <a:pt x="86975" y="66944"/>
                  <a:pt x="81093" y="70650"/>
                </a:cubicBezTo>
                <a:cubicBezTo>
                  <a:pt x="75212" y="74354"/>
                  <a:pt x="65858" y="79068"/>
                  <a:pt x="53031" y="84790"/>
                </a:cubicBezTo>
                <a:cubicBezTo>
                  <a:pt x="42338" y="89508"/>
                  <a:pt x="35397" y="92798"/>
                  <a:pt x="32209" y="94663"/>
                </a:cubicBezTo>
                <a:cubicBezTo>
                  <a:pt x="29020" y="96526"/>
                  <a:pt x="26253" y="98526"/>
                  <a:pt x="23906" y="100662"/>
                </a:cubicBezTo>
                <a:lnTo>
                  <a:pt x="81166" y="1172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2">
            <a:extLst xmlns:a="http://schemas.openxmlformats.org/drawingml/2006/main">
              <a:ext uri="{FF2B5EF4-FFF2-40B4-BE49-F238E27FC236}">
                <a16:creationId xmlns:a16="http://schemas.microsoft.com/office/drawing/2014/main" id="{B23847ED-E102-40AF-A4A6-F0E17FDB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54" y="2369682"/>
            <a:ext cx="104277" cy="131051"/>
          </a:xfrm>
          <a:custGeom xmlns:a="http://schemas.openxmlformats.org/drawingml/2006/main">
            <a:pathLst>
              <a:path w="104277" h="131051">
                <a:moveTo>
                  <a:pt x="81166" y="117273"/>
                </a:moveTo>
                <a:lnTo>
                  <a:pt x="77169" y="131051"/>
                </a:lnTo>
                <a:lnTo>
                  <a:pt x="0" y="108664"/>
                </a:lnTo>
                <a:cubicBezTo>
                  <a:pt x="894" y="105184"/>
                  <a:pt x="2414" y="102029"/>
                  <a:pt x="4559" y="99199"/>
                </a:cubicBezTo>
                <a:cubicBezTo>
                  <a:pt x="8047" y="94516"/>
                  <a:pt x="12694" y="90256"/>
                  <a:pt x="18498" y="86417"/>
                </a:cubicBezTo>
                <a:cubicBezTo>
                  <a:pt x="24303" y="82579"/>
                  <a:pt x="32263" y="78503"/>
                  <a:pt x="42379" y="74189"/>
                </a:cubicBezTo>
                <a:cubicBezTo>
                  <a:pt x="58084" y="67473"/>
                  <a:pt x="69047" y="61726"/>
                  <a:pt x="75269" y="56946"/>
                </a:cubicBezTo>
                <a:cubicBezTo>
                  <a:pt x="81491" y="52165"/>
                  <a:pt x="85387" y="47070"/>
                  <a:pt x="86956" y="41659"/>
                </a:cubicBezTo>
                <a:cubicBezTo>
                  <a:pt x="88603" y="35984"/>
                  <a:pt x="87961" y="30607"/>
                  <a:pt x="85030" y="25530"/>
                </a:cubicBezTo>
                <a:cubicBezTo>
                  <a:pt x="82100" y="20453"/>
                  <a:pt x="77369" y="16967"/>
                  <a:pt x="70839" y="15072"/>
                </a:cubicBezTo>
                <a:cubicBezTo>
                  <a:pt x="63937" y="13070"/>
                  <a:pt x="57815" y="13539"/>
                  <a:pt x="52472" y="16479"/>
                </a:cubicBezTo>
                <a:cubicBezTo>
                  <a:pt x="47130" y="19419"/>
                  <a:pt x="43369" y="24544"/>
                  <a:pt x="41191" y="31855"/>
                </a:cubicBezTo>
                <a:lnTo>
                  <a:pt x="26897" y="26066"/>
                </a:lnTo>
                <a:cubicBezTo>
                  <a:pt x="31101" y="15343"/>
                  <a:pt x="37333" y="8050"/>
                  <a:pt x="45591" y="4186"/>
                </a:cubicBezTo>
                <a:cubicBezTo>
                  <a:pt x="53850" y="322"/>
                  <a:pt x="63527" y="0"/>
                  <a:pt x="74623" y="3219"/>
                </a:cubicBezTo>
                <a:cubicBezTo>
                  <a:pt x="85826" y="6469"/>
                  <a:pt x="93791" y="12148"/>
                  <a:pt x="98519" y="20256"/>
                </a:cubicBezTo>
                <a:cubicBezTo>
                  <a:pt x="103246" y="28363"/>
                  <a:pt x="104277" y="37012"/>
                  <a:pt x="101612" y="46200"/>
                </a:cubicBezTo>
                <a:cubicBezTo>
                  <a:pt x="100256" y="50874"/>
                  <a:pt x="97968" y="55190"/>
                  <a:pt x="94747" y="59150"/>
                </a:cubicBezTo>
                <a:cubicBezTo>
                  <a:pt x="91526" y="63110"/>
                  <a:pt x="86975" y="66944"/>
                  <a:pt x="81093" y="70650"/>
                </a:cubicBezTo>
                <a:cubicBezTo>
                  <a:pt x="75212" y="74354"/>
                  <a:pt x="65858" y="79068"/>
                  <a:pt x="53031" y="84790"/>
                </a:cubicBezTo>
                <a:cubicBezTo>
                  <a:pt x="42338" y="89508"/>
                  <a:pt x="35397" y="92798"/>
                  <a:pt x="32209" y="94663"/>
                </a:cubicBezTo>
                <a:cubicBezTo>
                  <a:pt x="29020" y="96526"/>
                  <a:pt x="26253" y="98526"/>
                  <a:pt x="23906" y="100662"/>
                </a:cubicBezTo>
                <a:lnTo>
                  <a:pt x="81166" y="1172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.">
            <a:extLst xmlns:a="http://schemas.openxmlformats.org/drawingml/2006/main">
              <a:ext uri="{FF2B5EF4-FFF2-40B4-BE49-F238E27FC236}">
                <a16:creationId xmlns:a16="http://schemas.microsoft.com/office/drawing/2014/main" id="{0FC5C2A2-CFFC-4AC1-AD01-E378726F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2" y="2491113"/>
            <a:ext cx="21085" cy="21142"/>
          </a:xfrm>
          <a:custGeom xmlns:a="http://schemas.openxmlformats.org/drawingml/2006/main">
            <a:pathLst>
              <a:path w="21085" h="21142">
                <a:moveTo>
                  <a:pt x="0" y="16405"/>
                </a:moveTo>
                <a:lnTo>
                  <a:pt x="4759" y="0"/>
                </a:lnTo>
                <a:lnTo>
                  <a:pt x="21085" y="4736"/>
                </a:lnTo>
                <a:lnTo>
                  <a:pt x="16326" y="21142"/>
                </a:lnTo>
                <a:lnTo>
                  <a:pt x="0" y="164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5">
            <a:extLst xmlns:a="http://schemas.openxmlformats.org/drawingml/2006/main">
              <a:ext uri="{FF2B5EF4-FFF2-40B4-BE49-F238E27FC236}">
                <a16:creationId xmlns:a16="http://schemas.microsoft.com/office/drawing/2014/main" id="{F2F3289F-935C-4E75-8976-DE712C0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7" y="2407042"/>
            <a:ext cx="98349" cy="127847"/>
          </a:xfrm>
          <a:custGeom xmlns:a="http://schemas.openxmlformats.org/drawingml/2006/main">
            <a:pathLst>
              <a:path w="98349" h="127847">
                <a:moveTo>
                  <a:pt x="1900" y="80556"/>
                </a:moveTo>
                <a:lnTo>
                  <a:pt x="17322" y="83648"/>
                </a:lnTo>
                <a:cubicBezTo>
                  <a:pt x="16318" y="91273"/>
                  <a:pt x="17314" y="97513"/>
                  <a:pt x="20309" y="102368"/>
                </a:cubicBezTo>
                <a:cubicBezTo>
                  <a:pt x="23305" y="107222"/>
                  <a:pt x="27669" y="110480"/>
                  <a:pt x="33403" y="112143"/>
                </a:cubicBezTo>
                <a:cubicBezTo>
                  <a:pt x="40305" y="114146"/>
                  <a:pt x="46899" y="113242"/>
                  <a:pt x="53184" y="109434"/>
                </a:cubicBezTo>
                <a:cubicBezTo>
                  <a:pt x="59470" y="105624"/>
                  <a:pt x="63858" y="99425"/>
                  <a:pt x="66350" y="90837"/>
                </a:cubicBezTo>
                <a:cubicBezTo>
                  <a:pt x="68718" y="82672"/>
                  <a:pt x="68291" y="75565"/>
                  <a:pt x="65067" y="69514"/>
                </a:cubicBezTo>
                <a:cubicBezTo>
                  <a:pt x="61843" y="63463"/>
                  <a:pt x="56515" y="59360"/>
                  <a:pt x="49082" y="57203"/>
                </a:cubicBezTo>
                <a:cubicBezTo>
                  <a:pt x="44463" y="55863"/>
                  <a:pt x="39994" y="55695"/>
                  <a:pt x="35673" y="56699"/>
                </a:cubicBezTo>
                <a:cubicBezTo>
                  <a:pt x="31353" y="57703"/>
                  <a:pt x="27649" y="59558"/>
                  <a:pt x="24561" y="62264"/>
                </a:cubicBezTo>
                <a:lnTo>
                  <a:pt x="11611" y="56607"/>
                </a:lnTo>
                <a:lnTo>
                  <a:pt x="40293" y="0"/>
                </a:lnTo>
                <a:lnTo>
                  <a:pt x="98349" y="16842"/>
                </a:lnTo>
                <a:lnTo>
                  <a:pt x="94422" y="30381"/>
                </a:lnTo>
                <a:lnTo>
                  <a:pt x="47833" y="16865"/>
                </a:lnTo>
                <a:lnTo>
                  <a:pt x="32416" y="46497"/>
                </a:lnTo>
                <a:cubicBezTo>
                  <a:pt x="40826" y="43699"/>
                  <a:pt x="48880" y="43416"/>
                  <a:pt x="56578" y="45650"/>
                </a:cubicBezTo>
                <a:cubicBezTo>
                  <a:pt x="66772" y="48607"/>
                  <a:pt x="74348" y="54637"/>
                  <a:pt x="79305" y="63739"/>
                </a:cubicBezTo>
                <a:cubicBezTo>
                  <a:pt x="84263" y="72840"/>
                  <a:pt x="85130" y="82944"/>
                  <a:pt x="81909" y="94050"/>
                </a:cubicBezTo>
                <a:cubicBezTo>
                  <a:pt x="78840" y="104627"/>
                  <a:pt x="73109" y="112875"/>
                  <a:pt x="64715" y="118793"/>
                </a:cubicBezTo>
                <a:cubicBezTo>
                  <a:pt x="54485" y="126082"/>
                  <a:pt x="42892" y="127847"/>
                  <a:pt x="29938" y="124089"/>
                </a:cubicBezTo>
                <a:cubicBezTo>
                  <a:pt x="19319" y="121009"/>
                  <a:pt x="11517" y="115514"/>
                  <a:pt x="6530" y="107604"/>
                </a:cubicBezTo>
                <a:cubicBezTo>
                  <a:pt x="1543" y="99694"/>
                  <a:pt x="0" y="90678"/>
                  <a:pt x="1900" y="8055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6">
            <a:extLst xmlns:a="http://schemas.openxmlformats.org/drawingml/2006/main">
              <a:ext uri="{FF2B5EF4-FFF2-40B4-BE49-F238E27FC236}">
                <a16:creationId xmlns:a16="http://schemas.microsoft.com/office/drawing/2014/main" id="{83337170-CD84-468D-9D88-27681A58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67" y="1061346"/>
            <a:ext cx="116457" cy="106744"/>
          </a:xfrm>
          <a:custGeom xmlns:a="http://schemas.openxmlformats.org/drawingml/2006/main">
            <a:pathLst>
              <a:path w="116457" h="106744">
                <a:moveTo>
                  <a:pt x="105929" y="60729"/>
                </a:moveTo>
                <a:lnTo>
                  <a:pt x="95621" y="50000"/>
                </a:lnTo>
                <a:cubicBezTo>
                  <a:pt x="99287" y="45277"/>
                  <a:pt x="101369" y="41138"/>
                  <a:pt x="101869" y="37584"/>
                </a:cubicBezTo>
                <a:cubicBezTo>
                  <a:pt x="102584" y="31780"/>
                  <a:pt x="101067" y="26594"/>
                  <a:pt x="97317" y="22025"/>
                </a:cubicBezTo>
                <a:cubicBezTo>
                  <a:pt x="94303" y="18352"/>
                  <a:pt x="90638" y="15965"/>
                  <a:pt x="86321" y="14862"/>
                </a:cubicBezTo>
                <a:cubicBezTo>
                  <a:pt x="80709" y="13393"/>
                  <a:pt x="74518" y="13687"/>
                  <a:pt x="67745" y="15743"/>
                </a:cubicBezTo>
                <a:cubicBezTo>
                  <a:pt x="60973" y="17799"/>
                  <a:pt x="52880" y="22618"/>
                  <a:pt x="43464" y="30202"/>
                </a:cubicBezTo>
                <a:cubicBezTo>
                  <a:pt x="49970" y="29509"/>
                  <a:pt x="55894" y="30328"/>
                  <a:pt x="61238" y="32660"/>
                </a:cubicBezTo>
                <a:cubicBezTo>
                  <a:pt x="66582" y="34992"/>
                  <a:pt x="71059" y="38357"/>
                  <a:pt x="74668" y="42755"/>
                </a:cubicBezTo>
                <a:cubicBezTo>
                  <a:pt x="80976" y="50442"/>
                  <a:pt x="83518" y="59308"/>
                  <a:pt x="82293" y="69353"/>
                </a:cubicBezTo>
                <a:cubicBezTo>
                  <a:pt x="81068" y="79398"/>
                  <a:pt x="75971" y="88101"/>
                  <a:pt x="67004" y="95460"/>
                </a:cubicBezTo>
                <a:cubicBezTo>
                  <a:pt x="61111" y="100296"/>
                  <a:pt x="54592" y="103520"/>
                  <a:pt x="47446" y="105132"/>
                </a:cubicBezTo>
                <a:cubicBezTo>
                  <a:pt x="40301" y="106744"/>
                  <a:pt x="33561" y="106433"/>
                  <a:pt x="27226" y="104200"/>
                </a:cubicBezTo>
                <a:cubicBezTo>
                  <a:pt x="20891" y="101966"/>
                  <a:pt x="15410" y="98031"/>
                  <a:pt x="10785" y="92395"/>
                </a:cubicBezTo>
                <a:cubicBezTo>
                  <a:pt x="2900" y="82786"/>
                  <a:pt x="0" y="72053"/>
                  <a:pt x="2086" y="60193"/>
                </a:cubicBezTo>
                <a:cubicBezTo>
                  <a:pt x="4173" y="48333"/>
                  <a:pt x="13325" y="35749"/>
                  <a:pt x="29541" y="22441"/>
                </a:cubicBezTo>
                <a:cubicBezTo>
                  <a:pt x="47678" y="7557"/>
                  <a:pt x="63615" y="88"/>
                  <a:pt x="77354" y="33"/>
                </a:cubicBezTo>
                <a:cubicBezTo>
                  <a:pt x="89323" y="0"/>
                  <a:pt x="99373" y="4937"/>
                  <a:pt x="107504" y="14844"/>
                </a:cubicBezTo>
                <a:cubicBezTo>
                  <a:pt x="113566" y="22232"/>
                  <a:pt x="116457" y="29989"/>
                  <a:pt x="116177" y="38116"/>
                </a:cubicBezTo>
                <a:cubicBezTo>
                  <a:pt x="115896" y="46243"/>
                  <a:pt x="112481" y="53780"/>
                  <a:pt x="105929" y="60729"/>
                </a:cubicBezTo>
                <a:moveTo>
                  <a:pt x="26997" y="46718"/>
                </a:moveTo>
                <a:cubicBezTo>
                  <a:pt x="23037" y="49967"/>
                  <a:pt x="19940" y="53920"/>
                  <a:pt x="17706" y="58577"/>
                </a:cubicBezTo>
                <a:cubicBezTo>
                  <a:pt x="15471" y="63233"/>
                  <a:pt x="14650" y="67855"/>
                  <a:pt x="15243" y="72442"/>
                </a:cubicBezTo>
                <a:cubicBezTo>
                  <a:pt x="15838" y="77028"/>
                  <a:pt x="17502" y="80987"/>
                  <a:pt x="20235" y="84317"/>
                </a:cubicBezTo>
                <a:cubicBezTo>
                  <a:pt x="24230" y="89186"/>
                  <a:pt x="29623" y="91763"/>
                  <a:pt x="36413" y="92051"/>
                </a:cubicBezTo>
                <a:cubicBezTo>
                  <a:pt x="43203" y="92338"/>
                  <a:pt x="49962" y="89722"/>
                  <a:pt x="56689" y="84201"/>
                </a:cubicBezTo>
                <a:cubicBezTo>
                  <a:pt x="63161" y="78890"/>
                  <a:pt x="66840" y="72976"/>
                  <a:pt x="67726" y="66461"/>
                </a:cubicBezTo>
                <a:cubicBezTo>
                  <a:pt x="68613" y="59944"/>
                  <a:pt x="66902" y="54060"/>
                  <a:pt x="62591" y="48807"/>
                </a:cubicBezTo>
                <a:cubicBezTo>
                  <a:pt x="58316" y="43598"/>
                  <a:pt x="52826" y="40707"/>
                  <a:pt x="46121" y="40134"/>
                </a:cubicBezTo>
                <a:cubicBezTo>
                  <a:pt x="39418" y="39561"/>
                  <a:pt x="33043" y="41756"/>
                  <a:pt x="26997" y="4671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7">
            <a:extLst xmlns:a="http://schemas.openxmlformats.org/drawingml/2006/main">
              <a:ext uri="{FF2B5EF4-FFF2-40B4-BE49-F238E27FC236}">
                <a16:creationId xmlns:a16="http://schemas.microsoft.com/office/drawing/2014/main" id="{1D2852A8-93A6-4A3F-A9D8-12522C8E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17" y="1117979"/>
            <a:ext cx="131860" cy="101097"/>
          </a:xfrm>
          <a:custGeom xmlns:a="http://schemas.openxmlformats.org/drawingml/2006/main">
            <a:pathLst>
              <a:path w="131860" h="101097">
                <a:moveTo>
                  <a:pt x="70893" y="9094"/>
                </a:moveTo>
                <a:lnTo>
                  <a:pt x="81975" y="0"/>
                </a:lnTo>
                <a:lnTo>
                  <a:pt x="131860" y="60788"/>
                </a:lnTo>
                <a:lnTo>
                  <a:pt x="122893" y="68147"/>
                </a:lnTo>
                <a:cubicBezTo>
                  <a:pt x="111618" y="67395"/>
                  <a:pt x="98294" y="68414"/>
                  <a:pt x="82920" y="71205"/>
                </a:cubicBezTo>
                <a:cubicBezTo>
                  <a:pt x="67546" y="73995"/>
                  <a:pt x="52968" y="78366"/>
                  <a:pt x="39186" y="84316"/>
                </a:cubicBezTo>
                <a:cubicBezTo>
                  <a:pt x="29429" y="88464"/>
                  <a:pt x="19609" y="94058"/>
                  <a:pt x="9725" y="101097"/>
                </a:cubicBezTo>
                <a:lnTo>
                  <a:pt x="0" y="89247"/>
                </a:lnTo>
                <a:cubicBezTo>
                  <a:pt x="7498" y="83308"/>
                  <a:pt x="17621" y="77430"/>
                  <a:pt x="30369" y="71614"/>
                </a:cubicBezTo>
                <a:cubicBezTo>
                  <a:pt x="43119" y="65796"/>
                  <a:pt x="56483" y="61492"/>
                  <a:pt x="70463" y="58703"/>
                </a:cubicBezTo>
                <a:cubicBezTo>
                  <a:pt x="84443" y="55912"/>
                  <a:pt x="97168" y="54706"/>
                  <a:pt x="108636" y="55085"/>
                </a:cubicBezTo>
                <a:lnTo>
                  <a:pt x="70893" y="90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.">
            <a:extLst xmlns:a="http://schemas.openxmlformats.org/drawingml/2006/main">
              <a:ext uri="{FF2B5EF4-FFF2-40B4-BE49-F238E27FC236}">
                <a16:creationId xmlns:a16="http://schemas.microsoft.com/office/drawing/2014/main" id="{7DA0AA64-3BF4-4504-BC02-D8ADC56B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75" y="1261905"/>
            <a:ext cx="23971" cy="23960"/>
          </a:xfrm>
          <a:custGeom xmlns:a="http://schemas.openxmlformats.org/drawingml/2006/main">
            <a:pathLst>
              <a:path w="23971" h="23960">
                <a:moveTo>
                  <a:pt x="0" y="10829"/>
                </a:moveTo>
                <a:lnTo>
                  <a:pt x="13195" y="0"/>
                </a:lnTo>
                <a:lnTo>
                  <a:pt x="23971" y="13131"/>
                </a:lnTo>
                <a:lnTo>
                  <a:pt x="10776" y="23960"/>
                </a:lnTo>
                <a:lnTo>
                  <a:pt x="0" y="108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9">
            <a:extLst xmlns:a="http://schemas.openxmlformats.org/drawingml/2006/main">
              <a:ext uri="{FF2B5EF4-FFF2-40B4-BE49-F238E27FC236}">
                <a16:creationId xmlns:a16="http://schemas.microsoft.com/office/drawing/2014/main" id="{EA9F1198-7EB7-4090-974E-CA27AAE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32" y="1240041"/>
            <a:ext cx="115567" cy="107697"/>
          </a:xfrm>
          <a:custGeom xmlns:a="http://schemas.openxmlformats.org/drawingml/2006/main">
            <a:pathLst>
              <a:path w="115567" h="107697">
                <a:moveTo>
                  <a:pt x="10682" y="46448"/>
                </a:moveTo>
                <a:lnTo>
                  <a:pt x="20807" y="56684"/>
                </a:lnTo>
                <a:cubicBezTo>
                  <a:pt x="16368" y="61899"/>
                  <a:pt x="14061" y="66793"/>
                  <a:pt x="13885" y="71369"/>
                </a:cubicBezTo>
                <a:cubicBezTo>
                  <a:pt x="13709" y="75944"/>
                  <a:pt x="15321" y="80302"/>
                  <a:pt x="18720" y="84444"/>
                </a:cubicBezTo>
                <a:cubicBezTo>
                  <a:pt x="21629" y="87989"/>
                  <a:pt x="24989" y="90429"/>
                  <a:pt x="28802" y="91767"/>
                </a:cubicBezTo>
                <a:cubicBezTo>
                  <a:pt x="32615" y="93104"/>
                  <a:pt x="36579" y="93514"/>
                  <a:pt x="40692" y="92997"/>
                </a:cubicBezTo>
                <a:cubicBezTo>
                  <a:pt x="44805" y="92480"/>
                  <a:pt x="49641" y="90905"/>
                  <a:pt x="55199" y="88273"/>
                </a:cubicBezTo>
                <a:cubicBezTo>
                  <a:pt x="60757" y="85642"/>
                  <a:pt x="65928" y="82363"/>
                  <a:pt x="70711" y="78438"/>
                </a:cubicBezTo>
                <a:cubicBezTo>
                  <a:pt x="71223" y="78018"/>
                  <a:pt x="71974" y="77366"/>
                  <a:pt x="72964" y="76482"/>
                </a:cubicBezTo>
                <a:cubicBezTo>
                  <a:pt x="67399" y="77190"/>
                  <a:pt x="61836" y="76485"/>
                  <a:pt x="56275" y="74367"/>
                </a:cubicBezTo>
                <a:cubicBezTo>
                  <a:pt x="50714" y="72249"/>
                  <a:pt x="46023" y="68863"/>
                  <a:pt x="42203" y="64208"/>
                </a:cubicBezTo>
                <a:cubicBezTo>
                  <a:pt x="35825" y="56436"/>
                  <a:pt x="33238" y="47554"/>
                  <a:pt x="34442" y="37562"/>
                </a:cubicBezTo>
                <a:cubicBezTo>
                  <a:pt x="35646" y="27570"/>
                  <a:pt x="40846" y="18800"/>
                  <a:pt x="50042" y="11254"/>
                </a:cubicBezTo>
                <a:cubicBezTo>
                  <a:pt x="59535" y="3463"/>
                  <a:pt x="69480" y="0"/>
                  <a:pt x="79878" y="865"/>
                </a:cubicBezTo>
                <a:cubicBezTo>
                  <a:pt x="90276" y="1728"/>
                  <a:pt x="98945" y="6388"/>
                  <a:pt x="105883" y="14843"/>
                </a:cubicBezTo>
                <a:cubicBezTo>
                  <a:pt x="110895" y="20950"/>
                  <a:pt x="113833" y="27882"/>
                  <a:pt x="114699" y="35639"/>
                </a:cubicBezTo>
                <a:cubicBezTo>
                  <a:pt x="115567" y="43396"/>
                  <a:pt x="114037" y="51082"/>
                  <a:pt x="110111" y="58699"/>
                </a:cubicBezTo>
                <a:cubicBezTo>
                  <a:pt x="106185" y="66316"/>
                  <a:pt x="98462" y="74852"/>
                  <a:pt x="86940" y="84307"/>
                </a:cubicBezTo>
                <a:cubicBezTo>
                  <a:pt x="74948" y="94148"/>
                  <a:pt x="64331" y="100682"/>
                  <a:pt x="55087" y="103909"/>
                </a:cubicBezTo>
                <a:cubicBezTo>
                  <a:pt x="45844" y="107134"/>
                  <a:pt x="37256" y="107697"/>
                  <a:pt x="29320" y="105598"/>
                </a:cubicBezTo>
                <a:cubicBezTo>
                  <a:pt x="21385" y="103499"/>
                  <a:pt x="14579" y="98991"/>
                  <a:pt x="8902" y="92073"/>
                </a:cubicBezTo>
                <a:cubicBezTo>
                  <a:pt x="2874" y="84728"/>
                  <a:pt x="0" y="77046"/>
                  <a:pt x="280" y="69027"/>
                </a:cubicBezTo>
                <a:cubicBezTo>
                  <a:pt x="559" y="61009"/>
                  <a:pt x="4027" y="53482"/>
                  <a:pt x="10682" y="46448"/>
                </a:cubicBezTo>
                <a:moveTo>
                  <a:pt x="90747" y="59745"/>
                </a:moveTo>
                <a:cubicBezTo>
                  <a:pt x="97326" y="54346"/>
                  <a:pt x="101100" y="48300"/>
                  <a:pt x="102071" y="41608"/>
                </a:cubicBezTo>
                <a:cubicBezTo>
                  <a:pt x="103043" y="34914"/>
                  <a:pt x="101497" y="29091"/>
                  <a:pt x="97432" y="24137"/>
                </a:cubicBezTo>
                <a:cubicBezTo>
                  <a:pt x="93226" y="19013"/>
                  <a:pt x="87485" y="16257"/>
                  <a:pt x="80206" y="15870"/>
                </a:cubicBezTo>
                <a:cubicBezTo>
                  <a:pt x="72928" y="15483"/>
                  <a:pt x="65978" y="18007"/>
                  <a:pt x="59356" y="23441"/>
                </a:cubicBezTo>
                <a:cubicBezTo>
                  <a:pt x="53412" y="28318"/>
                  <a:pt x="50064" y="34085"/>
                  <a:pt x="49312" y="40741"/>
                </a:cubicBezTo>
                <a:cubicBezTo>
                  <a:pt x="48559" y="47398"/>
                  <a:pt x="50355" y="53373"/>
                  <a:pt x="54701" y="58668"/>
                </a:cubicBezTo>
                <a:cubicBezTo>
                  <a:pt x="59081" y="64006"/>
                  <a:pt x="64539" y="66870"/>
                  <a:pt x="71074" y="67260"/>
                </a:cubicBezTo>
                <a:cubicBezTo>
                  <a:pt x="77609" y="67650"/>
                  <a:pt x="84166" y="65145"/>
                  <a:pt x="90747" y="597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9">
            <a:extLst xmlns:a="http://schemas.openxmlformats.org/drawingml/2006/main">
              <a:ext uri="{FF2B5EF4-FFF2-40B4-BE49-F238E27FC236}">
                <a16:creationId xmlns:a16="http://schemas.microsoft.com/office/drawing/2014/main" id="{0A22429C-8B51-4C5C-8A74-B23490F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126" y="921206"/>
            <a:ext cx="110942" cy="91924"/>
          </a:xfrm>
          <a:custGeom xmlns:a="http://schemas.openxmlformats.org/drawingml/2006/main">
            <a:pathLst>
              <a:path w="110942" h="91924">
                <a:moveTo>
                  <a:pt x="66820" y="88734"/>
                </a:moveTo>
                <a:lnTo>
                  <a:pt x="71729" y="76458"/>
                </a:lnTo>
                <a:cubicBezTo>
                  <a:pt x="77747" y="78285"/>
                  <a:pt x="82715" y="78435"/>
                  <a:pt x="86632" y="76907"/>
                </a:cubicBezTo>
                <a:cubicBezTo>
                  <a:pt x="90549" y="75379"/>
                  <a:pt x="93629" y="72425"/>
                  <a:pt x="95872" y="68045"/>
                </a:cubicBezTo>
                <a:cubicBezTo>
                  <a:pt x="97791" y="64297"/>
                  <a:pt x="98615" y="60572"/>
                  <a:pt x="98344" y="56871"/>
                </a:cubicBezTo>
                <a:cubicBezTo>
                  <a:pt x="98073" y="53171"/>
                  <a:pt x="96966" y="49683"/>
                  <a:pt x="95024" y="46409"/>
                </a:cubicBezTo>
                <a:cubicBezTo>
                  <a:pt x="93081" y="43134"/>
                  <a:pt x="89984" y="39639"/>
                  <a:pt x="85731" y="35922"/>
                </a:cubicBezTo>
                <a:cubicBezTo>
                  <a:pt x="81479" y="32206"/>
                  <a:pt x="76824" y="29053"/>
                  <a:pt x="71766" y="26463"/>
                </a:cubicBezTo>
                <a:cubicBezTo>
                  <a:pt x="71224" y="26186"/>
                  <a:pt x="70400" y="25792"/>
                  <a:pt x="69293" y="25283"/>
                </a:cubicBezTo>
                <a:cubicBezTo>
                  <a:pt x="71928" y="29710"/>
                  <a:pt x="73372" y="34652"/>
                  <a:pt x="73626" y="40112"/>
                </a:cubicBezTo>
                <a:cubicBezTo>
                  <a:pt x="73880" y="45571"/>
                  <a:pt x="72747" y="50761"/>
                  <a:pt x="70227" y="55683"/>
                </a:cubicBezTo>
                <a:cubicBezTo>
                  <a:pt x="66019" y="63902"/>
                  <a:pt x="59487" y="69334"/>
                  <a:pt x="50631" y="71981"/>
                </a:cubicBezTo>
                <a:cubicBezTo>
                  <a:pt x="41776" y="74628"/>
                  <a:pt x="32486" y="73462"/>
                  <a:pt x="22762" y="68483"/>
                </a:cubicBezTo>
                <a:cubicBezTo>
                  <a:pt x="12723" y="63343"/>
                  <a:pt x="6163" y="56237"/>
                  <a:pt x="3082" y="47164"/>
                </a:cubicBezTo>
                <a:cubicBezTo>
                  <a:pt x="0" y="38091"/>
                  <a:pt x="748" y="29084"/>
                  <a:pt x="5326" y="20143"/>
                </a:cubicBezTo>
                <a:cubicBezTo>
                  <a:pt x="8632" y="13686"/>
                  <a:pt x="13393" y="8672"/>
                  <a:pt x="19609" y="5100"/>
                </a:cubicBezTo>
                <a:cubicBezTo>
                  <a:pt x="25823" y="1528"/>
                  <a:pt x="32856" y="0"/>
                  <a:pt x="40708" y="516"/>
                </a:cubicBezTo>
                <a:cubicBezTo>
                  <a:pt x="48561" y="1031"/>
                  <a:pt x="58579" y="4408"/>
                  <a:pt x="70763" y="10647"/>
                </a:cubicBezTo>
                <a:cubicBezTo>
                  <a:pt x="83443" y="17139"/>
                  <a:pt x="92835" y="23687"/>
                  <a:pt x="98939" y="30289"/>
                </a:cubicBezTo>
                <a:cubicBezTo>
                  <a:pt x="105041" y="36890"/>
                  <a:pt x="108662" y="43917"/>
                  <a:pt x="109802" y="51368"/>
                </a:cubicBezTo>
                <a:cubicBezTo>
                  <a:pt x="110942" y="58819"/>
                  <a:pt x="109639" y="66203"/>
                  <a:pt x="105893" y="73518"/>
                </a:cubicBezTo>
                <a:cubicBezTo>
                  <a:pt x="101916" y="81285"/>
                  <a:pt x="96500" y="86519"/>
                  <a:pt x="89645" y="89222"/>
                </a:cubicBezTo>
                <a:cubicBezTo>
                  <a:pt x="82790" y="91924"/>
                  <a:pt x="75181" y="91761"/>
                  <a:pt x="66820" y="88734"/>
                </a:cubicBezTo>
                <a:moveTo>
                  <a:pt x="48683" y="16440"/>
                </a:moveTo>
                <a:cubicBezTo>
                  <a:pt x="41727" y="12878"/>
                  <a:pt x="35252" y="11914"/>
                  <a:pt x="29261" y="13548"/>
                </a:cubicBezTo>
                <a:cubicBezTo>
                  <a:pt x="23268" y="15182"/>
                  <a:pt x="18931" y="18617"/>
                  <a:pt x="16249" y="23856"/>
                </a:cubicBezTo>
                <a:cubicBezTo>
                  <a:pt x="13474" y="29274"/>
                  <a:pt x="13257" y="35119"/>
                  <a:pt x="15598" y="41390"/>
                </a:cubicBezTo>
                <a:cubicBezTo>
                  <a:pt x="17939" y="47661"/>
                  <a:pt x="22610" y="52589"/>
                  <a:pt x="29612" y="56175"/>
                </a:cubicBezTo>
                <a:cubicBezTo>
                  <a:pt x="35897" y="59393"/>
                  <a:pt x="41980" y="60100"/>
                  <a:pt x="47861" y="58295"/>
                </a:cubicBezTo>
                <a:cubicBezTo>
                  <a:pt x="53742" y="56490"/>
                  <a:pt x="58116" y="52788"/>
                  <a:pt x="60983" y="47188"/>
                </a:cubicBezTo>
                <a:cubicBezTo>
                  <a:pt x="63873" y="41544"/>
                  <a:pt x="64286" y="35899"/>
                  <a:pt x="62220" y="30253"/>
                </a:cubicBezTo>
                <a:cubicBezTo>
                  <a:pt x="60154" y="24607"/>
                  <a:pt x="55642" y="20003"/>
                  <a:pt x="48683" y="164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8">
            <a:extLst xmlns:a="http://schemas.openxmlformats.org/drawingml/2006/main">
              <a:ext uri="{FF2B5EF4-FFF2-40B4-BE49-F238E27FC236}">
                <a16:creationId xmlns:a16="http://schemas.microsoft.com/office/drawing/2014/main" id="{FAC339B2-138D-4736-AD39-FB02FC40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034" y="843283"/>
            <a:ext cx="113104" cy="93744"/>
          </a:xfrm>
          <a:custGeom xmlns:a="http://schemas.openxmlformats.org/drawingml/2006/main">
            <a:pathLst>
              <a:path w="113104" h="93744">
                <a:moveTo>
                  <a:pt x="44249" y="56812"/>
                </a:moveTo>
                <a:cubicBezTo>
                  <a:pt x="39814" y="60924"/>
                  <a:pt x="35261" y="63323"/>
                  <a:pt x="30590" y="64010"/>
                </a:cubicBezTo>
                <a:cubicBezTo>
                  <a:pt x="25920" y="64696"/>
                  <a:pt x="21198" y="63817"/>
                  <a:pt x="16426" y="61374"/>
                </a:cubicBezTo>
                <a:cubicBezTo>
                  <a:pt x="9222" y="57685"/>
                  <a:pt x="4496" y="51988"/>
                  <a:pt x="2249" y="44283"/>
                </a:cubicBezTo>
                <a:cubicBezTo>
                  <a:pt x="0" y="36577"/>
                  <a:pt x="1084" y="28412"/>
                  <a:pt x="5500" y="19787"/>
                </a:cubicBezTo>
                <a:cubicBezTo>
                  <a:pt x="9939" y="11117"/>
                  <a:pt x="16022" y="5426"/>
                  <a:pt x="23748" y="2713"/>
                </a:cubicBezTo>
                <a:cubicBezTo>
                  <a:pt x="31472" y="0"/>
                  <a:pt x="38937" y="488"/>
                  <a:pt x="46140" y="4176"/>
                </a:cubicBezTo>
                <a:cubicBezTo>
                  <a:pt x="50732" y="6527"/>
                  <a:pt x="54109" y="9781"/>
                  <a:pt x="56272" y="13938"/>
                </a:cubicBezTo>
                <a:cubicBezTo>
                  <a:pt x="58434" y="18094"/>
                  <a:pt x="59178" y="23106"/>
                  <a:pt x="58504" y="28973"/>
                </a:cubicBezTo>
                <a:cubicBezTo>
                  <a:pt x="63615" y="23896"/>
                  <a:pt x="69201" y="20900"/>
                  <a:pt x="75262" y="19985"/>
                </a:cubicBezTo>
                <a:cubicBezTo>
                  <a:pt x="81321" y="19070"/>
                  <a:pt x="87426" y="20186"/>
                  <a:pt x="93576" y="23335"/>
                </a:cubicBezTo>
                <a:cubicBezTo>
                  <a:pt x="102075" y="27687"/>
                  <a:pt x="107680" y="34347"/>
                  <a:pt x="110392" y="43316"/>
                </a:cubicBezTo>
                <a:cubicBezTo>
                  <a:pt x="113104" y="52285"/>
                  <a:pt x="111951" y="61669"/>
                  <a:pt x="106934" y="71468"/>
                </a:cubicBezTo>
                <a:cubicBezTo>
                  <a:pt x="101917" y="81267"/>
                  <a:pt x="94966" y="87682"/>
                  <a:pt x="86081" y="90713"/>
                </a:cubicBezTo>
                <a:cubicBezTo>
                  <a:pt x="77196" y="93744"/>
                  <a:pt x="68413" y="93037"/>
                  <a:pt x="59732" y="88592"/>
                </a:cubicBezTo>
                <a:cubicBezTo>
                  <a:pt x="53267" y="85282"/>
                  <a:pt x="48692" y="80873"/>
                  <a:pt x="46005" y="75365"/>
                </a:cubicBezTo>
                <a:cubicBezTo>
                  <a:pt x="43318" y="69857"/>
                  <a:pt x="42733" y="63673"/>
                  <a:pt x="44249" y="56812"/>
                </a:cubicBezTo>
                <a:moveTo>
                  <a:pt x="22481" y="48744"/>
                </a:moveTo>
                <a:cubicBezTo>
                  <a:pt x="27137" y="51127"/>
                  <a:pt x="31716" y="51563"/>
                  <a:pt x="36220" y="50050"/>
                </a:cubicBezTo>
                <a:cubicBezTo>
                  <a:pt x="40723" y="48537"/>
                  <a:pt x="44211" y="45365"/>
                  <a:pt x="46685" y="40533"/>
                </a:cubicBezTo>
                <a:cubicBezTo>
                  <a:pt x="49090" y="35837"/>
                  <a:pt x="49595" y="31237"/>
                  <a:pt x="48200" y="26732"/>
                </a:cubicBezTo>
                <a:cubicBezTo>
                  <a:pt x="46805" y="22228"/>
                  <a:pt x="43982" y="18887"/>
                  <a:pt x="39730" y="16710"/>
                </a:cubicBezTo>
                <a:cubicBezTo>
                  <a:pt x="35298" y="14441"/>
                  <a:pt x="30779" y="14079"/>
                  <a:pt x="26174" y="15625"/>
                </a:cubicBezTo>
                <a:cubicBezTo>
                  <a:pt x="21569" y="17172"/>
                  <a:pt x="18088" y="20248"/>
                  <a:pt x="15729" y="24854"/>
                </a:cubicBezTo>
                <a:cubicBezTo>
                  <a:pt x="13348" y="29505"/>
                  <a:pt x="12848" y="34122"/>
                  <a:pt x="14231" y="38706"/>
                </a:cubicBezTo>
                <a:cubicBezTo>
                  <a:pt x="15612" y="43289"/>
                  <a:pt x="18362" y="46635"/>
                  <a:pt x="22481" y="48744"/>
                </a:cubicBezTo>
                <a:moveTo>
                  <a:pt x="66152" y="76063"/>
                </a:moveTo>
                <a:cubicBezTo>
                  <a:pt x="69624" y="77841"/>
                  <a:pt x="73404" y="78736"/>
                  <a:pt x="77494" y="78750"/>
                </a:cubicBezTo>
                <a:cubicBezTo>
                  <a:pt x="81583" y="78763"/>
                  <a:pt x="85351" y="77601"/>
                  <a:pt x="88796" y="75261"/>
                </a:cubicBezTo>
                <a:cubicBezTo>
                  <a:pt x="92242" y="72922"/>
                  <a:pt x="94924" y="69878"/>
                  <a:pt x="96843" y="66130"/>
                </a:cubicBezTo>
                <a:cubicBezTo>
                  <a:pt x="99826" y="60305"/>
                  <a:pt x="100418" y="54538"/>
                  <a:pt x="98619" y="48830"/>
                </a:cubicBezTo>
                <a:cubicBezTo>
                  <a:pt x="96819" y="43120"/>
                  <a:pt x="93034" y="38789"/>
                  <a:pt x="87264" y="35834"/>
                </a:cubicBezTo>
                <a:cubicBezTo>
                  <a:pt x="81403" y="32833"/>
                  <a:pt x="75558" y="32305"/>
                  <a:pt x="69726" y="34249"/>
                </a:cubicBezTo>
                <a:cubicBezTo>
                  <a:pt x="63894" y="36193"/>
                  <a:pt x="59475" y="40100"/>
                  <a:pt x="56469" y="45970"/>
                </a:cubicBezTo>
                <a:cubicBezTo>
                  <a:pt x="53532" y="51705"/>
                  <a:pt x="52993" y="57427"/>
                  <a:pt x="54849" y="63137"/>
                </a:cubicBezTo>
                <a:cubicBezTo>
                  <a:pt x="56705" y="68846"/>
                  <a:pt x="60472" y="73155"/>
                  <a:pt x="66152" y="760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.">
            <a:extLst xmlns:a="http://schemas.openxmlformats.org/drawingml/2006/main">
              <a:ext uri="{FF2B5EF4-FFF2-40B4-BE49-F238E27FC236}">
                <a16:creationId xmlns:a16="http://schemas.microsoft.com/office/drawing/2014/main" id="{EE0D2FB1-EE81-4C00-B90D-7DFF0204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702" y="841499"/>
            <a:ext cx="21063" cy="21030"/>
          </a:xfrm>
          <a:custGeom xmlns:a="http://schemas.openxmlformats.org/drawingml/2006/main">
            <a:pathLst>
              <a:path w="21063" h="21030">
                <a:moveTo>
                  <a:pt x="13953" y="21030"/>
                </a:moveTo>
                <a:lnTo>
                  <a:pt x="0" y="13885"/>
                </a:lnTo>
                <a:lnTo>
                  <a:pt x="7110" y="0"/>
                </a:lnTo>
                <a:lnTo>
                  <a:pt x="21063" y="7145"/>
                </a:lnTo>
                <a:lnTo>
                  <a:pt x="13953" y="210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9">
            <a:extLst xmlns:a="http://schemas.openxmlformats.org/drawingml/2006/main">
              <a:ext uri="{FF2B5EF4-FFF2-40B4-BE49-F238E27FC236}">
                <a16:creationId xmlns:a16="http://schemas.microsoft.com/office/drawing/2014/main" id="{AD02ED89-815D-4EA1-A767-4BED816F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857" y="728386"/>
            <a:ext cx="110942" cy="91924"/>
          </a:xfrm>
          <a:custGeom xmlns:a="http://schemas.openxmlformats.org/drawingml/2006/main">
            <a:pathLst>
              <a:path w="110942" h="91924">
                <a:moveTo>
                  <a:pt x="66820" y="88734"/>
                </a:moveTo>
                <a:lnTo>
                  <a:pt x="71729" y="76458"/>
                </a:lnTo>
                <a:cubicBezTo>
                  <a:pt x="77747" y="78285"/>
                  <a:pt x="82715" y="78435"/>
                  <a:pt x="86632" y="76907"/>
                </a:cubicBezTo>
                <a:cubicBezTo>
                  <a:pt x="90549" y="75379"/>
                  <a:pt x="93629" y="72425"/>
                  <a:pt x="95872" y="68045"/>
                </a:cubicBezTo>
                <a:cubicBezTo>
                  <a:pt x="97791" y="64297"/>
                  <a:pt x="98615" y="60572"/>
                  <a:pt x="98344" y="56871"/>
                </a:cubicBezTo>
                <a:cubicBezTo>
                  <a:pt x="98073" y="53171"/>
                  <a:pt x="96966" y="49683"/>
                  <a:pt x="95024" y="46409"/>
                </a:cubicBezTo>
                <a:cubicBezTo>
                  <a:pt x="93081" y="43134"/>
                  <a:pt x="89984" y="39639"/>
                  <a:pt x="85731" y="35922"/>
                </a:cubicBezTo>
                <a:cubicBezTo>
                  <a:pt x="81479" y="32206"/>
                  <a:pt x="76824" y="29053"/>
                  <a:pt x="71766" y="26463"/>
                </a:cubicBezTo>
                <a:cubicBezTo>
                  <a:pt x="71224" y="26186"/>
                  <a:pt x="70400" y="25792"/>
                  <a:pt x="69293" y="25283"/>
                </a:cubicBezTo>
                <a:cubicBezTo>
                  <a:pt x="71928" y="29710"/>
                  <a:pt x="73372" y="34652"/>
                  <a:pt x="73626" y="40112"/>
                </a:cubicBezTo>
                <a:cubicBezTo>
                  <a:pt x="73880" y="45571"/>
                  <a:pt x="72747" y="50761"/>
                  <a:pt x="70227" y="55683"/>
                </a:cubicBezTo>
                <a:cubicBezTo>
                  <a:pt x="66019" y="63902"/>
                  <a:pt x="59487" y="69334"/>
                  <a:pt x="50631" y="71981"/>
                </a:cubicBezTo>
                <a:cubicBezTo>
                  <a:pt x="41776" y="74628"/>
                  <a:pt x="32486" y="73462"/>
                  <a:pt x="22762" y="68483"/>
                </a:cubicBezTo>
                <a:cubicBezTo>
                  <a:pt x="12723" y="63343"/>
                  <a:pt x="6163" y="56237"/>
                  <a:pt x="3082" y="47164"/>
                </a:cubicBezTo>
                <a:cubicBezTo>
                  <a:pt x="0" y="38091"/>
                  <a:pt x="748" y="29084"/>
                  <a:pt x="5326" y="20143"/>
                </a:cubicBezTo>
                <a:cubicBezTo>
                  <a:pt x="8632" y="13686"/>
                  <a:pt x="13393" y="8672"/>
                  <a:pt x="19609" y="5100"/>
                </a:cubicBezTo>
                <a:cubicBezTo>
                  <a:pt x="25823" y="1528"/>
                  <a:pt x="32856" y="0"/>
                  <a:pt x="40708" y="516"/>
                </a:cubicBezTo>
                <a:cubicBezTo>
                  <a:pt x="48561" y="1031"/>
                  <a:pt x="58579" y="4408"/>
                  <a:pt x="70763" y="10647"/>
                </a:cubicBezTo>
                <a:cubicBezTo>
                  <a:pt x="83443" y="17139"/>
                  <a:pt x="92835" y="23687"/>
                  <a:pt x="98939" y="30289"/>
                </a:cubicBezTo>
                <a:cubicBezTo>
                  <a:pt x="105041" y="36890"/>
                  <a:pt x="108662" y="43917"/>
                  <a:pt x="109802" y="51368"/>
                </a:cubicBezTo>
                <a:cubicBezTo>
                  <a:pt x="110942" y="58819"/>
                  <a:pt x="109639" y="66203"/>
                  <a:pt x="105893" y="73518"/>
                </a:cubicBezTo>
                <a:cubicBezTo>
                  <a:pt x="101916" y="81285"/>
                  <a:pt x="96500" y="86519"/>
                  <a:pt x="89645" y="89222"/>
                </a:cubicBezTo>
                <a:cubicBezTo>
                  <a:pt x="82790" y="91924"/>
                  <a:pt x="75181" y="91761"/>
                  <a:pt x="66820" y="88734"/>
                </a:cubicBezTo>
                <a:moveTo>
                  <a:pt x="48683" y="16440"/>
                </a:moveTo>
                <a:cubicBezTo>
                  <a:pt x="41727" y="12878"/>
                  <a:pt x="35252" y="11914"/>
                  <a:pt x="29261" y="13548"/>
                </a:cubicBezTo>
                <a:cubicBezTo>
                  <a:pt x="23268" y="15182"/>
                  <a:pt x="18931" y="18617"/>
                  <a:pt x="16249" y="23856"/>
                </a:cubicBezTo>
                <a:cubicBezTo>
                  <a:pt x="13474" y="29274"/>
                  <a:pt x="13257" y="35119"/>
                  <a:pt x="15598" y="41390"/>
                </a:cubicBezTo>
                <a:cubicBezTo>
                  <a:pt x="17939" y="47661"/>
                  <a:pt x="22610" y="52589"/>
                  <a:pt x="29612" y="56175"/>
                </a:cubicBezTo>
                <a:cubicBezTo>
                  <a:pt x="35897" y="59393"/>
                  <a:pt x="41980" y="60100"/>
                  <a:pt x="47861" y="58295"/>
                </a:cubicBezTo>
                <a:cubicBezTo>
                  <a:pt x="53742" y="56490"/>
                  <a:pt x="58116" y="52788"/>
                  <a:pt x="60983" y="47188"/>
                </a:cubicBezTo>
                <a:cubicBezTo>
                  <a:pt x="63873" y="41544"/>
                  <a:pt x="64286" y="35899"/>
                  <a:pt x="62220" y="30253"/>
                </a:cubicBezTo>
                <a:cubicBezTo>
                  <a:pt x="60154" y="24607"/>
                  <a:pt x="55642" y="20003"/>
                  <a:pt x="48683" y="164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9">
            <a:extLst xmlns:a="http://schemas.openxmlformats.org/drawingml/2006/main">
              <a:ext uri="{FF2B5EF4-FFF2-40B4-BE49-F238E27FC236}">
                <a16:creationId xmlns:a16="http://schemas.microsoft.com/office/drawing/2014/main" id="{88E30EB3-9326-40D5-8003-41B7F4B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101" y="496627"/>
            <a:ext cx="115167" cy="80129"/>
          </a:xfrm>
          <a:custGeom xmlns:a="http://schemas.openxmlformats.org/drawingml/2006/main">
            <a:pathLst>
              <a:path w="115167" h="80129">
                <a:moveTo>
                  <a:pt x="23380" y="12637"/>
                </a:moveTo>
                <a:lnTo>
                  <a:pt x="26925" y="25375"/>
                </a:lnTo>
                <a:cubicBezTo>
                  <a:pt x="21032" y="27573"/>
                  <a:pt x="16993" y="30468"/>
                  <a:pt x="14806" y="34059"/>
                </a:cubicBezTo>
                <a:cubicBezTo>
                  <a:pt x="12619" y="37651"/>
                  <a:pt x="11963" y="41868"/>
                  <a:pt x="12838" y="46710"/>
                </a:cubicBezTo>
                <a:cubicBezTo>
                  <a:pt x="13586" y="50854"/>
                  <a:pt x="15191" y="54314"/>
                  <a:pt x="17652" y="57092"/>
                </a:cubicBezTo>
                <a:cubicBezTo>
                  <a:pt x="20112" y="59870"/>
                  <a:pt x="23108" y="61971"/>
                  <a:pt x="26639" y="63395"/>
                </a:cubicBezTo>
                <a:cubicBezTo>
                  <a:pt x="30170" y="64819"/>
                  <a:pt x="34753" y="65719"/>
                  <a:pt x="40388" y="66093"/>
                </a:cubicBezTo>
                <a:cubicBezTo>
                  <a:pt x="46023" y="66467"/>
                  <a:pt x="51637" y="66149"/>
                  <a:pt x="57228" y="65139"/>
                </a:cubicBezTo>
                <a:cubicBezTo>
                  <a:pt x="57827" y="65031"/>
                  <a:pt x="58721" y="64844"/>
                  <a:pt x="59910" y="64577"/>
                </a:cubicBezTo>
                <a:cubicBezTo>
                  <a:pt x="55130" y="62657"/>
                  <a:pt x="50983" y="59604"/>
                  <a:pt x="47469" y="55418"/>
                </a:cubicBezTo>
                <a:cubicBezTo>
                  <a:pt x="43955" y="51233"/>
                  <a:pt x="41706" y="46419"/>
                  <a:pt x="40724" y="40978"/>
                </a:cubicBezTo>
                <a:cubicBezTo>
                  <a:pt x="39082" y="31891"/>
                  <a:pt x="40979" y="23610"/>
                  <a:pt x="46412" y="16133"/>
                </a:cubicBezTo>
                <a:cubicBezTo>
                  <a:pt x="51846" y="8656"/>
                  <a:pt x="59938" y="3946"/>
                  <a:pt x="70689" y="2005"/>
                </a:cubicBezTo>
                <a:cubicBezTo>
                  <a:pt x="81787" y="0"/>
                  <a:pt x="91313" y="1669"/>
                  <a:pt x="99267" y="7012"/>
                </a:cubicBezTo>
                <a:cubicBezTo>
                  <a:pt x="107222" y="12354"/>
                  <a:pt x="112092" y="19968"/>
                  <a:pt x="113878" y="29853"/>
                </a:cubicBezTo>
                <a:cubicBezTo>
                  <a:pt x="115167" y="36992"/>
                  <a:pt x="114425" y="43866"/>
                  <a:pt x="111651" y="50476"/>
                </a:cubicBezTo>
                <a:cubicBezTo>
                  <a:pt x="108878" y="57086"/>
                  <a:pt x="104215" y="62568"/>
                  <a:pt x="97660" y="66922"/>
                </a:cubicBezTo>
                <a:cubicBezTo>
                  <a:pt x="91105" y="71277"/>
                  <a:pt x="81092" y="74671"/>
                  <a:pt x="67622" y="77103"/>
                </a:cubicBezTo>
                <a:cubicBezTo>
                  <a:pt x="53603" y="79636"/>
                  <a:pt x="42164" y="80129"/>
                  <a:pt x="33307" y="78584"/>
                </a:cubicBezTo>
                <a:cubicBezTo>
                  <a:pt x="24451" y="77039"/>
                  <a:pt x="17309" y="73651"/>
                  <a:pt x="11882" y="68419"/>
                </a:cubicBezTo>
                <a:cubicBezTo>
                  <a:pt x="6456" y="63187"/>
                  <a:pt x="3012" y="56527"/>
                  <a:pt x="1551" y="48439"/>
                </a:cubicBezTo>
                <a:cubicBezTo>
                  <a:pt x="0" y="39853"/>
                  <a:pt x="1129" y="32405"/>
                  <a:pt x="4939" y="26098"/>
                </a:cubicBezTo>
                <a:cubicBezTo>
                  <a:pt x="8749" y="19791"/>
                  <a:pt x="14896" y="15304"/>
                  <a:pt x="23380" y="12637"/>
                </a:cubicBezTo>
                <a:moveTo>
                  <a:pt x="81659" y="59102"/>
                </a:moveTo>
                <a:cubicBezTo>
                  <a:pt x="89350" y="57713"/>
                  <a:pt x="95081" y="54552"/>
                  <a:pt x="98853" y="49617"/>
                </a:cubicBezTo>
                <a:cubicBezTo>
                  <a:pt x="102625" y="44683"/>
                  <a:pt x="103988" y="39320"/>
                  <a:pt x="102942" y="33529"/>
                </a:cubicBezTo>
                <a:cubicBezTo>
                  <a:pt x="101860" y="27538"/>
                  <a:pt x="98487" y="22760"/>
                  <a:pt x="92821" y="19195"/>
                </a:cubicBezTo>
                <a:cubicBezTo>
                  <a:pt x="87156" y="15630"/>
                  <a:pt x="80452" y="14547"/>
                  <a:pt x="72711" y="15945"/>
                </a:cubicBezTo>
                <a:cubicBezTo>
                  <a:pt x="65762" y="17200"/>
                  <a:pt x="60498" y="20329"/>
                  <a:pt x="56918" y="25332"/>
                </a:cubicBezTo>
                <a:cubicBezTo>
                  <a:pt x="53338" y="30335"/>
                  <a:pt x="52107" y="35931"/>
                  <a:pt x="53226" y="42122"/>
                </a:cubicBezTo>
                <a:cubicBezTo>
                  <a:pt x="54353" y="48362"/>
                  <a:pt x="57450" y="53100"/>
                  <a:pt x="62518" y="56335"/>
                </a:cubicBezTo>
                <a:cubicBezTo>
                  <a:pt x="67585" y="59569"/>
                  <a:pt x="73966" y="60492"/>
                  <a:pt x="81659" y="5910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4">
            <a:extLst xmlns:a="http://schemas.openxmlformats.org/drawingml/2006/main">
              <a:ext uri="{FF2B5EF4-FFF2-40B4-BE49-F238E27FC236}">
                <a16:creationId xmlns:a16="http://schemas.microsoft.com/office/drawing/2014/main" id="{09F44D6E-B522-438D-81E5-FCDC169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718" y="585741"/>
            <a:ext cx="112217" cy="78166"/>
          </a:xfrm>
          <a:custGeom xmlns:a="http://schemas.openxmlformats.org/drawingml/2006/main">
            <a:pathLst>
              <a:path w="112217" h="78166">
                <a:moveTo>
                  <a:pt x="0" y="54607"/>
                </a:moveTo>
                <a:lnTo>
                  <a:pt x="26285" y="49859"/>
                </a:lnTo>
                <a:lnTo>
                  <a:pt x="17683" y="2232"/>
                </a:lnTo>
                <a:lnTo>
                  <a:pt x="30039" y="0"/>
                </a:lnTo>
                <a:lnTo>
                  <a:pt x="110229" y="37249"/>
                </a:lnTo>
                <a:lnTo>
                  <a:pt x="112217" y="48258"/>
                </a:lnTo>
                <a:lnTo>
                  <a:pt x="41076" y="61107"/>
                </a:lnTo>
                <a:lnTo>
                  <a:pt x="43754" y="75934"/>
                </a:lnTo>
                <a:lnTo>
                  <a:pt x="31398" y="78166"/>
                </a:lnTo>
                <a:lnTo>
                  <a:pt x="28720" y="63339"/>
                </a:lnTo>
                <a:lnTo>
                  <a:pt x="2435" y="68086"/>
                </a:lnTo>
                <a:lnTo>
                  <a:pt x="0" y="54607"/>
                </a:lnTo>
                <a:moveTo>
                  <a:pt x="38641" y="47627"/>
                </a:moveTo>
                <a:lnTo>
                  <a:pt x="88141" y="38687"/>
                </a:lnTo>
                <a:lnTo>
                  <a:pt x="32433" y="13255"/>
                </a:lnTo>
                <a:lnTo>
                  <a:pt x="38641" y="476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.">
            <a:extLst xmlns:a="http://schemas.openxmlformats.org/drawingml/2006/main">
              <a:ext uri="{FF2B5EF4-FFF2-40B4-BE49-F238E27FC236}">
                <a16:creationId xmlns:a16="http://schemas.microsoft.com/office/drawing/2014/main" id="{9822CCC7-AD38-4EC1-9E69-FA861A1E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81" y="687188"/>
            <a:ext cx="18199" cy="18138"/>
          </a:xfrm>
          <a:custGeom xmlns:a="http://schemas.openxmlformats.org/drawingml/2006/main">
            <a:pathLst>
              <a:path w="18199" h="18138">
                <a:moveTo>
                  <a:pt x="0" y="2786"/>
                </a:moveTo>
                <a:lnTo>
                  <a:pt x="15426" y="0"/>
                </a:lnTo>
                <a:lnTo>
                  <a:pt x="18199" y="15352"/>
                </a:lnTo>
                <a:lnTo>
                  <a:pt x="2773" y="18138"/>
                </a:lnTo>
                <a:lnTo>
                  <a:pt x="0" y="27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2">
            <a:extLst xmlns:a="http://schemas.openxmlformats.org/drawingml/2006/main">
              <a:ext uri="{FF2B5EF4-FFF2-40B4-BE49-F238E27FC236}">
                <a16:creationId xmlns:a16="http://schemas.microsoft.com/office/drawing/2014/main" id="{ACF78658-6E81-45D5-AA39-B605760A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704" y="710786"/>
            <a:ext cx="119033" cy="85102"/>
          </a:xfrm>
          <a:custGeom xmlns:a="http://schemas.openxmlformats.org/drawingml/2006/main">
            <a:pathLst>
              <a:path w="119033" h="85102">
                <a:moveTo>
                  <a:pt x="26062" y="82762"/>
                </a:moveTo>
                <a:lnTo>
                  <a:pt x="13106" y="85102"/>
                </a:lnTo>
                <a:lnTo>
                  <a:pt x="0" y="12538"/>
                </a:lnTo>
                <a:cubicBezTo>
                  <a:pt x="3225" y="11852"/>
                  <a:pt x="6439" y="11813"/>
                  <a:pt x="9640" y="12421"/>
                </a:cubicBezTo>
                <a:cubicBezTo>
                  <a:pt x="14913" y="13376"/>
                  <a:pt x="20312" y="15455"/>
                  <a:pt x="25836" y="18659"/>
                </a:cubicBezTo>
                <a:cubicBezTo>
                  <a:pt x="31361" y="21863"/>
                  <a:pt x="37961" y="26741"/>
                  <a:pt x="45637" y="33293"/>
                </a:cubicBezTo>
                <a:cubicBezTo>
                  <a:pt x="57568" y="43460"/>
                  <a:pt x="66768" y="50124"/>
                  <a:pt x="73237" y="53286"/>
                </a:cubicBezTo>
                <a:cubicBezTo>
                  <a:pt x="79706" y="56448"/>
                  <a:pt x="85484" y="57569"/>
                  <a:pt x="90572" y="56650"/>
                </a:cubicBezTo>
                <a:cubicBezTo>
                  <a:pt x="95909" y="55686"/>
                  <a:pt x="100066" y="52964"/>
                  <a:pt x="103042" y="48482"/>
                </a:cubicBezTo>
                <a:cubicBezTo>
                  <a:pt x="106019" y="44001"/>
                  <a:pt x="106952" y="38690"/>
                  <a:pt x="105843" y="32549"/>
                </a:cubicBezTo>
                <a:cubicBezTo>
                  <a:pt x="104671" y="26059"/>
                  <a:pt x="101786" y="21219"/>
                  <a:pt x="97189" y="18028"/>
                </a:cubicBezTo>
                <a:cubicBezTo>
                  <a:pt x="92591" y="14837"/>
                  <a:pt x="86843" y="13839"/>
                  <a:pt x="79945" y="15034"/>
                </a:cubicBezTo>
                <a:lnTo>
                  <a:pt x="78868" y="922"/>
                </a:lnTo>
                <a:cubicBezTo>
                  <a:pt x="89397" y="0"/>
                  <a:pt x="97935" y="2144"/>
                  <a:pt x="104482" y="7354"/>
                </a:cubicBezTo>
                <a:cubicBezTo>
                  <a:pt x="111030" y="12564"/>
                  <a:pt x="115246" y="20386"/>
                  <a:pt x="117130" y="30820"/>
                </a:cubicBezTo>
                <a:cubicBezTo>
                  <a:pt x="119033" y="41354"/>
                  <a:pt x="117617" y="50219"/>
                  <a:pt x="112884" y="57415"/>
                </a:cubicBezTo>
                <a:cubicBezTo>
                  <a:pt x="108150" y="64611"/>
                  <a:pt x="101463" y="68989"/>
                  <a:pt x="92823" y="70549"/>
                </a:cubicBezTo>
                <a:cubicBezTo>
                  <a:pt x="88429" y="71343"/>
                  <a:pt x="83946" y="71225"/>
                  <a:pt x="79377" y="70194"/>
                </a:cubicBezTo>
                <a:cubicBezTo>
                  <a:pt x="74807" y="69164"/>
                  <a:pt x="69798" y="66988"/>
                  <a:pt x="64351" y="63667"/>
                </a:cubicBezTo>
                <a:cubicBezTo>
                  <a:pt x="58905" y="60346"/>
                  <a:pt x="51212" y="54583"/>
                  <a:pt x="41272" y="46377"/>
                </a:cubicBezTo>
                <a:cubicBezTo>
                  <a:pt x="33030" y="39514"/>
                  <a:pt x="27491" y="35153"/>
                  <a:pt x="24657" y="33294"/>
                </a:cubicBezTo>
                <a:cubicBezTo>
                  <a:pt x="21824" y="31434"/>
                  <a:pt x="19050" y="29976"/>
                  <a:pt x="16337" y="28919"/>
                </a:cubicBezTo>
                <a:lnTo>
                  <a:pt x="26062" y="827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6">
            <a:extLst xmlns:a="http://schemas.openxmlformats.org/drawingml/2006/main">
              <a:ext uri="{FF2B5EF4-FFF2-40B4-BE49-F238E27FC236}">
                <a16:creationId xmlns:a16="http://schemas.microsoft.com/office/drawing/2014/main" id="{44779503-CBF6-41DA-AB64-8493E322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328" y="912354"/>
            <a:ext cx="115503" cy="83207"/>
          </a:xfrm>
          <a:custGeom xmlns:a="http://schemas.openxmlformats.org/drawingml/2006/main">
            <a:pathLst>
              <a:path w="115503" h="83207">
                <a:moveTo>
                  <a:pt x="94591" y="66735"/>
                </a:moveTo>
                <a:lnTo>
                  <a:pt x="90005" y="53865"/>
                </a:lnTo>
                <a:cubicBezTo>
                  <a:pt x="94855" y="51292"/>
                  <a:pt x="98160" y="48612"/>
                  <a:pt x="99919" y="45824"/>
                </a:cubicBezTo>
                <a:cubicBezTo>
                  <a:pt x="102707" y="41234"/>
                  <a:pt x="103392" y="36319"/>
                  <a:pt x="101975" y="31079"/>
                </a:cubicBezTo>
                <a:cubicBezTo>
                  <a:pt x="100837" y="26867"/>
                  <a:pt x="98668" y="23486"/>
                  <a:pt x="95469" y="20935"/>
                </a:cubicBezTo>
                <a:cubicBezTo>
                  <a:pt x="91324" y="17588"/>
                  <a:pt x="86028" y="15499"/>
                  <a:pt x="79582" y="14666"/>
                </a:cubicBezTo>
                <a:cubicBezTo>
                  <a:pt x="73136" y="13834"/>
                  <a:pt x="64541" y="14818"/>
                  <a:pt x="53797" y="17617"/>
                </a:cubicBezTo>
                <a:cubicBezTo>
                  <a:pt x="59506" y="19490"/>
                  <a:pt x="64158" y="22410"/>
                  <a:pt x="67754" y="26378"/>
                </a:cubicBezTo>
                <a:cubicBezTo>
                  <a:pt x="71349" y="30346"/>
                  <a:pt x="73829" y="34852"/>
                  <a:pt x="75192" y="39896"/>
                </a:cubicBezTo>
                <a:cubicBezTo>
                  <a:pt x="77576" y="48712"/>
                  <a:pt x="76360" y="57094"/>
                  <a:pt x="71546" y="65043"/>
                </a:cubicBezTo>
                <a:cubicBezTo>
                  <a:pt x="66732" y="72993"/>
                  <a:pt x="59183" y="78358"/>
                  <a:pt x="48899" y="81138"/>
                </a:cubicBezTo>
                <a:cubicBezTo>
                  <a:pt x="42140" y="82965"/>
                  <a:pt x="35466" y="83207"/>
                  <a:pt x="28874" y="81862"/>
                </a:cubicBezTo>
                <a:cubicBezTo>
                  <a:pt x="22283" y="80517"/>
                  <a:pt x="16757" y="77715"/>
                  <a:pt x="12294" y="73456"/>
                </a:cubicBezTo>
                <a:cubicBezTo>
                  <a:pt x="7832" y="69197"/>
                  <a:pt x="4727" y="63835"/>
                  <a:pt x="2979" y="57370"/>
                </a:cubicBezTo>
                <a:cubicBezTo>
                  <a:pt x="0" y="46351"/>
                  <a:pt x="1620" y="36270"/>
                  <a:pt x="7839" y="27126"/>
                </a:cubicBezTo>
                <a:cubicBezTo>
                  <a:pt x="14059" y="17982"/>
                  <a:pt x="26468" y="10896"/>
                  <a:pt x="45066" y="5868"/>
                </a:cubicBezTo>
                <a:cubicBezTo>
                  <a:pt x="65865" y="244"/>
                  <a:pt x="82028" y="0"/>
                  <a:pt x="93552" y="5135"/>
                </a:cubicBezTo>
                <a:cubicBezTo>
                  <a:pt x="103587" y="9622"/>
                  <a:pt x="110141" y="17546"/>
                  <a:pt x="113213" y="28908"/>
                </a:cubicBezTo>
                <a:cubicBezTo>
                  <a:pt x="115503" y="37380"/>
                  <a:pt x="114999" y="44966"/>
                  <a:pt x="111699" y="51665"/>
                </a:cubicBezTo>
                <a:cubicBezTo>
                  <a:pt x="108400" y="58364"/>
                  <a:pt x="102697" y="63388"/>
                  <a:pt x="94591" y="66735"/>
                </a:cubicBezTo>
                <a:moveTo>
                  <a:pt x="33780" y="25237"/>
                </a:moveTo>
                <a:cubicBezTo>
                  <a:pt x="29239" y="26464"/>
                  <a:pt x="25155" y="28606"/>
                  <a:pt x="21528" y="31663"/>
                </a:cubicBezTo>
                <a:cubicBezTo>
                  <a:pt x="17900" y="34719"/>
                  <a:pt x="15470" y="38280"/>
                  <a:pt x="14237" y="42345"/>
                </a:cubicBezTo>
                <a:cubicBezTo>
                  <a:pt x="13005" y="46409"/>
                  <a:pt x="12906" y="50351"/>
                  <a:pt x="13939" y="54171"/>
                </a:cubicBezTo>
                <a:cubicBezTo>
                  <a:pt x="15448" y="59754"/>
                  <a:pt x="18991" y="63946"/>
                  <a:pt x="24569" y="66747"/>
                </a:cubicBezTo>
                <a:cubicBezTo>
                  <a:pt x="30146" y="69549"/>
                  <a:pt x="36792" y="69907"/>
                  <a:pt x="44507" y="67821"/>
                </a:cubicBezTo>
                <a:cubicBezTo>
                  <a:pt x="51930" y="65814"/>
                  <a:pt x="57241" y="62250"/>
                  <a:pt x="60439" y="57128"/>
                </a:cubicBezTo>
                <a:cubicBezTo>
                  <a:pt x="63640" y="52006"/>
                  <a:pt x="64426" y="46433"/>
                  <a:pt x="62797" y="40410"/>
                </a:cubicBezTo>
                <a:cubicBezTo>
                  <a:pt x="61182" y="34435"/>
                  <a:pt x="57675" y="29944"/>
                  <a:pt x="52277" y="26936"/>
                </a:cubicBezTo>
                <a:cubicBezTo>
                  <a:pt x="46880" y="23928"/>
                  <a:pt x="40714" y="23362"/>
                  <a:pt x="33780" y="2523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3">
            <a:extLst xmlns:a="http://schemas.openxmlformats.org/drawingml/2006/main">
              <a:ext uri="{FF2B5EF4-FFF2-40B4-BE49-F238E27FC236}">
                <a16:creationId xmlns:a16="http://schemas.microsoft.com/office/drawing/2014/main" id="{9EAC8B2D-EF27-4CEE-8E4A-737871C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692" y="995048"/>
            <a:ext cx="114107" cy="85543"/>
          </a:xfrm>
          <a:custGeom xmlns:a="http://schemas.openxmlformats.org/drawingml/2006/main">
            <a:pathLst>
              <a:path w="114107" h="85543">
                <a:moveTo>
                  <a:pt x="23713" y="13373"/>
                </a:moveTo>
                <a:lnTo>
                  <a:pt x="29051" y="26119"/>
                </a:lnTo>
                <a:cubicBezTo>
                  <a:pt x="21968" y="29663"/>
                  <a:pt x="17267" y="33706"/>
                  <a:pt x="14948" y="38248"/>
                </a:cubicBezTo>
                <a:cubicBezTo>
                  <a:pt x="12629" y="42791"/>
                  <a:pt x="12178" y="47682"/>
                  <a:pt x="13594" y="52922"/>
                </a:cubicBezTo>
                <a:cubicBezTo>
                  <a:pt x="15276" y="59142"/>
                  <a:pt x="18847" y="63812"/>
                  <a:pt x="24307" y="66935"/>
                </a:cubicBezTo>
                <a:cubicBezTo>
                  <a:pt x="29768" y="70057"/>
                  <a:pt x="35676" y="70758"/>
                  <a:pt x="42032" y="69040"/>
                </a:cubicBezTo>
                <a:cubicBezTo>
                  <a:pt x="48095" y="67401"/>
                  <a:pt x="52558" y="64066"/>
                  <a:pt x="55420" y="59035"/>
                </a:cubicBezTo>
                <a:cubicBezTo>
                  <a:pt x="58284" y="54004"/>
                  <a:pt x="58889" y="48428"/>
                  <a:pt x="57233" y="42306"/>
                </a:cubicBezTo>
                <a:cubicBezTo>
                  <a:pt x="56558" y="39808"/>
                  <a:pt x="55228" y="36831"/>
                  <a:pt x="53242" y="33374"/>
                </a:cubicBezTo>
                <a:lnTo>
                  <a:pt x="65246" y="31705"/>
                </a:lnTo>
                <a:cubicBezTo>
                  <a:pt x="65386" y="32613"/>
                  <a:pt x="65529" y="33336"/>
                  <a:pt x="65675" y="33875"/>
                </a:cubicBezTo>
                <a:cubicBezTo>
                  <a:pt x="67198" y="39507"/>
                  <a:pt x="70025" y="44182"/>
                  <a:pt x="74157" y="47900"/>
                </a:cubicBezTo>
                <a:cubicBezTo>
                  <a:pt x="78289" y="51617"/>
                  <a:pt x="83390" y="52656"/>
                  <a:pt x="89459" y="51015"/>
                </a:cubicBezTo>
                <a:cubicBezTo>
                  <a:pt x="94266" y="49715"/>
                  <a:pt x="97804" y="46998"/>
                  <a:pt x="100073" y="42864"/>
                </a:cubicBezTo>
                <a:cubicBezTo>
                  <a:pt x="102343" y="38729"/>
                  <a:pt x="102776" y="34066"/>
                  <a:pt x="101373" y="28875"/>
                </a:cubicBezTo>
                <a:cubicBezTo>
                  <a:pt x="99983" y="23733"/>
                  <a:pt x="97208" y="19884"/>
                  <a:pt x="93049" y="17330"/>
                </a:cubicBezTo>
                <a:cubicBezTo>
                  <a:pt x="88890" y="14776"/>
                  <a:pt x="83446" y="13883"/>
                  <a:pt x="76716" y="14651"/>
                </a:cubicBezTo>
                <a:lnTo>
                  <a:pt x="75492" y="793"/>
                </a:lnTo>
                <a:cubicBezTo>
                  <a:pt x="84839" y="0"/>
                  <a:pt x="92737" y="1806"/>
                  <a:pt x="99185" y="6212"/>
                </a:cubicBezTo>
                <a:cubicBezTo>
                  <a:pt x="105633" y="10617"/>
                  <a:pt x="110008" y="17080"/>
                  <a:pt x="112312" y="25602"/>
                </a:cubicBezTo>
                <a:cubicBezTo>
                  <a:pt x="113901" y="31479"/>
                  <a:pt x="114107" y="37230"/>
                  <a:pt x="112930" y="42856"/>
                </a:cubicBezTo>
                <a:cubicBezTo>
                  <a:pt x="111753" y="48482"/>
                  <a:pt x="109345" y="53193"/>
                  <a:pt x="105707" y="56988"/>
                </a:cubicBezTo>
                <a:cubicBezTo>
                  <a:pt x="102071" y="60783"/>
                  <a:pt x="97811" y="63340"/>
                  <a:pt x="92927" y="64661"/>
                </a:cubicBezTo>
                <a:cubicBezTo>
                  <a:pt x="88288" y="65915"/>
                  <a:pt x="83727" y="65808"/>
                  <a:pt x="79242" y="64340"/>
                </a:cubicBezTo>
                <a:cubicBezTo>
                  <a:pt x="74759" y="62872"/>
                  <a:pt x="70733" y="59993"/>
                  <a:pt x="67162" y="55703"/>
                </a:cubicBezTo>
                <a:cubicBezTo>
                  <a:pt x="67414" y="62467"/>
                  <a:pt x="65703" y="68237"/>
                  <a:pt x="62028" y="73015"/>
                </a:cubicBezTo>
                <a:cubicBezTo>
                  <a:pt x="58353" y="77792"/>
                  <a:pt x="53039" y="81121"/>
                  <a:pt x="46085" y="83001"/>
                </a:cubicBezTo>
                <a:cubicBezTo>
                  <a:pt x="36682" y="85543"/>
                  <a:pt x="27785" y="84270"/>
                  <a:pt x="19393" y="79181"/>
                </a:cubicBezTo>
                <a:cubicBezTo>
                  <a:pt x="11001" y="74092"/>
                  <a:pt x="5389" y="66308"/>
                  <a:pt x="2555" y="55828"/>
                </a:cubicBezTo>
                <a:cubicBezTo>
                  <a:pt x="0" y="46376"/>
                  <a:pt x="701" y="37765"/>
                  <a:pt x="4659" y="29994"/>
                </a:cubicBezTo>
                <a:cubicBezTo>
                  <a:pt x="8616" y="22224"/>
                  <a:pt x="14968" y="16683"/>
                  <a:pt x="23713" y="133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.">
            <a:extLst xmlns:a="http://schemas.openxmlformats.org/drawingml/2006/main">
              <a:ext uri="{FF2B5EF4-FFF2-40B4-BE49-F238E27FC236}">
                <a16:creationId xmlns:a16="http://schemas.microsoft.com/office/drawing/2014/main" id="{C05217A4-5487-45F3-A5C7-D970612D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357" y="1103069"/>
            <a:ext cx="19204" cy="19151"/>
          </a:xfrm>
          <a:custGeom xmlns:a="http://schemas.openxmlformats.org/drawingml/2006/main">
            <a:pathLst>
              <a:path w="19204" h="19151">
                <a:moveTo>
                  <a:pt x="0" y="4091"/>
                </a:moveTo>
                <a:lnTo>
                  <a:pt x="15133" y="0"/>
                </a:lnTo>
                <a:lnTo>
                  <a:pt x="19204" y="15059"/>
                </a:lnTo>
                <a:lnTo>
                  <a:pt x="4071" y="19151"/>
                </a:lnTo>
                <a:lnTo>
                  <a:pt x="0" y="40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6">
            <a:extLst xmlns:a="http://schemas.openxmlformats.org/drawingml/2006/main">
              <a:ext uri="{FF2B5EF4-FFF2-40B4-BE49-F238E27FC236}">
                <a16:creationId xmlns:a16="http://schemas.microsoft.com/office/drawing/2014/main" id="{FFA52251-DDF0-46E5-A387-79F3B013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66" y="1121474"/>
            <a:ext cx="115503" cy="83207"/>
          </a:xfrm>
          <a:custGeom xmlns:a="http://schemas.openxmlformats.org/drawingml/2006/main">
            <a:pathLst>
              <a:path w="115503" h="83207">
                <a:moveTo>
                  <a:pt x="94591" y="66735"/>
                </a:moveTo>
                <a:lnTo>
                  <a:pt x="90005" y="53865"/>
                </a:lnTo>
                <a:cubicBezTo>
                  <a:pt x="94855" y="51292"/>
                  <a:pt x="98160" y="48612"/>
                  <a:pt x="99919" y="45824"/>
                </a:cubicBezTo>
                <a:cubicBezTo>
                  <a:pt x="102707" y="41234"/>
                  <a:pt x="103392" y="36319"/>
                  <a:pt x="101975" y="31079"/>
                </a:cubicBezTo>
                <a:cubicBezTo>
                  <a:pt x="100837" y="26867"/>
                  <a:pt x="98668" y="23486"/>
                  <a:pt x="95469" y="20935"/>
                </a:cubicBezTo>
                <a:cubicBezTo>
                  <a:pt x="91324" y="17588"/>
                  <a:pt x="86028" y="15499"/>
                  <a:pt x="79582" y="14666"/>
                </a:cubicBezTo>
                <a:cubicBezTo>
                  <a:pt x="73136" y="13834"/>
                  <a:pt x="64541" y="14818"/>
                  <a:pt x="53797" y="17617"/>
                </a:cubicBezTo>
                <a:cubicBezTo>
                  <a:pt x="59506" y="19490"/>
                  <a:pt x="64158" y="22410"/>
                  <a:pt x="67754" y="26378"/>
                </a:cubicBezTo>
                <a:cubicBezTo>
                  <a:pt x="71349" y="30346"/>
                  <a:pt x="73829" y="34852"/>
                  <a:pt x="75192" y="39896"/>
                </a:cubicBezTo>
                <a:cubicBezTo>
                  <a:pt x="77576" y="48712"/>
                  <a:pt x="76360" y="57094"/>
                  <a:pt x="71546" y="65043"/>
                </a:cubicBezTo>
                <a:cubicBezTo>
                  <a:pt x="66732" y="72993"/>
                  <a:pt x="59183" y="78358"/>
                  <a:pt x="48899" y="81138"/>
                </a:cubicBezTo>
                <a:cubicBezTo>
                  <a:pt x="42140" y="82965"/>
                  <a:pt x="35466" y="83207"/>
                  <a:pt x="28874" y="81862"/>
                </a:cubicBezTo>
                <a:cubicBezTo>
                  <a:pt x="22283" y="80517"/>
                  <a:pt x="16757" y="77715"/>
                  <a:pt x="12294" y="73456"/>
                </a:cubicBezTo>
                <a:cubicBezTo>
                  <a:pt x="7832" y="69197"/>
                  <a:pt x="4727" y="63835"/>
                  <a:pt x="2979" y="57370"/>
                </a:cubicBezTo>
                <a:cubicBezTo>
                  <a:pt x="0" y="46351"/>
                  <a:pt x="1620" y="36270"/>
                  <a:pt x="7839" y="27126"/>
                </a:cubicBezTo>
                <a:cubicBezTo>
                  <a:pt x="14059" y="17982"/>
                  <a:pt x="26468" y="10896"/>
                  <a:pt x="45066" y="5868"/>
                </a:cubicBezTo>
                <a:cubicBezTo>
                  <a:pt x="65865" y="244"/>
                  <a:pt x="82028" y="0"/>
                  <a:pt x="93552" y="5135"/>
                </a:cubicBezTo>
                <a:cubicBezTo>
                  <a:pt x="103587" y="9622"/>
                  <a:pt x="110141" y="17546"/>
                  <a:pt x="113213" y="28908"/>
                </a:cubicBezTo>
                <a:cubicBezTo>
                  <a:pt x="115503" y="37380"/>
                  <a:pt x="114999" y="44966"/>
                  <a:pt x="111699" y="51665"/>
                </a:cubicBezTo>
                <a:cubicBezTo>
                  <a:pt x="108400" y="58364"/>
                  <a:pt x="102697" y="63388"/>
                  <a:pt x="94591" y="66735"/>
                </a:cubicBezTo>
                <a:moveTo>
                  <a:pt x="33780" y="25237"/>
                </a:moveTo>
                <a:cubicBezTo>
                  <a:pt x="29239" y="26464"/>
                  <a:pt x="25155" y="28606"/>
                  <a:pt x="21528" y="31663"/>
                </a:cubicBezTo>
                <a:cubicBezTo>
                  <a:pt x="17900" y="34719"/>
                  <a:pt x="15470" y="38280"/>
                  <a:pt x="14237" y="42345"/>
                </a:cubicBezTo>
                <a:cubicBezTo>
                  <a:pt x="13005" y="46409"/>
                  <a:pt x="12906" y="50351"/>
                  <a:pt x="13939" y="54171"/>
                </a:cubicBezTo>
                <a:cubicBezTo>
                  <a:pt x="15448" y="59754"/>
                  <a:pt x="18991" y="63946"/>
                  <a:pt x="24569" y="66747"/>
                </a:cubicBezTo>
                <a:cubicBezTo>
                  <a:pt x="30146" y="69549"/>
                  <a:pt x="36792" y="69907"/>
                  <a:pt x="44507" y="67821"/>
                </a:cubicBezTo>
                <a:cubicBezTo>
                  <a:pt x="51930" y="65814"/>
                  <a:pt x="57241" y="62250"/>
                  <a:pt x="60439" y="57128"/>
                </a:cubicBezTo>
                <a:cubicBezTo>
                  <a:pt x="63640" y="52006"/>
                  <a:pt x="64426" y="46433"/>
                  <a:pt x="62797" y="40410"/>
                </a:cubicBezTo>
                <a:cubicBezTo>
                  <a:pt x="61182" y="34435"/>
                  <a:pt x="57675" y="29944"/>
                  <a:pt x="52277" y="26936"/>
                </a:cubicBezTo>
                <a:cubicBezTo>
                  <a:pt x="46880" y="23928"/>
                  <a:pt x="40714" y="23362"/>
                  <a:pt x="33780" y="2523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6">
            <a:extLst xmlns:a="http://schemas.openxmlformats.org/drawingml/2006/main">
              <a:ext uri="{FF2B5EF4-FFF2-40B4-BE49-F238E27FC236}">
                <a16:creationId xmlns:a16="http://schemas.microsoft.com/office/drawing/2014/main" id="{F2D117D5-2380-4220-96B8-3728A8D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232" y="917456"/>
            <a:ext cx="114398" cy="87088"/>
          </a:xfrm>
          <a:custGeom xmlns:a="http://schemas.openxmlformats.org/drawingml/2006/main">
            <a:pathLst>
              <a:path w="114398" h="87088">
                <a:moveTo>
                  <a:pt x="96050" y="65320"/>
                </a:moveTo>
                <a:lnTo>
                  <a:pt x="90315" y="52918"/>
                </a:lnTo>
                <a:cubicBezTo>
                  <a:pt x="94912" y="49916"/>
                  <a:pt x="97960" y="46947"/>
                  <a:pt x="99458" y="44011"/>
                </a:cubicBezTo>
                <a:cubicBezTo>
                  <a:pt x="101818" y="39187"/>
                  <a:pt x="102055" y="34230"/>
                  <a:pt x="100168" y="29140"/>
                </a:cubicBezTo>
                <a:cubicBezTo>
                  <a:pt x="98652" y="25049"/>
                  <a:pt x="96185" y="21879"/>
                  <a:pt x="92768" y="19628"/>
                </a:cubicBezTo>
                <a:cubicBezTo>
                  <a:pt x="88336" y="16672"/>
                  <a:pt x="82873" y="15072"/>
                  <a:pt x="76378" y="14828"/>
                </a:cubicBezTo>
                <a:cubicBezTo>
                  <a:pt x="69883" y="14584"/>
                  <a:pt x="61413" y="16343"/>
                  <a:pt x="50968" y="20106"/>
                </a:cubicBezTo>
                <a:cubicBezTo>
                  <a:pt x="56823" y="21453"/>
                  <a:pt x="61721" y="23939"/>
                  <a:pt x="65661" y="27564"/>
                </a:cubicBezTo>
                <a:cubicBezTo>
                  <a:pt x="69602" y="31190"/>
                  <a:pt x="72480" y="35452"/>
                  <a:pt x="74296" y="40352"/>
                </a:cubicBezTo>
                <a:cubicBezTo>
                  <a:pt x="77469" y="48914"/>
                  <a:pt x="77020" y="57372"/>
                  <a:pt x="72947" y="65726"/>
                </a:cubicBezTo>
                <a:cubicBezTo>
                  <a:pt x="68874" y="74079"/>
                  <a:pt x="61843" y="80107"/>
                  <a:pt x="51853" y="83809"/>
                </a:cubicBezTo>
                <a:cubicBezTo>
                  <a:pt x="45289" y="86242"/>
                  <a:pt x="38663" y="87088"/>
                  <a:pt x="31977" y="86347"/>
                </a:cubicBezTo>
                <a:cubicBezTo>
                  <a:pt x="25291" y="85605"/>
                  <a:pt x="19533" y="83317"/>
                  <a:pt x="14703" y="79480"/>
                </a:cubicBezTo>
                <a:cubicBezTo>
                  <a:pt x="9873" y="75643"/>
                  <a:pt x="6294" y="70586"/>
                  <a:pt x="3967" y="64306"/>
                </a:cubicBezTo>
                <a:cubicBezTo>
                  <a:pt x="0" y="53603"/>
                  <a:pt x="698" y="43417"/>
                  <a:pt x="6062" y="33746"/>
                </a:cubicBezTo>
                <a:cubicBezTo>
                  <a:pt x="11427" y="24075"/>
                  <a:pt x="23141" y="15892"/>
                  <a:pt x="41206" y="9197"/>
                </a:cubicBezTo>
                <a:cubicBezTo>
                  <a:pt x="61409" y="1710"/>
                  <a:pt x="77483" y="0"/>
                  <a:pt x="89426" y="4068"/>
                </a:cubicBezTo>
                <a:cubicBezTo>
                  <a:pt x="99827" y="7626"/>
                  <a:pt x="107072" y="14922"/>
                  <a:pt x="111162" y="25958"/>
                </a:cubicBezTo>
                <a:cubicBezTo>
                  <a:pt x="114212" y="34188"/>
                  <a:pt x="114398" y="41788"/>
                  <a:pt x="111720" y="48759"/>
                </a:cubicBezTo>
                <a:cubicBezTo>
                  <a:pt x="109042" y="55730"/>
                  <a:pt x="103819" y="61250"/>
                  <a:pt x="96050" y="65320"/>
                </a:cubicBezTo>
                <a:moveTo>
                  <a:pt x="31724" y="29510"/>
                </a:moveTo>
                <a:cubicBezTo>
                  <a:pt x="27314" y="31145"/>
                  <a:pt x="23441" y="33649"/>
                  <a:pt x="20106" y="37022"/>
                </a:cubicBezTo>
                <a:cubicBezTo>
                  <a:pt x="16771" y="40395"/>
                  <a:pt x="14674" y="44162"/>
                  <a:pt x="13814" y="48321"/>
                </a:cubicBezTo>
                <a:cubicBezTo>
                  <a:pt x="12957" y="52480"/>
                  <a:pt x="13215" y="56415"/>
                  <a:pt x="14590" y="60126"/>
                </a:cubicBezTo>
                <a:cubicBezTo>
                  <a:pt x="16600" y="65549"/>
                  <a:pt x="20509" y="69402"/>
                  <a:pt x="26318" y="71686"/>
                </a:cubicBezTo>
                <a:cubicBezTo>
                  <a:pt x="32127" y="73969"/>
                  <a:pt x="38778" y="73723"/>
                  <a:pt x="46272" y="70945"/>
                </a:cubicBezTo>
                <a:cubicBezTo>
                  <a:pt x="53481" y="68273"/>
                  <a:pt x="58447" y="64242"/>
                  <a:pt x="61168" y="58851"/>
                </a:cubicBezTo>
                <a:cubicBezTo>
                  <a:pt x="63890" y="53460"/>
                  <a:pt x="64167" y="47839"/>
                  <a:pt x="61999" y="41988"/>
                </a:cubicBezTo>
                <a:cubicBezTo>
                  <a:pt x="59848" y="36184"/>
                  <a:pt x="55948" y="32030"/>
                  <a:pt x="50299" y="29525"/>
                </a:cubicBezTo>
                <a:cubicBezTo>
                  <a:pt x="44652" y="27019"/>
                  <a:pt x="38460" y="27014"/>
                  <a:pt x="31724" y="2951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4">
            <a:extLst xmlns:a="http://schemas.openxmlformats.org/drawingml/2006/main">
              <a:ext uri="{FF2B5EF4-FFF2-40B4-BE49-F238E27FC236}">
                <a16:creationId xmlns:a16="http://schemas.microsoft.com/office/drawing/2014/main" id="{8D3A519D-B6C9-44C4-950E-9368068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033" y="1008774"/>
            <a:ext cx="109365" cy="76717"/>
          </a:xfrm>
          <a:custGeom xmlns:a="http://schemas.openxmlformats.org/drawingml/2006/main">
            <a:pathLst>
              <a:path w="109365" h="76717">
                <a:moveTo>
                  <a:pt x="0" y="59027"/>
                </a:moveTo>
                <a:lnTo>
                  <a:pt x="25045" y="49745"/>
                </a:lnTo>
                <a:lnTo>
                  <a:pt x="8227" y="4363"/>
                </a:lnTo>
                <a:lnTo>
                  <a:pt x="20000" y="0"/>
                </a:lnTo>
                <a:lnTo>
                  <a:pt x="105478" y="22614"/>
                </a:lnTo>
                <a:lnTo>
                  <a:pt x="109365" y="33103"/>
                </a:lnTo>
                <a:lnTo>
                  <a:pt x="41579" y="58225"/>
                </a:lnTo>
                <a:lnTo>
                  <a:pt x="46815" y="72353"/>
                </a:lnTo>
                <a:lnTo>
                  <a:pt x="35041" y="76717"/>
                </a:lnTo>
                <a:lnTo>
                  <a:pt x="29805" y="62588"/>
                </a:lnTo>
                <a:lnTo>
                  <a:pt x="4760" y="71870"/>
                </a:lnTo>
                <a:lnTo>
                  <a:pt x="0" y="59027"/>
                </a:lnTo>
                <a:moveTo>
                  <a:pt x="36819" y="45381"/>
                </a:moveTo>
                <a:lnTo>
                  <a:pt x="83984" y="27901"/>
                </a:lnTo>
                <a:lnTo>
                  <a:pt x="24681" y="12630"/>
                </a:lnTo>
                <a:lnTo>
                  <a:pt x="36819" y="453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.">
            <a:extLst xmlns:a="http://schemas.openxmlformats.org/drawingml/2006/main">
              <a:ext uri="{FF2B5EF4-FFF2-40B4-BE49-F238E27FC236}">
                <a16:creationId xmlns:a16="http://schemas.microsoft.com/office/drawing/2014/main" id="{CCD3C551-1C4F-4202-8CC5-86EFE17A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58" y="1109639"/>
            <a:ext cx="20120" cy="20075"/>
          </a:xfrm>
          <a:custGeom xmlns:a="http://schemas.openxmlformats.org/drawingml/2006/main">
            <a:pathLst>
              <a:path w="20120" h="20075">
                <a:moveTo>
                  <a:pt x="0" y="5448"/>
                </a:moveTo>
                <a:lnTo>
                  <a:pt x="14699" y="0"/>
                </a:lnTo>
                <a:lnTo>
                  <a:pt x="20120" y="14628"/>
                </a:lnTo>
                <a:lnTo>
                  <a:pt x="5421" y="20075"/>
                </a:lnTo>
                <a:lnTo>
                  <a:pt x="0" y="54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8">
            <a:extLst xmlns:a="http://schemas.openxmlformats.org/drawingml/2006/main">
              <a:ext uri="{FF2B5EF4-FFF2-40B4-BE49-F238E27FC236}">
                <a16:creationId xmlns:a16="http://schemas.microsoft.com/office/drawing/2014/main" id="{6A59A5A0-0246-40E0-B6FB-ACA6CE59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99" y="1120800"/>
            <a:ext cx="113982" cy="88688"/>
          </a:xfrm>
          <a:custGeom xmlns:a="http://schemas.openxmlformats.org/drawingml/2006/main">
            <a:pathLst>
              <a:path w="113982" h="88688">
                <a:moveTo>
                  <a:pt x="57038" y="26394"/>
                </a:moveTo>
                <a:cubicBezTo>
                  <a:pt x="57008" y="20346"/>
                  <a:pt x="58319" y="15369"/>
                  <a:pt x="60972" y="11464"/>
                </a:cubicBezTo>
                <a:cubicBezTo>
                  <a:pt x="63625" y="7560"/>
                  <a:pt x="67465" y="4676"/>
                  <a:pt x="72493" y="2812"/>
                </a:cubicBezTo>
                <a:cubicBezTo>
                  <a:pt x="80081" y="0"/>
                  <a:pt x="87474" y="371"/>
                  <a:pt x="94670" y="3926"/>
                </a:cubicBezTo>
                <a:cubicBezTo>
                  <a:pt x="101868" y="7480"/>
                  <a:pt x="107150" y="13801"/>
                  <a:pt x="110517" y="22886"/>
                </a:cubicBezTo>
                <a:cubicBezTo>
                  <a:pt x="113902" y="32020"/>
                  <a:pt x="113982" y="40349"/>
                  <a:pt x="110755" y="47875"/>
                </a:cubicBezTo>
                <a:cubicBezTo>
                  <a:pt x="107530" y="55400"/>
                  <a:pt x="102123" y="60569"/>
                  <a:pt x="94534" y="63382"/>
                </a:cubicBezTo>
                <a:cubicBezTo>
                  <a:pt x="89697" y="65174"/>
                  <a:pt x="85016" y="65462"/>
                  <a:pt x="80492" y="64244"/>
                </a:cubicBezTo>
                <a:cubicBezTo>
                  <a:pt x="75968" y="63026"/>
                  <a:pt x="71773" y="60185"/>
                  <a:pt x="67907" y="55721"/>
                </a:cubicBezTo>
                <a:cubicBezTo>
                  <a:pt x="68191" y="62919"/>
                  <a:pt x="66620" y="69061"/>
                  <a:pt x="63195" y="74144"/>
                </a:cubicBezTo>
                <a:cubicBezTo>
                  <a:pt x="59772" y="79227"/>
                  <a:pt x="54821" y="82969"/>
                  <a:pt x="48343" y="85370"/>
                </a:cubicBezTo>
                <a:cubicBezTo>
                  <a:pt x="39389" y="88688"/>
                  <a:pt x="30692" y="88314"/>
                  <a:pt x="22251" y="84246"/>
                </a:cubicBezTo>
                <a:cubicBezTo>
                  <a:pt x="13810" y="80179"/>
                  <a:pt x="7676" y="72984"/>
                  <a:pt x="3851" y="62661"/>
                </a:cubicBezTo>
                <a:cubicBezTo>
                  <a:pt x="25" y="52339"/>
                  <a:pt x="0" y="42880"/>
                  <a:pt x="3775" y="34285"/>
                </a:cubicBezTo>
                <a:cubicBezTo>
                  <a:pt x="7551" y="25690"/>
                  <a:pt x="14011" y="19698"/>
                  <a:pt x="23156" y="16309"/>
                </a:cubicBezTo>
                <a:cubicBezTo>
                  <a:pt x="29966" y="13785"/>
                  <a:pt x="36308" y="13396"/>
                  <a:pt x="42183" y="15141"/>
                </a:cubicBezTo>
                <a:cubicBezTo>
                  <a:pt x="48057" y="16886"/>
                  <a:pt x="53009" y="20637"/>
                  <a:pt x="57038" y="26394"/>
                </a:cubicBezTo>
                <a:moveTo>
                  <a:pt x="77702" y="15814"/>
                </a:moveTo>
                <a:cubicBezTo>
                  <a:pt x="72798" y="17632"/>
                  <a:pt x="69380" y="20711"/>
                  <a:pt x="67448" y="25052"/>
                </a:cubicBezTo>
                <a:cubicBezTo>
                  <a:pt x="65518" y="29392"/>
                  <a:pt x="65496" y="34107"/>
                  <a:pt x="67383" y="39197"/>
                </a:cubicBezTo>
                <a:cubicBezTo>
                  <a:pt x="69216" y="44144"/>
                  <a:pt x="72263" y="47627"/>
                  <a:pt x="76525" y="49646"/>
                </a:cubicBezTo>
                <a:cubicBezTo>
                  <a:pt x="80786" y="51664"/>
                  <a:pt x="85156" y="51844"/>
                  <a:pt x="89635" y="50184"/>
                </a:cubicBezTo>
                <a:cubicBezTo>
                  <a:pt x="94305" y="48453"/>
                  <a:pt x="97627" y="45369"/>
                  <a:pt x="99602" y="40931"/>
                </a:cubicBezTo>
                <a:cubicBezTo>
                  <a:pt x="101577" y="36493"/>
                  <a:pt x="101665" y="31848"/>
                  <a:pt x="99867" y="26996"/>
                </a:cubicBezTo>
                <a:cubicBezTo>
                  <a:pt x="98051" y="22096"/>
                  <a:pt x="94988" y="18606"/>
                  <a:pt x="90676" y="16525"/>
                </a:cubicBezTo>
                <a:cubicBezTo>
                  <a:pt x="86366" y="14443"/>
                  <a:pt x="82041" y="14206"/>
                  <a:pt x="77702" y="15814"/>
                </a:cubicBezTo>
                <a:moveTo>
                  <a:pt x="28044" y="29511"/>
                </a:moveTo>
                <a:cubicBezTo>
                  <a:pt x="24387" y="30866"/>
                  <a:pt x="21171" y="33046"/>
                  <a:pt x="18395" y="36049"/>
                </a:cubicBezTo>
                <a:cubicBezTo>
                  <a:pt x="15620" y="39053"/>
                  <a:pt x="13929" y="42614"/>
                  <a:pt x="13322" y="46735"/>
                </a:cubicBezTo>
                <a:cubicBezTo>
                  <a:pt x="12715" y="50855"/>
                  <a:pt x="13144" y="54889"/>
                  <a:pt x="14607" y="58837"/>
                </a:cubicBezTo>
                <a:cubicBezTo>
                  <a:pt x="16881" y="64974"/>
                  <a:pt x="20729" y="69310"/>
                  <a:pt x="26151" y="71845"/>
                </a:cubicBezTo>
                <a:cubicBezTo>
                  <a:pt x="31574" y="74380"/>
                  <a:pt x="37325" y="74521"/>
                  <a:pt x="43403" y="72268"/>
                </a:cubicBezTo>
                <a:cubicBezTo>
                  <a:pt x="49577" y="69980"/>
                  <a:pt x="53919" y="66031"/>
                  <a:pt x="56430" y="60420"/>
                </a:cubicBezTo>
                <a:cubicBezTo>
                  <a:pt x="58943" y="54809"/>
                  <a:pt x="59053" y="48912"/>
                  <a:pt x="56761" y="42728"/>
                </a:cubicBezTo>
                <a:cubicBezTo>
                  <a:pt x="54522" y="36686"/>
                  <a:pt x="50672" y="32419"/>
                  <a:pt x="45210" y="29926"/>
                </a:cubicBezTo>
                <a:cubicBezTo>
                  <a:pt x="39749" y="27432"/>
                  <a:pt x="34027" y="27294"/>
                  <a:pt x="28044" y="295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6">
            <a:extLst xmlns:a="http://schemas.openxmlformats.org/drawingml/2006/main">
              <a:ext uri="{FF2B5EF4-FFF2-40B4-BE49-F238E27FC236}">
                <a16:creationId xmlns:a16="http://schemas.microsoft.com/office/drawing/2014/main" id="{D77CB75E-481D-43B1-81BF-57617BF6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847" y="1029901"/>
            <a:ext cx="101056" cy="79539"/>
          </a:xfrm>
          <a:custGeom xmlns:a="http://schemas.openxmlformats.org/drawingml/2006/main">
            <a:pathLst>
              <a:path w="101056" h="79539">
                <a:moveTo>
                  <a:pt x="86027" y="57057"/>
                </a:moveTo>
                <a:lnTo>
                  <a:pt x="80253" y="46345"/>
                </a:lnTo>
                <a:cubicBezTo>
                  <a:pt x="84176" y="43425"/>
                  <a:pt x="86723" y="40619"/>
                  <a:pt x="87896" y="37927"/>
                </a:cubicBezTo>
                <a:cubicBezTo>
                  <a:pt x="89730" y="33510"/>
                  <a:pt x="89670" y="29090"/>
                  <a:pt x="87715" y="24668"/>
                </a:cubicBezTo>
                <a:cubicBezTo>
                  <a:pt x="86144" y="21114"/>
                  <a:pt x="83778" y="18430"/>
                  <a:pt x="80618" y="16616"/>
                </a:cubicBezTo>
                <a:cubicBezTo>
                  <a:pt x="76517" y="14229"/>
                  <a:pt x="71573" y="13105"/>
                  <a:pt x="65786" y="13242"/>
                </a:cubicBezTo>
                <a:cubicBezTo>
                  <a:pt x="59998" y="13380"/>
                  <a:pt x="52564" y="15406"/>
                  <a:pt x="43483" y="19321"/>
                </a:cubicBezTo>
                <a:cubicBezTo>
                  <a:pt x="48762" y="20199"/>
                  <a:pt x="53252" y="22142"/>
                  <a:pt x="56953" y="25149"/>
                </a:cubicBezTo>
                <a:cubicBezTo>
                  <a:pt x="60654" y="28157"/>
                  <a:pt x="63445" y="31790"/>
                  <a:pt x="65326" y="36047"/>
                </a:cubicBezTo>
                <a:cubicBezTo>
                  <a:pt x="68615" y="43486"/>
                  <a:pt x="68676" y="51029"/>
                  <a:pt x="65511" y="58678"/>
                </a:cubicBezTo>
                <a:cubicBezTo>
                  <a:pt x="62346" y="66326"/>
                  <a:pt x="56424" y="72068"/>
                  <a:pt x="47745" y="75905"/>
                </a:cubicBezTo>
                <a:cubicBezTo>
                  <a:pt x="42042" y="78425"/>
                  <a:pt x="36198" y="79539"/>
                  <a:pt x="30214" y="79244"/>
                </a:cubicBezTo>
                <a:cubicBezTo>
                  <a:pt x="24230" y="78950"/>
                  <a:pt x="18986" y="77229"/>
                  <a:pt x="14482" y="74082"/>
                </a:cubicBezTo>
                <a:cubicBezTo>
                  <a:pt x="9979" y="70935"/>
                  <a:pt x="6521" y="66634"/>
                  <a:pt x="4110" y="61178"/>
                </a:cubicBezTo>
                <a:cubicBezTo>
                  <a:pt x="0" y="51880"/>
                  <a:pt x="65" y="42785"/>
                  <a:pt x="4306" y="33896"/>
                </a:cubicBezTo>
                <a:cubicBezTo>
                  <a:pt x="8548" y="25006"/>
                  <a:pt x="18516" y="17092"/>
                  <a:pt x="34210" y="10155"/>
                </a:cubicBezTo>
                <a:cubicBezTo>
                  <a:pt x="51763" y="2397"/>
                  <a:pt x="65959" y="0"/>
                  <a:pt x="76798" y="2965"/>
                </a:cubicBezTo>
                <a:cubicBezTo>
                  <a:pt x="86238" y="5560"/>
                  <a:pt x="93078" y="11652"/>
                  <a:pt x="97316" y="21240"/>
                </a:cubicBezTo>
                <a:cubicBezTo>
                  <a:pt x="100476" y="28390"/>
                  <a:pt x="101056" y="35136"/>
                  <a:pt x="99055" y="41480"/>
                </a:cubicBezTo>
                <a:cubicBezTo>
                  <a:pt x="97054" y="47823"/>
                  <a:pt x="92712" y="53015"/>
                  <a:pt x="86027" y="57057"/>
                </a:cubicBezTo>
                <a:moveTo>
                  <a:pt x="26889" y="28731"/>
                </a:moveTo>
                <a:cubicBezTo>
                  <a:pt x="23057" y="30424"/>
                  <a:pt x="19751" y="32861"/>
                  <a:pt x="16970" y="36042"/>
                </a:cubicBezTo>
                <a:cubicBezTo>
                  <a:pt x="14189" y="39223"/>
                  <a:pt x="12530" y="42685"/>
                  <a:pt x="11993" y="46430"/>
                </a:cubicBezTo>
                <a:cubicBezTo>
                  <a:pt x="11457" y="50175"/>
                  <a:pt x="11902" y="53659"/>
                  <a:pt x="13327" y="56882"/>
                </a:cubicBezTo>
                <a:cubicBezTo>
                  <a:pt x="15409" y="61594"/>
                  <a:pt x="19095" y="64806"/>
                  <a:pt x="24383" y="66519"/>
                </a:cubicBezTo>
                <a:cubicBezTo>
                  <a:pt x="29672" y="68233"/>
                  <a:pt x="35571" y="67651"/>
                  <a:pt x="42081" y="64773"/>
                </a:cubicBezTo>
                <a:cubicBezTo>
                  <a:pt x="48345" y="62004"/>
                  <a:pt x="52540" y="58150"/>
                  <a:pt x="54664" y="53209"/>
                </a:cubicBezTo>
                <a:cubicBezTo>
                  <a:pt x="56791" y="48267"/>
                  <a:pt x="56730" y="43255"/>
                  <a:pt x="54483" y="38172"/>
                </a:cubicBezTo>
                <a:cubicBezTo>
                  <a:pt x="52255" y="33130"/>
                  <a:pt x="48561" y="29649"/>
                  <a:pt x="43403" y="27730"/>
                </a:cubicBezTo>
                <a:cubicBezTo>
                  <a:pt x="38245" y="25811"/>
                  <a:pt x="32741" y="26144"/>
                  <a:pt x="26889" y="287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4">
            <a:extLst xmlns:a="http://schemas.openxmlformats.org/drawingml/2006/main">
              <a:ext uri="{FF2B5EF4-FFF2-40B4-BE49-F238E27FC236}">
                <a16:creationId xmlns:a16="http://schemas.microsoft.com/office/drawing/2014/main" id="{A2DA1A1B-F108-4D4D-B92C-7CAB714B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729" y="1112157"/>
            <a:ext cx="95812" cy="67381"/>
          </a:xfrm>
          <a:custGeom xmlns:a="http://schemas.openxmlformats.org/drawingml/2006/main">
            <a:pathLst>
              <a:path w="95812" h="67381">
                <a:moveTo>
                  <a:pt x="0" y="53566"/>
                </a:moveTo>
                <a:lnTo>
                  <a:pt x="21759" y="43948"/>
                </a:lnTo>
                <a:lnTo>
                  <a:pt x="4332" y="4521"/>
                </a:lnTo>
                <a:lnTo>
                  <a:pt x="14561" y="0"/>
                </a:lnTo>
                <a:lnTo>
                  <a:pt x="91784" y="15441"/>
                </a:lnTo>
                <a:lnTo>
                  <a:pt x="95812" y="24554"/>
                </a:lnTo>
                <a:lnTo>
                  <a:pt x="36920" y="50585"/>
                </a:lnTo>
                <a:lnTo>
                  <a:pt x="42345" y="62860"/>
                </a:lnTo>
                <a:lnTo>
                  <a:pt x="32117" y="67381"/>
                </a:lnTo>
                <a:lnTo>
                  <a:pt x="26691" y="55106"/>
                </a:lnTo>
                <a:lnTo>
                  <a:pt x="4932" y="64724"/>
                </a:lnTo>
                <a:lnTo>
                  <a:pt x="0" y="53566"/>
                </a:lnTo>
                <a:moveTo>
                  <a:pt x="31988" y="39427"/>
                </a:moveTo>
                <a:lnTo>
                  <a:pt x="72964" y="21315"/>
                </a:lnTo>
                <a:lnTo>
                  <a:pt x="19411" y="10973"/>
                </a:lnTo>
                <a:lnTo>
                  <a:pt x="31988" y="394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.">
            <a:extLst xmlns:a="http://schemas.openxmlformats.org/drawingml/2006/main">
              <a:ext uri="{FF2B5EF4-FFF2-40B4-BE49-F238E27FC236}">
                <a16:creationId xmlns:a16="http://schemas.microsoft.com/office/drawing/2014/main" id="{6DA63C63-4E39-4D30-9224-368DE0A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887" y="1201159"/>
            <a:ext cx="18388" cy="18353"/>
          </a:xfrm>
          <a:custGeom xmlns:a="http://schemas.openxmlformats.org/drawingml/2006/main">
            <a:pathLst>
              <a:path w="18388" h="18353">
                <a:moveTo>
                  <a:pt x="0" y="5645"/>
                </a:moveTo>
                <a:lnTo>
                  <a:pt x="12770" y="0"/>
                </a:lnTo>
                <a:lnTo>
                  <a:pt x="18388" y="12708"/>
                </a:lnTo>
                <a:lnTo>
                  <a:pt x="5617" y="18353"/>
                </a:lnTo>
                <a:lnTo>
                  <a:pt x="0" y="56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7">
            <a:extLst xmlns:a="http://schemas.openxmlformats.org/drawingml/2006/main">
              <a:ext uri="{FF2B5EF4-FFF2-40B4-BE49-F238E27FC236}">
                <a16:creationId xmlns:a16="http://schemas.microsoft.com/office/drawing/2014/main" id="{AA3A51D2-8198-4FAE-B982-9DFF809F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66" y="1196904"/>
            <a:ext cx="110150" cy="63854"/>
          </a:xfrm>
          <a:custGeom xmlns:a="http://schemas.openxmlformats.org/drawingml/2006/main">
            <a:pathLst>
              <a:path w="110150" h="63854">
                <a:moveTo>
                  <a:pt x="73422" y="4740"/>
                </a:moveTo>
                <a:lnTo>
                  <a:pt x="84147" y="0"/>
                </a:lnTo>
                <a:lnTo>
                  <a:pt x="110150" y="58830"/>
                </a:lnTo>
                <a:lnTo>
                  <a:pt x="101472" y="62666"/>
                </a:lnTo>
                <a:cubicBezTo>
                  <a:pt x="92751" y="59605"/>
                  <a:pt x="82027" y="57490"/>
                  <a:pt x="69300" y="56323"/>
                </a:cubicBezTo>
                <a:cubicBezTo>
                  <a:pt x="56572" y="55156"/>
                  <a:pt x="44126" y="55408"/>
                  <a:pt x="31962" y="57080"/>
                </a:cubicBezTo>
                <a:cubicBezTo>
                  <a:pt x="23365" y="58212"/>
                  <a:pt x="14400" y="60470"/>
                  <a:pt x="5069" y="63854"/>
                </a:cubicBezTo>
                <a:lnTo>
                  <a:pt x="0" y="52385"/>
                </a:lnTo>
                <a:cubicBezTo>
                  <a:pt x="7210" y="49347"/>
                  <a:pt x="16475" y="46931"/>
                  <a:pt x="27795" y="45138"/>
                </a:cubicBezTo>
                <a:cubicBezTo>
                  <a:pt x="39117" y="43345"/>
                  <a:pt x="50592" y="42880"/>
                  <a:pt x="62220" y="43742"/>
                </a:cubicBezTo>
                <a:cubicBezTo>
                  <a:pt x="73849" y="44605"/>
                  <a:pt x="84141" y="46441"/>
                  <a:pt x="93096" y="49250"/>
                </a:cubicBezTo>
                <a:lnTo>
                  <a:pt x="73422" y="47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6">
            <a:extLst xmlns:a="http://schemas.openxmlformats.org/drawingml/2006/main">
              <a:ext uri="{FF2B5EF4-FFF2-40B4-BE49-F238E27FC236}">
                <a16:creationId xmlns:a16="http://schemas.microsoft.com/office/drawing/2014/main" id="{24F897F0-3FA9-4CC4-999B-CAE19377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215" y="1135442"/>
            <a:ext cx="91486" cy="75174"/>
          </a:xfrm>
          <a:custGeom xmlns:a="http://schemas.openxmlformats.org/drawingml/2006/main">
            <a:pathLst>
              <a:path w="91486" h="75174">
                <a:moveTo>
                  <a:pt x="79464" y="50481"/>
                </a:moveTo>
                <a:lnTo>
                  <a:pt x="73379" y="41157"/>
                </a:lnTo>
                <a:cubicBezTo>
                  <a:pt x="76731" y="38195"/>
                  <a:pt x="78839" y="35442"/>
                  <a:pt x="79702" y="32898"/>
                </a:cubicBezTo>
                <a:cubicBezTo>
                  <a:pt x="81036" y="28730"/>
                  <a:pt x="80643" y="24705"/>
                  <a:pt x="78522" y="20824"/>
                </a:cubicBezTo>
                <a:cubicBezTo>
                  <a:pt x="76817" y="17704"/>
                  <a:pt x="74455" y="15438"/>
                  <a:pt x="71434" y="14026"/>
                </a:cubicBezTo>
                <a:cubicBezTo>
                  <a:pt x="67513" y="12164"/>
                  <a:pt x="62919" y="11518"/>
                  <a:pt x="57654" y="12086"/>
                </a:cubicBezTo>
                <a:cubicBezTo>
                  <a:pt x="52388" y="12654"/>
                  <a:pt x="45766" y="15071"/>
                  <a:pt x="37787" y="19336"/>
                </a:cubicBezTo>
                <a:cubicBezTo>
                  <a:pt x="42666" y="19732"/>
                  <a:pt x="46909" y="21159"/>
                  <a:pt x="50513" y="23618"/>
                </a:cubicBezTo>
                <a:cubicBezTo>
                  <a:pt x="54117" y="26077"/>
                  <a:pt x="56940" y="29175"/>
                  <a:pt x="58982" y="32912"/>
                </a:cubicBezTo>
                <a:cubicBezTo>
                  <a:pt x="62549" y="39442"/>
                  <a:pt x="63183" y="46315"/>
                  <a:pt x="60883" y="53530"/>
                </a:cubicBezTo>
                <a:cubicBezTo>
                  <a:pt x="58583" y="60745"/>
                  <a:pt x="53624" y="66434"/>
                  <a:pt x="46006" y="70596"/>
                </a:cubicBezTo>
                <a:cubicBezTo>
                  <a:pt x="40999" y="73331"/>
                  <a:pt x="35757" y="74794"/>
                  <a:pt x="30279" y="74984"/>
                </a:cubicBezTo>
                <a:cubicBezTo>
                  <a:pt x="24800" y="75174"/>
                  <a:pt x="19888" y="74007"/>
                  <a:pt x="15541" y="71482"/>
                </a:cubicBezTo>
                <a:cubicBezTo>
                  <a:pt x="11194" y="68958"/>
                  <a:pt x="7713" y="65301"/>
                  <a:pt x="5096" y="60512"/>
                </a:cubicBezTo>
                <a:cubicBezTo>
                  <a:pt x="637" y="52350"/>
                  <a:pt x="0" y="44054"/>
                  <a:pt x="3185" y="35624"/>
                </a:cubicBezTo>
                <a:cubicBezTo>
                  <a:pt x="6372" y="27195"/>
                  <a:pt x="14853" y="19216"/>
                  <a:pt x="28630" y="11690"/>
                </a:cubicBezTo>
                <a:cubicBezTo>
                  <a:pt x="44039" y="3272"/>
                  <a:pt x="56797" y="0"/>
                  <a:pt x="66906" y="1873"/>
                </a:cubicBezTo>
                <a:cubicBezTo>
                  <a:pt x="75712" y="3516"/>
                  <a:pt x="82414" y="8546"/>
                  <a:pt x="87012" y="16963"/>
                </a:cubicBezTo>
                <a:cubicBezTo>
                  <a:pt x="90441" y="23239"/>
                  <a:pt x="91486" y="29345"/>
                  <a:pt x="90148" y="35282"/>
                </a:cubicBezTo>
                <a:cubicBezTo>
                  <a:pt x="88810" y="41218"/>
                  <a:pt x="85248" y="46284"/>
                  <a:pt x="79464" y="50481"/>
                </a:cubicBezTo>
                <a:moveTo>
                  <a:pt x="23378" y="29186"/>
                </a:moveTo>
                <a:cubicBezTo>
                  <a:pt x="20015" y="31023"/>
                  <a:pt x="17187" y="33498"/>
                  <a:pt x="14895" y="36611"/>
                </a:cubicBezTo>
                <a:cubicBezTo>
                  <a:pt x="12603" y="39724"/>
                  <a:pt x="11356" y="43008"/>
                  <a:pt x="11153" y="46463"/>
                </a:cubicBezTo>
                <a:cubicBezTo>
                  <a:pt x="10952" y="49918"/>
                  <a:pt x="11624" y="53060"/>
                  <a:pt x="13170" y="55890"/>
                </a:cubicBezTo>
                <a:cubicBezTo>
                  <a:pt x="15429" y="60026"/>
                  <a:pt x="19035" y="62672"/>
                  <a:pt x="23988" y="63829"/>
                </a:cubicBezTo>
                <a:cubicBezTo>
                  <a:pt x="28941" y="64986"/>
                  <a:pt x="34275" y="64004"/>
                  <a:pt x="39990" y="60881"/>
                </a:cubicBezTo>
                <a:cubicBezTo>
                  <a:pt x="45488" y="57878"/>
                  <a:pt x="49017" y="54042"/>
                  <a:pt x="50576" y="49375"/>
                </a:cubicBezTo>
                <a:cubicBezTo>
                  <a:pt x="52136" y="44707"/>
                  <a:pt x="51697" y="40142"/>
                  <a:pt x="49259" y="35680"/>
                </a:cubicBezTo>
                <a:cubicBezTo>
                  <a:pt x="46841" y="31253"/>
                  <a:pt x="43207" y="28363"/>
                  <a:pt x="38357" y="27009"/>
                </a:cubicBezTo>
                <a:cubicBezTo>
                  <a:pt x="33508" y="25654"/>
                  <a:pt x="28515" y="26379"/>
                  <a:pt x="23378" y="291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1">
            <a:extLst xmlns:a="http://schemas.openxmlformats.org/drawingml/2006/main">
              <a:ext uri="{FF2B5EF4-FFF2-40B4-BE49-F238E27FC236}">
                <a16:creationId xmlns:a16="http://schemas.microsoft.com/office/drawing/2014/main" id="{9FFACFEA-B6F1-4176-B5FD-9485AD19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381" y="1204631"/>
            <a:ext cx="85455" cy="62207"/>
          </a:xfrm>
          <a:custGeom xmlns:a="http://schemas.openxmlformats.org/drawingml/2006/main">
            <a:pathLst>
              <a:path w="85455" h="62207">
                <a:moveTo>
                  <a:pt x="5351" y="62207"/>
                </a:moveTo>
                <a:lnTo>
                  <a:pt x="0" y="52412"/>
                </a:lnTo>
                <a:lnTo>
                  <a:pt x="62418" y="18312"/>
                </a:lnTo>
                <a:cubicBezTo>
                  <a:pt x="58880" y="17183"/>
                  <a:pt x="54941" y="15319"/>
                  <a:pt x="50601" y="12720"/>
                </a:cubicBezTo>
                <a:cubicBezTo>
                  <a:pt x="46261" y="10122"/>
                  <a:pt x="42696" y="7606"/>
                  <a:pt x="39907" y="5173"/>
                </a:cubicBezTo>
                <a:lnTo>
                  <a:pt x="49375" y="0"/>
                </a:lnTo>
                <a:cubicBezTo>
                  <a:pt x="54944" y="4071"/>
                  <a:pt x="60680" y="7155"/>
                  <a:pt x="66584" y="9253"/>
                </a:cubicBezTo>
                <a:cubicBezTo>
                  <a:pt x="72488" y="11351"/>
                  <a:pt x="77629" y="12311"/>
                  <a:pt x="82007" y="12133"/>
                </a:cubicBezTo>
                <a:lnTo>
                  <a:pt x="85455" y="18446"/>
                </a:lnTo>
                <a:lnTo>
                  <a:pt x="5351" y="622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.">
            <a:extLst xmlns:a="http://schemas.openxmlformats.org/drawingml/2006/main">
              <a:ext uri="{FF2B5EF4-FFF2-40B4-BE49-F238E27FC236}">
                <a16:creationId xmlns:a16="http://schemas.microsoft.com/office/drawing/2014/main" id="{E79D024F-81A0-415C-95C1-7B5AE681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31" y="1291279"/>
            <a:ext cx="17305" cy="17280"/>
          </a:xfrm>
          <a:custGeom xmlns:a="http://schemas.openxmlformats.org/drawingml/2006/main">
            <a:pathLst>
              <a:path w="17305" h="17280">
                <a:moveTo>
                  <a:pt x="0" y="6124"/>
                </a:moveTo>
                <a:lnTo>
                  <a:pt x="11210" y="0"/>
                </a:lnTo>
                <a:lnTo>
                  <a:pt x="17305" y="11156"/>
                </a:lnTo>
                <a:lnTo>
                  <a:pt x="6094" y="17280"/>
                </a:lnTo>
                <a:lnTo>
                  <a:pt x="0" y="61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4">
            <a:extLst xmlns:a="http://schemas.openxmlformats.org/drawingml/2006/main">
              <a:ext uri="{FF2B5EF4-FFF2-40B4-BE49-F238E27FC236}">
                <a16:creationId xmlns:a16="http://schemas.microsoft.com/office/drawing/2014/main" id="{540202E6-8630-4931-AA63-E7B15DF7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508" y="1304339"/>
            <a:ext cx="85129" cy="60086"/>
          </a:xfrm>
          <a:custGeom xmlns:a="http://schemas.openxmlformats.org/drawingml/2006/main">
            <a:pathLst>
              <a:path w="85129" h="60086">
                <a:moveTo>
                  <a:pt x="0" y="49950"/>
                </a:moveTo>
                <a:lnTo>
                  <a:pt x="19101" y="39515"/>
                </a:lnTo>
                <a:lnTo>
                  <a:pt x="193" y="4905"/>
                </a:lnTo>
                <a:lnTo>
                  <a:pt x="9172" y="0"/>
                </a:lnTo>
                <a:lnTo>
                  <a:pt x="80758" y="8163"/>
                </a:lnTo>
                <a:lnTo>
                  <a:pt x="85129" y="16163"/>
                </a:lnTo>
                <a:lnTo>
                  <a:pt x="33431" y="44405"/>
                </a:lnTo>
                <a:lnTo>
                  <a:pt x="39318" y="55180"/>
                </a:lnTo>
                <a:lnTo>
                  <a:pt x="30338" y="60086"/>
                </a:lnTo>
                <a:lnTo>
                  <a:pt x="24452" y="49311"/>
                </a:lnTo>
                <a:lnTo>
                  <a:pt x="5351" y="59746"/>
                </a:lnTo>
                <a:lnTo>
                  <a:pt x="0" y="49950"/>
                </a:lnTo>
                <a:moveTo>
                  <a:pt x="28080" y="34610"/>
                </a:moveTo>
                <a:lnTo>
                  <a:pt x="64050" y="14959"/>
                </a:lnTo>
                <a:lnTo>
                  <a:pt x="14434" y="9632"/>
                </a:lnTo>
                <a:lnTo>
                  <a:pt x="28080" y="346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CEE4F-6DC4-4CA5-B1DB-5DA5FA64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896" y="993863"/>
            <a:ext cx="430604" cy="796740"/>
          </a:xfrm>
          <a:custGeom xmlns:a="http://schemas.openxmlformats.org/drawingml/2006/main">
            <a:pathLst>
              <a:path w="430604" h="796740">
                <a:moveTo>
                  <a:pt x="272162" y="0"/>
                </a:moveTo>
                <a:lnTo>
                  <a:pt x="430604" y="59600"/>
                </a:lnTo>
                <a:lnTo>
                  <a:pt x="117110" y="796740"/>
                </a:lnTo>
                <a:cubicBezTo>
                  <a:pt x="117110" y="796740"/>
                  <a:pt x="21573" y="759470"/>
                  <a:pt x="0" y="752968"/>
                </a:cubicBezTo>
                <a:lnTo>
                  <a:pt x="272162" y="0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3C6E9-00CC-44D6-962D-6C802378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421" y="881483"/>
            <a:ext cx="354021" cy="861448"/>
          </a:xfrm>
          <a:custGeom xmlns:a="http://schemas.openxmlformats.org/drawingml/2006/main">
            <a:pathLst>
              <a:path w="354021" h="861448">
                <a:moveTo>
                  <a:pt x="186950" y="0"/>
                </a:moveTo>
                <a:lnTo>
                  <a:pt x="354021" y="44818"/>
                </a:lnTo>
                <a:lnTo>
                  <a:pt x="106750" y="861448"/>
                </a:lnTo>
                <a:cubicBezTo>
                  <a:pt x="106750" y="861448"/>
                  <a:pt x="20576" y="836005"/>
                  <a:pt x="0" y="831979"/>
                </a:cubicBezTo>
                <a:lnTo>
                  <a:pt x="186950" y="0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F2C5D-3D77-4377-A87B-FC3A09FF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169" y="983233"/>
            <a:ext cx="248089" cy="725421"/>
          </a:xfrm>
          <a:custGeom xmlns:a="http://schemas.openxmlformats.org/drawingml/2006/main">
            <a:pathLst>
              <a:path w="248089" h="725421">
                <a:moveTo>
                  <a:pt x="77893" y="0"/>
                </a:moveTo>
                <a:lnTo>
                  <a:pt x="248089" y="26561"/>
                </a:lnTo>
                <a:lnTo>
                  <a:pt x="110151" y="725421"/>
                </a:lnTo>
                <a:cubicBezTo>
                  <a:pt x="110151" y="725421"/>
                  <a:pt x="81943" y="719316"/>
                  <a:pt x="53988" y="714112"/>
                </a:cubicBezTo>
                <a:cubicBezTo>
                  <a:pt x="28821" y="709425"/>
                  <a:pt x="3858" y="705579"/>
                  <a:pt x="0" y="705470"/>
                </a:cubicBezTo>
                <a:lnTo>
                  <a:pt x="77893" y="0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20A45-3A64-4F1D-96D4-7D5317DC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359" y="993863"/>
            <a:ext cx="194498" cy="692214"/>
          </a:xfrm>
          <a:custGeom xmlns:a="http://schemas.openxmlformats.org/drawingml/2006/main">
            <a:pathLst>
              <a:path w="194498" h="692214">
                <a:moveTo>
                  <a:pt x="16273" y="0"/>
                </a:moveTo>
                <a:lnTo>
                  <a:pt x="194498" y="4868"/>
                </a:lnTo>
                <a:lnTo>
                  <a:pt x="127013" y="692214"/>
                </a:lnTo>
                <a:cubicBezTo>
                  <a:pt x="127013" y="692214"/>
                  <a:pt x="27006" y="681746"/>
                  <a:pt x="0" y="682106"/>
                </a:cubicBezTo>
                <a:lnTo>
                  <a:pt x="16273" y="0"/>
                </a:lnTo>
                <a:close/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6">
            <a:extLst xmlns:a="http://schemas.openxmlformats.org/drawingml/2006/main">
              <a:ext uri="{FF2B5EF4-FFF2-40B4-BE49-F238E27FC236}">
                <a16:creationId xmlns:a16="http://schemas.microsoft.com/office/drawing/2014/main" id="{74104809-81FA-4242-BB22-A59BDCE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646" y="1221223"/>
            <a:ext cx="107504" cy="84552"/>
          </a:xfrm>
          <a:custGeom xmlns:a="http://schemas.openxmlformats.org/drawingml/2006/main">
            <a:pathLst>
              <a:path w="107504" h="84552">
                <a:moveTo>
                  <a:pt x="39515" y="1974"/>
                </a:moveTo>
                <a:lnTo>
                  <a:pt x="35820" y="14426"/>
                </a:lnTo>
                <a:cubicBezTo>
                  <a:pt x="30654" y="13682"/>
                  <a:pt x="26614" y="13887"/>
                  <a:pt x="23701" y="15042"/>
                </a:cubicBezTo>
                <a:cubicBezTo>
                  <a:pt x="18988" y="17003"/>
                  <a:pt x="15706" y="20392"/>
                  <a:pt x="13856" y="25210"/>
                </a:cubicBezTo>
                <a:cubicBezTo>
                  <a:pt x="12369" y="29081"/>
                  <a:pt x="12138" y="32893"/>
                  <a:pt x="13164" y="36645"/>
                </a:cubicBezTo>
                <a:cubicBezTo>
                  <a:pt x="14471" y="41538"/>
                  <a:pt x="17365" y="46111"/>
                  <a:pt x="21847" y="50364"/>
                </a:cubicBezTo>
                <a:cubicBezTo>
                  <a:pt x="26329" y="54617"/>
                  <a:pt x="33480" y="58680"/>
                  <a:pt x="43298" y="62554"/>
                </a:cubicBezTo>
                <a:cubicBezTo>
                  <a:pt x="39964" y="57916"/>
                  <a:pt x="38030" y="53066"/>
                  <a:pt x="37494" y="48004"/>
                </a:cubicBezTo>
                <a:cubicBezTo>
                  <a:pt x="36958" y="42942"/>
                  <a:pt x="37581" y="38092"/>
                  <a:pt x="39362" y="33455"/>
                </a:cubicBezTo>
                <a:cubicBezTo>
                  <a:pt x="42474" y="25351"/>
                  <a:pt x="48106" y="19597"/>
                  <a:pt x="56259" y="16193"/>
                </a:cubicBezTo>
                <a:cubicBezTo>
                  <a:pt x="64412" y="12788"/>
                  <a:pt x="73215" y="12901"/>
                  <a:pt x="82670" y="16532"/>
                </a:cubicBezTo>
                <a:cubicBezTo>
                  <a:pt x="88883" y="18918"/>
                  <a:pt x="94142" y="22475"/>
                  <a:pt x="98449" y="27203"/>
                </a:cubicBezTo>
                <a:cubicBezTo>
                  <a:pt x="102755" y="31931"/>
                  <a:pt x="105427" y="37180"/>
                  <a:pt x="106465" y="42952"/>
                </a:cubicBezTo>
                <a:cubicBezTo>
                  <a:pt x="107504" y="48723"/>
                  <a:pt x="106882" y="54581"/>
                  <a:pt x="104599" y="60523"/>
                </a:cubicBezTo>
                <a:cubicBezTo>
                  <a:pt x="100709" y="70653"/>
                  <a:pt x="93814" y="77485"/>
                  <a:pt x="83913" y="81019"/>
                </a:cubicBezTo>
                <a:cubicBezTo>
                  <a:pt x="74011" y="84552"/>
                  <a:pt x="60511" y="83036"/>
                  <a:pt x="43414" y="76470"/>
                </a:cubicBezTo>
                <a:cubicBezTo>
                  <a:pt x="24293" y="69126"/>
                  <a:pt x="11747" y="60253"/>
                  <a:pt x="5778" y="49850"/>
                </a:cubicBezTo>
                <a:cubicBezTo>
                  <a:pt x="589" y="40779"/>
                  <a:pt x="0" y="31021"/>
                  <a:pt x="4011" y="20576"/>
                </a:cubicBezTo>
                <a:cubicBezTo>
                  <a:pt x="7002" y="12788"/>
                  <a:pt x="11643" y="7246"/>
                  <a:pt x="17931" y="3953"/>
                </a:cubicBezTo>
                <a:cubicBezTo>
                  <a:pt x="24220" y="660"/>
                  <a:pt x="31415" y="0"/>
                  <a:pt x="39515" y="1974"/>
                </a:cubicBezTo>
                <a:moveTo>
                  <a:pt x="62937" y="67926"/>
                </a:moveTo>
                <a:cubicBezTo>
                  <a:pt x="67112" y="69530"/>
                  <a:pt x="71448" y="70175"/>
                  <a:pt x="75947" y="69862"/>
                </a:cubicBezTo>
                <a:cubicBezTo>
                  <a:pt x="80445" y="69549"/>
                  <a:pt x="84307" y="68177"/>
                  <a:pt x="87533" y="65748"/>
                </a:cubicBezTo>
                <a:cubicBezTo>
                  <a:pt x="90757" y="63318"/>
                  <a:pt x="93043" y="60347"/>
                  <a:pt x="94392" y="56836"/>
                </a:cubicBezTo>
                <a:cubicBezTo>
                  <a:pt x="96363" y="51703"/>
                  <a:pt x="95992" y="46498"/>
                  <a:pt x="93281" y="41221"/>
                </a:cubicBezTo>
                <a:cubicBezTo>
                  <a:pt x="90569" y="35943"/>
                  <a:pt x="85667" y="31942"/>
                  <a:pt x="78575" y="29219"/>
                </a:cubicBezTo>
                <a:cubicBezTo>
                  <a:pt x="71751" y="26598"/>
                  <a:pt x="65676" y="26357"/>
                  <a:pt x="60349" y="28496"/>
                </a:cubicBezTo>
                <a:cubicBezTo>
                  <a:pt x="55020" y="30634"/>
                  <a:pt x="51292" y="34472"/>
                  <a:pt x="49166" y="40010"/>
                </a:cubicBezTo>
                <a:cubicBezTo>
                  <a:pt x="47056" y="45502"/>
                  <a:pt x="47231" y="50916"/>
                  <a:pt x="49689" y="56252"/>
                </a:cubicBezTo>
                <a:cubicBezTo>
                  <a:pt x="52146" y="61587"/>
                  <a:pt x="56562" y="65478"/>
                  <a:pt x="62937" y="679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6">
            <a:extLst xmlns:a="http://schemas.openxmlformats.org/drawingml/2006/main">
              <a:ext uri="{FF2B5EF4-FFF2-40B4-BE49-F238E27FC236}">
                <a16:creationId xmlns:a16="http://schemas.microsoft.com/office/drawing/2014/main" id="{09241486-8EB9-4585-8907-FB68FFB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178" y="1144325"/>
            <a:ext cx="107504" cy="84552"/>
          </a:xfrm>
          <a:custGeom xmlns:a="http://schemas.openxmlformats.org/drawingml/2006/main">
            <a:pathLst>
              <a:path w="107504" h="84552">
                <a:moveTo>
                  <a:pt x="39515" y="1974"/>
                </a:moveTo>
                <a:lnTo>
                  <a:pt x="35820" y="14426"/>
                </a:lnTo>
                <a:cubicBezTo>
                  <a:pt x="30654" y="13682"/>
                  <a:pt x="26614" y="13887"/>
                  <a:pt x="23701" y="15042"/>
                </a:cubicBezTo>
                <a:cubicBezTo>
                  <a:pt x="18988" y="17003"/>
                  <a:pt x="15706" y="20392"/>
                  <a:pt x="13856" y="25210"/>
                </a:cubicBezTo>
                <a:cubicBezTo>
                  <a:pt x="12369" y="29081"/>
                  <a:pt x="12138" y="32893"/>
                  <a:pt x="13164" y="36645"/>
                </a:cubicBezTo>
                <a:cubicBezTo>
                  <a:pt x="14471" y="41538"/>
                  <a:pt x="17365" y="46111"/>
                  <a:pt x="21847" y="50364"/>
                </a:cubicBezTo>
                <a:cubicBezTo>
                  <a:pt x="26329" y="54617"/>
                  <a:pt x="33480" y="58680"/>
                  <a:pt x="43298" y="62554"/>
                </a:cubicBezTo>
                <a:cubicBezTo>
                  <a:pt x="39964" y="57916"/>
                  <a:pt x="38030" y="53066"/>
                  <a:pt x="37494" y="48004"/>
                </a:cubicBezTo>
                <a:cubicBezTo>
                  <a:pt x="36958" y="42942"/>
                  <a:pt x="37581" y="38092"/>
                  <a:pt x="39362" y="33455"/>
                </a:cubicBezTo>
                <a:cubicBezTo>
                  <a:pt x="42474" y="25351"/>
                  <a:pt x="48106" y="19597"/>
                  <a:pt x="56259" y="16193"/>
                </a:cubicBezTo>
                <a:cubicBezTo>
                  <a:pt x="64412" y="12788"/>
                  <a:pt x="73215" y="12901"/>
                  <a:pt x="82670" y="16532"/>
                </a:cubicBezTo>
                <a:cubicBezTo>
                  <a:pt x="88883" y="18918"/>
                  <a:pt x="94142" y="22475"/>
                  <a:pt x="98449" y="27203"/>
                </a:cubicBezTo>
                <a:cubicBezTo>
                  <a:pt x="102755" y="31931"/>
                  <a:pt x="105427" y="37180"/>
                  <a:pt x="106465" y="42952"/>
                </a:cubicBezTo>
                <a:cubicBezTo>
                  <a:pt x="107504" y="48723"/>
                  <a:pt x="106882" y="54581"/>
                  <a:pt x="104599" y="60523"/>
                </a:cubicBezTo>
                <a:cubicBezTo>
                  <a:pt x="100709" y="70653"/>
                  <a:pt x="93814" y="77485"/>
                  <a:pt x="83913" y="81019"/>
                </a:cubicBezTo>
                <a:cubicBezTo>
                  <a:pt x="74011" y="84552"/>
                  <a:pt x="60511" y="83036"/>
                  <a:pt x="43414" y="76470"/>
                </a:cubicBezTo>
                <a:cubicBezTo>
                  <a:pt x="24293" y="69126"/>
                  <a:pt x="11747" y="60253"/>
                  <a:pt x="5778" y="49850"/>
                </a:cubicBezTo>
                <a:cubicBezTo>
                  <a:pt x="589" y="40779"/>
                  <a:pt x="0" y="31021"/>
                  <a:pt x="4011" y="20576"/>
                </a:cubicBezTo>
                <a:cubicBezTo>
                  <a:pt x="7002" y="12788"/>
                  <a:pt x="11643" y="7246"/>
                  <a:pt x="17931" y="3953"/>
                </a:cubicBezTo>
                <a:cubicBezTo>
                  <a:pt x="24220" y="660"/>
                  <a:pt x="31415" y="0"/>
                  <a:pt x="39515" y="1974"/>
                </a:cubicBezTo>
                <a:moveTo>
                  <a:pt x="62937" y="67926"/>
                </a:moveTo>
                <a:cubicBezTo>
                  <a:pt x="67112" y="69530"/>
                  <a:pt x="71448" y="70175"/>
                  <a:pt x="75947" y="69862"/>
                </a:cubicBezTo>
                <a:cubicBezTo>
                  <a:pt x="80445" y="69549"/>
                  <a:pt x="84307" y="68177"/>
                  <a:pt x="87533" y="65748"/>
                </a:cubicBezTo>
                <a:cubicBezTo>
                  <a:pt x="90757" y="63318"/>
                  <a:pt x="93043" y="60347"/>
                  <a:pt x="94392" y="56836"/>
                </a:cubicBezTo>
                <a:cubicBezTo>
                  <a:pt x="96363" y="51703"/>
                  <a:pt x="95992" y="46498"/>
                  <a:pt x="93281" y="41221"/>
                </a:cubicBezTo>
                <a:cubicBezTo>
                  <a:pt x="90569" y="35943"/>
                  <a:pt x="85667" y="31942"/>
                  <a:pt x="78575" y="29219"/>
                </a:cubicBezTo>
                <a:cubicBezTo>
                  <a:pt x="71751" y="26598"/>
                  <a:pt x="65676" y="26357"/>
                  <a:pt x="60349" y="28496"/>
                </a:cubicBezTo>
                <a:cubicBezTo>
                  <a:pt x="55020" y="30634"/>
                  <a:pt x="51292" y="34472"/>
                  <a:pt x="49166" y="40010"/>
                </a:cubicBezTo>
                <a:cubicBezTo>
                  <a:pt x="47056" y="45502"/>
                  <a:pt x="47231" y="50916"/>
                  <a:pt x="49689" y="56252"/>
                </a:cubicBezTo>
                <a:cubicBezTo>
                  <a:pt x="52146" y="61587"/>
                  <a:pt x="56562" y="65478"/>
                  <a:pt x="62937" y="679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.">
            <a:extLst xmlns:a="http://schemas.openxmlformats.org/drawingml/2006/main">
              <a:ext uri="{FF2B5EF4-FFF2-40B4-BE49-F238E27FC236}">
                <a16:creationId xmlns:a16="http://schemas.microsoft.com/office/drawing/2014/main" id="{549065A8-BFBA-4E1B-802E-39AEDED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403" y="1135154"/>
            <a:ext cx="19228" cy="19187"/>
          </a:xfrm>
          <a:custGeom xmlns:a="http://schemas.openxmlformats.org/drawingml/2006/main">
            <a:pathLst>
              <a:path w="19228" h="19187">
                <a:moveTo>
                  <a:pt x="13912" y="19187"/>
                </a:moveTo>
                <a:lnTo>
                  <a:pt x="0" y="13844"/>
                </a:lnTo>
                <a:lnTo>
                  <a:pt x="5317" y="0"/>
                </a:lnTo>
                <a:lnTo>
                  <a:pt x="19228" y="5343"/>
                </a:lnTo>
                <a:lnTo>
                  <a:pt x="13912" y="191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0">
            <a:extLst xmlns:a="http://schemas.openxmlformats.org/drawingml/2006/main">
              <a:ext uri="{FF2B5EF4-FFF2-40B4-BE49-F238E27FC236}">
                <a16:creationId xmlns:a16="http://schemas.microsoft.com/office/drawing/2014/main" id="{1B3DBFA7-1A47-4790-BF04-D0D31B1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23" y="1031900"/>
            <a:ext cx="107298" cy="81069"/>
          </a:xfrm>
          <a:custGeom xmlns:a="http://schemas.openxmlformats.org/drawingml/2006/main">
            <a:pathLst>
              <a:path w="107298" h="81069">
                <a:moveTo>
                  <a:pt x="41278" y="72048"/>
                </a:moveTo>
                <a:cubicBezTo>
                  <a:pt x="29581" y="67556"/>
                  <a:pt x="20629" y="62736"/>
                  <a:pt x="14422" y="57588"/>
                </a:cubicBezTo>
                <a:cubicBezTo>
                  <a:pt x="8216" y="52441"/>
                  <a:pt x="4090" y="46749"/>
                  <a:pt x="2045" y="40513"/>
                </a:cubicBezTo>
                <a:cubicBezTo>
                  <a:pt x="0" y="34278"/>
                  <a:pt x="361" y="27558"/>
                  <a:pt x="3127" y="20355"/>
                </a:cubicBezTo>
                <a:cubicBezTo>
                  <a:pt x="5167" y="15042"/>
                  <a:pt x="8025" y="10793"/>
                  <a:pt x="11701" y="7606"/>
                </a:cubicBezTo>
                <a:cubicBezTo>
                  <a:pt x="15377" y="4420"/>
                  <a:pt x="19730" y="2295"/>
                  <a:pt x="24760" y="1230"/>
                </a:cubicBezTo>
                <a:cubicBezTo>
                  <a:pt x="29789" y="165"/>
                  <a:pt x="35480" y="0"/>
                  <a:pt x="41833" y="735"/>
                </a:cubicBezTo>
                <a:cubicBezTo>
                  <a:pt x="48185" y="1469"/>
                  <a:pt x="56265" y="3720"/>
                  <a:pt x="66072" y="7486"/>
                </a:cubicBezTo>
                <a:cubicBezTo>
                  <a:pt x="77680" y="11944"/>
                  <a:pt x="86591" y="16735"/>
                  <a:pt x="92806" y="21860"/>
                </a:cubicBezTo>
                <a:cubicBezTo>
                  <a:pt x="99022" y="26985"/>
                  <a:pt x="103163" y="32670"/>
                  <a:pt x="105230" y="38914"/>
                </a:cubicBezTo>
                <a:cubicBezTo>
                  <a:pt x="107298" y="45159"/>
                  <a:pt x="106940" y="51905"/>
                  <a:pt x="104156" y="59154"/>
                </a:cubicBezTo>
                <a:cubicBezTo>
                  <a:pt x="100491" y="68698"/>
                  <a:pt x="94192" y="74881"/>
                  <a:pt x="85261" y="77702"/>
                </a:cubicBezTo>
                <a:cubicBezTo>
                  <a:pt x="74521" y="81069"/>
                  <a:pt x="59860" y="79184"/>
                  <a:pt x="41278" y="72048"/>
                </a:cubicBezTo>
                <a:moveTo>
                  <a:pt x="46043" y="59541"/>
                </a:moveTo>
                <a:cubicBezTo>
                  <a:pt x="62241" y="65762"/>
                  <a:pt x="73752" y="68000"/>
                  <a:pt x="80576" y="66255"/>
                </a:cubicBezTo>
                <a:cubicBezTo>
                  <a:pt x="87399" y="64510"/>
                  <a:pt x="91882" y="60846"/>
                  <a:pt x="94026" y="55263"/>
                </a:cubicBezTo>
                <a:cubicBezTo>
                  <a:pt x="96170" y="49681"/>
                  <a:pt x="95280" y="43953"/>
                  <a:pt x="91357" y="38081"/>
                </a:cubicBezTo>
                <a:cubicBezTo>
                  <a:pt x="87434" y="32209"/>
                  <a:pt x="77395" y="26171"/>
                  <a:pt x="61241" y="19967"/>
                </a:cubicBezTo>
                <a:cubicBezTo>
                  <a:pt x="44998" y="13729"/>
                  <a:pt x="33476" y="11487"/>
                  <a:pt x="26676" y="13241"/>
                </a:cubicBezTo>
                <a:cubicBezTo>
                  <a:pt x="19874" y="14994"/>
                  <a:pt x="15384" y="18707"/>
                  <a:pt x="13205" y="24380"/>
                </a:cubicBezTo>
                <a:cubicBezTo>
                  <a:pt x="11061" y="29963"/>
                  <a:pt x="11705" y="35325"/>
                  <a:pt x="15138" y="40466"/>
                </a:cubicBezTo>
                <a:cubicBezTo>
                  <a:pt x="19543" y="46962"/>
                  <a:pt x="29845" y="53321"/>
                  <a:pt x="46043" y="595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6">
            <a:extLst xmlns:a="http://schemas.openxmlformats.org/drawingml/2006/main">
              <a:ext uri="{FF2B5EF4-FFF2-40B4-BE49-F238E27FC236}">
                <a16:creationId xmlns:a16="http://schemas.microsoft.com/office/drawing/2014/main" id="{053DEB67-E2F0-4B11-B1C8-36D8EBEA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07" y="1117248"/>
            <a:ext cx="101796" cy="73279"/>
          </a:xfrm>
          <a:custGeom xmlns:a="http://schemas.openxmlformats.org/drawingml/2006/main">
            <a:pathLst>
              <a:path w="101796" h="73279">
                <a:moveTo>
                  <a:pt x="33011" y="835"/>
                </a:moveTo>
                <a:lnTo>
                  <a:pt x="31116" y="12811"/>
                </a:lnTo>
                <a:cubicBezTo>
                  <a:pt x="26244" y="12755"/>
                  <a:pt x="22531" y="13440"/>
                  <a:pt x="19976" y="14865"/>
                </a:cubicBezTo>
                <a:cubicBezTo>
                  <a:pt x="15855" y="17257"/>
                  <a:pt x="13233" y="20795"/>
                  <a:pt x="12111" y="25480"/>
                </a:cubicBezTo>
                <a:cubicBezTo>
                  <a:pt x="11209" y="29245"/>
                  <a:pt x="11462" y="32801"/>
                  <a:pt x="12871" y="36148"/>
                </a:cubicBezTo>
                <a:cubicBezTo>
                  <a:pt x="14679" y="40516"/>
                  <a:pt x="17918" y="44393"/>
                  <a:pt x="22587" y="47779"/>
                </a:cubicBezTo>
                <a:cubicBezTo>
                  <a:pt x="27255" y="51166"/>
                  <a:pt x="34370" y="54051"/>
                  <a:pt x="43930" y="56433"/>
                </a:cubicBezTo>
                <a:cubicBezTo>
                  <a:pt x="40278" y="52549"/>
                  <a:pt x="37893" y="48298"/>
                  <a:pt x="36778" y="43679"/>
                </a:cubicBezTo>
                <a:cubicBezTo>
                  <a:pt x="35662" y="39060"/>
                  <a:pt x="35644" y="34496"/>
                  <a:pt x="36724" y="29986"/>
                </a:cubicBezTo>
                <a:cubicBezTo>
                  <a:pt x="38612" y="22106"/>
                  <a:pt x="43119" y="16091"/>
                  <a:pt x="50247" y="11942"/>
                </a:cubicBezTo>
                <a:cubicBezTo>
                  <a:pt x="57375" y="7793"/>
                  <a:pt x="65535" y="6820"/>
                  <a:pt x="74730" y="9022"/>
                </a:cubicBezTo>
                <a:cubicBezTo>
                  <a:pt x="80771" y="10469"/>
                  <a:pt x="86074" y="13117"/>
                  <a:pt x="90639" y="16964"/>
                </a:cubicBezTo>
                <a:cubicBezTo>
                  <a:pt x="95203" y="20812"/>
                  <a:pt x="98319" y="25343"/>
                  <a:pt x="99986" y="30557"/>
                </a:cubicBezTo>
                <a:cubicBezTo>
                  <a:pt x="101654" y="35771"/>
                  <a:pt x="101796" y="41267"/>
                  <a:pt x="100411" y="47046"/>
                </a:cubicBezTo>
                <a:cubicBezTo>
                  <a:pt x="98052" y="56897"/>
                  <a:pt x="92507" y="64064"/>
                  <a:pt x="83778" y="68547"/>
                </a:cubicBezTo>
                <a:cubicBezTo>
                  <a:pt x="75047" y="73029"/>
                  <a:pt x="62369" y="73279"/>
                  <a:pt x="45743" y="69297"/>
                </a:cubicBezTo>
                <a:cubicBezTo>
                  <a:pt x="27148" y="64843"/>
                  <a:pt x="14451" y="58168"/>
                  <a:pt x="7653" y="49272"/>
                </a:cubicBezTo>
                <a:cubicBezTo>
                  <a:pt x="1740" y="41513"/>
                  <a:pt x="0" y="32555"/>
                  <a:pt x="2433" y="22398"/>
                </a:cubicBezTo>
                <a:cubicBezTo>
                  <a:pt x="4247" y="14824"/>
                  <a:pt x="7862" y="9128"/>
                  <a:pt x="13279" y="5310"/>
                </a:cubicBezTo>
                <a:cubicBezTo>
                  <a:pt x="18695" y="1492"/>
                  <a:pt x="25273" y="0"/>
                  <a:pt x="33011" y="835"/>
                </a:cubicBezTo>
                <a:moveTo>
                  <a:pt x="62763" y="59000"/>
                </a:moveTo>
                <a:cubicBezTo>
                  <a:pt x="66823" y="59972"/>
                  <a:pt x="70915" y="60038"/>
                  <a:pt x="75039" y="59197"/>
                </a:cubicBezTo>
                <a:cubicBezTo>
                  <a:pt x="79164" y="58357"/>
                  <a:pt x="82570" y="56615"/>
                  <a:pt x="85257" y="53972"/>
                </a:cubicBezTo>
                <a:cubicBezTo>
                  <a:pt x="87943" y="51328"/>
                  <a:pt x="89695" y="48299"/>
                  <a:pt x="90513" y="44884"/>
                </a:cubicBezTo>
                <a:cubicBezTo>
                  <a:pt x="91709" y="39893"/>
                  <a:pt x="90729" y="35121"/>
                  <a:pt x="87573" y="30569"/>
                </a:cubicBezTo>
                <a:cubicBezTo>
                  <a:pt x="84417" y="26017"/>
                  <a:pt x="79391" y="22915"/>
                  <a:pt x="72494" y="21264"/>
                </a:cubicBezTo>
                <a:cubicBezTo>
                  <a:pt x="65858" y="19674"/>
                  <a:pt x="60207" y="20195"/>
                  <a:pt x="55539" y="22827"/>
                </a:cubicBezTo>
                <a:cubicBezTo>
                  <a:pt x="50869" y="25458"/>
                  <a:pt x="47890" y="29467"/>
                  <a:pt x="46600" y="34852"/>
                </a:cubicBezTo>
                <a:cubicBezTo>
                  <a:pt x="45320" y="40193"/>
                  <a:pt x="46145" y="45182"/>
                  <a:pt x="49074" y="49818"/>
                </a:cubicBezTo>
                <a:cubicBezTo>
                  <a:pt x="52001" y="54454"/>
                  <a:pt x="56564" y="57515"/>
                  <a:pt x="62763" y="590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8">
            <a:extLst xmlns:a="http://schemas.openxmlformats.org/drawingml/2006/main">
              <a:ext uri="{FF2B5EF4-FFF2-40B4-BE49-F238E27FC236}">
                <a16:creationId xmlns:a16="http://schemas.microsoft.com/office/drawing/2014/main" id="{E1139E97-A917-492A-A06B-30D6A81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319" y="1043850"/>
            <a:ext cx="102572" cy="73642"/>
          </a:xfrm>
          <a:custGeom xmlns:a="http://schemas.openxmlformats.org/drawingml/2006/main">
            <a:pathLst>
              <a:path w="102572" h="73642">
                <a:moveTo>
                  <a:pt x="43170" y="47460"/>
                </a:moveTo>
                <a:cubicBezTo>
                  <a:pt x="40206" y="51935"/>
                  <a:pt x="36782" y="54957"/>
                  <a:pt x="32898" y="56527"/>
                </a:cubicBezTo>
                <a:cubicBezTo>
                  <a:pt x="29014" y="58096"/>
                  <a:pt x="24758" y="58327"/>
                  <a:pt x="20131" y="57219"/>
                </a:cubicBezTo>
                <a:cubicBezTo>
                  <a:pt x="13146" y="55546"/>
                  <a:pt x="7879" y="51622"/>
                  <a:pt x="4327" y="45448"/>
                </a:cubicBezTo>
                <a:cubicBezTo>
                  <a:pt x="775" y="39273"/>
                  <a:pt x="0" y="32005"/>
                  <a:pt x="2003" y="23643"/>
                </a:cubicBezTo>
                <a:cubicBezTo>
                  <a:pt x="4016" y="15236"/>
                  <a:pt x="8071" y="9055"/>
                  <a:pt x="14165" y="5099"/>
                </a:cubicBezTo>
                <a:cubicBezTo>
                  <a:pt x="20259" y="1142"/>
                  <a:pt x="26798" y="0"/>
                  <a:pt x="33783" y="1673"/>
                </a:cubicBezTo>
                <a:cubicBezTo>
                  <a:pt x="38235" y="2739"/>
                  <a:pt x="41828" y="4838"/>
                  <a:pt x="44563" y="7970"/>
                </a:cubicBezTo>
                <a:cubicBezTo>
                  <a:pt x="47298" y="11102"/>
                  <a:pt x="48989" y="15268"/>
                  <a:pt x="49635" y="20469"/>
                </a:cubicBezTo>
                <a:cubicBezTo>
                  <a:pt x="52980" y="15021"/>
                  <a:pt x="57170" y="11268"/>
                  <a:pt x="62205" y="9210"/>
                </a:cubicBezTo>
                <a:cubicBezTo>
                  <a:pt x="67239" y="7152"/>
                  <a:pt x="72738" y="6837"/>
                  <a:pt x="78700" y="8265"/>
                </a:cubicBezTo>
                <a:cubicBezTo>
                  <a:pt x="86941" y="10239"/>
                  <a:pt x="93169" y="14809"/>
                  <a:pt x="97385" y="21976"/>
                </a:cubicBezTo>
                <a:cubicBezTo>
                  <a:pt x="101601" y="29143"/>
                  <a:pt x="102572" y="37477"/>
                  <a:pt x="100296" y="46977"/>
                </a:cubicBezTo>
                <a:cubicBezTo>
                  <a:pt x="98020" y="56478"/>
                  <a:pt x="93369" y="63465"/>
                  <a:pt x="86341" y="67939"/>
                </a:cubicBezTo>
                <a:cubicBezTo>
                  <a:pt x="79314" y="72413"/>
                  <a:pt x="71592" y="73642"/>
                  <a:pt x="63175" y="71626"/>
                </a:cubicBezTo>
                <a:cubicBezTo>
                  <a:pt x="56907" y="70124"/>
                  <a:pt x="52038" y="67280"/>
                  <a:pt x="48568" y="63093"/>
                </a:cubicBezTo>
                <a:cubicBezTo>
                  <a:pt x="45098" y="58905"/>
                  <a:pt x="43299" y="53694"/>
                  <a:pt x="43170" y="47460"/>
                </a:cubicBezTo>
                <a:moveTo>
                  <a:pt x="22709" y="45059"/>
                </a:moveTo>
                <a:cubicBezTo>
                  <a:pt x="27223" y="46140"/>
                  <a:pt x="31263" y="45557"/>
                  <a:pt x="34831" y="43310"/>
                </a:cubicBezTo>
                <a:cubicBezTo>
                  <a:pt x="38397" y="41063"/>
                  <a:pt x="40741" y="37597"/>
                  <a:pt x="41863" y="32912"/>
                </a:cubicBezTo>
                <a:cubicBezTo>
                  <a:pt x="42954" y="28359"/>
                  <a:pt x="42426" y="24286"/>
                  <a:pt x="40281" y="20694"/>
                </a:cubicBezTo>
                <a:cubicBezTo>
                  <a:pt x="38135" y="17101"/>
                  <a:pt x="35001" y="14811"/>
                  <a:pt x="30879" y="13824"/>
                </a:cubicBezTo>
                <a:cubicBezTo>
                  <a:pt x="26581" y="12794"/>
                  <a:pt x="22609" y="13429"/>
                  <a:pt x="18961" y="15726"/>
                </a:cubicBezTo>
                <a:cubicBezTo>
                  <a:pt x="15314" y="18023"/>
                  <a:pt x="12955" y="21405"/>
                  <a:pt x="11885" y="25871"/>
                </a:cubicBezTo>
                <a:cubicBezTo>
                  <a:pt x="10805" y="30380"/>
                  <a:pt x="11341" y="34467"/>
                  <a:pt x="13493" y="38130"/>
                </a:cubicBezTo>
                <a:cubicBezTo>
                  <a:pt x="15643" y="41793"/>
                  <a:pt x="18715" y="44103"/>
                  <a:pt x="22709" y="45059"/>
                </a:cubicBezTo>
                <a:moveTo>
                  <a:pt x="66089" y="59477"/>
                </a:moveTo>
                <a:cubicBezTo>
                  <a:pt x="69454" y="60283"/>
                  <a:pt x="72902" y="60264"/>
                  <a:pt x="76432" y="59420"/>
                </a:cubicBezTo>
                <a:cubicBezTo>
                  <a:pt x="79961" y="58576"/>
                  <a:pt x="82967" y="56784"/>
                  <a:pt x="85449" y="54045"/>
                </a:cubicBezTo>
                <a:cubicBezTo>
                  <a:pt x="87930" y="51307"/>
                  <a:pt x="89606" y="48120"/>
                  <a:pt x="90477" y="44487"/>
                </a:cubicBezTo>
                <a:cubicBezTo>
                  <a:pt x="91829" y="38839"/>
                  <a:pt x="91133" y="33742"/>
                  <a:pt x="88387" y="29195"/>
                </a:cubicBezTo>
                <a:cubicBezTo>
                  <a:pt x="85639" y="24649"/>
                  <a:pt x="81468" y="21705"/>
                  <a:pt x="75874" y="20365"/>
                </a:cubicBezTo>
                <a:cubicBezTo>
                  <a:pt x="70192" y="19004"/>
                  <a:pt x="65040" y="19772"/>
                  <a:pt x="60418" y="22670"/>
                </a:cubicBezTo>
                <a:cubicBezTo>
                  <a:pt x="55795" y="25567"/>
                  <a:pt x="52802" y="29861"/>
                  <a:pt x="51439" y="35553"/>
                </a:cubicBezTo>
                <a:cubicBezTo>
                  <a:pt x="50107" y="41113"/>
                  <a:pt x="50839" y="46161"/>
                  <a:pt x="53636" y="50696"/>
                </a:cubicBezTo>
                <a:cubicBezTo>
                  <a:pt x="56431" y="55231"/>
                  <a:pt x="60582" y="58158"/>
                  <a:pt x="66089" y="594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.">
            <a:extLst xmlns:a="http://schemas.openxmlformats.org/drawingml/2006/main">
              <a:ext uri="{FF2B5EF4-FFF2-40B4-BE49-F238E27FC236}">
                <a16:creationId xmlns:a16="http://schemas.microsoft.com/office/drawing/2014/main" id="{73DC5293-4F80-4B49-A184-7C75F9F6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45" y="1023922"/>
            <a:ext cx="16753" cy="16703"/>
          </a:xfrm>
          <a:custGeom xmlns:a="http://schemas.openxmlformats.org/drawingml/2006/main">
            <a:pathLst>
              <a:path w="16753" h="16703">
                <a:moveTo>
                  <a:pt x="13529" y="16703"/>
                </a:moveTo>
                <a:lnTo>
                  <a:pt x="0" y="13463"/>
                </a:lnTo>
                <a:lnTo>
                  <a:pt x="3225" y="0"/>
                </a:lnTo>
                <a:lnTo>
                  <a:pt x="16753" y="3240"/>
                </a:lnTo>
                <a:lnTo>
                  <a:pt x="13529" y="167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3">
            <a:extLst xmlns:a="http://schemas.openxmlformats.org/drawingml/2006/main">
              <a:ext uri="{FF2B5EF4-FFF2-40B4-BE49-F238E27FC236}">
                <a16:creationId xmlns:a16="http://schemas.microsoft.com/office/drawing/2014/main" id="{989A46BE-EB78-4AF3-8947-EDCFEF9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82" y="933260"/>
            <a:ext cx="102425" cy="71543"/>
          </a:xfrm>
          <a:custGeom xmlns:a="http://schemas.openxmlformats.org/drawingml/2006/main">
            <a:pathLst>
              <a:path w="102425" h="71543">
                <a:moveTo>
                  <a:pt x="65662" y="70407"/>
                </a:moveTo>
                <a:lnTo>
                  <a:pt x="66917" y="58209"/>
                </a:lnTo>
                <a:cubicBezTo>
                  <a:pt x="73941" y="58456"/>
                  <a:pt x="79321" y="57302"/>
                  <a:pt x="83058" y="54749"/>
                </a:cubicBezTo>
                <a:cubicBezTo>
                  <a:pt x="86794" y="52195"/>
                  <a:pt x="89223" y="48575"/>
                  <a:pt x="90346" y="43891"/>
                </a:cubicBezTo>
                <a:cubicBezTo>
                  <a:pt x="91677" y="38331"/>
                  <a:pt x="90879" y="33174"/>
                  <a:pt x="87951" y="28422"/>
                </a:cubicBezTo>
                <a:cubicBezTo>
                  <a:pt x="85022" y="23670"/>
                  <a:pt x="80717" y="20614"/>
                  <a:pt x="75035" y="19253"/>
                </a:cubicBezTo>
                <a:cubicBezTo>
                  <a:pt x="69614" y="17954"/>
                  <a:pt x="64721" y="18657"/>
                  <a:pt x="60354" y="21361"/>
                </a:cubicBezTo>
                <a:cubicBezTo>
                  <a:pt x="55985" y="24064"/>
                  <a:pt x="53146" y="28152"/>
                  <a:pt x="51835" y="33625"/>
                </a:cubicBezTo>
                <a:cubicBezTo>
                  <a:pt x="51300" y="35858"/>
                  <a:pt x="51072" y="38743"/>
                  <a:pt x="51151" y="42280"/>
                </a:cubicBezTo>
                <a:lnTo>
                  <a:pt x="41089" y="38481"/>
                </a:lnTo>
                <a:cubicBezTo>
                  <a:pt x="41365" y="37714"/>
                  <a:pt x="41561" y="37090"/>
                  <a:pt x="41676" y="36608"/>
                </a:cubicBezTo>
                <a:cubicBezTo>
                  <a:pt x="42882" y="31573"/>
                  <a:pt x="42665" y="26730"/>
                  <a:pt x="41025" y="22078"/>
                </a:cubicBezTo>
                <a:cubicBezTo>
                  <a:pt x="39385" y="17426"/>
                  <a:pt x="35852" y="14451"/>
                  <a:pt x="30425" y="13151"/>
                </a:cubicBezTo>
                <a:cubicBezTo>
                  <a:pt x="26128" y="12122"/>
                  <a:pt x="22217" y="12736"/>
                  <a:pt x="18694" y="14993"/>
                </a:cubicBezTo>
                <a:cubicBezTo>
                  <a:pt x="15168" y="17251"/>
                  <a:pt x="12850" y="20700"/>
                  <a:pt x="11738" y="25341"/>
                </a:cubicBezTo>
                <a:cubicBezTo>
                  <a:pt x="10637" y="29938"/>
                  <a:pt x="11165" y="34115"/>
                  <a:pt x="13320" y="37871"/>
                </a:cubicBezTo>
                <a:cubicBezTo>
                  <a:pt x="15476" y="41628"/>
                  <a:pt x="19338" y="44637"/>
                  <a:pt x="24908" y="46896"/>
                </a:cubicBezTo>
                <a:lnTo>
                  <a:pt x="19975" y="58214"/>
                </a:lnTo>
                <a:cubicBezTo>
                  <a:pt x="12355" y="54861"/>
                  <a:pt x="6969" y="50099"/>
                  <a:pt x="3817" y="43928"/>
                </a:cubicBezTo>
                <a:cubicBezTo>
                  <a:pt x="664" y="37756"/>
                  <a:pt x="0" y="30862"/>
                  <a:pt x="1825" y="23244"/>
                </a:cubicBezTo>
                <a:cubicBezTo>
                  <a:pt x="3083" y="17990"/>
                  <a:pt x="5366" y="13421"/>
                  <a:pt x="8673" y="9538"/>
                </a:cubicBezTo>
                <a:cubicBezTo>
                  <a:pt x="11980" y="5654"/>
                  <a:pt x="15857" y="3007"/>
                  <a:pt x="20303" y="1595"/>
                </a:cubicBezTo>
                <a:cubicBezTo>
                  <a:pt x="24749" y="183"/>
                  <a:pt x="29154" y="0"/>
                  <a:pt x="33520" y="1046"/>
                </a:cubicBezTo>
                <a:cubicBezTo>
                  <a:pt x="37667" y="2039"/>
                  <a:pt x="41176" y="4060"/>
                  <a:pt x="44046" y="7108"/>
                </a:cubicBezTo>
                <a:cubicBezTo>
                  <a:pt x="46916" y="10157"/>
                  <a:pt x="48830" y="14110"/>
                  <a:pt x="49790" y="18970"/>
                </a:cubicBezTo>
                <a:cubicBezTo>
                  <a:pt x="52467" y="13593"/>
                  <a:pt x="56251" y="9823"/>
                  <a:pt x="61144" y="7662"/>
                </a:cubicBezTo>
                <a:cubicBezTo>
                  <a:pt x="66036" y="5501"/>
                  <a:pt x="71591" y="5165"/>
                  <a:pt x="77808" y="6654"/>
                </a:cubicBezTo>
                <a:cubicBezTo>
                  <a:pt x="86214" y="8667"/>
                  <a:pt x="92605" y="13439"/>
                  <a:pt x="96982" y="20968"/>
                </a:cubicBezTo>
                <a:cubicBezTo>
                  <a:pt x="101358" y="28497"/>
                  <a:pt x="102425" y="36947"/>
                  <a:pt x="100181" y="46316"/>
                </a:cubicBezTo>
                <a:cubicBezTo>
                  <a:pt x="98157" y="54766"/>
                  <a:pt x="93953" y="61177"/>
                  <a:pt x="87568" y="65551"/>
                </a:cubicBezTo>
                <a:cubicBezTo>
                  <a:pt x="81184" y="69924"/>
                  <a:pt x="73882" y="71543"/>
                  <a:pt x="65662" y="7040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6">
            <a:extLst xmlns:a="http://schemas.openxmlformats.org/drawingml/2006/main">
              <a:ext uri="{FF2B5EF4-FFF2-40B4-BE49-F238E27FC236}">
                <a16:creationId xmlns:a16="http://schemas.microsoft.com/office/drawing/2014/main" id="{77280C22-CF72-4A43-AE21-0BEBE0F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724" y="1216317"/>
            <a:ext cx="102158" cy="69225"/>
          </a:xfrm>
          <a:custGeom xmlns:a="http://schemas.openxmlformats.org/drawingml/2006/main">
            <a:pathLst>
              <a:path w="102158" h="69225">
                <a:moveTo>
                  <a:pt x="29690" y="61"/>
                </a:moveTo>
                <a:lnTo>
                  <a:pt x="28997" y="12166"/>
                </a:lnTo>
                <a:cubicBezTo>
                  <a:pt x="24144" y="12595"/>
                  <a:pt x="20517" y="13646"/>
                  <a:pt x="18117" y="15318"/>
                </a:cubicBezTo>
                <a:cubicBezTo>
                  <a:pt x="14254" y="18109"/>
                  <a:pt x="11997" y="21890"/>
                  <a:pt x="11347" y="26663"/>
                </a:cubicBezTo>
                <a:cubicBezTo>
                  <a:pt x="10824" y="30500"/>
                  <a:pt x="11430" y="34013"/>
                  <a:pt x="13165" y="37203"/>
                </a:cubicBezTo>
                <a:cubicBezTo>
                  <a:pt x="15399" y="41369"/>
                  <a:pt x="19007" y="44905"/>
                  <a:pt x="23990" y="47810"/>
                </a:cubicBezTo>
                <a:cubicBezTo>
                  <a:pt x="28972" y="50715"/>
                  <a:pt x="36339" y="52878"/>
                  <a:pt x="46089" y="54297"/>
                </a:cubicBezTo>
                <a:cubicBezTo>
                  <a:pt x="42068" y="50796"/>
                  <a:pt x="39272" y="46803"/>
                  <a:pt x="37702" y="42318"/>
                </a:cubicBezTo>
                <a:cubicBezTo>
                  <a:pt x="36132" y="37833"/>
                  <a:pt x="35661" y="33293"/>
                  <a:pt x="36287" y="28698"/>
                </a:cubicBezTo>
                <a:cubicBezTo>
                  <a:pt x="37381" y="20669"/>
                  <a:pt x="41267" y="14235"/>
                  <a:pt x="47947" y="9398"/>
                </a:cubicBezTo>
                <a:cubicBezTo>
                  <a:pt x="54626" y="4560"/>
                  <a:pt x="62650" y="2779"/>
                  <a:pt x="72017" y="4056"/>
                </a:cubicBezTo>
                <a:cubicBezTo>
                  <a:pt x="78173" y="4894"/>
                  <a:pt x="83714" y="7001"/>
                  <a:pt x="88638" y="10375"/>
                </a:cubicBezTo>
                <a:cubicBezTo>
                  <a:pt x="93563" y="13750"/>
                  <a:pt x="97114" y="17948"/>
                  <a:pt x="99292" y="22970"/>
                </a:cubicBezTo>
                <a:cubicBezTo>
                  <a:pt x="101470" y="27992"/>
                  <a:pt x="102158" y="33448"/>
                  <a:pt x="101356" y="39336"/>
                </a:cubicBezTo>
                <a:cubicBezTo>
                  <a:pt x="99989" y="49373"/>
                  <a:pt x="95185" y="57056"/>
                  <a:pt x="86945" y="62385"/>
                </a:cubicBezTo>
                <a:cubicBezTo>
                  <a:pt x="78703" y="67714"/>
                  <a:pt x="66112" y="69225"/>
                  <a:pt x="49172" y="66917"/>
                </a:cubicBezTo>
                <a:cubicBezTo>
                  <a:pt x="30226" y="64335"/>
                  <a:pt x="16929" y="58957"/>
                  <a:pt x="9279" y="50781"/>
                </a:cubicBezTo>
                <a:cubicBezTo>
                  <a:pt x="2623" y="43649"/>
                  <a:pt x="0" y="34909"/>
                  <a:pt x="1410" y="24560"/>
                </a:cubicBezTo>
                <a:cubicBezTo>
                  <a:pt x="2462" y="16843"/>
                  <a:pt x="5492" y="10815"/>
                  <a:pt x="10502" y="6477"/>
                </a:cubicBezTo>
                <a:cubicBezTo>
                  <a:pt x="15512" y="2139"/>
                  <a:pt x="21908" y="0"/>
                  <a:pt x="29690" y="61"/>
                </a:cubicBezTo>
                <a:moveTo>
                  <a:pt x="65084" y="54977"/>
                </a:moveTo>
                <a:cubicBezTo>
                  <a:pt x="69220" y="55540"/>
                  <a:pt x="73298" y="55198"/>
                  <a:pt x="77319" y="53952"/>
                </a:cubicBezTo>
                <a:cubicBezTo>
                  <a:pt x="81339" y="52705"/>
                  <a:pt x="84555" y="50632"/>
                  <a:pt x="86966" y="47735"/>
                </a:cubicBezTo>
                <a:cubicBezTo>
                  <a:pt x="89376" y="44837"/>
                  <a:pt x="90818" y="41649"/>
                  <a:pt x="91292" y="38169"/>
                </a:cubicBezTo>
                <a:cubicBezTo>
                  <a:pt x="91985" y="33084"/>
                  <a:pt x="90535" y="28434"/>
                  <a:pt x="86942" y="24218"/>
                </a:cubicBezTo>
                <a:cubicBezTo>
                  <a:pt x="83349" y="20003"/>
                  <a:pt x="78038" y="17416"/>
                  <a:pt x="71011" y="16459"/>
                </a:cubicBezTo>
                <a:cubicBezTo>
                  <a:pt x="64250" y="15538"/>
                  <a:pt x="58678" y="16619"/>
                  <a:pt x="54295" y="19702"/>
                </a:cubicBezTo>
                <a:cubicBezTo>
                  <a:pt x="49911" y="22785"/>
                  <a:pt x="47345" y="27070"/>
                  <a:pt x="46597" y="32557"/>
                </a:cubicBezTo>
                <a:cubicBezTo>
                  <a:pt x="45856" y="37999"/>
                  <a:pt x="47173" y="42881"/>
                  <a:pt x="50548" y="47203"/>
                </a:cubicBezTo>
                <a:cubicBezTo>
                  <a:pt x="53922" y="51525"/>
                  <a:pt x="58768" y="54116"/>
                  <a:pt x="65084" y="549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5">
            <a:extLst xmlns:a="http://schemas.openxmlformats.org/drawingml/2006/main">
              <a:ext uri="{FF2B5EF4-FFF2-40B4-BE49-F238E27FC236}">
                <a16:creationId xmlns:a16="http://schemas.microsoft.com/office/drawing/2014/main" id="{F135F23B-F496-4A8B-BB24-DE343ED7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85" y="1139142"/>
            <a:ext cx="102686" cy="70428"/>
          </a:xfrm>
          <a:custGeom xmlns:a="http://schemas.openxmlformats.org/drawingml/2006/main">
            <a:pathLst>
              <a:path w="102686" h="70428">
                <a:moveTo>
                  <a:pt x="69475" y="70104"/>
                </a:moveTo>
                <a:lnTo>
                  <a:pt x="70127" y="57312"/>
                </a:lnTo>
                <a:cubicBezTo>
                  <a:pt x="76390" y="57211"/>
                  <a:pt x="81298" y="55664"/>
                  <a:pt x="84852" y="52673"/>
                </a:cubicBezTo>
                <a:cubicBezTo>
                  <a:pt x="88405" y="49681"/>
                  <a:pt x="90509" y="45776"/>
                  <a:pt x="91166" y="40958"/>
                </a:cubicBezTo>
                <a:cubicBezTo>
                  <a:pt x="91956" y="35159"/>
                  <a:pt x="90442" y="29955"/>
                  <a:pt x="86625" y="25346"/>
                </a:cubicBezTo>
                <a:cubicBezTo>
                  <a:pt x="82806" y="20736"/>
                  <a:pt x="77288" y="17940"/>
                  <a:pt x="70073" y="16957"/>
                </a:cubicBezTo>
                <a:cubicBezTo>
                  <a:pt x="63213" y="16022"/>
                  <a:pt x="57538" y="17214"/>
                  <a:pt x="53048" y="20532"/>
                </a:cubicBezTo>
                <a:cubicBezTo>
                  <a:pt x="48557" y="23851"/>
                  <a:pt x="45887" y="28633"/>
                  <a:pt x="45036" y="34878"/>
                </a:cubicBezTo>
                <a:cubicBezTo>
                  <a:pt x="44507" y="38759"/>
                  <a:pt x="44905" y="42380"/>
                  <a:pt x="46229" y="45741"/>
                </a:cubicBezTo>
                <a:cubicBezTo>
                  <a:pt x="47553" y="49101"/>
                  <a:pt x="49489" y="51864"/>
                  <a:pt x="52036" y="54029"/>
                </a:cubicBezTo>
                <a:lnTo>
                  <a:pt x="49024" y="65136"/>
                </a:lnTo>
                <a:lnTo>
                  <a:pt x="0" y="48779"/>
                </a:lnTo>
                <a:lnTo>
                  <a:pt x="6646" y="0"/>
                </a:lnTo>
                <a:lnTo>
                  <a:pt x="18021" y="1550"/>
                </a:lnTo>
                <a:lnTo>
                  <a:pt x="12688" y="40694"/>
                </a:lnTo>
                <a:lnTo>
                  <a:pt x="38398" y="49581"/>
                </a:lnTo>
                <a:cubicBezTo>
                  <a:pt x="35141" y="43139"/>
                  <a:pt x="33953" y="36685"/>
                  <a:pt x="34834" y="30216"/>
                </a:cubicBezTo>
                <a:cubicBezTo>
                  <a:pt x="36001" y="21652"/>
                  <a:pt x="39956" y="14830"/>
                  <a:pt x="46698" y="9751"/>
                </a:cubicBezTo>
                <a:cubicBezTo>
                  <a:pt x="53439" y="4672"/>
                  <a:pt x="61475" y="2768"/>
                  <a:pt x="70806" y="4039"/>
                </a:cubicBezTo>
                <a:cubicBezTo>
                  <a:pt x="79693" y="5250"/>
                  <a:pt x="87021" y="8884"/>
                  <a:pt x="92790" y="14940"/>
                </a:cubicBezTo>
                <a:cubicBezTo>
                  <a:pt x="99881" y="22313"/>
                  <a:pt x="102686" y="31441"/>
                  <a:pt x="101203" y="42326"/>
                </a:cubicBezTo>
                <a:cubicBezTo>
                  <a:pt x="99987" y="51248"/>
                  <a:pt x="96491" y="58189"/>
                  <a:pt x="90713" y="63149"/>
                </a:cubicBezTo>
                <a:cubicBezTo>
                  <a:pt x="84936" y="68110"/>
                  <a:pt x="77856" y="70428"/>
                  <a:pt x="69475" y="701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.">
            <a:extLst xmlns:a="http://schemas.openxmlformats.org/drawingml/2006/main">
              <a:ext uri="{FF2B5EF4-FFF2-40B4-BE49-F238E27FC236}">
                <a16:creationId xmlns:a16="http://schemas.microsoft.com/office/drawing/2014/main" id="{D9F7EEE0-2385-4D73-888D-5553530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05" y="1114219"/>
            <a:ext cx="15653" cy="15595"/>
          </a:xfrm>
          <a:custGeom xmlns:a="http://schemas.openxmlformats.org/drawingml/2006/main">
            <a:pathLst>
              <a:path w="15653" h="15595">
                <a:moveTo>
                  <a:pt x="13784" y="15595"/>
                </a:moveTo>
                <a:lnTo>
                  <a:pt x="0" y="13717"/>
                </a:lnTo>
                <a:lnTo>
                  <a:pt x="1869" y="0"/>
                </a:lnTo>
                <a:lnTo>
                  <a:pt x="15653" y="1878"/>
                </a:lnTo>
                <a:lnTo>
                  <a:pt x="13784" y="15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7">
            <a:extLst xmlns:a="http://schemas.openxmlformats.org/drawingml/2006/main">
              <a:ext uri="{FF2B5EF4-FFF2-40B4-BE49-F238E27FC236}">
                <a16:creationId xmlns:a16="http://schemas.microsoft.com/office/drawing/2014/main" id="{68D8BAB4-5665-4FFC-BBA0-1355E987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080" y="1020972"/>
            <a:ext cx="100445" cy="65077"/>
          </a:xfrm>
          <a:custGeom xmlns:a="http://schemas.openxmlformats.org/drawingml/2006/main">
            <a:pathLst>
              <a:path w="100445" h="65077">
                <a:moveTo>
                  <a:pt x="11576" y="65077"/>
                </a:moveTo>
                <a:lnTo>
                  <a:pt x="0" y="63500"/>
                </a:lnTo>
                <a:lnTo>
                  <a:pt x="8652" y="0"/>
                </a:lnTo>
                <a:lnTo>
                  <a:pt x="18019" y="1276"/>
                </a:lnTo>
                <a:cubicBezTo>
                  <a:pt x="23821" y="8428"/>
                  <a:pt x="31817" y="15822"/>
                  <a:pt x="42008" y="23458"/>
                </a:cubicBezTo>
                <a:cubicBezTo>
                  <a:pt x="52199" y="31094"/>
                  <a:pt x="62892" y="37378"/>
                  <a:pt x="74087" y="42311"/>
                </a:cubicBezTo>
                <a:cubicBezTo>
                  <a:pt x="81974" y="45839"/>
                  <a:pt x="90760" y="48604"/>
                  <a:pt x="100445" y="50605"/>
                </a:cubicBezTo>
                <a:lnTo>
                  <a:pt x="98758" y="62984"/>
                </a:lnTo>
                <a:cubicBezTo>
                  <a:pt x="91054" y="61798"/>
                  <a:pt x="81930" y="59010"/>
                  <a:pt x="71388" y="54620"/>
                </a:cubicBezTo>
                <a:cubicBezTo>
                  <a:pt x="60844" y="50230"/>
                  <a:pt x="50864" y="44633"/>
                  <a:pt x="41447" y="37830"/>
                </a:cubicBezTo>
                <a:cubicBezTo>
                  <a:pt x="32028" y="31026"/>
                  <a:pt x="24253" y="24094"/>
                  <a:pt x="18122" y="17034"/>
                </a:cubicBezTo>
                <a:lnTo>
                  <a:pt x="11576" y="65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6">
            <a:extLst xmlns:a="http://schemas.openxmlformats.org/drawingml/2006/main">
              <a:ext uri="{FF2B5EF4-FFF2-40B4-BE49-F238E27FC236}">
                <a16:creationId xmlns:a16="http://schemas.microsoft.com/office/drawing/2014/main" id="{47AE4E89-F838-4BA2-A162-E1E0BA9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50" y="1212163"/>
            <a:ext cx="101840" cy="66618"/>
          </a:xfrm>
          <a:custGeom xmlns:a="http://schemas.openxmlformats.org/drawingml/2006/main">
            <a:pathLst>
              <a:path w="101840" h="66618">
                <a:moveTo>
                  <a:pt x="27334" y="0"/>
                </a:moveTo>
                <a:lnTo>
                  <a:pt x="27438" y="12125"/>
                </a:lnTo>
                <a:cubicBezTo>
                  <a:pt x="22624" y="12872"/>
                  <a:pt x="19074" y="14159"/>
                  <a:pt x="16789" y="15985"/>
                </a:cubicBezTo>
                <a:cubicBezTo>
                  <a:pt x="13118" y="19024"/>
                  <a:pt x="11114" y="22946"/>
                  <a:pt x="10780" y="27751"/>
                </a:cubicBezTo>
                <a:cubicBezTo>
                  <a:pt x="10510" y="31614"/>
                  <a:pt x="11346" y="35079"/>
                  <a:pt x="13287" y="38148"/>
                </a:cubicBezTo>
                <a:cubicBezTo>
                  <a:pt x="15790" y="42158"/>
                  <a:pt x="19623" y="45449"/>
                  <a:pt x="24786" y="48020"/>
                </a:cubicBezTo>
                <a:cubicBezTo>
                  <a:pt x="29949" y="50592"/>
                  <a:pt x="37442" y="52265"/>
                  <a:pt x="47264" y="53040"/>
                </a:cubicBezTo>
                <a:cubicBezTo>
                  <a:pt x="43021" y="49810"/>
                  <a:pt x="39969" y="46010"/>
                  <a:pt x="38108" y="41638"/>
                </a:cubicBezTo>
                <a:cubicBezTo>
                  <a:pt x="36246" y="37266"/>
                  <a:pt x="35477" y="32767"/>
                  <a:pt x="35799" y="28141"/>
                </a:cubicBezTo>
                <a:cubicBezTo>
                  <a:pt x="36363" y="20057"/>
                  <a:pt x="39818" y="13382"/>
                  <a:pt x="46164" y="8116"/>
                </a:cubicBezTo>
                <a:cubicBezTo>
                  <a:pt x="52511" y="2849"/>
                  <a:pt x="60400" y="545"/>
                  <a:pt x="69831" y="1202"/>
                </a:cubicBezTo>
                <a:cubicBezTo>
                  <a:pt x="76029" y="1634"/>
                  <a:pt x="81696" y="3372"/>
                  <a:pt x="86832" y="6415"/>
                </a:cubicBezTo>
                <a:cubicBezTo>
                  <a:pt x="91967" y="9458"/>
                  <a:pt x="95787" y="13413"/>
                  <a:pt x="98291" y="18281"/>
                </a:cubicBezTo>
                <a:cubicBezTo>
                  <a:pt x="100795" y="23149"/>
                  <a:pt x="101840" y="28547"/>
                  <a:pt x="101427" y="34476"/>
                </a:cubicBezTo>
                <a:cubicBezTo>
                  <a:pt x="100723" y="44581"/>
                  <a:pt x="96435" y="52563"/>
                  <a:pt x="88563" y="58423"/>
                </a:cubicBezTo>
                <a:cubicBezTo>
                  <a:pt x="80690" y="64282"/>
                  <a:pt x="68226" y="66618"/>
                  <a:pt x="51171" y="65429"/>
                </a:cubicBezTo>
                <a:cubicBezTo>
                  <a:pt x="32096" y="64100"/>
                  <a:pt x="18474" y="59607"/>
                  <a:pt x="10303" y="51953"/>
                </a:cubicBezTo>
                <a:cubicBezTo>
                  <a:pt x="3192" y="45274"/>
                  <a:pt x="0" y="36726"/>
                  <a:pt x="726" y="26306"/>
                </a:cubicBezTo>
                <a:cubicBezTo>
                  <a:pt x="1268" y="18537"/>
                  <a:pt x="3895" y="12323"/>
                  <a:pt x="8609" y="7664"/>
                </a:cubicBezTo>
                <a:cubicBezTo>
                  <a:pt x="13322" y="3006"/>
                  <a:pt x="19564" y="451"/>
                  <a:pt x="27334" y="0"/>
                </a:cubicBezTo>
                <a:moveTo>
                  <a:pt x="66262" y="52468"/>
                </a:moveTo>
                <a:cubicBezTo>
                  <a:pt x="70426" y="52759"/>
                  <a:pt x="74473" y="52149"/>
                  <a:pt x="78403" y="50641"/>
                </a:cubicBezTo>
                <a:cubicBezTo>
                  <a:pt x="82333" y="49132"/>
                  <a:pt x="85406" y="46853"/>
                  <a:pt x="87621" y="43803"/>
                </a:cubicBezTo>
                <a:cubicBezTo>
                  <a:pt x="89835" y="40753"/>
                  <a:pt x="91064" y="37477"/>
                  <a:pt x="91308" y="33973"/>
                </a:cubicBezTo>
                <a:cubicBezTo>
                  <a:pt x="91665" y="28854"/>
                  <a:pt x="89912" y="24309"/>
                  <a:pt x="86049" y="20339"/>
                </a:cubicBezTo>
                <a:cubicBezTo>
                  <a:pt x="82187" y="16369"/>
                  <a:pt x="76718" y="14138"/>
                  <a:pt x="69643" y="13645"/>
                </a:cubicBezTo>
                <a:cubicBezTo>
                  <a:pt x="62836" y="13170"/>
                  <a:pt x="57348" y="14615"/>
                  <a:pt x="53177" y="17980"/>
                </a:cubicBezTo>
                <a:cubicBezTo>
                  <a:pt x="49005" y="21345"/>
                  <a:pt x="46726" y="25789"/>
                  <a:pt x="46341" y="31313"/>
                </a:cubicBezTo>
                <a:cubicBezTo>
                  <a:pt x="45959" y="36792"/>
                  <a:pt x="47595" y="41577"/>
                  <a:pt x="51247" y="45668"/>
                </a:cubicBezTo>
                <a:cubicBezTo>
                  <a:pt x="54898" y="49758"/>
                  <a:pt x="59903" y="52025"/>
                  <a:pt x="66262" y="5246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4">
            <a:extLst xmlns:a="http://schemas.openxmlformats.org/drawingml/2006/main">
              <a:ext uri="{FF2B5EF4-FFF2-40B4-BE49-F238E27FC236}">
                <a16:creationId xmlns:a16="http://schemas.microsoft.com/office/drawing/2014/main" id="{47792FC3-C82F-424A-931F-5D1D9B8A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959" y="1136809"/>
            <a:ext cx="99450" cy="69084"/>
          </a:xfrm>
          <a:custGeom xmlns:a="http://schemas.openxmlformats.org/drawingml/2006/main">
            <a:pathLst>
              <a:path w="99450" h="69084">
                <a:moveTo>
                  <a:pt x="98605" y="27887"/>
                </a:moveTo>
                <a:lnTo>
                  <a:pt x="74959" y="26239"/>
                </a:lnTo>
                <a:lnTo>
                  <a:pt x="71973" y="69084"/>
                </a:lnTo>
                <a:lnTo>
                  <a:pt x="60857" y="68310"/>
                </a:lnTo>
                <a:lnTo>
                  <a:pt x="0" y="18781"/>
                </a:lnTo>
                <a:lnTo>
                  <a:pt x="690" y="8878"/>
                </a:lnTo>
                <a:lnTo>
                  <a:pt x="64689" y="13339"/>
                </a:lnTo>
                <a:lnTo>
                  <a:pt x="65618" y="0"/>
                </a:lnTo>
                <a:lnTo>
                  <a:pt x="76734" y="775"/>
                </a:lnTo>
                <a:lnTo>
                  <a:pt x="75804" y="14113"/>
                </a:lnTo>
                <a:lnTo>
                  <a:pt x="99450" y="15761"/>
                </a:lnTo>
                <a:lnTo>
                  <a:pt x="98605" y="27887"/>
                </a:lnTo>
                <a:moveTo>
                  <a:pt x="63843" y="25465"/>
                </a:moveTo>
                <a:lnTo>
                  <a:pt x="19314" y="22361"/>
                </a:lnTo>
                <a:lnTo>
                  <a:pt x="61688" y="56386"/>
                </a:lnTo>
                <a:lnTo>
                  <a:pt x="63843" y="254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.">
            <a:extLst xmlns:a="http://schemas.openxmlformats.org/drawingml/2006/main">
              <a:ext uri="{FF2B5EF4-FFF2-40B4-BE49-F238E27FC236}">
                <a16:creationId xmlns:a16="http://schemas.microsoft.com/office/drawing/2014/main" id="{32D013A6-E39D-4E7C-935A-A781444D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797" y="1105276"/>
            <a:ext cx="14840" cy="14777"/>
          </a:xfrm>
          <a:custGeom xmlns:a="http://schemas.openxmlformats.org/drawingml/2006/main">
            <a:pathLst>
              <a:path w="14840" h="14777">
                <a:moveTo>
                  <a:pt x="13878" y="14777"/>
                </a:moveTo>
                <a:lnTo>
                  <a:pt x="0" y="13810"/>
                </a:lnTo>
                <a:lnTo>
                  <a:pt x="963" y="0"/>
                </a:lnTo>
                <a:lnTo>
                  <a:pt x="14840" y="967"/>
                </a:lnTo>
                <a:lnTo>
                  <a:pt x="13878" y="147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4">
            <a:extLst xmlns:a="http://schemas.openxmlformats.org/drawingml/2006/main">
              <a:ext uri="{FF2B5EF4-FFF2-40B4-BE49-F238E27FC236}">
                <a16:creationId xmlns:a16="http://schemas.microsoft.com/office/drawing/2014/main" id="{04322289-8960-4025-814C-91F306A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979" y="1021744"/>
            <a:ext cx="99450" cy="69084"/>
          </a:xfrm>
          <a:custGeom xmlns:a="http://schemas.openxmlformats.org/drawingml/2006/main">
            <a:pathLst>
              <a:path w="99450" h="69084">
                <a:moveTo>
                  <a:pt x="98605" y="27887"/>
                </a:moveTo>
                <a:lnTo>
                  <a:pt x="74959" y="26239"/>
                </a:lnTo>
                <a:lnTo>
                  <a:pt x="71973" y="69084"/>
                </a:lnTo>
                <a:lnTo>
                  <a:pt x="60857" y="68310"/>
                </a:lnTo>
                <a:lnTo>
                  <a:pt x="0" y="18781"/>
                </a:lnTo>
                <a:lnTo>
                  <a:pt x="690" y="8878"/>
                </a:lnTo>
                <a:lnTo>
                  <a:pt x="64689" y="13339"/>
                </a:lnTo>
                <a:lnTo>
                  <a:pt x="65618" y="0"/>
                </a:lnTo>
                <a:lnTo>
                  <a:pt x="76734" y="775"/>
                </a:lnTo>
                <a:lnTo>
                  <a:pt x="75804" y="14113"/>
                </a:lnTo>
                <a:lnTo>
                  <a:pt x="99450" y="15761"/>
                </a:lnTo>
                <a:lnTo>
                  <a:pt x="98605" y="27887"/>
                </a:lnTo>
                <a:moveTo>
                  <a:pt x="63843" y="25465"/>
                </a:moveTo>
                <a:lnTo>
                  <a:pt x="19314" y="22361"/>
                </a:lnTo>
                <a:lnTo>
                  <a:pt x="61688" y="56386"/>
                </a:lnTo>
                <a:lnTo>
                  <a:pt x="63843" y="254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6">
            <a:extLst xmlns:a="http://schemas.openxmlformats.org/drawingml/2006/main">
              <a:ext uri="{FF2B5EF4-FFF2-40B4-BE49-F238E27FC236}">
                <a16:creationId xmlns:a16="http://schemas.microsoft.com/office/drawing/2014/main" id="{66A5039E-A3F1-4C36-B758-6BC2E4AA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41" y="1282500"/>
            <a:ext cx="113603" cy="113423"/>
          </a:xfrm>
          <a:custGeom xmlns:a="http://schemas.openxmlformats.org/drawingml/2006/main">
            <a:pathLst>
              <a:path w="113603" h="113423">
                <a:moveTo>
                  <a:pt x="105237" y="59174"/>
                </a:moveTo>
                <a:lnTo>
                  <a:pt x="93642" y="49565"/>
                </a:lnTo>
                <a:cubicBezTo>
                  <a:pt x="96788" y="44395"/>
                  <a:pt x="98409" y="39994"/>
                  <a:pt x="98505" y="36362"/>
                </a:cubicBezTo>
                <a:cubicBezTo>
                  <a:pt x="98560" y="30444"/>
                  <a:pt x="96440" y="25401"/>
                  <a:pt x="92146" y="21235"/>
                </a:cubicBezTo>
                <a:cubicBezTo>
                  <a:pt x="88695" y="17887"/>
                  <a:pt x="84735" y="15905"/>
                  <a:pt x="80268" y="15291"/>
                </a:cubicBezTo>
                <a:cubicBezTo>
                  <a:pt x="74456" y="14456"/>
                  <a:pt x="68262" y="15460"/>
                  <a:pt x="61687" y="18302"/>
                </a:cubicBezTo>
                <a:cubicBezTo>
                  <a:pt x="55111" y="21145"/>
                  <a:pt x="47523" y="26919"/>
                  <a:pt x="38922" y="35624"/>
                </a:cubicBezTo>
                <a:cubicBezTo>
                  <a:pt x="45385" y="34181"/>
                  <a:pt x="51437" y="34327"/>
                  <a:pt x="57079" y="36061"/>
                </a:cubicBezTo>
                <a:cubicBezTo>
                  <a:pt x="62720" y="37794"/>
                  <a:pt x="67607" y="40666"/>
                  <a:pt x="71741" y="44676"/>
                </a:cubicBezTo>
                <a:cubicBezTo>
                  <a:pt x="78965" y="51685"/>
                  <a:pt x="82535" y="60310"/>
                  <a:pt x="82453" y="70553"/>
                </a:cubicBezTo>
                <a:cubicBezTo>
                  <a:pt x="82371" y="80796"/>
                  <a:pt x="78241" y="90131"/>
                  <a:pt x="70065" y="98559"/>
                </a:cubicBezTo>
                <a:cubicBezTo>
                  <a:pt x="64692" y="104097"/>
                  <a:pt x="58505" y="108086"/>
                  <a:pt x="51503" y="110525"/>
                </a:cubicBezTo>
                <a:cubicBezTo>
                  <a:pt x="44501" y="112964"/>
                  <a:pt x="37687" y="113423"/>
                  <a:pt x="31060" y="111902"/>
                </a:cubicBezTo>
                <a:cubicBezTo>
                  <a:pt x="24434" y="110381"/>
                  <a:pt x="18472" y="107050"/>
                  <a:pt x="13174" y="101911"/>
                </a:cubicBezTo>
                <a:cubicBezTo>
                  <a:pt x="4145" y="93150"/>
                  <a:pt x="0" y="82687"/>
                  <a:pt x="740" y="70522"/>
                </a:cubicBezTo>
                <a:cubicBezTo>
                  <a:pt x="1482" y="58355"/>
                  <a:pt x="9245" y="44651"/>
                  <a:pt x="24031" y="29411"/>
                </a:cubicBezTo>
                <a:cubicBezTo>
                  <a:pt x="40568" y="12367"/>
                  <a:pt x="55741" y="3031"/>
                  <a:pt x="69551" y="1403"/>
                </a:cubicBezTo>
                <a:cubicBezTo>
                  <a:pt x="81586" y="0"/>
                  <a:pt x="92258" y="3815"/>
                  <a:pt x="101569" y="12848"/>
                </a:cubicBezTo>
                <a:cubicBezTo>
                  <a:pt x="108512" y="19584"/>
                  <a:pt x="112307" y="27054"/>
                  <a:pt x="112955" y="35260"/>
                </a:cubicBezTo>
                <a:cubicBezTo>
                  <a:pt x="113603" y="43465"/>
                  <a:pt x="111031" y="51436"/>
                  <a:pt x="105237" y="59174"/>
                </a:cubicBezTo>
                <a:moveTo>
                  <a:pt x="24251" y="54118"/>
                </a:moveTo>
                <a:cubicBezTo>
                  <a:pt x="20641" y="57839"/>
                  <a:pt x="17979" y="62169"/>
                  <a:pt x="16264" y="67108"/>
                </a:cubicBezTo>
                <a:cubicBezTo>
                  <a:pt x="14549" y="72047"/>
                  <a:pt x="14253" y="76789"/>
                  <a:pt x="15375" y="81335"/>
                </a:cubicBezTo>
                <a:cubicBezTo>
                  <a:pt x="16497" y="85879"/>
                  <a:pt x="18624" y="89669"/>
                  <a:pt x="21754" y="92706"/>
                </a:cubicBezTo>
                <a:cubicBezTo>
                  <a:pt x="26329" y="97145"/>
                  <a:pt x="32048" y="99120"/>
                  <a:pt x="38910" y="98632"/>
                </a:cubicBezTo>
                <a:cubicBezTo>
                  <a:pt x="45772" y="98144"/>
                  <a:pt x="52269" y="94739"/>
                  <a:pt x="58403" y="88417"/>
                </a:cubicBezTo>
                <a:cubicBezTo>
                  <a:pt x="64304" y="82334"/>
                  <a:pt x="67327" y="75966"/>
                  <a:pt x="67472" y="69312"/>
                </a:cubicBezTo>
                <a:cubicBezTo>
                  <a:pt x="67619" y="62657"/>
                  <a:pt x="65224" y="56934"/>
                  <a:pt x="60288" y="52145"/>
                </a:cubicBezTo>
                <a:cubicBezTo>
                  <a:pt x="55392" y="47395"/>
                  <a:pt x="49539" y="45116"/>
                  <a:pt x="42731" y="45308"/>
                </a:cubicBezTo>
                <a:cubicBezTo>
                  <a:pt x="35924" y="45499"/>
                  <a:pt x="29764" y="48435"/>
                  <a:pt x="24251" y="5411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1">
            <a:extLst xmlns:a="http://schemas.openxmlformats.org/drawingml/2006/main">
              <a:ext uri="{FF2B5EF4-FFF2-40B4-BE49-F238E27FC236}">
                <a16:creationId xmlns:a16="http://schemas.microsoft.com/office/drawing/2014/main" id="{DAFCAB7D-4521-4BFF-83E7-78117796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3" y="1361811"/>
            <a:ext cx="96805" cy="97996"/>
          </a:xfrm>
          <a:custGeom xmlns:a="http://schemas.openxmlformats.org/drawingml/2006/main">
            <a:pathLst>
              <a:path w="96805" h="97996">
                <a:moveTo>
                  <a:pt x="10836" y="97996"/>
                </a:moveTo>
                <a:lnTo>
                  <a:pt x="0" y="87483"/>
                </a:lnTo>
                <a:lnTo>
                  <a:pt x="66988" y="18437"/>
                </a:lnTo>
                <a:cubicBezTo>
                  <a:pt x="61966" y="18394"/>
                  <a:pt x="56131" y="17563"/>
                  <a:pt x="49483" y="15943"/>
                </a:cubicBezTo>
                <a:cubicBezTo>
                  <a:pt x="42835" y="14324"/>
                  <a:pt x="37222" y="12501"/>
                  <a:pt x="32644" y="10474"/>
                </a:cubicBezTo>
                <a:lnTo>
                  <a:pt x="42806" y="0"/>
                </a:lnTo>
                <a:cubicBezTo>
                  <a:pt x="51630" y="3030"/>
                  <a:pt x="60276" y="4718"/>
                  <a:pt x="68743" y="5064"/>
                </a:cubicBezTo>
                <a:cubicBezTo>
                  <a:pt x="77211" y="5411"/>
                  <a:pt x="84237" y="4593"/>
                  <a:pt x="89822" y="2610"/>
                </a:cubicBezTo>
                <a:lnTo>
                  <a:pt x="96805" y="9385"/>
                </a:lnTo>
                <a:lnTo>
                  <a:pt x="10836" y="97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.">
            <a:extLst xmlns:a="http://schemas.openxmlformats.org/drawingml/2006/main">
              <a:ext uri="{FF2B5EF4-FFF2-40B4-BE49-F238E27FC236}">
                <a16:creationId xmlns:a16="http://schemas.microsoft.com/office/drawing/2014/main" id="{10351892-B709-44EB-AEA2-619EBE3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131" y="1480211"/>
            <a:ext cx="24372" cy="24373"/>
          </a:xfrm>
          <a:custGeom xmlns:a="http://schemas.openxmlformats.org/drawingml/2006/main">
            <a:pathLst>
              <a:path w="24372" h="24373">
                <a:moveTo>
                  <a:pt x="0" y="12401"/>
                </a:moveTo>
                <a:lnTo>
                  <a:pt x="12031" y="0"/>
                </a:lnTo>
                <a:lnTo>
                  <a:pt x="24372" y="11973"/>
                </a:lnTo>
                <a:lnTo>
                  <a:pt x="12341" y="24373"/>
                </a:lnTo>
                <a:lnTo>
                  <a:pt x="0" y="124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4">
            <a:extLst xmlns:a="http://schemas.openxmlformats.org/drawingml/2006/main">
              <a:ext uri="{FF2B5EF4-FFF2-40B4-BE49-F238E27FC236}">
                <a16:creationId xmlns:a16="http://schemas.microsoft.com/office/drawing/2014/main" id="{28E96901-14C1-441A-97B3-ABAE5055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72" y="1467340"/>
            <a:ext cx="114241" cy="96835"/>
          </a:xfrm>
          <a:custGeom xmlns:a="http://schemas.openxmlformats.org/drawingml/2006/main">
            <a:pathLst>
              <a:path w="114241" h="96835">
                <a:moveTo>
                  <a:pt x="17786" y="86323"/>
                </a:moveTo>
                <a:lnTo>
                  <a:pt x="38286" y="65193"/>
                </a:lnTo>
                <a:lnTo>
                  <a:pt x="0" y="28049"/>
                </a:lnTo>
                <a:lnTo>
                  <a:pt x="9637" y="18116"/>
                </a:lnTo>
                <a:lnTo>
                  <a:pt x="105392" y="0"/>
                </a:lnTo>
                <a:lnTo>
                  <a:pt x="114241" y="8585"/>
                </a:lnTo>
                <a:lnTo>
                  <a:pt x="58758" y="65773"/>
                </a:lnTo>
                <a:lnTo>
                  <a:pt x="70677" y="77337"/>
                </a:lnTo>
                <a:lnTo>
                  <a:pt x="61040" y="87269"/>
                </a:lnTo>
                <a:lnTo>
                  <a:pt x="49121" y="75706"/>
                </a:lnTo>
                <a:lnTo>
                  <a:pt x="28622" y="96835"/>
                </a:lnTo>
                <a:lnTo>
                  <a:pt x="17786" y="86323"/>
                </a:lnTo>
                <a:moveTo>
                  <a:pt x="47922" y="55260"/>
                </a:moveTo>
                <a:lnTo>
                  <a:pt x="86527" y="15470"/>
                </a:lnTo>
                <a:lnTo>
                  <a:pt x="20292" y="28453"/>
                </a:lnTo>
                <a:lnTo>
                  <a:pt x="47922" y="552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4">
            <a:extLst xmlns:a="http://schemas.openxmlformats.org/drawingml/2006/main">
              <a:ext uri="{FF2B5EF4-FFF2-40B4-BE49-F238E27FC236}">
                <a16:creationId xmlns:a16="http://schemas.microsoft.com/office/drawing/2014/main" id="{B95074E5-3DFC-48A4-B134-05D11E4D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57" y="1746432"/>
            <a:ext cx="101184" cy="94767"/>
          </a:xfrm>
          <a:custGeom xmlns:a="http://schemas.openxmlformats.org/drawingml/2006/main">
            <a:pathLst>
              <a:path w="101184" h="94767">
                <a:moveTo>
                  <a:pt x="21669" y="86329"/>
                </a:moveTo>
                <a:lnTo>
                  <a:pt x="38123" y="65289"/>
                </a:lnTo>
                <a:lnTo>
                  <a:pt x="0" y="35473"/>
                </a:lnTo>
                <a:lnTo>
                  <a:pt x="7735" y="25583"/>
                </a:lnTo>
                <a:lnTo>
                  <a:pt x="92372" y="0"/>
                </a:lnTo>
                <a:lnTo>
                  <a:pt x="101184" y="6891"/>
                </a:lnTo>
                <a:lnTo>
                  <a:pt x="56648" y="63837"/>
                </a:lnTo>
                <a:lnTo>
                  <a:pt x="68517" y="73119"/>
                </a:lnTo>
                <a:lnTo>
                  <a:pt x="60782" y="83009"/>
                </a:lnTo>
                <a:lnTo>
                  <a:pt x="48913" y="73727"/>
                </a:lnTo>
                <a:lnTo>
                  <a:pt x="32458" y="94767"/>
                </a:lnTo>
                <a:lnTo>
                  <a:pt x="21669" y="86329"/>
                </a:lnTo>
                <a:moveTo>
                  <a:pt x="45859" y="55398"/>
                </a:moveTo>
                <a:lnTo>
                  <a:pt x="76846" y="15776"/>
                </a:lnTo>
                <a:lnTo>
                  <a:pt x="18345" y="33880"/>
                </a:lnTo>
                <a:lnTo>
                  <a:pt x="45859" y="553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9">
            <a:extLst xmlns:a="http://schemas.openxmlformats.org/drawingml/2006/main">
              <a:ext uri="{FF2B5EF4-FFF2-40B4-BE49-F238E27FC236}">
                <a16:creationId xmlns:a16="http://schemas.microsoft.com/office/drawing/2014/main" id="{9D9AD648-6DA4-4270-9DF9-F5341F4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85" y="1783841"/>
            <a:ext cx="99716" cy="105594"/>
          </a:xfrm>
          <a:custGeom xmlns:a="http://schemas.openxmlformats.org/drawingml/2006/main">
            <a:pathLst>
              <a:path w="99716" h="105594">
                <a:moveTo>
                  <a:pt x="6156" y="56023"/>
                </a:moveTo>
                <a:lnTo>
                  <a:pt x="17281" y="63168"/>
                </a:lnTo>
                <a:cubicBezTo>
                  <a:pt x="14347" y="68731"/>
                  <a:pt x="13259" y="73580"/>
                  <a:pt x="14018" y="77716"/>
                </a:cubicBezTo>
                <a:cubicBezTo>
                  <a:pt x="14777" y="81851"/>
                  <a:pt x="17094" y="85435"/>
                  <a:pt x="20971" y="88466"/>
                </a:cubicBezTo>
                <a:cubicBezTo>
                  <a:pt x="24287" y="91060"/>
                  <a:pt x="27788" y="92575"/>
                  <a:pt x="31474" y="93010"/>
                </a:cubicBezTo>
                <a:cubicBezTo>
                  <a:pt x="35159" y="93444"/>
                  <a:pt x="38793" y="93018"/>
                  <a:pt x="42376" y="91731"/>
                </a:cubicBezTo>
                <a:cubicBezTo>
                  <a:pt x="45959" y="90443"/>
                  <a:pt x="49978" y="88064"/>
                  <a:pt x="54432" y="84591"/>
                </a:cubicBezTo>
                <a:cubicBezTo>
                  <a:pt x="58886" y="81119"/>
                  <a:pt x="62864" y="77146"/>
                  <a:pt x="66364" y="72670"/>
                </a:cubicBezTo>
                <a:cubicBezTo>
                  <a:pt x="66739" y="72190"/>
                  <a:pt x="67282" y="71455"/>
                  <a:pt x="67992" y="70465"/>
                </a:cubicBezTo>
                <a:cubicBezTo>
                  <a:pt x="63146" y="72214"/>
                  <a:pt x="58019" y="72697"/>
                  <a:pt x="52611" y="71912"/>
                </a:cubicBezTo>
                <a:cubicBezTo>
                  <a:pt x="47202" y="71128"/>
                  <a:pt x="42320" y="69033"/>
                  <a:pt x="37964" y="65626"/>
                </a:cubicBezTo>
                <a:cubicBezTo>
                  <a:pt x="30691" y="59938"/>
                  <a:pt x="26593" y="52496"/>
                  <a:pt x="25671" y="43299"/>
                </a:cubicBezTo>
                <a:cubicBezTo>
                  <a:pt x="24749" y="34102"/>
                  <a:pt x="27652" y="25201"/>
                  <a:pt x="34383" y="16596"/>
                </a:cubicBezTo>
                <a:cubicBezTo>
                  <a:pt x="41331" y="7712"/>
                  <a:pt x="49550" y="2616"/>
                  <a:pt x="59042" y="1309"/>
                </a:cubicBezTo>
                <a:cubicBezTo>
                  <a:pt x="68535" y="0"/>
                  <a:pt x="77237" y="2440"/>
                  <a:pt x="85150" y="8628"/>
                </a:cubicBezTo>
                <a:cubicBezTo>
                  <a:pt x="90864" y="13097"/>
                  <a:pt x="94886" y="18721"/>
                  <a:pt x="97216" y="25501"/>
                </a:cubicBezTo>
                <a:cubicBezTo>
                  <a:pt x="99547" y="32279"/>
                  <a:pt x="99716" y="39474"/>
                  <a:pt x="97723" y="47087"/>
                </a:cubicBezTo>
                <a:cubicBezTo>
                  <a:pt x="95730" y="54700"/>
                  <a:pt x="90517" y="63897"/>
                  <a:pt x="82085" y="74679"/>
                </a:cubicBezTo>
                <a:cubicBezTo>
                  <a:pt x="73309" y="85901"/>
                  <a:pt x="65101" y="93884"/>
                  <a:pt x="57463" y="98627"/>
                </a:cubicBezTo>
                <a:cubicBezTo>
                  <a:pt x="49826" y="103369"/>
                  <a:pt x="42241" y="105594"/>
                  <a:pt x="34708" y="105303"/>
                </a:cubicBezTo>
                <a:cubicBezTo>
                  <a:pt x="27176" y="105011"/>
                  <a:pt x="20173" y="102333"/>
                  <a:pt x="13699" y="97270"/>
                </a:cubicBezTo>
                <a:cubicBezTo>
                  <a:pt x="6825" y="91895"/>
                  <a:pt x="2711" y="85586"/>
                  <a:pt x="1356" y="78343"/>
                </a:cubicBezTo>
                <a:cubicBezTo>
                  <a:pt x="0" y="71100"/>
                  <a:pt x="1600" y="63660"/>
                  <a:pt x="6156" y="56023"/>
                </a:cubicBezTo>
                <a:moveTo>
                  <a:pt x="80577" y="51903"/>
                </a:moveTo>
                <a:cubicBezTo>
                  <a:pt x="85392" y="45746"/>
                  <a:pt x="87564" y="39571"/>
                  <a:pt x="87094" y="33379"/>
                </a:cubicBezTo>
                <a:cubicBezTo>
                  <a:pt x="86625" y="27185"/>
                  <a:pt x="84072" y="22276"/>
                  <a:pt x="79436" y="18651"/>
                </a:cubicBezTo>
                <a:cubicBezTo>
                  <a:pt x="74641" y="14900"/>
                  <a:pt x="68943" y="13580"/>
                  <a:pt x="62342" y="14691"/>
                </a:cubicBezTo>
                <a:cubicBezTo>
                  <a:pt x="55741" y="15802"/>
                  <a:pt x="50018" y="19456"/>
                  <a:pt x="45172" y="25653"/>
                </a:cubicBezTo>
                <a:cubicBezTo>
                  <a:pt x="40822" y="31215"/>
                  <a:pt x="38976" y="37054"/>
                  <a:pt x="39635" y="43170"/>
                </a:cubicBezTo>
                <a:cubicBezTo>
                  <a:pt x="40293" y="49287"/>
                  <a:pt x="43100" y="54283"/>
                  <a:pt x="48055" y="58158"/>
                </a:cubicBezTo>
                <a:cubicBezTo>
                  <a:pt x="53051" y="62065"/>
                  <a:pt x="58516" y="63538"/>
                  <a:pt x="64451" y="62579"/>
                </a:cubicBezTo>
                <a:cubicBezTo>
                  <a:pt x="70386" y="61619"/>
                  <a:pt x="75761" y="58060"/>
                  <a:pt x="80577" y="519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.">
            <a:extLst xmlns:a="http://schemas.openxmlformats.org/drawingml/2006/main">
              <a:ext uri="{FF2B5EF4-FFF2-40B4-BE49-F238E27FC236}">
                <a16:creationId xmlns:a16="http://schemas.microsoft.com/office/drawing/2014/main" id="{3962847E-C776-446A-B921-03BD034B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204" y="1904860"/>
            <a:ext cx="21945" cy="21958"/>
          </a:xfrm>
          <a:custGeom xmlns:a="http://schemas.openxmlformats.org/drawingml/2006/main">
            <a:pathLst>
              <a:path w="21945" h="21958">
                <a:moveTo>
                  <a:pt x="0" y="12348"/>
                </a:moveTo>
                <a:lnTo>
                  <a:pt x="9657" y="0"/>
                </a:lnTo>
                <a:lnTo>
                  <a:pt x="21945" y="9610"/>
                </a:lnTo>
                <a:lnTo>
                  <a:pt x="12288" y="21958"/>
                </a:lnTo>
                <a:lnTo>
                  <a:pt x="0" y="123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8">
            <a:extLst xmlns:a="http://schemas.openxmlformats.org/drawingml/2006/main">
              <a:ext uri="{FF2B5EF4-FFF2-40B4-BE49-F238E27FC236}">
                <a16:creationId xmlns:a16="http://schemas.microsoft.com/office/drawing/2014/main" id="{1072CB8D-13F7-4109-8347-329976F1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742" y="1864758"/>
            <a:ext cx="100706" cy="108084"/>
          </a:xfrm>
          <a:custGeom xmlns:a="http://schemas.openxmlformats.org/drawingml/2006/main">
            <a:pathLst>
              <a:path w="100706" h="108084">
                <a:moveTo>
                  <a:pt x="42502" y="39618"/>
                </a:moveTo>
                <a:cubicBezTo>
                  <a:pt x="39304" y="34484"/>
                  <a:pt x="37810" y="29559"/>
                  <a:pt x="38021" y="24843"/>
                </a:cubicBezTo>
                <a:cubicBezTo>
                  <a:pt x="38231" y="20127"/>
                  <a:pt x="39988" y="15657"/>
                  <a:pt x="43291" y="11434"/>
                </a:cubicBezTo>
                <a:cubicBezTo>
                  <a:pt x="48277" y="5059"/>
                  <a:pt x="54766" y="1497"/>
                  <a:pt x="62757" y="749"/>
                </a:cubicBezTo>
                <a:cubicBezTo>
                  <a:pt x="70750" y="0"/>
                  <a:pt x="78562" y="2610"/>
                  <a:pt x="86195" y="8579"/>
                </a:cubicBezTo>
                <a:cubicBezTo>
                  <a:pt x="93867" y="14580"/>
                  <a:pt x="98304" y="21630"/>
                  <a:pt x="99504" y="29730"/>
                </a:cubicBezTo>
                <a:cubicBezTo>
                  <a:pt x="100706" y="37829"/>
                  <a:pt x="98814" y="45066"/>
                  <a:pt x="93828" y="51441"/>
                </a:cubicBezTo>
                <a:cubicBezTo>
                  <a:pt x="90650" y="55504"/>
                  <a:pt x="86816" y="58204"/>
                  <a:pt x="82325" y="59541"/>
                </a:cubicBezTo>
                <a:cubicBezTo>
                  <a:pt x="77834" y="60877"/>
                  <a:pt x="72772" y="60658"/>
                  <a:pt x="67139" y="58885"/>
                </a:cubicBezTo>
                <a:cubicBezTo>
                  <a:pt x="71157" y="64865"/>
                  <a:pt x="73041" y="70918"/>
                  <a:pt x="72791" y="77042"/>
                </a:cubicBezTo>
                <a:cubicBezTo>
                  <a:pt x="72543" y="83165"/>
                  <a:pt x="70290" y="88948"/>
                  <a:pt x="66034" y="94391"/>
                </a:cubicBezTo>
                <a:cubicBezTo>
                  <a:pt x="60152" y="101912"/>
                  <a:pt x="52550" y="106155"/>
                  <a:pt x="43230" y="107120"/>
                </a:cubicBezTo>
                <a:cubicBezTo>
                  <a:pt x="33910" y="108084"/>
                  <a:pt x="24914" y="105176"/>
                  <a:pt x="16242" y="98394"/>
                </a:cubicBezTo>
                <a:cubicBezTo>
                  <a:pt x="7571" y="91612"/>
                  <a:pt x="2588" y="83572"/>
                  <a:pt x="1294" y="74274"/>
                </a:cubicBezTo>
                <a:cubicBezTo>
                  <a:pt x="0" y="64976"/>
                  <a:pt x="2357" y="56486"/>
                  <a:pt x="8366" y="48803"/>
                </a:cubicBezTo>
                <a:cubicBezTo>
                  <a:pt x="12840" y="43082"/>
                  <a:pt x="18035" y="39424"/>
                  <a:pt x="23952" y="37829"/>
                </a:cubicBezTo>
                <a:cubicBezTo>
                  <a:pt x="29869" y="36233"/>
                  <a:pt x="36053" y="36830"/>
                  <a:pt x="42502" y="39618"/>
                </a:cubicBezTo>
                <a:moveTo>
                  <a:pt x="54546" y="19771"/>
                </a:moveTo>
                <a:cubicBezTo>
                  <a:pt x="51324" y="23891"/>
                  <a:pt x="50029" y="28305"/>
                  <a:pt x="50662" y="33014"/>
                </a:cubicBezTo>
                <a:cubicBezTo>
                  <a:pt x="51295" y="37722"/>
                  <a:pt x="53749" y="41748"/>
                  <a:pt x="58025" y="45092"/>
                </a:cubicBezTo>
                <a:cubicBezTo>
                  <a:pt x="62181" y="48342"/>
                  <a:pt x="66603" y="49709"/>
                  <a:pt x="71290" y="49193"/>
                </a:cubicBezTo>
                <a:cubicBezTo>
                  <a:pt x="75977" y="48676"/>
                  <a:pt x="79792" y="46536"/>
                  <a:pt x="82734" y="42774"/>
                </a:cubicBezTo>
                <a:cubicBezTo>
                  <a:pt x="85802" y="38851"/>
                  <a:pt x="87013" y="34483"/>
                  <a:pt x="86366" y="29668"/>
                </a:cubicBezTo>
                <a:cubicBezTo>
                  <a:pt x="85720" y="24854"/>
                  <a:pt x="83359" y="20852"/>
                  <a:pt x="79283" y="17665"/>
                </a:cubicBezTo>
                <a:cubicBezTo>
                  <a:pt x="75167" y="14445"/>
                  <a:pt x="70727" y="13081"/>
                  <a:pt x="65965" y="13571"/>
                </a:cubicBezTo>
                <a:cubicBezTo>
                  <a:pt x="61203" y="14059"/>
                  <a:pt x="57397" y="16126"/>
                  <a:pt x="54546" y="19771"/>
                </a:cubicBezTo>
                <a:moveTo>
                  <a:pt x="19452" y="57480"/>
                </a:moveTo>
                <a:cubicBezTo>
                  <a:pt x="17049" y="60552"/>
                  <a:pt x="15454" y="64094"/>
                  <a:pt x="14667" y="68107"/>
                </a:cubicBezTo>
                <a:cubicBezTo>
                  <a:pt x="13879" y="72120"/>
                  <a:pt x="14307" y="76040"/>
                  <a:pt x="15952" y="79866"/>
                </a:cubicBezTo>
                <a:cubicBezTo>
                  <a:pt x="17597" y="83692"/>
                  <a:pt x="20077" y="86902"/>
                  <a:pt x="23394" y="89496"/>
                </a:cubicBezTo>
                <a:cubicBezTo>
                  <a:pt x="28549" y="93528"/>
                  <a:pt x="34100" y="95201"/>
                  <a:pt x="40046" y="94516"/>
                </a:cubicBezTo>
                <a:cubicBezTo>
                  <a:pt x="45993" y="93829"/>
                  <a:pt x="50963" y="90933"/>
                  <a:pt x="54956" y="85827"/>
                </a:cubicBezTo>
                <a:cubicBezTo>
                  <a:pt x="59012" y="80640"/>
                  <a:pt x="60638" y="75000"/>
                  <a:pt x="59833" y="68906"/>
                </a:cubicBezTo>
                <a:cubicBezTo>
                  <a:pt x="59029" y="62811"/>
                  <a:pt x="56029" y="57732"/>
                  <a:pt x="50834" y="53669"/>
                </a:cubicBezTo>
                <a:cubicBezTo>
                  <a:pt x="45759" y="49700"/>
                  <a:pt x="40243" y="48087"/>
                  <a:pt x="34284" y="48829"/>
                </a:cubicBezTo>
                <a:cubicBezTo>
                  <a:pt x="28327" y="49570"/>
                  <a:pt x="23383" y="52453"/>
                  <a:pt x="19452" y="5748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5">
            <a:extLst xmlns:a="http://schemas.openxmlformats.org/drawingml/2006/main">
              <a:ext uri="{FF2B5EF4-FFF2-40B4-BE49-F238E27FC236}">
                <a16:creationId xmlns:a16="http://schemas.microsoft.com/office/drawing/2014/main" id="{EE794A0E-2329-4F25-8B7A-FCBD869E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2" y="1890049"/>
            <a:ext cx="108027" cy="114046"/>
          </a:xfrm>
          <a:custGeom xmlns:a="http://schemas.openxmlformats.org/drawingml/2006/main">
            <a:pathLst>
              <a:path w="108027" h="114046">
                <a:moveTo>
                  <a:pt x="5754" y="59370"/>
                </a:moveTo>
                <a:lnTo>
                  <a:pt x="18330" y="66453"/>
                </a:lnTo>
                <a:cubicBezTo>
                  <a:pt x="15287" y="72821"/>
                  <a:pt x="14381" y="78549"/>
                  <a:pt x="15614" y="83637"/>
                </a:cubicBezTo>
                <a:cubicBezTo>
                  <a:pt x="16847" y="88723"/>
                  <a:pt x="19729" y="92808"/>
                  <a:pt x="24259" y="95889"/>
                </a:cubicBezTo>
                <a:cubicBezTo>
                  <a:pt x="29712" y="99599"/>
                  <a:pt x="35722" y="100686"/>
                  <a:pt x="42289" y="99150"/>
                </a:cubicBezTo>
                <a:cubicBezTo>
                  <a:pt x="48857" y="97613"/>
                  <a:pt x="54449" y="93453"/>
                  <a:pt x="59065" y="86668"/>
                </a:cubicBezTo>
                <a:cubicBezTo>
                  <a:pt x="63453" y="80218"/>
                  <a:pt x="65101" y="73894"/>
                  <a:pt x="64009" y="67698"/>
                </a:cubicBezTo>
                <a:cubicBezTo>
                  <a:pt x="62917" y="61502"/>
                  <a:pt x="59435" y="56406"/>
                  <a:pt x="53563" y="52411"/>
                </a:cubicBezTo>
                <a:cubicBezTo>
                  <a:pt x="49913" y="49928"/>
                  <a:pt x="46061" y="48511"/>
                  <a:pt x="42006" y="48158"/>
                </a:cubicBezTo>
                <a:cubicBezTo>
                  <a:pt x="37951" y="47806"/>
                  <a:pt x="34191" y="48371"/>
                  <a:pt x="30728" y="49854"/>
                </a:cubicBezTo>
                <a:lnTo>
                  <a:pt x="21037" y="41235"/>
                </a:lnTo>
                <a:lnTo>
                  <a:pt x="62160" y="0"/>
                </a:lnTo>
                <a:lnTo>
                  <a:pt x="108027" y="31205"/>
                </a:lnTo>
                <a:lnTo>
                  <a:pt x="100750" y="41901"/>
                </a:lnTo>
                <a:lnTo>
                  <a:pt x="63944" y="16860"/>
                </a:lnTo>
                <a:lnTo>
                  <a:pt x="42065" y="38330"/>
                </a:lnTo>
                <a:cubicBezTo>
                  <a:pt x="50199" y="38280"/>
                  <a:pt x="57307" y="40324"/>
                  <a:pt x="63389" y="44462"/>
                </a:cubicBezTo>
                <a:cubicBezTo>
                  <a:pt x="71442" y="49941"/>
                  <a:pt x="76337" y="57356"/>
                  <a:pt x="78074" y="66708"/>
                </a:cubicBezTo>
                <a:cubicBezTo>
                  <a:pt x="79812" y="76059"/>
                  <a:pt x="77696" y="85122"/>
                  <a:pt x="71726" y="93896"/>
                </a:cubicBezTo>
                <a:cubicBezTo>
                  <a:pt x="66041" y="102252"/>
                  <a:pt x="58695" y="107819"/>
                  <a:pt x="49689" y="110596"/>
                </a:cubicBezTo>
                <a:cubicBezTo>
                  <a:pt x="38689" y="114046"/>
                  <a:pt x="28073" y="112290"/>
                  <a:pt x="17838" y="105327"/>
                </a:cubicBezTo>
                <a:cubicBezTo>
                  <a:pt x="9449" y="99620"/>
                  <a:pt x="4204" y="92606"/>
                  <a:pt x="2102" y="84287"/>
                </a:cubicBezTo>
                <a:cubicBezTo>
                  <a:pt x="0" y="75967"/>
                  <a:pt x="1217" y="67662"/>
                  <a:pt x="5754" y="5937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1">
            <a:extLst xmlns:a="http://schemas.openxmlformats.org/drawingml/2006/main">
              <a:ext uri="{FF2B5EF4-FFF2-40B4-BE49-F238E27FC236}">
                <a16:creationId xmlns:a16="http://schemas.microsoft.com/office/drawing/2014/main" id="{C5450E5A-8E56-4839-903D-7465E0AE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79" y="1953889"/>
            <a:ext cx="74334" cy="97579"/>
          </a:xfrm>
          <a:custGeom xmlns:a="http://schemas.openxmlformats.org/drawingml/2006/main">
            <a:pathLst>
              <a:path w="74334" h="97579">
                <a:moveTo>
                  <a:pt x="11325" y="97579"/>
                </a:moveTo>
                <a:lnTo>
                  <a:pt x="0" y="89875"/>
                </a:lnTo>
                <a:lnTo>
                  <a:pt x="49097" y="17709"/>
                </a:lnTo>
                <a:cubicBezTo>
                  <a:pt x="44601" y="18454"/>
                  <a:pt x="39256" y="18622"/>
                  <a:pt x="33062" y="18212"/>
                </a:cubicBezTo>
                <a:cubicBezTo>
                  <a:pt x="26867" y="17802"/>
                  <a:pt x="21566" y="17049"/>
                  <a:pt x="17158" y="15952"/>
                </a:cubicBezTo>
                <a:lnTo>
                  <a:pt x="24606" y="5004"/>
                </a:lnTo>
                <a:cubicBezTo>
                  <a:pt x="32966" y="6335"/>
                  <a:pt x="40957" y="6495"/>
                  <a:pt x="48579" y="5483"/>
                </a:cubicBezTo>
                <a:cubicBezTo>
                  <a:pt x="56201" y="4471"/>
                  <a:pt x="62353" y="2644"/>
                  <a:pt x="67035" y="0"/>
                </a:cubicBezTo>
                <a:lnTo>
                  <a:pt x="74334" y="4965"/>
                </a:lnTo>
                <a:lnTo>
                  <a:pt x="11325" y="975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.">
            <a:extLst xmlns:a="http://schemas.openxmlformats.org/drawingml/2006/main">
              <a:ext uri="{FF2B5EF4-FFF2-40B4-BE49-F238E27FC236}">
                <a16:creationId xmlns:a16="http://schemas.microsoft.com/office/drawing/2014/main" id="{6745B70B-5111-4093-BFBB-E81D336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44" y="2062550"/>
            <a:ext cx="21716" cy="21736"/>
          </a:xfrm>
          <a:custGeom xmlns:a="http://schemas.openxmlformats.org/drawingml/2006/main">
            <a:pathLst>
              <a:path w="21716" h="21736">
                <a:moveTo>
                  <a:pt x="0" y="12961"/>
                </a:moveTo>
                <a:lnTo>
                  <a:pt x="8818" y="0"/>
                </a:lnTo>
                <a:lnTo>
                  <a:pt x="21716" y="8775"/>
                </a:lnTo>
                <a:lnTo>
                  <a:pt x="12898" y="21736"/>
                </a:lnTo>
                <a:lnTo>
                  <a:pt x="0" y="129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6">
            <a:extLst xmlns:a="http://schemas.openxmlformats.org/drawingml/2006/main">
              <a:ext uri="{FF2B5EF4-FFF2-40B4-BE49-F238E27FC236}">
                <a16:creationId xmlns:a16="http://schemas.microsoft.com/office/drawing/2014/main" id="{381FCF21-610B-4E00-A6C4-3465660B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57" y="2016752"/>
            <a:ext cx="97887" cy="108224"/>
          </a:xfrm>
          <a:custGeom xmlns:a="http://schemas.openxmlformats.org/drawingml/2006/main">
            <a:pathLst>
              <a:path w="97887" h="108224">
                <a:moveTo>
                  <a:pt x="92862" y="49197"/>
                </a:moveTo>
                <a:lnTo>
                  <a:pt x="80999" y="42418"/>
                </a:lnTo>
                <a:cubicBezTo>
                  <a:pt x="83004" y="37307"/>
                  <a:pt x="83765" y="33120"/>
                  <a:pt x="83284" y="29859"/>
                </a:cubicBezTo>
                <a:cubicBezTo>
                  <a:pt x="82410" y="24561"/>
                  <a:pt x="79729" y="20385"/>
                  <a:pt x="75240" y="17331"/>
                </a:cubicBezTo>
                <a:cubicBezTo>
                  <a:pt x="71633" y="14877"/>
                  <a:pt x="67785" y="13724"/>
                  <a:pt x="63696" y="13872"/>
                </a:cubicBezTo>
                <a:cubicBezTo>
                  <a:pt x="58371" y="14033"/>
                  <a:pt x="52992" y="15897"/>
                  <a:pt x="47559" y="19463"/>
                </a:cubicBezTo>
                <a:cubicBezTo>
                  <a:pt x="42126" y="23030"/>
                  <a:pt x="36245" y="29375"/>
                  <a:pt x="29916" y="38497"/>
                </a:cubicBezTo>
                <a:cubicBezTo>
                  <a:pt x="35467" y="36200"/>
                  <a:pt x="40899" y="35385"/>
                  <a:pt x="46212" y="36054"/>
                </a:cubicBezTo>
                <a:cubicBezTo>
                  <a:pt x="51524" y="36723"/>
                  <a:pt x="56341" y="38528"/>
                  <a:pt x="60661" y="41467"/>
                </a:cubicBezTo>
                <a:cubicBezTo>
                  <a:pt x="68211" y="46603"/>
                  <a:pt x="72749" y="53755"/>
                  <a:pt x="74274" y="62923"/>
                </a:cubicBezTo>
                <a:cubicBezTo>
                  <a:pt x="75798" y="72091"/>
                  <a:pt x="73565" y="81079"/>
                  <a:pt x="67572" y="89887"/>
                </a:cubicBezTo>
                <a:cubicBezTo>
                  <a:pt x="63634" y="95675"/>
                  <a:pt x="58726" y="100206"/>
                  <a:pt x="52849" y="103478"/>
                </a:cubicBezTo>
                <a:cubicBezTo>
                  <a:pt x="46972" y="106751"/>
                  <a:pt x="40953" y="108224"/>
                  <a:pt x="34793" y="107899"/>
                </a:cubicBezTo>
                <a:cubicBezTo>
                  <a:pt x="28633" y="107574"/>
                  <a:pt x="22785" y="105528"/>
                  <a:pt x="17248" y="101761"/>
                </a:cubicBezTo>
                <a:cubicBezTo>
                  <a:pt x="7810" y="95340"/>
                  <a:pt x="2473" y="86636"/>
                  <a:pt x="1236" y="75647"/>
                </a:cubicBezTo>
                <a:cubicBezTo>
                  <a:pt x="0" y="64657"/>
                  <a:pt x="4800" y="51197"/>
                  <a:pt x="15637" y="35269"/>
                </a:cubicBezTo>
                <a:cubicBezTo>
                  <a:pt x="27757" y="17454"/>
                  <a:pt x="39862" y="6742"/>
                  <a:pt x="51951" y="3132"/>
                </a:cubicBezTo>
                <a:cubicBezTo>
                  <a:pt x="62488" y="0"/>
                  <a:pt x="72622" y="1744"/>
                  <a:pt x="82353" y="8365"/>
                </a:cubicBezTo>
                <a:cubicBezTo>
                  <a:pt x="89610" y="13302"/>
                  <a:pt x="94168" y="19386"/>
                  <a:pt x="96027" y="26619"/>
                </a:cubicBezTo>
                <a:cubicBezTo>
                  <a:pt x="97887" y="33851"/>
                  <a:pt x="96832" y="41377"/>
                  <a:pt x="92862" y="49197"/>
                </a:cubicBezTo>
                <a:moveTo>
                  <a:pt x="19689" y="57316"/>
                </a:moveTo>
                <a:cubicBezTo>
                  <a:pt x="17043" y="61206"/>
                  <a:pt x="15340" y="65491"/>
                  <a:pt x="14578" y="70173"/>
                </a:cubicBezTo>
                <a:cubicBezTo>
                  <a:pt x="13816" y="74855"/>
                  <a:pt x="14291" y="79140"/>
                  <a:pt x="16003" y="83027"/>
                </a:cubicBezTo>
                <a:cubicBezTo>
                  <a:pt x="17716" y="86913"/>
                  <a:pt x="20208" y="89969"/>
                  <a:pt x="23480" y="92195"/>
                </a:cubicBezTo>
                <a:cubicBezTo>
                  <a:pt x="28261" y="95448"/>
                  <a:pt x="33681" y="96321"/>
                  <a:pt x="39738" y="94814"/>
                </a:cubicBezTo>
                <a:cubicBezTo>
                  <a:pt x="45794" y="93307"/>
                  <a:pt x="51070" y="89250"/>
                  <a:pt x="55566" y="82642"/>
                </a:cubicBezTo>
                <a:cubicBezTo>
                  <a:pt x="59891" y="76285"/>
                  <a:pt x="61599" y="70121"/>
                  <a:pt x="60690" y="64151"/>
                </a:cubicBezTo>
                <a:cubicBezTo>
                  <a:pt x="59783" y="58180"/>
                  <a:pt x="56749" y="53440"/>
                  <a:pt x="51590" y="49930"/>
                </a:cubicBezTo>
                <a:cubicBezTo>
                  <a:pt x="46473" y="46448"/>
                  <a:pt x="40887" y="45325"/>
                  <a:pt x="34832" y="46559"/>
                </a:cubicBezTo>
                <a:cubicBezTo>
                  <a:pt x="28777" y="47791"/>
                  <a:pt x="23730" y="51377"/>
                  <a:pt x="19689" y="573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4">
            <a:extLst xmlns:a="http://schemas.openxmlformats.org/drawingml/2006/main">
              <a:ext uri="{FF2B5EF4-FFF2-40B4-BE49-F238E27FC236}">
                <a16:creationId xmlns:a16="http://schemas.microsoft.com/office/drawing/2014/main" id="{FE486B1C-D508-45C3-8629-A0D4DF3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33" y="2071965"/>
            <a:ext cx="81970" cy="87345"/>
          </a:xfrm>
          <a:custGeom xmlns:a="http://schemas.openxmlformats.org/drawingml/2006/main">
            <a:pathLst>
              <a:path w="81970" h="87345">
                <a:moveTo>
                  <a:pt x="24503" y="81534"/>
                </a:moveTo>
                <a:lnTo>
                  <a:pt x="35834" y="61757"/>
                </a:lnTo>
                <a:lnTo>
                  <a:pt x="0" y="41226"/>
                </a:lnTo>
                <a:lnTo>
                  <a:pt x="5327" y="31929"/>
                </a:lnTo>
                <a:lnTo>
                  <a:pt x="73688" y="0"/>
                </a:lnTo>
                <a:lnTo>
                  <a:pt x="81970" y="4745"/>
                </a:lnTo>
                <a:lnTo>
                  <a:pt x="51303" y="58272"/>
                </a:lnTo>
                <a:lnTo>
                  <a:pt x="62459" y="64663"/>
                </a:lnTo>
                <a:lnTo>
                  <a:pt x="57132" y="73960"/>
                </a:lnTo>
                <a:lnTo>
                  <a:pt x="45976" y="67568"/>
                </a:lnTo>
                <a:lnTo>
                  <a:pt x="34645" y="87345"/>
                </a:lnTo>
                <a:lnTo>
                  <a:pt x="24503" y="81534"/>
                </a:lnTo>
                <a:moveTo>
                  <a:pt x="41161" y="52461"/>
                </a:moveTo>
                <a:lnTo>
                  <a:pt x="62499" y="15218"/>
                </a:lnTo>
                <a:lnTo>
                  <a:pt x="15299" y="37643"/>
                </a:lnTo>
                <a:lnTo>
                  <a:pt x="41161" y="524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9">
            <a:extLst xmlns:a="http://schemas.openxmlformats.org/drawingml/2006/main">
              <a:ext uri="{FF2B5EF4-FFF2-40B4-BE49-F238E27FC236}">
                <a16:creationId xmlns:a16="http://schemas.microsoft.com/office/drawing/2014/main" id="{3902C92B-8F04-4BC7-8E65-45B308C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2" y="2098316"/>
            <a:ext cx="80360" cy="93733"/>
          </a:xfrm>
          <a:custGeom xmlns:a="http://schemas.openxmlformats.org/drawingml/2006/main">
            <a:pathLst>
              <a:path w="80360" h="93733">
                <a:moveTo>
                  <a:pt x="3360" y="54923"/>
                </a:moveTo>
                <a:lnTo>
                  <a:pt x="13627" y="59601"/>
                </a:lnTo>
                <a:cubicBezTo>
                  <a:pt x="11828" y="64657"/>
                  <a:pt x="11501" y="68885"/>
                  <a:pt x="12646" y="72286"/>
                </a:cubicBezTo>
                <a:cubicBezTo>
                  <a:pt x="13791" y="75686"/>
                  <a:pt x="16186" y="78430"/>
                  <a:pt x="19829" y="80517"/>
                </a:cubicBezTo>
                <a:cubicBezTo>
                  <a:pt x="22947" y="82303"/>
                  <a:pt x="26089" y="83155"/>
                  <a:pt x="29254" y="83073"/>
                </a:cubicBezTo>
                <a:cubicBezTo>
                  <a:pt x="32419" y="82991"/>
                  <a:pt x="35437" y="82188"/>
                  <a:pt x="38306" y="80663"/>
                </a:cubicBezTo>
                <a:cubicBezTo>
                  <a:pt x="41175" y="79139"/>
                  <a:pt x="44279" y="76639"/>
                  <a:pt x="47617" y="73163"/>
                </a:cubicBezTo>
                <a:cubicBezTo>
                  <a:pt x="50956" y="69688"/>
                  <a:pt x="53830" y="65846"/>
                  <a:pt x="56240" y="61639"/>
                </a:cubicBezTo>
                <a:cubicBezTo>
                  <a:pt x="56499" y="61189"/>
                  <a:pt x="56867" y="60502"/>
                  <a:pt x="57346" y="59579"/>
                </a:cubicBezTo>
                <a:cubicBezTo>
                  <a:pt x="53467" y="61647"/>
                  <a:pt x="49196" y="62680"/>
                  <a:pt x="44532" y="62677"/>
                </a:cubicBezTo>
                <a:cubicBezTo>
                  <a:pt x="39869" y="62674"/>
                  <a:pt x="35490" y="61500"/>
                  <a:pt x="31396" y="59154"/>
                </a:cubicBezTo>
                <a:cubicBezTo>
                  <a:pt x="24559" y="55237"/>
                  <a:pt x="20191" y="49452"/>
                  <a:pt x="18290" y="41797"/>
                </a:cubicBezTo>
                <a:cubicBezTo>
                  <a:pt x="16389" y="34142"/>
                  <a:pt x="17756" y="26271"/>
                  <a:pt x="22391" y="18182"/>
                </a:cubicBezTo>
                <a:cubicBezTo>
                  <a:pt x="27175" y="9831"/>
                  <a:pt x="33496" y="4525"/>
                  <a:pt x="41353" y="2263"/>
                </a:cubicBezTo>
                <a:cubicBezTo>
                  <a:pt x="49210" y="0"/>
                  <a:pt x="56858" y="999"/>
                  <a:pt x="64295" y="5260"/>
                </a:cubicBezTo>
                <a:cubicBezTo>
                  <a:pt x="69666" y="8338"/>
                  <a:pt x="73749" y="12597"/>
                  <a:pt x="76544" y="18039"/>
                </a:cubicBezTo>
                <a:cubicBezTo>
                  <a:pt x="79339" y="23479"/>
                  <a:pt x="80360" y="29535"/>
                  <a:pt x="79605" y="36208"/>
                </a:cubicBezTo>
                <a:cubicBezTo>
                  <a:pt x="78850" y="42881"/>
                  <a:pt x="75570" y="51284"/>
                  <a:pt x="69763" y="61419"/>
                </a:cubicBezTo>
                <a:cubicBezTo>
                  <a:pt x="63719" y="71967"/>
                  <a:pt x="57761" y="79710"/>
                  <a:pt x="51889" y="84648"/>
                </a:cubicBezTo>
                <a:cubicBezTo>
                  <a:pt x="46017" y="89584"/>
                  <a:pt x="39882" y="92389"/>
                  <a:pt x="33485" y="93061"/>
                </a:cubicBezTo>
                <a:cubicBezTo>
                  <a:pt x="27088" y="93733"/>
                  <a:pt x="20847" y="92326"/>
                  <a:pt x="14762" y="88840"/>
                </a:cubicBezTo>
                <a:cubicBezTo>
                  <a:pt x="8301" y="85138"/>
                  <a:pt x="4056" y="80311"/>
                  <a:pt x="2028" y="74359"/>
                </a:cubicBezTo>
                <a:cubicBezTo>
                  <a:pt x="0" y="68408"/>
                  <a:pt x="444" y="61929"/>
                  <a:pt x="3360" y="54923"/>
                </a:cubicBezTo>
                <a:moveTo>
                  <a:pt x="65711" y="42366"/>
                </a:moveTo>
                <a:cubicBezTo>
                  <a:pt x="69027" y="36579"/>
                  <a:pt x="70108" y="31100"/>
                  <a:pt x="68956" y="25927"/>
                </a:cubicBezTo>
                <a:cubicBezTo>
                  <a:pt x="67804" y="20753"/>
                  <a:pt x="65049" y="16918"/>
                  <a:pt x="60692" y="14422"/>
                </a:cubicBezTo>
                <a:cubicBezTo>
                  <a:pt x="56185" y="11839"/>
                  <a:pt x="51211" y="11420"/>
                  <a:pt x="45772" y="13163"/>
                </a:cubicBezTo>
                <a:cubicBezTo>
                  <a:pt x="40333" y="14907"/>
                  <a:pt x="35944" y="18691"/>
                  <a:pt x="32607" y="24515"/>
                </a:cubicBezTo>
                <a:cubicBezTo>
                  <a:pt x="29612" y="29743"/>
                  <a:pt x="28765" y="34900"/>
                  <a:pt x="30068" y="39985"/>
                </a:cubicBezTo>
                <a:cubicBezTo>
                  <a:pt x="31370" y="45071"/>
                  <a:pt x="34350" y="48947"/>
                  <a:pt x="39008" y="51616"/>
                </a:cubicBezTo>
                <a:cubicBezTo>
                  <a:pt x="43703" y="54306"/>
                  <a:pt x="48498" y="54884"/>
                  <a:pt x="53394" y="53350"/>
                </a:cubicBezTo>
                <a:cubicBezTo>
                  <a:pt x="58289" y="51816"/>
                  <a:pt x="62395" y="48154"/>
                  <a:pt x="65711" y="4236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.">
            <a:extLst xmlns:a="http://schemas.openxmlformats.org/drawingml/2006/main">
              <a:ext uri="{FF2B5EF4-FFF2-40B4-BE49-F238E27FC236}">
                <a16:creationId xmlns:a16="http://schemas.microsoft.com/office/drawing/2014/main" id="{83D1FB34-933E-4629-A403-7AD89D86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31" y="2200044"/>
            <a:ext cx="18200" cy="18225"/>
          </a:xfrm>
          <a:custGeom xmlns:a="http://schemas.openxmlformats.org/drawingml/2006/main">
            <a:pathLst>
              <a:path w="18200" h="18225">
                <a:moveTo>
                  <a:pt x="0" y="11607"/>
                </a:moveTo>
                <a:lnTo>
                  <a:pt x="6650" y="0"/>
                </a:lnTo>
                <a:lnTo>
                  <a:pt x="18200" y="6618"/>
                </a:lnTo>
                <a:lnTo>
                  <a:pt x="11550" y="18225"/>
                </a:lnTo>
                <a:lnTo>
                  <a:pt x="0" y="116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4">
            <a:extLst xmlns:a="http://schemas.openxmlformats.org/drawingml/2006/main">
              <a:ext uri="{FF2B5EF4-FFF2-40B4-BE49-F238E27FC236}">
                <a16:creationId xmlns:a16="http://schemas.microsoft.com/office/drawing/2014/main" id="{741E7130-464B-4A24-92CC-BC1262A9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26" y="2163863"/>
            <a:ext cx="81970" cy="87345"/>
          </a:xfrm>
          <a:custGeom xmlns:a="http://schemas.openxmlformats.org/drawingml/2006/main">
            <a:pathLst>
              <a:path w="81970" h="87345">
                <a:moveTo>
                  <a:pt x="24503" y="81534"/>
                </a:moveTo>
                <a:lnTo>
                  <a:pt x="35834" y="61757"/>
                </a:lnTo>
                <a:lnTo>
                  <a:pt x="0" y="41226"/>
                </a:lnTo>
                <a:lnTo>
                  <a:pt x="5327" y="31929"/>
                </a:lnTo>
                <a:lnTo>
                  <a:pt x="73688" y="0"/>
                </a:lnTo>
                <a:lnTo>
                  <a:pt x="81970" y="4745"/>
                </a:lnTo>
                <a:lnTo>
                  <a:pt x="51303" y="58272"/>
                </a:lnTo>
                <a:lnTo>
                  <a:pt x="62459" y="64663"/>
                </a:lnTo>
                <a:lnTo>
                  <a:pt x="57132" y="73960"/>
                </a:lnTo>
                <a:lnTo>
                  <a:pt x="45976" y="67568"/>
                </a:lnTo>
                <a:lnTo>
                  <a:pt x="34645" y="87345"/>
                </a:lnTo>
                <a:lnTo>
                  <a:pt x="24503" y="81534"/>
                </a:lnTo>
                <a:moveTo>
                  <a:pt x="41161" y="52461"/>
                </a:moveTo>
                <a:lnTo>
                  <a:pt x="62499" y="15218"/>
                </a:lnTo>
                <a:lnTo>
                  <a:pt x="15299" y="37643"/>
                </a:lnTo>
                <a:lnTo>
                  <a:pt x="41161" y="524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5">
            <a:extLst xmlns:a="http://schemas.openxmlformats.org/drawingml/2006/main">
              <a:ext uri="{FF2B5EF4-FFF2-40B4-BE49-F238E27FC236}">
                <a16:creationId xmlns:a16="http://schemas.microsoft.com/office/drawing/2014/main" id="{C1249B24-4B90-4FB3-BCCE-7992ADBF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72" y="2599425"/>
            <a:ext cx="83307" cy="116549"/>
          </a:xfrm>
          <a:custGeom xmlns:a="http://schemas.openxmlformats.org/drawingml/2006/main">
            <a:pathLst>
              <a:path w="83307" h="116549">
                <a:moveTo>
                  <a:pt x="841" y="76976"/>
                </a:moveTo>
                <a:lnTo>
                  <a:pt x="15201" y="78437"/>
                </a:lnTo>
                <a:cubicBezTo>
                  <a:pt x="14958" y="85491"/>
                  <a:pt x="16420" y="91103"/>
                  <a:pt x="19584" y="95273"/>
                </a:cubicBezTo>
                <a:cubicBezTo>
                  <a:pt x="22750" y="99441"/>
                  <a:pt x="27025" y="102031"/>
                  <a:pt x="32409" y="103044"/>
                </a:cubicBezTo>
                <a:cubicBezTo>
                  <a:pt x="38891" y="104262"/>
                  <a:pt x="44834" y="102855"/>
                  <a:pt x="50238" y="98820"/>
                </a:cubicBezTo>
                <a:cubicBezTo>
                  <a:pt x="55643" y="94784"/>
                  <a:pt x="59103" y="88734"/>
                  <a:pt x="60620" y="80669"/>
                </a:cubicBezTo>
                <a:cubicBezTo>
                  <a:pt x="62061" y="73002"/>
                  <a:pt x="61042" y="66548"/>
                  <a:pt x="57563" y="61306"/>
                </a:cubicBezTo>
                <a:cubicBezTo>
                  <a:pt x="54083" y="56064"/>
                  <a:pt x="48854" y="52786"/>
                  <a:pt x="41874" y="51474"/>
                </a:cubicBezTo>
                <a:cubicBezTo>
                  <a:pt x="37536" y="50658"/>
                  <a:pt x="33438" y="50900"/>
                  <a:pt x="29581" y="52199"/>
                </a:cubicBezTo>
                <a:cubicBezTo>
                  <a:pt x="25723" y="53498"/>
                  <a:pt x="22504" y="55520"/>
                  <a:pt x="19923" y="58264"/>
                </a:cubicBezTo>
                <a:lnTo>
                  <a:pt x="7593" y="54242"/>
                </a:lnTo>
                <a:lnTo>
                  <a:pt x="28788" y="0"/>
                </a:lnTo>
                <a:lnTo>
                  <a:pt x="83307" y="10251"/>
                </a:lnTo>
                <a:lnTo>
                  <a:pt x="80916" y="22965"/>
                </a:lnTo>
                <a:lnTo>
                  <a:pt x="37166" y="14739"/>
                </a:lnTo>
                <a:lnTo>
                  <a:pt x="25704" y="43168"/>
                </a:lnTo>
                <a:cubicBezTo>
                  <a:pt x="33138" y="39869"/>
                  <a:pt x="40470" y="38899"/>
                  <a:pt x="47699" y="40258"/>
                </a:cubicBezTo>
                <a:cubicBezTo>
                  <a:pt x="57272" y="42058"/>
                  <a:pt x="64724" y="46896"/>
                  <a:pt x="70057" y="54772"/>
                </a:cubicBezTo>
                <a:cubicBezTo>
                  <a:pt x="75391" y="62647"/>
                  <a:pt x="77077" y="71799"/>
                  <a:pt x="75116" y="82229"/>
                </a:cubicBezTo>
                <a:cubicBezTo>
                  <a:pt x="73248" y="92161"/>
                  <a:pt x="68742" y="100201"/>
                  <a:pt x="61598" y="106350"/>
                </a:cubicBezTo>
                <a:cubicBezTo>
                  <a:pt x="52898" y="113912"/>
                  <a:pt x="42465" y="116549"/>
                  <a:pt x="30300" y="114262"/>
                </a:cubicBezTo>
                <a:cubicBezTo>
                  <a:pt x="20328" y="112387"/>
                  <a:pt x="12715" y="108057"/>
                  <a:pt x="7461" y="101273"/>
                </a:cubicBezTo>
                <a:cubicBezTo>
                  <a:pt x="2207" y="94489"/>
                  <a:pt x="0" y="86390"/>
                  <a:pt x="841" y="7697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2">
            <a:extLst xmlns:a="http://schemas.openxmlformats.org/drawingml/2006/main">
              <a:ext uri="{FF2B5EF4-FFF2-40B4-BE49-F238E27FC236}">
                <a16:creationId xmlns:a16="http://schemas.microsoft.com/office/drawing/2014/main" id="{47F49FA4-6C9D-4822-A8A0-DFE70A0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22" y="2616084"/>
            <a:ext cx="88915" cy="118499"/>
          </a:xfrm>
          <a:custGeom xmlns:a="http://schemas.openxmlformats.org/drawingml/2006/main">
            <a:pathLst>
              <a:path w="88915" h="118499">
                <a:moveTo>
                  <a:pt x="74901" y="105561"/>
                </a:moveTo>
                <a:lnTo>
                  <a:pt x="72468" y="118499"/>
                </a:lnTo>
                <a:lnTo>
                  <a:pt x="0" y="104873"/>
                </a:lnTo>
                <a:cubicBezTo>
                  <a:pt x="509" y="101615"/>
                  <a:pt x="1618" y="98599"/>
                  <a:pt x="3327" y="95825"/>
                </a:cubicBezTo>
                <a:cubicBezTo>
                  <a:pt x="6100" y="91239"/>
                  <a:pt x="9967" y="86936"/>
                  <a:pt x="14930" y="82917"/>
                </a:cubicBezTo>
                <a:cubicBezTo>
                  <a:pt x="19893" y="78898"/>
                  <a:pt x="26803" y="74471"/>
                  <a:pt x="35662" y="69635"/>
                </a:cubicBezTo>
                <a:cubicBezTo>
                  <a:pt x="49414" y="62113"/>
                  <a:pt x="58920" y="55894"/>
                  <a:pt x="64180" y="50977"/>
                </a:cubicBezTo>
                <a:cubicBezTo>
                  <a:pt x="69441" y="46061"/>
                  <a:pt x="72549" y="41062"/>
                  <a:pt x="73504" y="35981"/>
                </a:cubicBezTo>
                <a:cubicBezTo>
                  <a:pt x="74506" y="30651"/>
                  <a:pt x="73445" y="25797"/>
                  <a:pt x="70319" y="21418"/>
                </a:cubicBezTo>
                <a:cubicBezTo>
                  <a:pt x="67193" y="17040"/>
                  <a:pt x="62564" y="14274"/>
                  <a:pt x="56432" y="13121"/>
                </a:cubicBezTo>
                <a:cubicBezTo>
                  <a:pt x="49950" y="11902"/>
                  <a:pt x="44400" y="12872"/>
                  <a:pt x="39779" y="16029"/>
                </a:cubicBezTo>
                <a:cubicBezTo>
                  <a:pt x="35159" y="19187"/>
                  <a:pt x="32178" y="24201"/>
                  <a:pt x="30834" y="31072"/>
                </a:cubicBezTo>
                <a:lnTo>
                  <a:pt x="17266" y="27048"/>
                </a:lnTo>
                <a:cubicBezTo>
                  <a:pt x="20158" y="16882"/>
                  <a:pt x="25205" y="9669"/>
                  <a:pt x="32407" y="5410"/>
                </a:cubicBezTo>
                <a:cubicBezTo>
                  <a:pt x="39609" y="1150"/>
                  <a:pt x="48420" y="0"/>
                  <a:pt x="58840" y="1959"/>
                </a:cubicBezTo>
                <a:cubicBezTo>
                  <a:pt x="69360" y="3937"/>
                  <a:pt x="77138" y="8420"/>
                  <a:pt x="82173" y="15408"/>
                </a:cubicBezTo>
                <a:cubicBezTo>
                  <a:pt x="87208" y="22396"/>
                  <a:pt x="88915" y="30205"/>
                  <a:pt x="87293" y="38833"/>
                </a:cubicBezTo>
                <a:cubicBezTo>
                  <a:pt x="86467" y="43222"/>
                  <a:pt x="84759" y="47367"/>
                  <a:pt x="82167" y="51269"/>
                </a:cubicBezTo>
                <a:cubicBezTo>
                  <a:pt x="79575" y="55171"/>
                  <a:pt x="75756" y="59075"/>
                  <a:pt x="70712" y="62980"/>
                </a:cubicBezTo>
                <a:cubicBezTo>
                  <a:pt x="65667" y="66884"/>
                  <a:pt x="57540" y="72017"/>
                  <a:pt x="46330" y="78378"/>
                </a:cubicBezTo>
                <a:cubicBezTo>
                  <a:pt x="36979" y="83632"/>
                  <a:pt x="30930" y="87251"/>
                  <a:pt x="28182" y="89237"/>
                </a:cubicBezTo>
                <a:cubicBezTo>
                  <a:pt x="25435" y="91221"/>
                  <a:pt x="23084" y="93292"/>
                  <a:pt x="21129" y="95450"/>
                </a:cubicBezTo>
                <a:lnTo>
                  <a:pt x="74901" y="1055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6">
            <a:extLst xmlns:a="http://schemas.openxmlformats.org/drawingml/2006/main">
              <a:ext uri="{FF2B5EF4-FFF2-40B4-BE49-F238E27FC236}">
                <a16:creationId xmlns:a16="http://schemas.microsoft.com/office/drawing/2014/main" id="{A040052C-6FA8-4896-84FD-FA401EE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96" y="2632317"/>
            <a:ext cx="80418" cy="115053"/>
          </a:xfrm>
          <a:custGeom xmlns:a="http://schemas.openxmlformats.org/drawingml/2006/main">
            <a:pathLst>
              <a:path w="80418" h="115053">
                <a:moveTo>
                  <a:pt x="79908" y="35394"/>
                </a:moveTo>
                <a:lnTo>
                  <a:pt x="66324" y="33926"/>
                </a:lnTo>
                <a:cubicBezTo>
                  <a:pt x="66116" y="28440"/>
                  <a:pt x="65140" y="24298"/>
                  <a:pt x="63394" y="21502"/>
                </a:cubicBezTo>
                <a:cubicBezTo>
                  <a:pt x="60473" y="16996"/>
                  <a:pt x="56346" y="14241"/>
                  <a:pt x="51011" y="13238"/>
                </a:cubicBezTo>
                <a:cubicBezTo>
                  <a:pt x="46723" y="12432"/>
                  <a:pt x="42735" y="12914"/>
                  <a:pt x="39047" y="14686"/>
                </a:cubicBezTo>
                <a:cubicBezTo>
                  <a:pt x="34231" y="16963"/>
                  <a:pt x="30047" y="20823"/>
                  <a:pt x="26494" y="26265"/>
                </a:cubicBezTo>
                <a:cubicBezTo>
                  <a:pt x="22941" y="31708"/>
                  <a:pt x="20089" y="39875"/>
                  <a:pt x="17938" y="50767"/>
                </a:cubicBezTo>
                <a:cubicBezTo>
                  <a:pt x="22107" y="46441"/>
                  <a:pt x="26759" y="43522"/>
                  <a:pt x="31896" y="42010"/>
                </a:cubicBezTo>
                <a:cubicBezTo>
                  <a:pt x="37032" y="40498"/>
                  <a:pt x="42168" y="40225"/>
                  <a:pt x="47304" y="41190"/>
                </a:cubicBezTo>
                <a:cubicBezTo>
                  <a:pt x="56278" y="42878"/>
                  <a:pt x="63298" y="47617"/>
                  <a:pt x="68362" y="55409"/>
                </a:cubicBezTo>
                <a:cubicBezTo>
                  <a:pt x="73427" y="63201"/>
                  <a:pt x="74975" y="72332"/>
                  <a:pt x="73007" y="82803"/>
                </a:cubicBezTo>
                <a:cubicBezTo>
                  <a:pt x="71713" y="89683"/>
                  <a:pt x="69027" y="95798"/>
                  <a:pt x="64950" y="101149"/>
                </a:cubicBezTo>
                <a:cubicBezTo>
                  <a:pt x="60872" y="106499"/>
                  <a:pt x="55946" y="110257"/>
                  <a:pt x="50170" y="112423"/>
                </a:cubicBezTo>
                <a:cubicBezTo>
                  <a:pt x="44394" y="114589"/>
                  <a:pt x="38216" y="115053"/>
                  <a:pt x="31635" y="113816"/>
                </a:cubicBezTo>
                <a:cubicBezTo>
                  <a:pt x="20417" y="111707"/>
                  <a:pt x="12043" y="105864"/>
                  <a:pt x="6514" y="96287"/>
                </a:cubicBezTo>
                <a:cubicBezTo>
                  <a:pt x="985" y="86709"/>
                  <a:pt x="0" y="72454"/>
                  <a:pt x="3560" y="53520"/>
                </a:cubicBezTo>
                <a:cubicBezTo>
                  <a:pt x="7542" y="32345"/>
                  <a:pt x="14350" y="17685"/>
                  <a:pt x="23986" y="9541"/>
                </a:cubicBezTo>
                <a:cubicBezTo>
                  <a:pt x="32390" y="2455"/>
                  <a:pt x="42376" y="0"/>
                  <a:pt x="53943" y="2175"/>
                </a:cubicBezTo>
                <a:cubicBezTo>
                  <a:pt x="62568" y="3797"/>
                  <a:pt x="69180" y="7550"/>
                  <a:pt x="73777" y="13434"/>
                </a:cubicBezTo>
                <a:cubicBezTo>
                  <a:pt x="78375" y="19319"/>
                  <a:pt x="80418" y="26639"/>
                  <a:pt x="79908" y="35394"/>
                </a:cubicBezTo>
                <a:moveTo>
                  <a:pt x="16093" y="72106"/>
                </a:moveTo>
                <a:cubicBezTo>
                  <a:pt x="15224" y="76729"/>
                  <a:pt x="15377" y="81338"/>
                  <a:pt x="16552" y="85934"/>
                </a:cubicBezTo>
                <a:cubicBezTo>
                  <a:pt x="17727" y="90529"/>
                  <a:pt x="19876" y="94266"/>
                  <a:pt x="23000" y="97144"/>
                </a:cubicBezTo>
                <a:cubicBezTo>
                  <a:pt x="26124" y="100021"/>
                  <a:pt x="29631" y="101825"/>
                  <a:pt x="33520" y="102556"/>
                </a:cubicBezTo>
                <a:cubicBezTo>
                  <a:pt x="39203" y="103625"/>
                  <a:pt x="44519" y="102257"/>
                  <a:pt x="49467" y="98453"/>
                </a:cubicBezTo>
                <a:cubicBezTo>
                  <a:pt x="54416" y="94649"/>
                  <a:pt x="57628" y="88819"/>
                  <a:pt x="59105" y="80965"/>
                </a:cubicBezTo>
                <a:cubicBezTo>
                  <a:pt x="60526" y="73409"/>
                  <a:pt x="59626" y="67077"/>
                  <a:pt x="56405" y="61969"/>
                </a:cubicBezTo>
                <a:cubicBezTo>
                  <a:pt x="53184" y="56859"/>
                  <a:pt x="48508" y="53728"/>
                  <a:pt x="42375" y="52575"/>
                </a:cubicBezTo>
                <a:cubicBezTo>
                  <a:pt x="36293" y="51431"/>
                  <a:pt x="30724" y="52636"/>
                  <a:pt x="25668" y="56189"/>
                </a:cubicBezTo>
                <a:cubicBezTo>
                  <a:pt x="20612" y="59741"/>
                  <a:pt x="17421" y="65047"/>
                  <a:pt x="16093" y="721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.">
            <a:extLst xmlns:a="http://schemas.openxmlformats.org/drawingml/2006/main">
              <a:ext uri="{FF2B5EF4-FFF2-40B4-BE49-F238E27FC236}">
                <a16:creationId xmlns:a16="http://schemas.microsoft.com/office/drawing/2014/main" id="{6FFD5F00-92CC-490E-9C5D-F5FDC20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12" y="2739319"/>
            <a:ext cx="18228" cy="18289"/>
          </a:xfrm>
          <a:custGeom xmlns:a="http://schemas.openxmlformats.org/drawingml/2006/main">
            <a:pathLst>
              <a:path w="18228" h="18289">
                <a:moveTo>
                  <a:pt x="0" y="15406"/>
                </a:moveTo>
                <a:lnTo>
                  <a:pt x="2897" y="0"/>
                </a:lnTo>
                <a:lnTo>
                  <a:pt x="18228" y="2883"/>
                </a:lnTo>
                <a:lnTo>
                  <a:pt x="15331" y="18289"/>
                </a:lnTo>
                <a:lnTo>
                  <a:pt x="0" y="154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6">
            <a:extLst xmlns:a="http://schemas.openxmlformats.org/drawingml/2006/main">
              <a:ext uri="{FF2B5EF4-FFF2-40B4-BE49-F238E27FC236}">
                <a16:creationId xmlns:a16="http://schemas.microsoft.com/office/drawing/2014/main" id="{8DE9CA7B-3E09-4C99-BB0A-A8E34ABF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33" y="2656335"/>
            <a:ext cx="80418" cy="115053"/>
          </a:xfrm>
          <a:custGeom xmlns:a="http://schemas.openxmlformats.org/drawingml/2006/main">
            <a:pathLst>
              <a:path w="80418" h="115053">
                <a:moveTo>
                  <a:pt x="79908" y="35394"/>
                </a:moveTo>
                <a:lnTo>
                  <a:pt x="66324" y="33926"/>
                </a:lnTo>
                <a:cubicBezTo>
                  <a:pt x="66116" y="28440"/>
                  <a:pt x="65140" y="24298"/>
                  <a:pt x="63394" y="21502"/>
                </a:cubicBezTo>
                <a:cubicBezTo>
                  <a:pt x="60473" y="16996"/>
                  <a:pt x="56346" y="14241"/>
                  <a:pt x="51011" y="13238"/>
                </a:cubicBezTo>
                <a:cubicBezTo>
                  <a:pt x="46723" y="12432"/>
                  <a:pt x="42735" y="12914"/>
                  <a:pt x="39047" y="14686"/>
                </a:cubicBezTo>
                <a:cubicBezTo>
                  <a:pt x="34231" y="16963"/>
                  <a:pt x="30047" y="20823"/>
                  <a:pt x="26494" y="26265"/>
                </a:cubicBezTo>
                <a:cubicBezTo>
                  <a:pt x="22941" y="31708"/>
                  <a:pt x="20089" y="39875"/>
                  <a:pt x="17938" y="50767"/>
                </a:cubicBezTo>
                <a:cubicBezTo>
                  <a:pt x="22107" y="46441"/>
                  <a:pt x="26759" y="43522"/>
                  <a:pt x="31896" y="42010"/>
                </a:cubicBezTo>
                <a:cubicBezTo>
                  <a:pt x="37032" y="40498"/>
                  <a:pt x="42168" y="40225"/>
                  <a:pt x="47304" y="41190"/>
                </a:cubicBezTo>
                <a:cubicBezTo>
                  <a:pt x="56278" y="42878"/>
                  <a:pt x="63298" y="47617"/>
                  <a:pt x="68362" y="55409"/>
                </a:cubicBezTo>
                <a:cubicBezTo>
                  <a:pt x="73427" y="63201"/>
                  <a:pt x="74975" y="72332"/>
                  <a:pt x="73007" y="82803"/>
                </a:cubicBezTo>
                <a:cubicBezTo>
                  <a:pt x="71713" y="89683"/>
                  <a:pt x="69027" y="95798"/>
                  <a:pt x="64950" y="101149"/>
                </a:cubicBezTo>
                <a:cubicBezTo>
                  <a:pt x="60872" y="106499"/>
                  <a:pt x="55946" y="110257"/>
                  <a:pt x="50170" y="112423"/>
                </a:cubicBezTo>
                <a:cubicBezTo>
                  <a:pt x="44394" y="114589"/>
                  <a:pt x="38216" y="115053"/>
                  <a:pt x="31635" y="113816"/>
                </a:cubicBezTo>
                <a:cubicBezTo>
                  <a:pt x="20417" y="111707"/>
                  <a:pt x="12043" y="105864"/>
                  <a:pt x="6514" y="96287"/>
                </a:cubicBezTo>
                <a:cubicBezTo>
                  <a:pt x="985" y="86709"/>
                  <a:pt x="0" y="72454"/>
                  <a:pt x="3560" y="53520"/>
                </a:cubicBezTo>
                <a:cubicBezTo>
                  <a:pt x="7542" y="32345"/>
                  <a:pt x="14350" y="17685"/>
                  <a:pt x="23986" y="9541"/>
                </a:cubicBezTo>
                <a:cubicBezTo>
                  <a:pt x="32390" y="2455"/>
                  <a:pt x="42376" y="0"/>
                  <a:pt x="53943" y="2175"/>
                </a:cubicBezTo>
                <a:cubicBezTo>
                  <a:pt x="62568" y="3797"/>
                  <a:pt x="69180" y="7550"/>
                  <a:pt x="73777" y="13434"/>
                </a:cubicBezTo>
                <a:cubicBezTo>
                  <a:pt x="78375" y="19319"/>
                  <a:pt x="80418" y="26639"/>
                  <a:pt x="79908" y="35394"/>
                </a:cubicBezTo>
                <a:moveTo>
                  <a:pt x="16093" y="72106"/>
                </a:moveTo>
                <a:cubicBezTo>
                  <a:pt x="15224" y="76729"/>
                  <a:pt x="15377" y="81338"/>
                  <a:pt x="16552" y="85934"/>
                </a:cubicBezTo>
                <a:cubicBezTo>
                  <a:pt x="17727" y="90529"/>
                  <a:pt x="19876" y="94266"/>
                  <a:pt x="23000" y="97144"/>
                </a:cubicBezTo>
                <a:cubicBezTo>
                  <a:pt x="26124" y="100021"/>
                  <a:pt x="29631" y="101825"/>
                  <a:pt x="33520" y="102556"/>
                </a:cubicBezTo>
                <a:cubicBezTo>
                  <a:pt x="39203" y="103625"/>
                  <a:pt x="44519" y="102257"/>
                  <a:pt x="49467" y="98453"/>
                </a:cubicBezTo>
                <a:cubicBezTo>
                  <a:pt x="54416" y="94649"/>
                  <a:pt x="57628" y="88819"/>
                  <a:pt x="59105" y="80965"/>
                </a:cubicBezTo>
                <a:cubicBezTo>
                  <a:pt x="60526" y="73409"/>
                  <a:pt x="59626" y="67077"/>
                  <a:pt x="56405" y="61969"/>
                </a:cubicBezTo>
                <a:cubicBezTo>
                  <a:pt x="53184" y="56859"/>
                  <a:pt x="48508" y="53728"/>
                  <a:pt x="42375" y="52575"/>
                </a:cubicBezTo>
                <a:cubicBezTo>
                  <a:pt x="36293" y="51431"/>
                  <a:pt x="30724" y="52636"/>
                  <a:pt x="25668" y="56189"/>
                </a:cubicBezTo>
                <a:cubicBezTo>
                  <a:pt x="20612" y="59741"/>
                  <a:pt x="17421" y="65047"/>
                  <a:pt x="16093" y="721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41">
            <a:extLst xmlns:a="http://schemas.openxmlformats.org/drawingml/2006/main">
              <a:ext uri="{FF2B5EF4-FFF2-40B4-BE49-F238E27FC236}">
                <a16:creationId xmlns:a16="http://schemas.microsoft.com/office/drawing/2014/main" id="{2CB4FFE7-BD73-4EC8-92C3-6EB25CA6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5" y="2857944"/>
            <a:ext cx="137732" cy="109216"/>
          </a:xfrm>
          <a:custGeom xmlns:a="http://schemas.openxmlformats.org/drawingml/2006/main">
            <a:pathLst>
              <a:path w="137732" h="109216">
                <a:moveTo>
                  <a:pt x="43235" y="103338"/>
                </a:moveTo>
                <a:lnTo>
                  <a:pt x="44899" y="78559"/>
                </a:lnTo>
                <a:lnTo>
                  <a:pt x="0" y="75543"/>
                </a:lnTo>
                <a:lnTo>
                  <a:pt x="782" y="63895"/>
                </a:lnTo>
                <a:lnTo>
                  <a:pt x="52516" y="0"/>
                </a:lnTo>
                <a:lnTo>
                  <a:pt x="62893" y="697"/>
                </a:lnTo>
                <a:lnTo>
                  <a:pt x="58389" y="67764"/>
                </a:lnTo>
                <a:lnTo>
                  <a:pt x="72367" y="68702"/>
                </a:lnTo>
                <a:lnTo>
                  <a:pt x="71585" y="80351"/>
                </a:lnTo>
                <a:lnTo>
                  <a:pt x="57607" y="79412"/>
                </a:lnTo>
                <a:lnTo>
                  <a:pt x="55943" y="104192"/>
                </a:lnTo>
                <a:lnTo>
                  <a:pt x="43235" y="103338"/>
                </a:lnTo>
                <a:moveTo>
                  <a:pt x="45682" y="66910"/>
                </a:moveTo>
                <a:lnTo>
                  <a:pt x="48816" y="20246"/>
                </a:lnTo>
                <a:lnTo>
                  <a:pt x="13278" y="64734"/>
                </a:lnTo>
                <a:lnTo>
                  <a:pt x="45682" y="66910"/>
                </a:lnTo>
                <a:close/>
                <a:moveTo>
                  <a:pt x="130753" y="109216"/>
                </a:moveTo>
                <a:lnTo>
                  <a:pt x="118046" y="108362"/>
                </a:lnTo>
                <a:lnTo>
                  <a:pt x="123484" y="27388"/>
                </a:lnTo>
                <a:cubicBezTo>
                  <a:pt x="120229" y="30101"/>
                  <a:pt x="116020" y="32749"/>
                  <a:pt x="110859" y="35334"/>
                </a:cubicBezTo>
                <a:cubicBezTo>
                  <a:pt x="105698" y="37918"/>
                  <a:pt x="101092" y="39807"/>
                  <a:pt x="97040" y="41001"/>
                </a:cubicBezTo>
                <a:lnTo>
                  <a:pt x="97865" y="28717"/>
                </a:lnTo>
                <a:cubicBezTo>
                  <a:pt x="105196" y="25853"/>
                  <a:pt x="111681" y="22222"/>
                  <a:pt x="117318" y="17826"/>
                </a:cubicBezTo>
                <a:cubicBezTo>
                  <a:pt x="122956" y="13430"/>
                  <a:pt x="127031" y="9070"/>
                  <a:pt x="129543" y="4748"/>
                </a:cubicBezTo>
                <a:lnTo>
                  <a:pt x="137732" y="5297"/>
                </a:lnTo>
                <a:lnTo>
                  <a:pt x="130753" y="1092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8.">
            <a:extLst xmlns:a="http://schemas.openxmlformats.org/drawingml/2006/main">
              <a:ext uri="{FF2B5EF4-FFF2-40B4-BE49-F238E27FC236}">
                <a16:creationId xmlns:a16="http://schemas.microsoft.com/office/drawing/2014/main" id="{C65D5CF6-1EFD-4135-8B5E-5C857BB6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50" y="2867088"/>
            <a:ext cx="101698" cy="109105"/>
          </a:xfrm>
          <a:custGeom xmlns:a="http://schemas.openxmlformats.org/drawingml/2006/main">
            <a:pathLst>
              <a:path w="101698" h="109105">
                <a:moveTo>
                  <a:pt x="22065" y="47303"/>
                </a:moveTo>
                <a:cubicBezTo>
                  <a:pt x="16923" y="45026"/>
                  <a:pt x="13201" y="42018"/>
                  <a:pt x="10899" y="38281"/>
                </a:cubicBezTo>
                <a:cubicBezTo>
                  <a:pt x="8597" y="34544"/>
                  <a:pt x="7613" y="30188"/>
                  <a:pt x="7947" y="25214"/>
                </a:cubicBezTo>
                <a:cubicBezTo>
                  <a:pt x="8452" y="17706"/>
                  <a:pt x="11582" y="11576"/>
                  <a:pt x="17337" y="6826"/>
                </a:cubicBezTo>
                <a:cubicBezTo>
                  <a:pt x="23093" y="2074"/>
                  <a:pt x="30466" y="0"/>
                  <a:pt x="39455" y="604"/>
                </a:cubicBezTo>
                <a:cubicBezTo>
                  <a:pt x="48492" y="1211"/>
                  <a:pt x="55587" y="4315"/>
                  <a:pt x="60743" y="9918"/>
                </a:cubicBezTo>
                <a:cubicBezTo>
                  <a:pt x="65898" y="15519"/>
                  <a:pt x="68223" y="22074"/>
                  <a:pt x="67719" y="29583"/>
                </a:cubicBezTo>
                <a:cubicBezTo>
                  <a:pt x="67398" y="34368"/>
                  <a:pt x="65859" y="38448"/>
                  <a:pt x="63103" y="41822"/>
                </a:cubicBezTo>
                <a:cubicBezTo>
                  <a:pt x="60347" y="45196"/>
                  <a:pt x="56340" y="47673"/>
                  <a:pt x="51080" y="49252"/>
                </a:cubicBezTo>
                <a:cubicBezTo>
                  <a:pt x="57295" y="51753"/>
                  <a:pt x="61906" y="55423"/>
                  <a:pt x="64914" y="60264"/>
                </a:cubicBezTo>
                <a:cubicBezTo>
                  <a:pt x="67922" y="65104"/>
                  <a:pt x="69211" y="70728"/>
                  <a:pt x="68780" y="77138"/>
                </a:cubicBezTo>
                <a:cubicBezTo>
                  <a:pt x="68185" y="85996"/>
                  <a:pt x="64555" y="93231"/>
                  <a:pt x="57891" y="98842"/>
                </a:cubicBezTo>
                <a:cubicBezTo>
                  <a:pt x="51226" y="104454"/>
                  <a:pt x="42787" y="106916"/>
                  <a:pt x="32574" y="106230"/>
                </a:cubicBezTo>
                <a:cubicBezTo>
                  <a:pt x="22361" y="105545"/>
                  <a:pt x="14328" y="101964"/>
                  <a:pt x="8476" y="95488"/>
                </a:cubicBezTo>
                <a:cubicBezTo>
                  <a:pt x="2623" y="89013"/>
                  <a:pt x="0" y="81251"/>
                  <a:pt x="608" y="72203"/>
                </a:cubicBezTo>
                <a:cubicBezTo>
                  <a:pt x="1060" y="65465"/>
                  <a:pt x="3145" y="59937"/>
                  <a:pt x="6863" y="55619"/>
                </a:cubicBezTo>
                <a:cubicBezTo>
                  <a:pt x="10580" y="51300"/>
                  <a:pt x="15648" y="48529"/>
                  <a:pt x="22065" y="47303"/>
                </a:cubicBezTo>
                <a:moveTo>
                  <a:pt x="20960" y="25746"/>
                </a:moveTo>
                <a:cubicBezTo>
                  <a:pt x="20634" y="30598"/>
                  <a:pt x="21944" y="34670"/>
                  <a:pt x="24891" y="37962"/>
                </a:cubicBezTo>
                <a:cubicBezTo>
                  <a:pt x="27837" y="41252"/>
                  <a:pt x="31829" y="43066"/>
                  <a:pt x="36865" y="43404"/>
                </a:cubicBezTo>
                <a:cubicBezTo>
                  <a:pt x="41759" y="43733"/>
                  <a:pt x="45874" y="42474"/>
                  <a:pt x="49209" y="39628"/>
                </a:cubicBezTo>
                <a:cubicBezTo>
                  <a:pt x="52544" y="36782"/>
                  <a:pt x="54361" y="33143"/>
                  <a:pt x="54658" y="28712"/>
                </a:cubicBezTo>
                <a:cubicBezTo>
                  <a:pt x="54968" y="24092"/>
                  <a:pt x="53617" y="20100"/>
                  <a:pt x="50605" y="16734"/>
                </a:cubicBezTo>
                <a:cubicBezTo>
                  <a:pt x="47592" y="13369"/>
                  <a:pt x="43686" y="11525"/>
                  <a:pt x="38885" y="11203"/>
                </a:cubicBezTo>
                <a:cubicBezTo>
                  <a:pt x="34038" y="10877"/>
                  <a:pt x="29910" y="12147"/>
                  <a:pt x="26503" y="15012"/>
                </a:cubicBezTo>
                <a:cubicBezTo>
                  <a:pt x="23096" y="17875"/>
                  <a:pt x="21248" y="21453"/>
                  <a:pt x="20960" y="25746"/>
                </a:cubicBezTo>
                <a:moveTo>
                  <a:pt x="13668" y="73084"/>
                </a:moveTo>
                <a:cubicBezTo>
                  <a:pt x="13425" y="76703"/>
                  <a:pt x="14049" y="80261"/>
                  <a:pt x="15539" y="83759"/>
                </a:cubicBezTo>
                <a:cubicBezTo>
                  <a:pt x="17030" y="87257"/>
                  <a:pt x="19407" y="90048"/>
                  <a:pt x="22671" y="92131"/>
                </a:cubicBezTo>
                <a:cubicBezTo>
                  <a:pt x="25935" y="94215"/>
                  <a:pt x="29520" y="95388"/>
                  <a:pt x="33427" y="95650"/>
                </a:cubicBezTo>
                <a:cubicBezTo>
                  <a:pt x="39498" y="96058"/>
                  <a:pt x="44641" y="94445"/>
                  <a:pt x="48857" y="90812"/>
                </a:cubicBezTo>
                <a:cubicBezTo>
                  <a:pt x="53072" y="87177"/>
                  <a:pt x="55382" y="82352"/>
                  <a:pt x="55785" y="76338"/>
                </a:cubicBezTo>
                <a:cubicBezTo>
                  <a:pt x="56196" y="70230"/>
                  <a:pt x="54499" y="65043"/>
                  <a:pt x="50696" y="60777"/>
                </a:cubicBezTo>
                <a:cubicBezTo>
                  <a:pt x="46894" y="56509"/>
                  <a:pt x="41933" y="54169"/>
                  <a:pt x="35815" y="53758"/>
                </a:cubicBezTo>
                <a:cubicBezTo>
                  <a:pt x="29837" y="53357"/>
                  <a:pt x="24751" y="54998"/>
                  <a:pt x="20556" y="58682"/>
                </a:cubicBezTo>
                <a:cubicBezTo>
                  <a:pt x="16362" y="62364"/>
                  <a:pt x="14065" y="67165"/>
                  <a:pt x="13668" y="73084"/>
                </a:cubicBezTo>
                <a:close/>
                <a:moveTo>
                  <a:pt x="86249" y="108133"/>
                </a:moveTo>
                <a:lnTo>
                  <a:pt x="87226" y="93590"/>
                </a:lnTo>
                <a:lnTo>
                  <a:pt x="101698" y="94562"/>
                </a:lnTo>
                <a:lnTo>
                  <a:pt x="100721" y="109105"/>
                </a:lnTo>
                <a:lnTo>
                  <a:pt x="86249" y="1081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0">
            <a:extLst xmlns:a="http://schemas.openxmlformats.org/drawingml/2006/main">
              <a:ext uri="{FF2B5EF4-FFF2-40B4-BE49-F238E27FC236}">
                <a16:creationId xmlns:a16="http://schemas.microsoft.com/office/drawing/2014/main" id="{C34F79A6-2600-4B74-AF85-7469B68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88" y="2875285"/>
            <a:ext cx="69483" cy="106627"/>
          </a:xfrm>
          <a:custGeom xmlns:a="http://schemas.openxmlformats.org/drawingml/2006/main">
            <a:pathLst>
              <a:path w="69483" h="106627">
                <a:moveTo>
                  <a:pt x="1305" y="51081"/>
                </a:moveTo>
                <a:cubicBezTo>
                  <a:pt x="2126" y="38853"/>
                  <a:pt x="4046" y="29096"/>
                  <a:pt x="7064" y="21810"/>
                </a:cubicBezTo>
                <a:cubicBezTo>
                  <a:pt x="10083" y="14524"/>
                  <a:pt x="14211" y="9025"/>
                  <a:pt x="19448" y="5314"/>
                </a:cubicBezTo>
                <a:cubicBezTo>
                  <a:pt x="24685" y="1603"/>
                  <a:pt x="31068" y="0"/>
                  <a:pt x="38598" y="506"/>
                </a:cubicBezTo>
                <a:cubicBezTo>
                  <a:pt x="44152" y="879"/>
                  <a:pt x="48948" y="2323"/>
                  <a:pt x="52987" y="4838"/>
                </a:cubicBezTo>
                <a:cubicBezTo>
                  <a:pt x="57026" y="7354"/>
                  <a:pt x="60268" y="10808"/>
                  <a:pt x="62715" y="15200"/>
                </a:cubicBezTo>
                <a:cubicBezTo>
                  <a:pt x="65163" y="19593"/>
                  <a:pt x="66960" y="24864"/>
                  <a:pt x="68107" y="31013"/>
                </a:cubicBezTo>
                <a:cubicBezTo>
                  <a:pt x="69254" y="37161"/>
                  <a:pt x="69483" y="45361"/>
                  <a:pt x="68795" y="55614"/>
                </a:cubicBezTo>
                <a:cubicBezTo>
                  <a:pt x="67980" y="67747"/>
                  <a:pt x="66075" y="77458"/>
                  <a:pt x="63080" y="84746"/>
                </a:cubicBezTo>
                <a:cubicBezTo>
                  <a:pt x="60085" y="92034"/>
                  <a:pt x="55968" y="97545"/>
                  <a:pt x="50730" y="101280"/>
                </a:cubicBezTo>
                <a:cubicBezTo>
                  <a:pt x="45491" y="105014"/>
                  <a:pt x="39083" y="106627"/>
                  <a:pt x="31506" y="106118"/>
                </a:cubicBezTo>
                <a:cubicBezTo>
                  <a:pt x="21528" y="105448"/>
                  <a:pt x="13932" y="101347"/>
                  <a:pt x="8717" y="93815"/>
                </a:cubicBezTo>
                <a:cubicBezTo>
                  <a:pt x="2471" y="84750"/>
                  <a:pt x="0" y="70505"/>
                  <a:pt x="1305" y="51081"/>
                </a:cubicBezTo>
                <a:moveTo>
                  <a:pt x="14367" y="51923"/>
                </a:moveTo>
                <a:cubicBezTo>
                  <a:pt x="13230" y="68856"/>
                  <a:pt x="14462" y="80259"/>
                  <a:pt x="18062" y="86133"/>
                </a:cubicBezTo>
                <a:cubicBezTo>
                  <a:pt x="21663" y="92005"/>
                  <a:pt x="26381" y="95137"/>
                  <a:pt x="32217" y="95529"/>
                </a:cubicBezTo>
                <a:cubicBezTo>
                  <a:pt x="38053" y="95921"/>
                  <a:pt x="43148" y="93436"/>
                  <a:pt x="47503" y="88074"/>
                </a:cubicBezTo>
                <a:cubicBezTo>
                  <a:pt x="51858" y="82713"/>
                  <a:pt x="54603" y="71588"/>
                  <a:pt x="55737" y="54701"/>
                </a:cubicBezTo>
                <a:cubicBezTo>
                  <a:pt x="56877" y="37721"/>
                  <a:pt x="55646" y="26307"/>
                  <a:pt x="52044" y="20458"/>
                </a:cubicBezTo>
                <a:cubicBezTo>
                  <a:pt x="48442" y="14608"/>
                  <a:pt x="43676" y="11484"/>
                  <a:pt x="37746" y="11086"/>
                </a:cubicBezTo>
                <a:cubicBezTo>
                  <a:pt x="31910" y="10694"/>
                  <a:pt x="27085" y="12844"/>
                  <a:pt x="23272" y="17535"/>
                </a:cubicBezTo>
                <a:cubicBezTo>
                  <a:pt x="18473" y="23527"/>
                  <a:pt x="15504" y="34990"/>
                  <a:pt x="14367" y="5192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437.4">
            <a:extLst xmlns:a="http://schemas.openxmlformats.org/drawingml/2006/main">
              <a:ext uri="{FF2B5EF4-FFF2-40B4-BE49-F238E27FC236}">
                <a16:creationId xmlns:a16="http://schemas.microsoft.com/office/drawing/2014/main" id="{F10B0FD7-D803-4B55-B9D3-5A137C5A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06" y="3053376"/>
            <a:ext cx="277298" cy="88036"/>
          </a:xfrm>
          <a:custGeom xmlns:a="http://schemas.openxmlformats.org/drawingml/2006/main">
            <a:pathLst>
              <a:path w="277298" h="88036">
                <a:moveTo>
                  <a:pt x="34784" y="82617"/>
                </a:moveTo>
                <a:lnTo>
                  <a:pt x="35249" y="62826"/>
                </a:lnTo>
                <a:lnTo>
                  <a:pt x="0" y="61998"/>
                </a:lnTo>
                <a:lnTo>
                  <a:pt x="218" y="52695"/>
                </a:lnTo>
                <a:lnTo>
                  <a:pt x="38554" y="0"/>
                </a:lnTo>
                <a:lnTo>
                  <a:pt x="46701" y="191"/>
                </a:lnTo>
                <a:lnTo>
                  <a:pt x="45443" y="53756"/>
                </a:lnTo>
                <a:lnTo>
                  <a:pt x="56417" y="54014"/>
                </a:lnTo>
                <a:lnTo>
                  <a:pt x="56198" y="63317"/>
                </a:lnTo>
                <a:lnTo>
                  <a:pt x="45225" y="63060"/>
                </a:lnTo>
                <a:lnTo>
                  <a:pt x="44760" y="82851"/>
                </a:lnTo>
                <a:lnTo>
                  <a:pt x="34784" y="82617"/>
                </a:lnTo>
                <a:moveTo>
                  <a:pt x="35467" y="53522"/>
                </a:moveTo>
                <a:lnTo>
                  <a:pt x="36342" y="16252"/>
                </a:lnTo>
                <a:lnTo>
                  <a:pt x="10028" y="52925"/>
                </a:lnTo>
                <a:lnTo>
                  <a:pt x="35467" y="53522"/>
                </a:lnTo>
                <a:close/>
                <a:moveTo>
                  <a:pt x="66486" y="61359"/>
                </a:moveTo>
                <a:lnTo>
                  <a:pt x="76494" y="60240"/>
                </a:lnTo>
                <a:cubicBezTo>
                  <a:pt x="77504" y="66018"/>
                  <a:pt x="79356" y="70208"/>
                  <a:pt x="82049" y="72810"/>
                </a:cubicBezTo>
                <a:cubicBezTo>
                  <a:pt x="84742" y="75412"/>
                  <a:pt x="88065" y="76759"/>
                  <a:pt x="92019" y="76852"/>
                </a:cubicBezTo>
                <a:cubicBezTo>
                  <a:pt x="96711" y="76962"/>
                  <a:pt x="100713" y="75404"/>
                  <a:pt x="104023" y="72178"/>
                </a:cubicBezTo>
                <a:cubicBezTo>
                  <a:pt x="107334" y="68952"/>
                  <a:pt x="109046" y="64900"/>
                  <a:pt x="109161" y="60021"/>
                </a:cubicBezTo>
                <a:cubicBezTo>
                  <a:pt x="109270" y="55367"/>
                  <a:pt x="107864" y="51495"/>
                  <a:pt x="104942" y="48405"/>
                </a:cubicBezTo>
                <a:cubicBezTo>
                  <a:pt x="102020" y="45313"/>
                  <a:pt x="98250" y="43713"/>
                  <a:pt x="93631" y="43605"/>
                </a:cubicBezTo>
                <a:cubicBezTo>
                  <a:pt x="91747" y="43560"/>
                  <a:pt x="89392" y="43881"/>
                  <a:pt x="86566" y="44567"/>
                </a:cubicBezTo>
                <a:lnTo>
                  <a:pt x="87884" y="35684"/>
                </a:lnTo>
                <a:cubicBezTo>
                  <a:pt x="88547" y="35775"/>
                  <a:pt x="89082" y="35825"/>
                  <a:pt x="89488" y="35835"/>
                </a:cubicBezTo>
                <a:cubicBezTo>
                  <a:pt x="93737" y="35935"/>
                  <a:pt x="97588" y="34906"/>
                  <a:pt x="101039" y="32749"/>
                </a:cubicBezTo>
                <a:cubicBezTo>
                  <a:pt x="104491" y="30593"/>
                  <a:pt x="106272" y="27185"/>
                  <a:pt x="106381" y="22526"/>
                </a:cubicBezTo>
                <a:cubicBezTo>
                  <a:pt x="106468" y="18836"/>
                  <a:pt x="105302" y="15751"/>
                  <a:pt x="102883" y="13271"/>
                </a:cubicBezTo>
                <a:cubicBezTo>
                  <a:pt x="100464" y="10790"/>
                  <a:pt x="97297" y="9503"/>
                  <a:pt x="93380" y="9411"/>
                </a:cubicBezTo>
                <a:cubicBezTo>
                  <a:pt x="89501" y="9320"/>
                  <a:pt x="86239" y="10484"/>
                  <a:pt x="83594" y="12905"/>
                </a:cubicBezTo>
                <a:cubicBezTo>
                  <a:pt x="80949" y="15325"/>
                  <a:pt x="79199" y="19007"/>
                  <a:pt x="78344" y="23952"/>
                </a:cubicBezTo>
                <a:lnTo>
                  <a:pt x="68410" y="21913"/>
                </a:lnTo>
                <a:cubicBezTo>
                  <a:pt x="69790" y="15103"/>
                  <a:pt x="72686" y="9868"/>
                  <a:pt x="77097" y="6210"/>
                </a:cubicBezTo>
                <a:cubicBezTo>
                  <a:pt x="81508" y="2551"/>
                  <a:pt x="86928" y="797"/>
                  <a:pt x="93357" y="948"/>
                </a:cubicBezTo>
                <a:cubicBezTo>
                  <a:pt x="97791" y="1052"/>
                  <a:pt x="101851" y="2113"/>
                  <a:pt x="105538" y="4131"/>
                </a:cubicBezTo>
                <a:cubicBezTo>
                  <a:pt x="109224" y="6148"/>
                  <a:pt x="112017" y="8848"/>
                  <a:pt x="113915" y="12231"/>
                </a:cubicBezTo>
                <a:cubicBezTo>
                  <a:pt x="115813" y="15612"/>
                  <a:pt x="116719" y="19177"/>
                  <a:pt x="116631" y="22925"/>
                </a:cubicBezTo>
                <a:cubicBezTo>
                  <a:pt x="116547" y="26486"/>
                  <a:pt x="115529" y="29706"/>
                  <a:pt x="113576" y="32585"/>
                </a:cubicBezTo>
                <a:cubicBezTo>
                  <a:pt x="111623" y="35464"/>
                  <a:pt x="108779" y="37722"/>
                  <a:pt x="105043" y="39359"/>
                </a:cubicBezTo>
                <a:cubicBezTo>
                  <a:pt x="109820" y="40600"/>
                  <a:pt x="113497" y="43027"/>
                  <a:pt x="116074" y="46642"/>
                </a:cubicBezTo>
                <a:cubicBezTo>
                  <a:pt x="118651" y="50257"/>
                  <a:pt x="119876" y="54733"/>
                  <a:pt x="119751" y="60071"/>
                </a:cubicBezTo>
                <a:cubicBezTo>
                  <a:pt x="119582" y="67288"/>
                  <a:pt x="116852" y="73345"/>
                  <a:pt x="111561" y="78242"/>
                </a:cubicBezTo>
                <a:cubicBezTo>
                  <a:pt x="106270" y="83138"/>
                  <a:pt x="99672" y="85494"/>
                  <a:pt x="91765" y="85308"/>
                </a:cubicBezTo>
                <a:cubicBezTo>
                  <a:pt x="84634" y="85141"/>
                  <a:pt x="78764" y="82835"/>
                  <a:pt x="74154" y="78391"/>
                </a:cubicBezTo>
                <a:cubicBezTo>
                  <a:pt x="69545" y="73947"/>
                  <a:pt x="66989" y="68270"/>
                  <a:pt x="66486" y="61359"/>
                </a:cubicBezTo>
                <a:close/>
                <a:moveTo>
                  <a:pt x="131376" y="12955"/>
                </a:moveTo>
                <a:lnTo>
                  <a:pt x="131605" y="3200"/>
                </a:lnTo>
                <a:lnTo>
                  <a:pt x="184201" y="4435"/>
                </a:lnTo>
                <a:lnTo>
                  <a:pt x="184016" y="12329"/>
                </a:lnTo>
                <a:cubicBezTo>
                  <a:pt x="178711" y="17813"/>
                  <a:pt x="173410" y="25141"/>
                  <a:pt x="168111" y="34313"/>
                </a:cubicBezTo>
                <a:cubicBezTo>
                  <a:pt x="162813" y="43486"/>
                  <a:pt x="158663" y="52948"/>
                  <a:pt x="155661" y="62701"/>
                </a:cubicBezTo>
                <a:cubicBezTo>
                  <a:pt x="153503" y="69577"/>
                  <a:pt x="152050" y="77127"/>
                  <a:pt x="151303" y="85352"/>
                </a:cubicBezTo>
                <a:lnTo>
                  <a:pt x="141050" y="85111"/>
                </a:lnTo>
                <a:cubicBezTo>
                  <a:pt x="141313" y="78606"/>
                  <a:pt x="142754" y="70774"/>
                  <a:pt x="145372" y="61614"/>
                </a:cubicBezTo>
                <a:cubicBezTo>
                  <a:pt x="147990" y="52452"/>
                  <a:pt x="151644" y="43646"/>
                  <a:pt x="156335" y="35193"/>
                </a:cubicBezTo>
                <a:cubicBezTo>
                  <a:pt x="161025" y="26740"/>
                  <a:pt x="165970" y="19639"/>
                  <a:pt x="171169" y="13889"/>
                </a:cubicBezTo>
                <a:lnTo>
                  <a:pt x="131376" y="12955"/>
                </a:lnTo>
                <a:close/>
                <a:moveTo>
                  <a:pt x="197730" y="86442"/>
                </a:moveTo>
                <a:lnTo>
                  <a:pt x="198002" y="74827"/>
                </a:lnTo>
                <a:lnTo>
                  <a:pt x="209364" y="75093"/>
                </a:lnTo>
                <a:lnTo>
                  <a:pt x="209091" y="86708"/>
                </a:lnTo>
                <a:lnTo>
                  <a:pt x="197730" y="86442"/>
                </a:lnTo>
                <a:close/>
                <a:moveTo>
                  <a:pt x="255665" y="87802"/>
                </a:moveTo>
                <a:lnTo>
                  <a:pt x="256130" y="68011"/>
                </a:lnTo>
                <a:lnTo>
                  <a:pt x="220881" y="67183"/>
                </a:lnTo>
                <a:lnTo>
                  <a:pt x="221100" y="57880"/>
                </a:lnTo>
                <a:lnTo>
                  <a:pt x="259435" y="5185"/>
                </a:lnTo>
                <a:lnTo>
                  <a:pt x="267582" y="5376"/>
                </a:lnTo>
                <a:lnTo>
                  <a:pt x="266324" y="58942"/>
                </a:lnTo>
                <a:lnTo>
                  <a:pt x="277298" y="59199"/>
                </a:lnTo>
                <a:lnTo>
                  <a:pt x="277080" y="68503"/>
                </a:lnTo>
                <a:lnTo>
                  <a:pt x="266106" y="68245"/>
                </a:lnTo>
                <a:lnTo>
                  <a:pt x="265641" y="88036"/>
                </a:lnTo>
                <a:lnTo>
                  <a:pt x="255665" y="87802"/>
                </a:lnTo>
                <a:moveTo>
                  <a:pt x="256348" y="58707"/>
                </a:moveTo>
                <a:lnTo>
                  <a:pt x="257223" y="21437"/>
                </a:lnTo>
                <a:lnTo>
                  <a:pt x="230909" y="58110"/>
                </a:lnTo>
                <a:lnTo>
                  <a:pt x="256348" y="587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4">
            <a:extLst xmlns:a="http://schemas.openxmlformats.org/drawingml/2006/main">
              <a:ext uri="{FF2B5EF4-FFF2-40B4-BE49-F238E27FC236}">
                <a16:creationId xmlns:a16="http://schemas.microsoft.com/office/drawing/2014/main" id="{33F582DC-3056-440E-BAE2-302C0981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" y="3297605"/>
            <a:ext cx="70903" cy="102050"/>
          </a:xfrm>
          <a:custGeom xmlns:a="http://schemas.openxmlformats.org/drawingml/2006/main">
            <a:pathLst>
              <a:path w="70903" h="102050">
                <a:moveTo>
                  <a:pt x="47708" y="102050"/>
                </a:moveTo>
                <a:lnTo>
                  <a:pt x="44954" y="77954"/>
                </a:lnTo>
                <a:lnTo>
                  <a:pt x="1294" y="82944"/>
                </a:lnTo>
                <a:lnTo>
                  <a:pt x="0" y="71617"/>
                </a:lnTo>
                <a:lnTo>
                  <a:pt x="38473" y="1153"/>
                </a:lnTo>
                <a:lnTo>
                  <a:pt x="48564" y="0"/>
                </a:lnTo>
                <a:lnTo>
                  <a:pt x="56017" y="65215"/>
                </a:lnTo>
                <a:lnTo>
                  <a:pt x="69609" y="63662"/>
                </a:lnTo>
                <a:lnTo>
                  <a:pt x="70903" y="74989"/>
                </a:lnTo>
                <a:lnTo>
                  <a:pt x="57311" y="76542"/>
                </a:lnTo>
                <a:lnTo>
                  <a:pt x="60065" y="100638"/>
                </a:lnTo>
                <a:lnTo>
                  <a:pt x="47708" y="102050"/>
                </a:lnTo>
                <a:moveTo>
                  <a:pt x="43660" y="66627"/>
                </a:moveTo>
                <a:lnTo>
                  <a:pt x="38474" y="21251"/>
                </a:lnTo>
                <a:lnTo>
                  <a:pt x="12151" y="70228"/>
                </a:lnTo>
                <a:lnTo>
                  <a:pt x="43660" y="666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9">
            <a:extLst xmlns:a="http://schemas.openxmlformats.org/drawingml/2006/main">
              <a:ext uri="{FF2B5EF4-FFF2-40B4-BE49-F238E27FC236}">
                <a16:creationId xmlns:a16="http://schemas.microsoft.com/office/drawing/2014/main" id="{3E4F1587-9714-4858-8CF2-2A99FDC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99" y="3289834"/>
            <a:ext cx="70495" cy="104517"/>
          </a:xfrm>
          <a:custGeom xmlns:a="http://schemas.openxmlformats.org/drawingml/2006/main">
            <a:pathLst>
              <a:path w="70495" h="104517">
                <a:moveTo>
                  <a:pt x="8010" y="81731"/>
                </a:moveTo>
                <a:lnTo>
                  <a:pt x="19760" y="79269"/>
                </a:lnTo>
                <a:cubicBezTo>
                  <a:pt x="21405" y="84737"/>
                  <a:pt x="23790" y="88568"/>
                  <a:pt x="26915" y="90761"/>
                </a:cubicBezTo>
                <a:cubicBezTo>
                  <a:pt x="30040" y="92953"/>
                  <a:pt x="33823" y="93796"/>
                  <a:pt x="38262" y="93289"/>
                </a:cubicBezTo>
                <a:cubicBezTo>
                  <a:pt x="42060" y="92855"/>
                  <a:pt x="45290" y="91605"/>
                  <a:pt x="47952" y="89539"/>
                </a:cubicBezTo>
                <a:cubicBezTo>
                  <a:pt x="50613" y="87473"/>
                  <a:pt x="52693" y="84882"/>
                  <a:pt x="54192" y="81767"/>
                </a:cubicBezTo>
                <a:cubicBezTo>
                  <a:pt x="55690" y="78652"/>
                  <a:pt x="56775" y="74552"/>
                  <a:pt x="57446" y="69468"/>
                </a:cubicBezTo>
                <a:cubicBezTo>
                  <a:pt x="58117" y="64384"/>
                  <a:pt x="58159" y="59280"/>
                  <a:pt x="57574" y="54154"/>
                </a:cubicBezTo>
                <a:cubicBezTo>
                  <a:pt x="57511" y="53605"/>
                  <a:pt x="57394" y="52784"/>
                  <a:pt x="57222" y="51691"/>
                </a:cubicBezTo>
                <a:cubicBezTo>
                  <a:pt x="55201" y="55909"/>
                  <a:pt x="52191" y="59487"/>
                  <a:pt x="48191" y="62424"/>
                </a:cubicBezTo>
                <a:cubicBezTo>
                  <a:pt x="44192" y="65361"/>
                  <a:pt x="39698" y="67115"/>
                  <a:pt x="34710" y="67685"/>
                </a:cubicBezTo>
                <a:cubicBezTo>
                  <a:pt x="26381" y="68637"/>
                  <a:pt x="18989" y="66431"/>
                  <a:pt x="12534" y="61068"/>
                </a:cubicBezTo>
                <a:cubicBezTo>
                  <a:pt x="6079" y="55704"/>
                  <a:pt x="2289" y="48095"/>
                  <a:pt x="1163" y="38240"/>
                </a:cubicBezTo>
                <a:cubicBezTo>
                  <a:pt x="0" y="28066"/>
                  <a:pt x="2073" y="19533"/>
                  <a:pt x="7382" y="12641"/>
                </a:cubicBezTo>
                <a:cubicBezTo>
                  <a:pt x="12691" y="5748"/>
                  <a:pt x="19877" y="1783"/>
                  <a:pt x="28938" y="748"/>
                </a:cubicBezTo>
                <a:cubicBezTo>
                  <a:pt x="35482" y="0"/>
                  <a:pt x="41668" y="1077"/>
                  <a:pt x="47493" y="3980"/>
                </a:cubicBezTo>
                <a:cubicBezTo>
                  <a:pt x="53319" y="6881"/>
                  <a:pt x="58011" y="11430"/>
                  <a:pt x="61571" y="17625"/>
                </a:cubicBezTo>
                <a:cubicBezTo>
                  <a:pt x="65130" y="23821"/>
                  <a:pt x="67615" y="33093"/>
                  <a:pt x="69026" y="45441"/>
                </a:cubicBezTo>
                <a:cubicBezTo>
                  <a:pt x="70495" y="58292"/>
                  <a:pt x="70269" y="68685"/>
                  <a:pt x="68347" y="76620"/>
                </a:cubicBezTo>
                <a:cubicBezTo>
                  <a:pt x="66426" y="84553"/>
                  <a:pt x="62935" y="90824"/>
                  <a:pt x="57875" y="95433"/>
                </a:cubicBezTo>
                <a:cubicBezTo>
                  <a:pt x="52815" y="100042"/>
                  <a:pt x="46578" y="102770"/>
                  <a:pt x="39164" y="103617"/>
                </a:cubicBezTo>
                <a:cubicBezTo>
                  <a:pt x="31292" y="104517"/>
                  <a:pt x="24611" y="103055"/>
                  <a:pt x="19121" y="99232"/>
                </a:cubicBezTo>
                <a:cubicBezTo>
                  <a:pt x="13630" y="95408"/>
                  <a:pt x="9927" y="89575"/>
                  <a:pt x="8010" y="81731"/>
                </a:cubicBezTo>
                <a:moveTo>
                  <a:pt x="53543" y="31663"/>
                </a:moveTo>
                <a:cubicBezTo>
                  <a:pt x="52737" y="24612"/>
                  <a:pt x="50210" y="19233"/>
                  <a:pt x="45961" y="15526"/>
                </a:cubicBezTo>
                <a:cubicBezTo>
                  <a:pt x="41713" y="11817"/>
                  <a:pt x="36934" y="10266"/>
                  <a:pt x="31625" y="10872"/>
                </a:cubicBezTo>
                <a:cubicBezTo>
                  <a:pt x="26133" y="11500"/>
                  <a:pt x="21605" y="14275"/>
                  <a:pt x="18042" y="19199"/>
                </a:cubicBezTo>
                <a:cubicBezTo>
                  <a:pt x="14478" y="24122"/>
                  <a:pt x="13102" y="30132"/>
                  <a:pt x="13913" y="37228"/>
                </a:cubicBezTo>
                <a:cubicBezTo>
                  <a:pt x="14641" y="43598"/>
                  <a:pt x="17166" y="48552"/>
                  <a:pt x="21488" y="52091"/>
                </a:cubicBezTo>
                <a:cubicBezTo>
                  <a:pt x="25810" y="55629"/>
                  <a:pt x="30808" y="57074"/>
                  <a:pt x="36483" y="56425"/>
                </a:cubicBezTo>
                <a:cubicBezTo>
                  <a:pt x="42204" y="55771"/>
                  <a:pt x="46679" y="53244"/>
                  <a:pt x="49908" y="48843"/>
                </a:cubicBezTo>
                <a:cubicBezTo>
                  <a:pt x="53137" y="44442"/>
                  <a:pt x="54349" y="38715"/>
                  <a:pt x="53543" y="316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9">
            <a:extLst xmlns:a="http://schemas.openxmlformats.org/drawingml/2006/main">
              <a:ext uri="{FF2B5EF4-FFF2-40B4-BE49-F238E27FC236}">
                <a16:creationId xmlns:a16="http://schemas.microsoft.com/office/drawing/2014/main" id="{526756CB-BF2E-4DD7-9410-3F71BC31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68" y="3280902"/>
            <a:ext cx="70495" cy="104517"/>
          </a:xfrm>
          <a:custGeom xmlns:a="http://schemas.openxmlformats.org/drawingml/2006/main">
            <a:pathLst>
              <a:path w="70495" h="104517">
                <a:moveTo>
                  <a:pt x="8010" y="81731"/>
                </a:moveTo>
                <a:lnTo>
                  <a:pt x="19760" y="79269"/>
                </a:lnTo>
                <a:cubicBezTo>
                  <a:pt x="21405" y="84737"/>
                  <a:pt x="23790" y="88568"/>
                  <a:pt x="26915" y="90761"/>
                </a:cubicBezTo>
                <a:cubicBezTo>
                  <a:pt x="30040" y="92953"/>
                  <a:pt x="33823" y="93796"/>
                  <a:pt x="38262" y="93289"/>
                </a:cubicBezTo>
                <a:cubicBezTo>
                  <a:pt x="42060" y="92855"/>
                  <a:pt x="45290" y="91605"/>
                  <a:pt x="47952" y="89539"/>
                </a:cubicBezTo>
                <a:cubicBezTo>
                  <a:pt x="50613" y="87473"/>
                  <a:pt x="52693" y="84882"/>
                  <a:pt x="54192" y="81767"/>
                </a:cubicBezTo>
                <a:cubicBezTo>
                  <a:pt x="55690" y="78652"/>
                  <a:pt x="56775" y="74552"/>
                  <a:pt x="57446" y="69468"/>
                </a:cubicBezTo>
                <a:cubicBezTo>
                  <a:pt x="58117" y="64384"/>
                  <a:pt x="58159" y="59280"/>
                  <a:pt x="57574" y="54154"/>
                </a:cubicBezTo>
                <a:cubicBezTo>
                  <a:pt x="57511" y="53605"/>
                  <a:pt x="57394" y="52784"/>
                  <a:pt x="57222" y="51691"/>
                </a:cubicBezTo>
                <a:cubicBezTo>
                  <a:pt x="55201" y="55909"/>
                  <a:pt x="52191" y="59487"/>
                  <a:pt x="48191" y="62424"/>
                </a:cubicBezTo>
                <a:cubicBezTo>
                  <a:pt x="44192" y="65361"/>
                  <a:pt x="39698" y="67115"/>
                  <a:pt x="34710" y="67685"/>
                </a:cubicBezTo>
                <a:cubicBezTo>
                  <a:pt x="26381" y="68637"/>
                  <a:pt x="18989" y="66431"/>
                  <a:pt x="12534" y="61068"/>
                </a:cubicBezTo>
                <a:cubicBezTo>
                  <a:pt x="6079" y="55704"/>
                  <a:pt x="2289" y="48095"/>
                  <a:pt x="1163" y="38240"/>
                </a:cubicBezTo>
                <a:cubicBezTo>
                  <a:pt x="0" y="28066"/>
                  <a:pt x="2073" y="19533"/>
                  <a:pt x="7382" y="12641"/>
                </a:cubicBezTo>
                <a:cubicBezTo>
                  <a:pt x="12691" y="5748"/>
                  <a:pt x="19877" y="1783"/>
                  <a:pt x="28938" y="748"/>
                </a:cubicBezTo>
                <a:cubicBezTo>
                  <a:pt x="35482" y="0"/>
                  <a:pt x="41668" y="1077"/>
                  <a:pt x="47493" y="3980"/>
                </a:cubicBezTo>
                <a:cubicBezTo>
                  <a:pt x="53319" y="6881"/>
                  <a:pt x="58011" y="11430"/>
                  <a:pt x="61571" y="17625"/>
                </a:cubicBezTo>
                <a:cubicBezTo>
                  <a:pt x="65130" y="23821"/>
                  <a:pt x="67615" y="33093"/>
                  <a:pt x="69026" y="45441"/>
                </a:cubicBezTo>
                <a:cubicBezTo>
                  <a:pt x="70495" y="58292"/>
                  <a:pt x="70269" y="68685"/>
                  <a:pt x="68347" y="76620"/>
                </a:cubicBezTo>
                <a:cubicBezTo>
                  <a:pt x="66426" y="84553"/>
                  <a:pt x="62935" y="90824"/>
                  <a:pt x="57875" y="95433"/>
                </a:cubicBezTo>
                <a:cubicBezTo>
                  <a:pt x="52815" y="100042"/>
                  <a:pt x="46578" y="102770"/>
                  <a:pt x="39164" y="103617"/>
                </a:cubicBezTo>
                <a:cubicBezTo>
                  <a:pt x="31292" y="104517"/>
                  <a:pt x="24611" y="103055"/>
                  <a:pt x="19121" y="99232"/>
                </a:cubicBezTo>
                <a:cubicBezTo>
                  <a:pt x="13630" y="95408"/>
                  <a:pt x="9927" y="89575"/>
                  <a:pt x="8010" y="81731"/>
                </a:cubicBezTo>
                <a:moveTo>
                  <a:pt x="53543" y="31663"/>
                </a:moveTo>
                <a:cubicBezTo>
                  <a:pt x="52737" y="24612"/>
                  <a:pt x="50210" y="19233"/>
                  <a:pt x="45961" y="15526"/>
                </a:cubicBezTo>
                <a:cubicBezTo>
                  <a:pt x="41713" y="11817"/>
                  <a:pt x="36934" y="10266"/>
                  <a:pt x="31625" y="10872"/>
                </a:cubicBezTo>
                <a:cubicBezTo>
                  <a:pt x="26133" y="11500"/>
                  <a:pt x="21605" y="14275"/>
                  <a:pt x="18042" y="19199"/>
                </a:cubicBezTo>
                <a:cubicBezTo>
                  <a:pt x="14478" y="24122"/>
                  <a:pt x="13102" y="30132"/>
                  <a:pt x="13913" y="37228"/>
                </a:cubicBezTo>
                <a:cubicBezTo>
                  <a:pt x="14641" y="43598"/>
                  <a:pt x="17166" y="48552"/>
                  <a:pt x="21488" y="52091"/>
                </a:cubicBezTo>
                <a:cubicBezTo>
                  <a:pt x="25810" y="55629"/>
                  <a:pt x="30808" y="57074"/>
                  <a:pt x="36483" y="56425"/>
                </a:cubicBezTo>
                <a:cubicBezTo>
                  <a:pt x="42204" y="55771"/>
                  <a:pt x="46679" y="53244"/>
                  <a:pt x="49908" y="48843"/>
                </a:cubicBezTo>
                <a:cubicBezTo>
                  <a:pt x="53137" y="44442"/>
                  <a:pt x="54349" y="38715"/>
                  <a:pt x="53543" y="316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.1">
            <a:extLst xmlns:a="http://schemas.openxmlformats.org/drawingml/2006/main">
              <a:ext uri="{FF2B5EF4-FFF2-40B4-BE49-F238E27FC236}">
                <a16:creationId xmlns:a16="http://schemas.microsoft.com/office/drawing/2014/main" id="{A19E685B-02BA-4478-82AF-F08E3BD5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93" y="3266547"/>
            <a:ext cx="80310" cy="110043"/>
          </a:xfrm>
          <a:custGeom xmlns:a="http://schemas.openxmlformats.org/drawingml/2006/main">
            <a:pathLst>
              <a:path w="80310" h="110043">
                <a:moveTo>
                  <a:pt x="1616" y="110043"/>
                </a:moveTo>
                <a:lnTo>
                  <a:pt x="0" y="95901"/>
                </a:lnTo>
                <a:lnTo>
                  <a:pt x="14073" y="94293"/>
                </a:lnTo>
                <a:lnTo>
                  <a:pt x="15689" y="108435"/>
                </a:lnTo>
                <a:lnTo>
                  <a:pt x="1616" y="110043"/>
                </a:lnTo>
                <a:close/>
                <a:moveTo>
                  <a:pt x="80310" y="101049"/>
                </a:moveTo>
                <a:lnTo>
                  <a:pt x="67953" y="102462"/>
                </a:lnTo>
                <a:lnTo>
                  <a:pt x="58955" y="23723"/>
                </a:lnTo>
                <a:cubicBezTo>
                  <a:pt x="56305" y="26900"/>
                  <a:pt x="52727" y="30183"/>
                  <a:pt x="48224" y="33572"/>
                </a:cubicBezTo>
                <a:cubicBezTo>
                  <a:pt x="43720" y="36962"/>
                  <a:pt x="39627" y="39585"/>
                  <a:pt x="35944" y="41443"/>
                </a:cubicBezTo>
                <a:lnTo>
                  <a:pt x="34579" y="29499"/>
                </a:lnTo>
                <a:cubicBezTo>
                  <a:pt x="41119" y="25460"/>
                  <a:pt x="46710" y="20833"/>
                  <a:pt x="51353" y="15620"/>
                </a:cubicBezTo>
                <a:cubicBezTo>
                  <a:pt x="55996" y="10407"/>
                  <a:pt x="59145" y="5504"/>
                  <a:pt x="60799" y="910"/>
                </a:cubicBezTo>
                <a:lnTo>
                  <a:pt x="68762" y="0"/>
                </a:lnTo>
                <a:lnTo>
                  <a:pt x="80310" y="1010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8">
            <a:extLst xmlns:a="http://schemas.openxmlformats.org/drawingml/2006/main">
              <a:ext uri="{FF2B5EF4-FFF2-40B4-BE49-F238E27FC236}">
                <a16:creationId xmlns:a16="http://schemas.microsoft.com/office/drawing/2014/main" id="{2D92A1A7-51DA-4B4E-BA50-8EA9B7D0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22" y="4806877"/>
            <a:ext cx="107600" cy="101048"/>
          </a:xfrm>
          <a:custGeom xmlns:a="http://schemas.openxmlformats.org/drawingml/2006/main">
            <a:pathLst>
              <a:path w="107600" h="101048">
                <a:moveTo>
                  <a:pt x="39250" y="58222"/>
                </a:moveTo>
                <a:cubicBezTo>
                  <a:pt x="34075" y="61353"/>
                  <a:pt x="29131" y="62784"/>
                  <a:pt x="24418" y="62512"/>
                </a:cubicBezTo>
                <a:cubicBezTo>
                  <a:pt x="19705" y="62241"/>
                  <a:pt x="15259" y="60427"/>
                  <a:pt x="11078" y="57069"/>
                </a:cubicBezTo>
                <a:cubicBezTo>
                  <a:pt x="4768" y="52001"/>
                  <a:pt x="1291" y="45467"/>
                  <a:pt x="646" y="37467"/>
                </a:cubicBezTo>
                <a:cubicBezTo>
                  <a:pt x="0" y="29466"/>
                  <a:pt x="2711" y="21687"/>
                  <a:pt x="8778" y="14132"/>
                </a:cubicBezTo>
                <a:cubicBezTo>
                  <a:pt x="14877" y="6538"/>
                  <a:pt x="21984" y="2193"/>
                  <a:pt x="30099" y="1097"/>
                </a:cubicBezTo>
                <a:cubicBezTo>
                  <a:pt x="38212" y="0"/>
                  <a:pt x="45424" y="1985"/>
                  <a:pt x="51734" y="7053"/>
                </a:cubicBezTo>
                <a:cubicBezTo>
                  <a:pt x="55757" y="10283"/>
                  <a:pt x="58407" y="14152"/>
                  <a:pt x="59685" y="18660"/>
                </a:cubicBezTo>
                <a:cubicBezTo>
                  <a:pt x="60963" y="23168"/>
                  <a:pt x="60679" y="28226"/>
                  <a:pt x="58834" y="33836"/>
                </a:cubicBezTo>
                <a:cubicBezTo>
                  <a:pt x="64865" y="29896"/>
                  <a:pt x="70941" y="28090"/>
                  <a:pt x="77062" y="28419"/>
                </a:cubicBezTo>
                <a:cubicBezTo>
                  <a:pt x="83182" y="28746"/>
                  <a:pt x="88935" y="31073"/>
                  <a:pt x="94322" y="35399"/>
                </a:cubicBezTo>
                <a:cubicBezTo>
                  <a:pt x="101767" y="41378"/>
                  <a:pt x="105911" y="49034"/>
                  <a:pt x="106755" y="58366"/>
                </a:cubicBezTo>
                <a:cubicBezTo>
                  <a:pt x="107600" y="67697"/>
                  <a:pt x="104575" y="76655"/>
                  <a:pt x="97682" y="85238"/>
                </a:cubicBezTo>
                <a:cubicBezTo>
                  <a:pt x="90789" y="93822"/>
                  <a:pt x="82685" y="98700"/>
                  <a:pt x="73371" y="99874"/>
                </a:cubicBezTo>
                <a:cubicBezTo>
                  <a:pt x="64057" y="101048"/>
                  <a:pt x="55598" y="98581"/>
                  <a:pt x="47994" y="92474"/>
                </a:cubicBezTo>
                <a:cubicBezTo>
                  <a:pt x="42331" y="87927"/>
                  <a:pt x="38740" y="82684"/>
                  <a:pt x="37221" y="76747"/>
                </a:cubicBezTo>
                <a:cubicBezTo>
                  <a:pt x="35703" y="70810"/>
                  <a:pt x="36379" y="64635"/>
                  <a:pt x="39250" y="58222"/>
                </a:cubicBezTo>
                <a:moveTo>
                  <a:pt x="19560" y="45923"/>
                </a:moveTo>
                <a:cubicBezTo>
                  <a:pt x="23638" y="49198"/>
                  <a:pt x="28036" y="50549"/>
                  <a:pt x="32752" y="49978"/>
                </a:cubicBezTo>
                <a:cubicBezTo>
                  <a:pt x="37468" y="49406"/>
                  <a:pt x="41525" y="47003"/>
                  <a:pt x="44924" y="42771"/>
                </a:cubicBezTo>
                <a:cubicBezTo>
                  <a:pt x="48228" y="38657"/>
                  <a:pt x="49651" y="34254"/>
                  <a:pt x="49195" y="29560"/>
                </a:cubicBezTo>
                <a:cubicBezTo>
                  <a:pt x="48739" y="24867"/>
                  <a:pt x="46649" y="21025"/>
                  <a:pt x="42925" y="18034"/>
                </a:cubicBezTo>
                <a:cubicBezTo>
                  <a:pt x="39042" y="14916"/>
                  <a:pt x="34690" y="13649"/>
                  <a:pt x="29867" y="14233"/>
                </a:cubicBezTo>
                <a:cubicBezTo>
                  <a:pt x="25045" y="14817"/>
                  <a:pt x="21013" y="17127"/>
                  <a:pt x="17773" y="21161"/>
                </a:cubicBezTo>
                <a:cubicBezTo>
                  <a:pt x="14501" y="25235"/>
                  <a:pt x="13079" y="29657"/>
                  <a:pt x="13508" y="34425"/>
                </a:cubicBezTo>
                <a:cubicBezTo>
                  <a:pt x="13935" y="39193"/>
                  <a:pt x="15952" y="43025"/>
                  <a:pt x="19560" y="45923"/>
                </a:cubicBezTo>
                <a:moveTo>
                  <a:pt x="56812" y="81501"/>
                </a:moveTo>
                <a:cubicBezTo>
                  <a:pt x="59853" y="83943"/>
                  <a:pt x="63375" y="85584"/>
                  <a:pt x="67377" y="86423"/>
                </a:cubicBezTo>
                <a:cubicBezTo>
                  <a:pt x="71380" y="87263"/>
                  <a:pt x="75305" y="86885"/>
                  <a:pt x="79152" y="85290"/>
                </a:cubicBezTo>
                <a:cubicBezTo>
                  <a:pt x="82999" y="83694"/>
                  <a:pt x="86241" y="81255"/>
                  <a:pt x="88877" y="77972"/>
                </a:cubicBezTo>
                <a:cubicBezTo>
                  <a:pt x="92975" y="72870"/>
                  <a:pt x="94720" y="67341"/>
                  <a:pt x="94111" y="61387"/>
                </a:cubicBezTo>
                <a:cubicBezTo>
                  <a:pt x="93502" y="55432"/>
                  <a:pt x="90670" y="50425"/>
                  <a:pt x="85615" y="46365"/>
                </a:cubicBezTo>
                <a:cubicBezTo>
                  <a:pt x="80482" y="42243"/>
                  <a:pt x="74863" y="40545"/>
                  <a:pt x="68760" y="41271"/>
                </a:cubicBezTo>
                <a:cubicBezTo>
                  <a:pt x="62654" y="41996"/>
                  <a:pt x="57537" y="44930"/>
                  <a:pt x="53408" y="50072"/>
                </a:cubicBezTo>
                <a:cubicBezTo>
                  <a:pt x="49373" y="55095"/>
                  <a:pt x="47689" y="60591"/>
                  <a:pt x="48354" y="66558"/>
                </a:cubicBezTo>
                <a:cubicBezTo>
                  <a:pt x="49018" y="72524"/>
                  <a:pt x="51837" y="77505"/>
                  <a:pt x="56812" y="8150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6">
            <a:extLst xmlns:a="http://schemas.openxmlformats.org/drawingml/2006/main">
              <a:ext uri="{FF2B5EF4-FFF2-40B4-BE49-F238E27FC236}">
                <a16:creationId xmlns:a16="http://schemas.microsoft.com/office/drawing/2014/main" id="{C05234DE-E72B-480E-AF96-961EAEB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554" y="4737607"/>
            <a:ext cx="106181" cy="100018"/>
          </a:xfrm>
          <a:custGeom xmlns:a="http://schemas.openxmlformats.org/drawingml/2006/main">
            <a:pathLst>
              <a:path w="106181" h="100018">
                <a:moveTo>
                  <a:pt x="51447" y="6224"/>
                </a:moveTo>
                <a:lnTo>
                  <a:pt x="43750" y="17513"/>
                </a:lnTo>
                <a:cubicBezTo>
                  <a:pt x="38813" y="15110"/>
                  <a:pt x="34700" y="14020"/>
                  <a:pt x="31411" y="14241"/>
                </a:cubicBezTo>
                <a:cubicBezTo>
                  <a:pt x="26060" y="14694"/>
                  <a:pt x="21685" y="17036"/>
                  <a:pt x="18286" y="21268"/>
                </a:cubicBezTo>
                <a:cubicBezTo>
                  <a:pt x="15554" y="24670"/>
                  <a:pt x="14100" y="28415"/>
                  <a:pt x="13924" y="32503"/>
                </a:cubicBezTo>
                <a:cubicBezTo>
                  <a:pt x="13663" y="37823"/>
                  <a:pt x="15095" y="43333"/>
                  <a:pt x="18221" y="49032"/>
                </a:cubicBezTo>
                <a:cubicBezTo>
                  <a:pt x="21347" y="54730"/>
                  <a:pt x="27206" y="61095"/>
                  <a:pt x="35799" y="68126"/>
                </a:cubicBezTo>
                <a:cubicBezTo>
                  <a:pt x="33948" y="62410"/>
                  <a:pt x="33566" y="56931"/>
                  <a:pt x="34653" y="51688"/>
                </a:cubicBezTo>
                <a:cubicBezTo>
                  <a:pt x="35741" y="46445"/>
                  <a:pt x="37920" y="41786"/>
                  <a:pt x="41192" y="37712"/>
                </a:cubicBezTo>
                <a:cubicBezTo>
                  <a:pt x="46910" y="30592"/>
                  <a:pt x="54399" y="26635"/>
                  <a:pt x="63658" y="25840"/>
                </a:cubicBezTo>
                <a:cubicBezTo>
                  <a:pt x="72918" y="25046"/>
                  <a:pt x="81701" y="27984"/>
                  <a:pt x="90007" y="34655"/>
                </a:cubicBezTo>
                <a:cubicBezTo>
                  <a:pt x="95466" y="39039"/>
                  <a:pt x="99594" y="44289"/>
                  <a:pt x="102391" y="50407"/>
                </a:cubicBezTo>
                <a:cubicBezTo>
                  <a:pt x="105188" y="56525"/>
                  <a:pt x="106181" y="62642"/>
                  <a:pt x="105369" y="68757"/>
                </a:cubicBezTo>
                <a:cubicBezTo>
                  <a:pt x="104557" y="74871"/>
                  <a:pt x="102055" y="80540"/>
                  <a:pt x="97861" y="85761"/>
                </a:cubicBezTo>
                <a:cubicBezTo>
                  <a:pt x="90714" y="94661"/>
                  <a:pt x="81614" y="99292"/>
                  <a:pt x="70562" y="99656"/>
                </a:cubicBezTo>
                <a:cubicBezTo>
                  <a:pt x="59508" y="100018"/>
                  <a:pt x="46471" y="94168"/>
                  <a:pt x="31450" y="82104"/>
                </a:cubicBezTo>
                <a:cubicBezTo>
                  <a:pt x="14651" y="68612"/>
                  <a:pt x="4930" y="55698"/>
                  <a:pt x="2288" y="43361"/>
                </a:cubicBezTo>
                <a:cubicBezTo>
                  <a:pt x="0" y="32609"/>
                  <a:pt x="2541" y="22645"/>
                  <a:pt x="9911" y="13468"/>
                </a:cubicBezTo>
                <a:cubicBezTo>
                  <a:pt x="15406" y="6625"/>
                  <a:pt x="21832" y="2563"/>
                  <a:pt x="29189" y="1282"/>
                </a:cubicBezTo>
                <a:cubicBezTo>
                  <a:pt x="36546" y="0"/>
                  <a:pt x="43965" y="1648"/>
                  <a:pt x="51447" y="6224"/>
                </a:cubicBezTo>
                <a:moveTo>
                  <a:pt x="53749" y="79810"/>
                </a:moveTo>
                <a:cubicBezTo>
                  <a:pt x="57417" y="82755"/>
                  <a:pt x="61554" y="84793"/>
                  <a:pt x="66161" y="85922"/>
                </a:cubicBezTo>
                <a:cubicBezTo>
                  <a:pt x="70768" y="87052"/>
                  <a:pt x="75077" y="86918"/>
                  <a:pt x="79088" y="85519"/>
                </a:cubicBezTo>
                <a:cubicBezTo>
                  <a:pt x="83097" y="84119"/>
                  <a:pt x="86341" y="81877"/>
                  <a:pt x="88819" y="78791"/>
                </a:cubicBezTo>
                <a:cubicBezTo>
                  <a:pt x="92440" y="74282"/>
                  <a:pt x="93739" y="68949"/>
                  <a:pt x="92716" y="62792"/>
                </a:cubicBezTo>
                <a:cubicBezTo>
                  <a:pt x="91693" y="56635"/>
                  <a:pt x="88066" y="51054"/>
                  <a:pt x="81835" y="46050"/>
                </a:cubicBezTo>
                <a:cubicBezTo>
                  <a:pt x="75840" y="41235"/>
                  <a:pt x="69831" y="39045"/>
                  <a:pt x="63808" y="39478"/>
                </a:cubicBezTo>
                <a:cubicBezTo>
                  <a:pt x="57784" y="39910"/>
                  <a:pt x="52818" y="42559"/>
                  <a:pt x="48911" y="47424"/>
                </a:cubicBezTo>
                <a:cubicBezTo>
                  <a:pt x="45035" y="52250"/>
                  <a:pt x="43473" y="57730"/>
                  <a:pt x="44224" y="63864"/>
                </a:cubicBezTo>
                <a:cubicBezTo>
                  <a:pt x="44974" y="69996"/>
                  <a:pt x="48149" y="75312"/>
                  <a:pt x="53749" y="7981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.">
            <a:extLst xmlns:a="http://schemas.openxmlformats.org/drawingml/2006/main">
              <a:ext uri="{FF2B5EF4-FFF2-40B4-BE49-F238E27FC236}">
                <a16:creationId xmlns:a16="http://schemas.microsoft.com/office/drawing/2014/main" id="{666158C2-6956-4353-BF80-D13A4F3D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67" y="4756417"/>
            <a:ext cx="21991" cy="21979"/>
          </a:xfrm>
          <a:custGeom xmlns:a="http://schemas.openxmlformats.org/drawingml/2006/main">
            <a:pathLst>
              <a:path w="21991" h="21979">
                <a:moveTo>
                  <a:pt x="12222" y="21979"/>
                </a:moveTo>
                <a:lnTo>
                  <a:pt x="0" y="12163"/>
                </a:lnTo>
                <a:lnTo>
                  <a:pt x="9768" y="0"/>
                </a:lnTo>
                <a:lnTo>
                  <a:pt x="21991" y="9816"/>
                </a:lnTo>
                <a:lnTo>
                  <a:pt x="12222" y="219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1">
            <a:extLst xmlns:a="http://schemas.openxmlformats.org/drawingml/2006/main">
              <a:ext uri="{FF2B5EF4-FFF2-40B4-BE49-F238E27FC236}">
                <a16:creationId xmlns:a16="http://schemas.microsoft.com/office/drawing/2014/main" id="{93DC8BFC-3263-4484-8D86-2E4876A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949" y="4640241"/>
            <a:ext cx="92864" cy="80820"/>
          </a:xfrm>
          <a:custGeom xmlns:a="http://schemas.openxmlformats.org/drawingml/2006/main">
            <a:pathLst>
              <a:path w="92864" h="80820">
                <a:moveTo>
                  <a:pt x="92864" y="70140"/>
                </a:moveTo>
                <a:lnTo>
                  <a:pt x="84287" y="80820"/>
                </a:lnTo>
                <a:lnTo>
                  <a:pt x="16233" y="26166"/>
                </a:lnTo>
                <a:cubicBezTo>
                  <a:pt x="16621" y="30707"/>
                  <a:pt x="16365" y="36048"/>
                  <a:pt x="15466" y="42191"/>
                </a:cubicBezTo>
                <a:cubicBezTo>
                  <a:pt x="14567" y="48333"/>
                  <a:pt x="13397" y="53558"/>
                  <a:pt x="11955" y="57865"/>
                </a:cubicBezTo>
                <a:lnTo>
                  <a:pt x="1631" y="49574"/>
                </a:lnTo>
                <a:cubicBezTo>
                  <a:pt x="3619" y="41346"/>
                  <a:pt x="4411" y="33393"/>
                  <a:pt x="4005" y="25715"/>
                </a:cubicBezTo>
                <a:cubicBezTo>
                  <a:pt x="3600" y="18037"/>
                  <a:pt x="2265" y="11759"/>
                  <a:pt x="0" y="6883"/>
                </a:cubicBezTo>
                <a:lnTo>
                  <a:pt x="5527" y="0"/>
                </a:lnTo>
                <a:lnTo>
                  <a:pt x="92864" y="701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0">
            <a:extLst xmlns:a="http://schemas.openxmlformats.org/drawingml/2006/main">
              <a:ext uri="{FF2B5EF4-FFF2-40B4-BE49-F238E27FC236}">
                <a16:creationId xmlns:a16="http://schemas.microsoft.com/office/drawing/2014/main" id="{E6B334A6-835F-4C07-BC4E-108EB8E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81" y="4402300"/>
            <a:ext cx="41450" cy="33935"/>
          </a:xfrm>
          <a:custGeom xmlns:a="http://schemas.openxmlformats.org/drawingml/2006/main">
            <a:pathLst>
              <a:path w="41450" h="33935">
                <a:moveTo>
                  <a:pt x="14245" y="28720"/>
                </a:moveTo>
                <a:cubicBezTo>
                  <a:pt x="9894" y="26369"/>
                  <a:pt x="6634" y="24029"/>
                  <a:pt x="4465" y="21700"/>
                </a:cubicBezTo>
                <a:cubicBezTo>
                  <a:pt x="2296" y="19370"/>
                  <a:pt x="969" y="16933"/>
                  <a:pt x="485" y="14389"/>
                </a:cubicBezTo>
                <a:cubicBezTo>
                  <a:pt x="0" y="11844"/>
                  <a:pt x="482" y="9232"/>
                  <a:pt x="1929" y="6553"/>
                </a:cubicBezTo>
                <a:cubicBezTo>
                  <a:pt x="2997" y="4576"/>
                  <a:pt x="4331" y="3058"/>
                  <a:pt x="5932" y="1997"/>
                </a:cubicBezTo>
                <a:cubicBezTo>
                  <a:pt x="7532" y="936"/>
                  <a:pt x="9343" y="324"/>
                  <a:pt x="11366" y="162"/>
                </a:cubicBezTo>
                <a:cubicBezTo>
                  <a:pt x="13389" y="0"/>
                  <a:pt x="15625" y="224"/>
                  <a:pt x="18075" y="833"/>
                </a:cubicBezTo>
                <a:cubicBezTo>
                  <a:pt x="20524" y="1442"/>
                  <a:pt x="23573" y="2733"/>
                  <a:pt x="27221" y="4704"/>
                </a:cubicBezTo>
                <a:cubicBezTo>
                  <a:pt x="31539" y="7037"/>
                  <a:pt x="34784" y="9364"/>
                  <a:pt x="36958" y="11685"/>
                </a:cubicBezTo>
                <a:cubicBezTo>
                  <a:pt x="39131" y="14006"/>
                  <a:pt x="40464" y="16441"/>
                  <a:pt x="40957" y="18990"/>
                </a:cubicBezTo>
                <a:cubicBezTo>
                  <a:pt x="41450" y="21539"/>
                  <a:pt x="40968" y="24162"/>
                  <a:pt x="39512" y="26858"/>
                </a:cubicBezTo>
                <a:cubicBezTo>
                  <a:pt x="37593" y="30409"/>
                  <a:pt x="34815" y="32510"/>
                  <a:pt x="31176" y="33162"/>
                </a:cubicBezTo>
                <a:cubicBezTo>
                  <a:pt x="26801" y="33935"/>
                  <a:pt x="21157" y="32455"/>
                  <a:pt x="14245" y="28720"/>
                </a:cubicBezTo>
                <a:moveTo>
                  <a:pt x="16744" y="24066"/>
                </a:moveTo>
                <a:cubicBezTo>
                  <a:pt x="22769" y="27322"/>
                  <a:pt x="27162" y="28781"/>
                  <a:pt x="29921" y="28444"/>
                </a:cubicBezTo>
                <a:cubicBezTo>
                  <a:pt x="32681" y="28106"/>
                  <a:pt x="34621" y="26899"/>
                  <a:pt x="35743" y="24822"/>
                </a:cubicBezTo>
                <a:cubicBezTo>
                  <a:pt x="36865" y="22745"/>
                  <a:pt x="36807" y="20458"/>
                  <a:pt x="35569" y="17961"/>
                </a:cubicBezTo>
                <a:cubicBezTo>
                  <a:pt x="34331" y="15464"/>
                  <a:pt x="30707" y="12592"/>
                  <a:pt x="24697" y="9345"/>
                </a:cubicBezTo>
                <a:cubicBezTo>
                  <a:pt x="18655" y="6080"/>
                  <a:pt x="14259" y="4619"/>
                  <a:pt x="11508" y="4961"/>
                </a:cubicBezTo>
                <a:cubicBezTo>
                  <a:pt x="8756" y="5303"/>
                  <a:pt x="6811" y="6529"/>
                  <a:pt x="5671" y="8639"/>
                </a:cubicBezTo>
                <a:cubicBezTo>
                  <a:pt x="4548" y="10716"/>
                  <a:pt x="4529" y="12847"/>
                  <a:pt x="5612" y="15033"/>
                </a:cubicBezTo>
                <a:cubicBezTo>
                  <a:pt x="7008" y="17800"/>
                  <a:pt x="10718" y="20810"/>
                  <a:pt x="16744" y="2406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.">
            <a:extLst xmlns:a="http://schemas.openxmlformats.org/drawingml/2006/main">
              <a:ext uri="{FF2B5EF4-FFF2-40B4-BE49-F238E27FC236}">
                <a16:creationId xmlns:a16="http://schemas.microsoft.com/office/drawing/2014/main" id="{43FE61FA-535D-403A-89DE-AD1AA2BC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53" y="4401752"/>
            <a:ext cx="7958" cy="7946"/>
          </a:xfrm>
          <a:custGeom xmlns:a="http://schemas.openxmlformats.org/drawingml/2006/main">
            <a:pathLst>
              <a:path w="7958" h="7946">
                <a:moveTo>
                  <a:pt x="5175" y="7946"/>
                </a:moveTo>
                <a:lnTo>
                  <a:pt x="0" y="5150"/>
                </a:lnTo>
                <a:lnTo>
                  <a:pt x="2783" y="0"/>
                </a:lnTo>
                <a:lnTo>
                  <a:pt x="7958" y="2796"/>
                </a:lnTo>
                <a:lnTo>
                  <a:pt x="5175" y="79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1">
            <a:extLst xmlns:a="http://schemas.openxmlformats.org/drawingml/2006/main">
              <a:ext uri="{FF2B5EF4-FFF2-40B4-BE49-F238E27FC236}">
                <a16:creationId xmlns:a16="http://schemas.microsoft.com/office/drawing/2014/main" id="{37A75706-C822-45BC-8790-DF4039A0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134" y="4360920"/>
            <a:ext cx="38554" cy="24502"/>
          </a:xfrm>
          <a:custGeom xmlns:a="http://schemas.openxmlformats.org/drawingml/2006/main">
            <a:pathLst>
              <a:path w="38554" h="24502">
                <a:moveTo>
                  <a:pt x="38554" y="19980"/>
                </a:moveTo>
                <a:lnTo>
                  <a:pt x="36111" y="24502"/>
                </a:lnTo>
                <a:lnTo>
                  <a:pt x="7296" y="8933"/>
                </a:lnTo>
                <a:cubicBezTo>
                  <a:pt x="7746" y="10583"/>
                  <a:pt x="8013" y="12572"/>
                  <a:pt x="8097" y="14900"/>
                </a:cubicBezTo>
                <a:cubicBezTo>
                  <a:pt x="8180" y="17227"/>
                  <a:pt x="8102" y="19235"/>
                  <a:pt x="7861" y="20922"/>
                </a:cubicBezTo>
                <a:lnTo>
                  <a:pt x="3490" y="18561"/>
                </a:lnTo>
                <a:cubicBezTo>
                  <a:pt x="3667" y="15389"/>
                  <a:pt x="3421" y="12400"/>
                  <a:pt x="2752" y="9594"/>
                </a:cubicBezTo>
                <a:cubicBezTo>
                  <a:pt x="2083" y="6788"/>
                  <a:pt x="1166" y="4561"/>
                  <a:pt x="0" y="2914"/>
                </a:cubicBezTo>
                <a:lnTo>
                  <a:pt x="1574" y="0"/>
                </a:lnTo>
                <a:lnTo>
                  <a:pt x="38554" y="199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7">
            <a:extLst xmlns:a="http://schemas.openxmlformats.org/drawingml/2006/main">
              <a:ext uri="{FF2B5EF4-FFF2-40B4-BE49-F238E27FC236}">
                <a16:creationId xmlns:a16="http://schemas.microsoft.com/office/drawing/2014/main" id="{5AF6D215-ED92-46F6-82C5-03186A4F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728" y="4325530"/>
            <a:ext cx="41670" cy="38345"/>
          </a:xfrm>
          <a:custGeom xmlns:a="http://schemas.openxmlformats.org/drawingml/2006/main">
            <a:pathLst>
              <a:path w="41670" h="38345">
                <a:moveTo>
                  <a:pt x="4346" y="26189"/>
                </a:moveTo>
                <a:lnTo>
                  <a:pt x="0" y="23841"/>
                </a:lnTo>
                <a:lnTo>
                  <a:pt x="12881" y="0"/>
                </a:lnTo>
                <a:lnTo>
                  <a:pt x="16398" y="1900"/>
                </a:lnTo>
                <a:cubicBezTo>
                  <a:pt x="17629" y="5594"/>
                  <a:pt x="19692" y="9711"/>
                  <a:pt x="22588" y="14251"/>
                </a:cubicBezTo>
                <a:cubicBezTo>
                  <a:pt x="25483" y="18790"/>
                  <a:pt x="28779" y="22870"/>
                  <a:pt x="32475" y="26489"/>
                </a:cubicBezTo>
                <a:cubicBezTo>
                  <a:pt x="35070" y="29060"/>
                  <a:pt x="38135" y="31463"/>
                  <a:pt x="41670" y="33697"/>
                </a:cubicBezTo>
                <a:lnTo>
                  <a:pt x="39159" y="38345"/>
                </a:lnTo>
                <a:cubicBezTo>
                  <a:pt x="36287" y="36728"/>
                  <a:pt x="33091" y="34266"/>
                  <a:pt x="29573" y="30958"/>
                </a:cubicBezTo>
                <a:cubicBezTo>
                  <a:pt x="26054" y="27651"/>
                  <a:pt x="22938" y="23950"/>
                  <a:pt x="20225" y="19855"/>
                </a:cubicBezTo>
                <a:cubicBezTo>
                  <a:pt x="17511" y="15760"/>
                  <a:pt x="15467" y="11858"/>
                  <a:pt x="14092" y="8151"/>
                </a:cubicBezTo>
                <a:lnTo>
                  <a:pt x="4346" y="261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3">
            <a:extLst xmlns:a="http://schemas.openxmlformats.org/drawingml/2006/main">
              <a:ext uri="{FF2B5EF4-FFF2-40B4-BE49-F238E27FC236}">
                <a16:creationId xmlns:a16="http://schemas.microsoft.com/office/drawing/2014/main" id="{18C7313C-CF65-436D-851B-30481BD5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058" y="4622333"/>
            <a:ext cx="52106" cy="40818"/>
          </a:xfrm>
          <a:custGeom xmlns:a="http://schemas.openxmlformats.org/drawingml/2006/main">
            <a:pathLst>
              <a:path w="52106" h="40818">
                <a:moveTo>
                  <a:pt x="30103" y="39488"/>
                </a:moveTo>
                <a:lnTo>
                  <a:pt x="31857" y="33393"/>
                </a:lnTo>
                <a:cubicBezTo>
                  <a:pt x="35410" y="34161"/>
                  <a:pt x="38254" y="34066"/>
                  <a:pt x="40390" y="33107"/>
                </a:cubicBezTo>
                <a:cubicBezTo>
                  <a:pt x="42526" y="32149"/>
                  <a:pt x="44093" y="30529"/>
                  <a:pt x="45092" y="28246"/>
                </a:cubicBezTo>
                <a:cubicBezTo>
                  <a:pt x="46279" y="25538"/>
                  <a:pt x="46344" y="22840"/>
                  <a:pt x="45287" y="20153"/>
                </a:cubicBezTo>
                <a:cubicBezTo>
                  <a:pt x="44231" y="17466"/>
                  <a:pt x="42319" y="15517"/>
                  <a:pt x="39551" y="14305"/>
                </a:cubicBezTo>
                <a:cubicBezTo>
                  <a:pt x="36910" y="13148"/>
                  <a:pt x="34355" y="13058"/>
                  <a:pt x="31884" y="14036"/>
                </a:cubicBezTo>
                <a:cubicBezTo>
                  <a:pt x="29413" y="15012"/>
                  <a:pt x="27594" y="16834"/>
                  <a:pt x="26427" y="19500"/>
                </a:cubicBezTo>
                <a:cubicBezTo>
                  <a:pt x="25950" y="20588"/>
                  <a:pt x="25570" y="22036"/>
                  <a:pt x="25287" y="23843"/>
                </a:cubicBezTo>
                <a:lnTo>
                  <a:pt x="20512" y="20990"/>
                </a:lnTo>
                <a:cubicBezTo>
                  <a:pt x="20723" y="20625"/>
                  <a:pt x="20880" y="20325"/>
                  <a:pt x="20983" y="20090"/>
                </a:cubicBezTo>
                <a:cubicBezTo>
                  <a:pt x="22057" y="17637"/>
                  <a:pt x="22389" y="15152"/>
                  <a:pt x="21979" y="12634"/>
                </a:cubicBezTo>
                <a:cubicBezTo>
                  <a:pt x="21570" y="10116"/>
                  <a:pt x="20043" y="8278"/>
                  <a:pt x="17400" y="7120"/>
                </a:cubicBezTo>
                <a:cubicBezTo>
                  <a:pt x="15306" y="6203"/>
                  <a:pt x="13259" y="6159"/>
                  <a:pt x="11259" y="6986"/>
                </a:cubicBezTo>
                <a:cubicBezTo>
                  <a:pt x="9258" y="7813"/>
                  <a:pt x="7763" y="9356"/>
                  <a:pt x="6773" y="11617"/>
                </a:cubicBezTo>
                <a:cubicBezTo>
                  <a:pt x="5792" y="13857"/>
                  <a:pt x="5678" y="16031"/>
                  <a:pt x="6432" y="18141"/>
                </a:cubicBezTo>
                <a:cubicBezTo>
                  <a:pt x="7186" y="20250"/>
                  <a:pt x="8877" y="22135"/>
                  <a:pt x="11506" y="23794"/>
                </a:cubicBezTo>
                <a:lnTo>
                  <a:pt x="7960" y="29105"/>
                </a:lnTo>
                <a:cubicBezTo>
                  <a:pt x="4388" y="26702"/>
                  <a:pt x="2081" y="23785"/>
                  <a:pt x="1041" y="20355"/>
                </a:cubicBezTo>
                <a:cubicBezTo>
                  <a:pt x="0" y="16925"/>
                  <a:pt x="292" y="13355"/>
                  <a:pt x="1918" y="9644"/>
                </a:cubicBezTo>
                <a:cubicBezTo>
                  <a:pt x="3038" y="7084"/>
                  <a:pt x="4618" y="4967"/>
                  <a:pt x="6657" y="3292"/>
                </a:cubicBezTo>
                <a:cubicBezTo>
                  <a:pt x="8695" y="1618"/>
                  <a:pt x="10911" y="625"/>
                  <a:pt x="13303" y="312"/>
                </a:cubicBezTo>
                <a:cubicBezTo>
                  <a:pt x="15695" y="0"/>
                  <a:pt x="17955" y="310"/>
                  <a:pt x="20082" y="1241"/>
                </a:cubicBezTo>
                <a:cubicBezTo>
                  <a:pt x="22102" y="2126"/>
                  <a:pt x="23703" y="3475"/>
                  <a:pt x="24886" y="5290"/>
                </a:cubicBezTo>
                <a:cubicBezTo>
                  <a:pt x="26068" y="7104"/>
                  <a:pt x="26681" y="9291"/>
                  <a:pt x="26725" y="11853"/>
                </a:cubicBezTo>
                <a:cubicBezTo>
                  <a:pt x="28580" y="9360"/>
                  <a:pt x="30851" y="7787"/>
                  <a:pt x="33539" y="7134"/>
                </a:cubicBezTo>
                <a:cubicBezTo>
                  <a:pt x="36227" y="6481"/>
                  <a:pt x="39085" y="6818"/>
                  <a:pt x="42114" y="8144"/>
                </a:cubicBezTo>
                <a:cubicBezTo>
                  <a:pt x="46209" y="9938"/>
                  <a:pt x="49027" y="12951"/>
                  <a:pt x="50566" y="17184"/>
                </a:cubicBezTo>
                <a:cubicBezTo>
                  <a:pt x="52106" y="21417"/>
                  <a:pt x="51876" y="25816"/>
                  <a:pt x="49877" y="30380"/>
                </a:cubicBezTo>
                <a:cubicBezTo>
                  <a:pt x="48075" y="34497"/>
                  <a:pt x="45348" y="37376"/>
                  <a:pt x="41699" y="39019"/>
                </a:cubicBezTo>
                <a:cubicBezTo>
                  <a:pt x="38049" y="40661"/>
                  <a:pt x="34184" y="40818"/>
                  <a:pt x="30103" y="3948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4">
            <a:extLst xmlns:a="http://schemas.openxmlformats.org/drawingml/2006/main">
              <a:ext uri="{FF2B5EF4-FFF2-40B4-BE49-F238E27FC236}">
                <a16:creationId xmlns:a16="http://schemas.microsoft.com/office/drawing/2014/main" id="{4BD7202C-B67A-43C2-905D-6928945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223" y="4586129"/>
            <a:ext cx="48962" cy="41729"/>
          </a:xfrm>
          <a:custGeom xmlns:a="http://schemas.openxmlformats.org/drawingml/2006/main">
            <a:pathLst>
              <a:path w="48962" h="41729">
                <a:moveTo>
                  <a:pt x="46440" y="26299"/>
                </a:moveTo>
                <a:lnTo>
                  <a:pt x="35210" y="21381"/>
                </a:lnTo>
                <a:lnTo>
                  <a:pt x="26299" y="41729"/>
                </a:lnTo>
                <a:lnTo>
                  <a:pt x="21020" y="39417"/>
                </a:lnTo>
                <a:lnTo>
                  <a:pt x="0" y="4703"/>
                </a:lnTo>
                <a:lnTo>
                  <a:pt x="2060" y="0"/>
                </a:lnTo>
                <a:lnTo>
                  <a:pt x="32453" y="13310"/>
                </a:lnTo>
                <a:lnTo>
                  <a:pt x="35227" y="6976"/>
                </a:lnTo>
                <a:lnTo>
                  <a:pt x="40506" y="9288"/>
                </a:lnTo>
                <a:lnTo>
                  <a:pt x="37732" y="15622"/>
                </a:lnTo>
                <a:lnTo>
                  <a:pt x="48962" y="20540"/>
                </a:lnTo>
                <a:lnTo>
                  <a:pt x="46440" y="26299"/>
                </a:lnTo>
                <a:moveTo>
                  <a:pt x="29931" y="19069"/>
                </a:moveTo>
                <a:lnTo>
                  <a:pt x="8784" y="9808"/>
                </a:lnTo>
                <a:lnTo>
                  <a:pt x="23500" y="33754"/>
                </a:lnTo>
                <a:lnTo>
                  <a:pt x="29931" y="190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.">
            <a:extLst xmlns:a="http://schemas.openxmlformats.org/drawingml/2006/main">
              <a:ext uri="{FF2B5EF4-FFF2-40B4-BE49-F238E27FC236}">
                <a16:creationId xmlns:a16="http://schemas.microsoft.com/office/drawing/2014/main" id="{B403BAD0-6F98-4AD4-B860-C1AC0F75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357" y="4581781"/>
            <a:ext cx="9463" cy="9445"/>
          </a:xfrm>
          <a:custGeom xmlns:a="http://schemas.openxmlformats.org/drawingml/2006/main">
            <a:pathLst>
              <a:path w="9463" h="9445">
                <a:moveTo>
                  <a:pt x="6591" y="9445"/>
                </a:moveTo>
                <a:lnTo>
                  <a:pt x="0" y="6559"/>
                </a:lnTo>
                <a:lnTo>
                  <a:pt x="2872" y="0"/>
                </a:lnTo>
                <a:lnTo>
                  <a:pt x="9463" y="2886"/>
                </a:lnTo>
                <a:lnTo>
                  <a:pt x="6591" y="94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Text 6">
            <a:extLst xmlns:a="http://schemas.openxmlformats.org/drawingml/2006/main">
              <a:ext uri="{FF2B5EF4-FFF2-40B4-BE49-F238E27FC236}">
                <a16:creationId xmlns:a16="http://schemas.microsoft.com/office/drawing/2014/main" id="{56D64383-2439-4821-ADCF-66E21FB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506" y="4529731"/>
            <a:ext cx="51454" cy="41726"/>
          </a:xfrm>
          <a:custGeom xmlns:a="http://schemas.openxmlformats.org/drawingml/2006/main">
            <a:pathLst>
              <a:path w="51454" h="41726">
                <a:moveTo>
                  <a:pt x="19704" y="1132"/>
                </a:moveTo>
                <a:lnTo>
                  <a:pt x="17645" y="7056"/>
                </a:lnTo>
                <a:cubicBezTo>
                  <a:pt x="15170" y="6582"/>
                  <a:pt x="13217" y="6591"/>
                  <a:pt x="11786" y="7083"/>
                </a:cubicBezTo>
                <a:cubicBezTo>
                  <a:pt x="9469" y="7924"/>
                  <a:pt x="7811" y="9485"/>
                  <a:pt x="6812" y="11768"/>
                </a:cubicBezTo>
                <a:cubicBezTo>
                  <a:pt x="6009" y="13602"/>
                  <a:pt x="5813" y="15435"/>
                  <a:pt x="6224" y="17268"/>
                </a:cubicBezTo>
                <a:cubicBezTo>
                  <a:pt x="6745" y="19656"/>
                  <a:pt x="8039" y="21926"/>
                  <a:pt x="10106" y="24077"/>
                </a:cubicBezTo>
                <a:cubicBezTo>
                  <a:pt x="12173" y="26228"/>
                  <a:pt x="15531" y="28347"/>
                  <a:pt x="20180" y="30433"/>
                </a:cubicBezTo>
                <a:cubicBezTo>
                  <a:pt x="18676" y="28122"/>
                  <a:pt x="17851" y="25740"/>
                  <a:pt x="17705" y="23287"/>
                </a:cubicBezTo>
                <a:cubicBezTo>
                  <a:pt x="17559" y="20834"/>
                  <a:pt x="17968" y="18509"/>
                  <a:pt x="18930" y="16312"/>
                </a:cubicBezTo>
                <a:cubicBezTo>
                  <a:pt x="20611" y="12473"/>
                  <a:pt x="23455" y="9823"/>
                  <a:pt x="27463" y="8362"/>
                </a:cubicBezTo>
                <a:cubicBezTo>
                  <a:pt x="31471" y="6902"/>
                  <a:pt x="35714" y="7152"/>
                  <a:pt x="40193" y="9114"/>
                </a:cubicBezTo>
                <a:cubicBezTo>
                  <a:pt x="43136" y="10403"/>
                  <a:pt x="45594" y="12235"/>
                  <a:pt x="47566" y="14611"/>
                </a:cubicBezTo>
                <a:cubicBezTo>
                  <a:pt x="49537" y="16987"/>
                  <a:pt x="50709" y="19579"/>
                  <a:pt x="51082" y="22385"/>
                </a:cubicBezTo>
                <a:cubicBezTo>
                  <a:pt x="51454" y="25192"/>
                  <a:pt x="51024" y="28003"/>
                  <a:pt x="49791" y="30818"/>
                </a:cubicBezTo>
                <a:cubicBezTo>
                  <a:pt x="47689" y="35617"/>
                  <a:pt x="44211" y="38759"/>
                  <a:pt x="39358" y="40243"/>
                </a:cubicBezTo>
                <a:cubicBezTo>
                  <a:pt x="34503" y="41726"/>
                  <a:pt x="28027" y="40695"/>
                  <a:pt x="19927" y="37148"/>
                </a:cubicBezTo>
                <a:cubicBezTo>
                  <a:pt x="10868" y="33180"/>
                  <a:pt x="5015" y="28622"/>
                  <a:pt x="2368" y="23472"/>
                </a:cubicBezTo>
                <a:cubicBezTo>
                  <a:pt x="67" y="18981"/>
                  <a:pt x="0" y="14262"/>
                  <a:pt x="2167" y="9314"/>
                </a:cubicBezTo>
                <a:cubicBezTo>
                  <a:pt x="3783" y="5624"/>
                  <a:pt x="6144" y="3055"/>
                  <a:pt x="9250" y="1606"/>
                </a:cubicBezTo>
                <a:cubicBezTo>
                  <a:pt x="12357" y="158"/>
                  <a:pt x="15841" y="0"/>
                  <a:pt x="19704" y="1132"/>
                </a:cubicBezTo>
                <a:moveTo>
                  <a:pt x="29533" y="33462"/>
                </a:moveTo>
                <a:cubicBezTo>
                  <a:pt x="31510" y="34328"/>
                  <a:pt x="33587" y="34735"/>
                  <a:pt x="35764" y="34684"/>
                </a:cubicBezTo>
                <a:cubicBezTo>
                  <a:pt x="37941" y="34634"/>
                  <a:pt x="39834" y="34058"/>
                  <a:pt x="41443" y="32958"/>
                </a:cubicBezTo>
                <a:cubicBezTo>
                  <a:pt x="43052" y="31858"/>
                  <a:pt x="44221" y="30476"/>
                  <a:pt x="44950" y="28813"/>
                </a:cubicBezTo>
                <a:cubicBezTo>
                  <a:pt x="46014" y="26381"/>
                  <a:pt x="45952" y="23863"/>
                  <a:pt x="44761" y="21257"/>
                </a:cubicBezTo>
                <a:cubicBezTo>
                  <a:pt x="43571" y="18651"/>
                  <a:pt x="41296" y="16613"/>
                  <a:pt x="37936" y="15141"/>
                </a:cubicBezTo>
                <a:cubicBezTo>
                  <a:pt x="34703" y="13726"/>
                  <a:pt x="31779" y="13474"/>
                  <a:pt x="29162" y="14387"/>
                </a:cubicBezTo>
                <a:cubicBezTo>
                  <a:pt x="26544" y="15300"/>
                  <a:pt x="24661" y="17068"/>
                  <a:pt x="23512" y="19691"/>
                </a:cubicBezTo>
                <a:cubicBezTo>
                  <a:pt x="22373" y="22293"/>
                  <a:pt x="22336" y="24908"/>
                  <a:pt x="23403" y="27536"/>
                </a:cubicBezTo>
                <a:cubicBezTo>
                  <a:pt x="24470" y="30164"/>
                  <a:pt x="26513" y="32139"/>
                  <a:pt x="29533" y="334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Text 2">
            <a:extLst xmlns:a="http://schemas.openxmlformats.org/drawingml/2006/main">
              <a:ext uri="{FF2B5EF4-FFF2-40B4-BE49-F238E27FC236}">
                <a16:creationId xmlns:a16="http://schemas.microsoft.com/office/drawing/2014/main" id="{E34823B8-9479-47A3-8FAA-99192D36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23" y="4532264"/>
            <a:ext cx="43990" cy="36962"/>
          </a:xfrm>
          <a:custGeom xmlns:a="http://schemas.openxmlformats.org/drawingml/2006/main">
            <a:pathLst>
              <a:path w="43990" h="36962">
                <a:moveTo>
                  <a:pt x="39582" y="10465"/>
                </a:moveTo>
                <a:lnTo>
                  <a:pt x="43990" y="12271"/>
                </a:lnTo>
                <a:lnTo>
                  <a:pt x="33873" y="36962"/>
                </a:lnTo>
                <a:cubicBezTo>
                  <a:pt x="32756" y="36544"/>
                  <a:pt x="31768" y="35931"/>
                  <a:pt x="30909" y="35122"/>
                </a:cubicBezTo>
                <a:cubicBezTo>
                  <a:pt x="29486" y="33805"/>
                  <a:pt x="28243" y="32121"/>
                  <a:pt x="27181" y="30068"/>
                </a:cubicBezTo>
                <a:cubicBezTo>
                  <a:pt x="26118" y="28016"/>
                  <a:pt x="25053" y="25244"/>
                  <a:pt x="23986" y="21751"/>
                </a:cubicBezTo>
                <a:cubicBezTo>
                  <a:pt x="22323" y="16329"/>
                  <a:pt x="20812" y="12505"/>
                  <a:pt x="19453" y="10282"/>
                </a:cubicBezTo>
                <a:cubicBezTo>
                  <a:pt x="18094" y="8059"/>
                  <a:pt x="16549" y="6593"/>
                  <a:pt x="14818" y="5884"/>
                </a:cubicBezTo>
                <a:cubicBezTo>
                  <a:pt x="13002" y="5140"/>
                  <a:pt x="11204" y="5162"/>
                  <a:pt x="9424" y="5950"/>
                </a:cubicBezTo>
                <a:cubicBezTo>
                  <a:pt x="7644" y="6738"/>
                  <a:pt x="6326" y="8177"/>
                  <a:pt x="5470" y="10267"/>
                </a:cubicBezTo>
                <a:cubicBezTo>
                  <a:pt x="4565" y="12475"/>
                  <a:pt x="4504" y="14513"/>
                  <a:pt x="5286" y="16381"/>
                </a:cubicBezTo>
                <a:cubicBezTo>
                  <a:pt x="6068" y="18249"/>
                  <a:pt x="7628" y="19672"/>
                  <a:pt x="9965" y="20649"/>
                </a:cubicBezTo>
                <a:lnTo>
                  <a:pt x="7549" y="25165"/>
                </a:lnTo>
                <a:cubicBezTo>
                  <a:pt x="4157" y="23398"/>
                  <a:pt x="1969" y="21083"/>
                  <a:pt x="984" y="18219"/>
                </a:cubicBezTo>
                <a:cubicBezTo>
                  <a:pt x="0" y="15356"/>
                  <a:pt x="235" y="12149"/>
                  <a:pt x="1690" y="8599"/>
                </a:cubicBezTo>
                <a:cubicBezTo>
                  <a:pt x="3158" y="5015"/>
                  <a:pt x="5315" y="2585"/>
                  <a:pt x="8159" y="1310"/>
                </a:cubicBezTo>
                <a:cubicBezTo>
                  <a:pt x="11003" y="35"/>
                  <a:pt x="13895" y="0"/>
                  <a:pt x="16835" y="1205"/>
                </a:cubicBezTo>
                <a:cubicBezTo>
                  <a:pt x="18330" y="1817"/>
                  <a:pt x="19675" y="2725"/>
                  <a:pt x="20869" y="3929"/>
                </a:cubicBezTo>
                <a:cubicBezTo>
                  <a:pt x="22063" y="5132"/>
                  <a:pt x="23168" y="6770"/>
                  <a:pt x="24184" y="8843"/>
                </a:cubicBezTo>
                <a:cubicBezTo>
                  <a:pt x="25200" y="10916"/>
                  <a:pt x="26426" y="14171"/>
                  <a:pt x="27862" y="18608"/>
                </a:cubicBezTo>
                <a:cubicBezTo>
                  <a:pt x="29043" y="22306"/>
                  <a:pt x="29884" y="24714"/>
                  <a:pt x="30387" y="25832"/>
                </a:cubicBezTo>
                <a:cubicBezTo>
                  <a:pt x="30890" y="26951"/>
                  <a:pt x="31453" y="27935"/>
                  <a:pt x="32075" y="28786"/>
                </a:cubicBezTo>
                <a:lnTo>
                  <a:pt x="39582" y="104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.">
            <a:extLst xmlns:a="http://schemas.openxmlformats.org/drawingml/2006/main">
              <a:ext uri="{FF2B5EF4-FFF2-40B4-BE49-F238E27FC236}">
                <a16:creationId xmlns:a16="http://schemas.microsoft.com/office/drawing/2014/main" id="{303E8B51-859B-4452-8AEF-876ACCE8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030" y="4529677"/>
            <a:ext cx="7389" cy="7374"/>
          </a:xfrm>
          <a:custGeom xmlns:a="http://schemas.openxmlformats.org/drawingml/2006/main">
            <a:pathLst>
              <a:path w="7389" h="7374">
                <a:moveTo>
                  <a:pt x="5249" y="7374"/>
                </a:moveTo>
                <a:lnTo>
                  <a:pt x="0" y="5224"/>
                </a:lnTo>
                <a:lnTo>
                  <a:pt x="2140" y="0"/>
                </a:lnTo>
                <a:lnTo>
                  <a:pt x="7389" y="2151"/>
                </a:lnTo>
                <a:lnTo>
                  <a:pt x="5249" y="73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Text 0">
            <a:extLst xmlns:a="http://schemas.openxmlformats.org/drawingml/2006/main">
              <a:ext uri="{FF2B5EF4-FFF2-40B4-BE49-F238E27FC236}">
                <a16:creationId xmlns:a16="http://schemas.microsoft.com/office/drawing/2014/main" id="{0B99C3E2-3EBC-418B-A749-12E1BAB0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344" y="4490097"/>
            <a:ext cx="40741" cy="31181"/>
          </a:xfrm>
          <a:custGeom xmlns:a="http://schemas.openxmlformats.org/drawingml/2006/main">
            <a:pathLst>
              <a:path w="40741" h="31181">
                <a:moveTo>
                  <a:pt x="15390" y="27467"/>
                </a:moveTo>
                <a:cubicBezTo>
                  <a:pt x="10976" y="25659"/>
                  <a:pt x="7610" y="23749"/>
                  <a:pt x="5292" y="21738"/>
                </a:cubicBezTo>
                <a:cubicBezTo>
                  <a:pt x="2973" y="19726"/>
                  <a:pt x="1451" y="17526"/>
                  <a:pt x="726" y="15135"/>
                </a:cubicBezTo>
                <a:cubicBezTo>
                  <a:pt x="0" y="12745"/>
                  <a:pt x="194" y="10191"/>
                  <a:pt x="1308" y="7473"/>
                </a:cubicBezTo>
                <a:cubicBezTo>
                  <a:pt x="2129" y="5468"/>
                  <a:pt x="3252" y="3875"/>
                  <a:pt x="4678" y="2694"/>
                </a:cubicBezTo>
                <a:cubicBezTo>
                  <a:pt x="6104" y="1512"/>
                  <a:pt x="7778" y="740"/>
                  <a:pt x="9701" y="377"/>
                </a:cubicBezTo>
                <a:cubicBezTo>
                  <a:pt x="11624" y="15"/>
                  <a:pt x="13792" y="0"/>
                  <a:pt x="16203" y="333"/>
                </a:cubicBezTo>
                <a:cubicBezTo>
                  <a:pt x="18614" y="666"/>
                  <a:pt x="21670" y="1591"/>
                  <a:pt x="25370" y="3107"/>
                </a:cubicBezTo>
                <a:cubicBezTo>
                  <a:pt x="29750" y="4902"/>
                  <a:pt x="33101" y="6800"/>
                  <a:pt x="35423" y="8803"/>
                </a:cubicBezTo>
                <a:cubicBezTo>
                  <a:pt x="37745" y="10806"/>
                  <a:pt x="39273" y="13004"/>
                  <a:pt x="40007" y="15398"/>
                </a:cubicBezTo>
                <a:cubicBezTo>
                  <a:pt x="40741" y="17792"/>
                  <a:pt x="40548" y="20356"/>
                  <a:pt x="39427" y="23091"/>
                </a:cubicBezTo>
                <a:cubicBezTo>
                  <a:pt x="37952" y="26692"/>
                  <a:pt x="35502" y="28992"/>
                  <a:pt x="32080" y="29990"/>
                </a:cubicBezTo>
                <a:cubicBezTo>
                  <a:pt x="27964" y="31181"/>
                  <a:pt x="22401" y="30340"/>
                  <a:pt x="15390" y="27467"/>
                </a:cubicBezTo>
                <a:moveTo>
                  <a:pt x="17308" y="22748"/>
                </a:moveTo>
                <a:cubicBezTo>
                  <a:pt x="23420" y="25252"/>
                  <a:pt x="27782" y="26201"/>
                  <a:pt x="30394" y="25595"/>
                </a:cubicBezTo>
                <a:cubicBezTo>
                  <a:pt x="33005" y="24988"/>
                  <a:pt x="34742" y="23632"/>
                  <a:pt x="35605" y="21525"/>
                </a:cubicBezTo>
                <a:cubicBezTo>
                  <a:pt x="36468" y="19419"/>
                  <a:pt x="36178" y="17232"/>
                  <a:pt x="34734" y="14964"/>
                </a:cubicBezTo>
                <a:cubicBezTo>
                  <a:pt x="33291" y="12696"/>
                  <a:pt x="29522" y="10313"/>
                  <a:pt x="23426" y="7816"/>
                </a:cubicBezTo>
                <a:cubicBezTo>
                  <a:pt x="17298" y="5305"/>
                  <a:pt x="12932" y="4355"/>
                  <a:pt x="10329" y="4965"/>
                </a:cubicBezTo>
                <a:cubicBezTo>
                  <a:pt x="7726" y="5574"/>
                  <a:pt x="5986" y="6949"/>
                  <a:pt x="5109" y="9090"/>
                </a:cubicBezTo>
                <a:cubicBezTo>
                  <a:pt x="4246" y="11196"/>
                  <a:pt x="4446" y="13242"/>
                  <a:pt x="5708" y="15228"/>
                </a:cubicBezTo>
                <a:cubicBezTo>
                  <a:pt x="7330" y="17737"/>
                  <a:pt x="11197" y="20244"/>
                  <a:pt x="17308" y="2274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Text 1">
            <a:extLst xmlns:a="http://schemas.openxmlformats.org/drawingml/2006/main">
              <a:ext uri="{FF2B5EF4-FFF2-40B4-BE49-F238E27FC236}">
                <a16:creationId xmlns:a16="http://schemas.microsoft.com/office/drawing/2014/main" id="{24B602F9-C83B-438C-9D73-DA4D5510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416" y="4463459"/>
            <a:ext cx="38719" cy="19954"/>
          </a:xfrm>
          <a:custGeom xmlns:a="http://schemas.openxmlformats.org/drawingml/2006/main">
            <a:pathLst>
              <a:path w="38719" h="19954">
                <a:moveTo>
                  <a:pt x="38719" y="15368"/>
                </a:moveTo>
                <a:lnTo>
                  <a:pt x="36840" y="19954"/>
                </a:lnTo>
                <a:lnTo>
                  <a:pt x="7613" y="7980"/>
                </a:lnTo>
                <a:cubicBezTo>
                  <a:pt x="8214" y="9515"/>
                  <a:pt x="8674" y="11395"/>
                  <a:pt x="8993" y="13619"/>
                </a:cubicBezTo>
                <a:cubicBezTo>
                  <a:pt x="9312" y="15842"/>
                  <a:pt x="9442" y="17776"/>
                  <a:pt x="9384" y="19418"/>
                </a:cubicBezTo>
                <a:lnTo>
                  <a:pt x="4950" y="17602"/>
                </a:lnTo>
                <a:cubicBezTo>
                  <a:pt x="4795" y="14542"/>
                  <a:pt x="4253" y="11702"/>
                  <a:pt x="3324" y="9079"/>
                </a:cubicBezTo>
                <a:cubicBezTo>
                  <a:pt x="2395" y="6456"/>
                  <a:pt x="1287" y="4415"/>
                  <a:pt x="0" y="2956"/>
                </a:cubicBezTo>
                <a:lnTo>
                  <a:pt x="1211" y="0"/>
                </a:lnTo>
                <a:lnTo>
                  <a:pt x="38719" y="153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5550A-B40E-40EE-A3C3-6BD8FF18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9" y="3439648"/>
            <a:ext cx="1237981" cy="502163"/>
          </a:xfrm>
          <a:custGeom xmlns:a="http://schemas.openxmlformats.org/drawingml/2006/main">
            <a:pathLst>
              <a:path w="1237981" h="502163">
                <a:moveTo>
                  <a:pt x="1204905" y="0"/>
                </a:moveTo>
                <a:lnTo>
                  <a:pt x="0" y="279530"/>
                </a:lnTo>
                <a:lnTo>
                  <a:pt x="13485" y="332135"/>
                </a:lnTo>
                <a:lnTo>
                  <a:pt x="27487" y="381664"/>
                </a:lnTo>
                <a:lnTo>
                  <a:pt x="38904" y="418802"/>
                </a:lnTo>
                <a:lnTo>
                  <a:pt x="54336" y="466948"/>
                </a:lnTo>
                <a:lnTo>
                  <a:pt x="58939" y="480373"/>
                </a:lnTo>
                <a:lnTo>
                  <a:pt x="66139" y="502163"/>
                </a:lnTo>
                <a:lnTo>
                  <a:pt x="1237981" y="116857"/>
                </a:lnTo>
                <a:cubicBezTo>
                  <a:pt x="1237981" y="116857"/>
                  <a:pt x="1209460" y="23448"/>
                  <a:pt x="1204905" y="0"/>
                </a:cubicBezTo>
              </a:path>
            </a:pathLst>
          </a:custGeom>
          <a:solidFill xmlns:a="http://schemas.openxmlformats.org/drawingml/2006/main">
            <a:srgbClr val="645A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081F5-6CBA-4C75-B0F1-A455FF2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71" y="3584786"/>
            <a:ext cx="837483" cy="430364"/>
          </a:xfrm>
          <a:custGeom xmlns:a="http://schemas.openxmlformats.org/drawingml/2006/main">
            <a:pathLst>
              <a:path w="837483" h="430364">
                <a:moveTo>
                  <a:pt x="0" y="266706"/>
                </a:moveTo>
                <a:lnTo>
                  <a:pt x="91270" y="430364"/>
                </a:lnTo>
                <a:lnTo>
                  <a:pt x="837483" y="114381"/>
                </a:lnTo>
                <a:cubicBezTo>
                  <a:pt x="837483" y="114381"/>
                  <a:pt x="799336" y="22775"/>
                  <a:pt x="792714" y="0"/>
                </a:cubicBezTo>
                <a:lnTo>
                  <a:pt x="0" y="266706"/>
                </a:lnTo>
                <a:close/>
              </a:path>
            </a:pathLst>
          </a:custGeom>
          <a:solidFill xmlns:a="http://schemas.openxmlformats.org/drawingml/2006/main">
            <a:srgbClr val="C3D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F85D5-2B93-4B90-B798-D67A4535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328" y="3713529"/>
            <a:ext cx="304805" cy="234916"/>
          </a:xfrm>
          <a:custGeom xmlns:a="http://schemas.openxmlformats.org/drawingml/2006/main">
            <a:pathLst>
              <a:path w="304805" h="234916">
                <a:moveTo>
                  <a:pt x="0" y="106762"/>
                </a:moveTo>
                <a:lnTo>
                  <a:pt x="78265" y="234916"/>
                </a:lnTo>
                <a:lnTo>
                  <a:pt x="304805" y="109213"/>
                </a:lnTo>
                <a:cubicBezTo>
                  <a:pt x="304805" y="109213"/>
                  <a:pt x="257596" y="20191"/>
                  <a:pt x="250120" y="0"/>
                </a:cubicBezTo>
                <a:lnTo>
                  <a:pt x="0" y="106762"/>
                </a:lnTo>
                <a:close/>
              </a:path>
            </a:pathLst>
          </a:custGeom>
          <a:solidFill xmlns:a="http://schemas.openxmlformats.org/drawingml/2006/main">
            <a:srgbClr val="FFD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E2525-5FC5-49D9-AF8D-B0F5CF17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90" y="3839148"/>
            <a:ext cx="309228" cy="251069"/>
          </a:xfrm>
          <a:custGeom xmlns:a="http://schemas.openxmlformats.org/drawingml/2006/main">
            <a:pathLst>
              <a:path w="309228" h="251069">
                <a:moveTo>
                  <a:pt x="0" y="137385"/>
                </a:moveTo>
                <a:lnTo>
                  <a:pt x="78205" y="251069"/>
                </a:lnTo>
                <a:lnTo>
                  <a:pt x="309228" y="91834"/>
                </a:lnTo>
                <a:cubicBezTo>
                  <a:pt x="309228" y="91834"/>
                  <a:pt x="259350" y="17066"/>
                  <a:pt x="251382" y="0"/>
                </a:cubicBezTo>
                <a:lnTo>
                  <a:pt x="0" y="137385"/>
                </a:lnTo>
                <a:close/>
              </a:path>
            </a:pathLst>
          </a:custGeom>
          <a:solidFill xmlns:a="http://schemas.openxmlformats.org/drawingml/2006/main">
            <a:srgbClr val="A3B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67248-9D55-4B05-B4D3-C5EE3BA8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13" y="3944927"/>
            <a:ext cx="213595" cy="201420"/>
          </a:xfrm>
          <a:custGeom xmlns:a="http://schemas.openxmlformats.org/drawingml/2006/main">
            <a:pathLst>
              <a:path w="213595" h="201420">
                <a:moveTo>
                  <a:pt x="134417" y="0"/>
                </a:moveTo>
                <a:lnTo>
                  <a:pt x="0" y="93469"/>
                </a:lnTo>
                <a:lnTo>
                  <a:pt x="91750" y="201420"/>
                </a:lnTo>
                <a:lnTo>
                  <a:pt x="213595" y="102627"/>
                </a:lnTo>
                <a:cubicBezTo>
                  <a:pt x="213595" y="102627"/>
                  <a:pt x="172780" y="52005"/>
                  <a:pt x="149680" y="21153"/>
                </a:cubicBezTo>
                <a:cubicBezTo>
                  <a:pt x="141988" y="10889"/>
                  <a:pt x="136171" y="2921"/>
                  <a:pt x="134417" y="0"/>
                </a:cubicBezTo>
              </a:path>
            </a:pathLst>
          </a:custGeom>
          <a:solidFill xmlns:a="http://schemas.openxmlformats.org/drawingml/2006/main">
            <a:srgbClr val="DEA9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3">
            <a:extLst xmlns:a="http://schemas.openxmlformats.org/drawingml/2006/main">
              <a:ext uri="{FF2B5EF4-FFF2-40B4-BE49-F238E27FC236}">
                <a16:creationId xmlns:a16="http://schemas.microsoft.com/office/drawing/2014/main" id="{1AE062B8-0CF5-48F2-8996-0E943748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32" y="3750379"/>
            <a:ext cx="93707" cy="124240"/>
          </a:xfrm>
          <a:custGeom xmlns:a="http://schemas.openxmlformats.org/drawingml/2006/main">
            <a:pathLst>
              <a:path w="93707" h="124240">
                <a:moveTo>
                  <a:pt x="15202" y="98743"/>
                </a:moveTo>
                <a:lnTo>
                  <a:pt x="29035" y="92795"/>
                </a:lnTo>
                <a:cubicBezTo>
                  <a:pt x="32970" y="100475"/>
                  <a:pt x="37424" y="105556"/>
                  <a:pt x="42397" y="108036"/>
                </a:cubicBezTo>
                <a:cubicBezTo>
                  <a:pt x="47371" y="110517"/>
                  <a:pt x="52705" y="110958"/>
                  <a:pt x="58400" y="109360"/>
                </a:cubicBezTo>
                <a:cubicBezTo>
                  <a:pt x="65160" y="107464"/>
                  <a:pt x="70212" y="103525"/>
                  <a:pt x="73558" y="97542"/>
                </a:cubicBezTo>
                <a:cubicBezTo>
                  <a:pt x="76904" y="91560"/>
                  <a:pt x="77608" y="85115"/>
                  <a:pt x="75670" y="78207"/>
                </a:cubicBezTo>
                <a:cubicBezTo>
                  <a:pt x="73821" y="71617"/>
                  <a:pt x="70141" y="66789"/>
                  <a:pt x="64630" y="63722"/>
                </a:cubicBezTo>
                <a:cubicBezTo>
                  <a:pt x="59118" y="60653"/>
                  <a:pt x="53036" y="60052"/>
                  <a:pt x="46383" y="61919"/>
                </a:cubicBezTo>
                <a:cubicBezTo>
                  <a:pt x="43668" y="62680"/>
                  <a:pt x="40438" y="64161"/>
                  <a:pt x="36691" y="66360"/>
                </a:cubicBezTo>
                <a:lnTo>
                  <a:pt x="34749" y="53298"/>
                </a:lnTo>
                <a:cubicBezTo>
                  <a:pt x="35737" y="53135"/>
                  <a:pt x="36524" y="52972"/>
                  <a:pt x="37109" y="52808"/>
                </a:cubicBezTo>
                <a:cubicBezTo>
                  <a:pt x="43230" y="51091"/>
                  <a:pt x="48295" y="47962"/>
                  <a:pt x="52303" y="43421"/>
                </a:cubicBezTo>
                <a:cubicBezTo>
                  <a:pt x="56312" y="38880"/>
                  <a:pt x="57390" y="33311"/>
                  <a:pt x="55540" y="26715"/>
                </a:cubicBezTo>
                <a:cubicBezTo>
                  <a:pt x="54074" y="21490"/>
                  <a:pt x="51077" y="17663"/>
                  <a:pt x="46549" y="15234"/>
                </a:cubicBezTo>
                <a:cubicBezTo>
                  <a:pt x="42020" y="12803"/>
                  <a:pt x="36934" y="12379"/>
                  <a:pt x="31292" y="13962"/>
                </a:cubicBezTo>
                <a:cubicBezTo>
                  <a:pt x="25704" y="15530"/>
                  <a:pt x="21539" y="18593"/>
                  <a:pt x="18799" y="23151"/>
                </a:cubicBezTo>
                <a:cubicBezTo>
                  <a:pt x="16058" y="27709"/>
                  <a:pt x="15142" y="33650"/>
                  <a:pt x="16048" y="40975"/>
                </a:cubicBezTo>
                <a:lnTo>
                  <a:pt x="960" y="42452"/>
                </a:lnTo>
                <a:cubicBezTo>
                  <a:pt x="0" y="32275"/>
                  <a:pt x="1887" y="23651"/>
                  <a:pt x="6621" y="16580"/>
                </a:cubicBezTo>
                <a:cubicBezTo>
                  <a:pt x="11354" y="9508"/>
                  <a:pt x="18352" y="4674"/>
                  <a:pt x="27613" y="2075"/>
                </a:cubicBezTo>
                <a:cubicBezTo>
                  <a:pt x="34001" y="284"/>
                  <a:pt x="40265" y="0"/>
                  <a:pt x="46408" y="1225"/>
                </a:cubicBezTo>
                <a:cubicBezTo>
                  <a:pt x="52550" y="2449"/>
                  <a:pt x="57708" y="5024"/>
                  <a:pt x="61881" y="8949"/>
                </a:cubicBezTo>
                <a:cubicBezTo>
                  <a:pt x="66053" y="12872"/>
                  <a:pt x="68884" y="17488"/>
                  <a:pt x="70373" y="22796"/>
                </a:cubicBezTo>
                <a:cubicBezTo>
                  <a:pt x="71787" y="27837"/>
                  <a:pt x="71718" y="32809"/>
                  <a:pt x="70165" y="37710"/>
                </a:cubicBezTo>
                <a:cubicBezTo>
                  <a:pt x="68611" y="42610"/>
                  <a:pt x="65516" y="47028"/>
                  <a:pt x="60878" y="50963"/>
                </a:cubicBezTo>
                <a:cubicBezTo>
                  <a:pt x="68245" y="50618"/>
                  <a:pt x="74551" y="52423"/>
                  <a:pt x="79794" y="56378"/>
                </a:cubicBezTo>
                <a:cubicBezTo>
                  <a:pt x="85038" y="60333"/>
                  <a:pt x="88720" y="66089"/>
                  <a:pt x="90840" y="73647"/>
                </a:cubicBezTo>
                <a:cubicBezTo>
                  <a:pt x="93707" y="83867"/>
                  <a:pt x="92411" y="93575"/>
                  <a:pt x="86953" y="102771"/>
                </a:cubicBezTo>
                <a:cubicBezTo>
                  <a:pt x="81495" y="111967"/>
                  <a:pt x="73070" y="118163"/>
                  <a:pt x="61680" y="121359"/>
                </a:cubicBezTo>
                <a:cubicBezTo>
                  <a:pt x="51407" y="124240"/>
                  <a:pt x="42017" y="123565"/>
                  <a:pt x="33509" y="119333"/>
                </a:cubicBezTo>
                <a:cubicBezTo>
                  <a:pt x="25002" y="115101"/>
                  <a:pt x="18899" y="108237"/>
                  <a:pt x="15202" y="987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2">
            <a:extLst xmlns:a="http://schemas.openxmlformats.org/drawingml/2006/main">
              <a:ext uri="{FF2B5EF4-FFF2-40B4-BE49-F238E27FC236}">
                <a16:creationId xmlns:a16="http://schemas.microsoft.com/office/drawing/2014/main" id="{7F73960D-D3E7-43F8-A956-0D7E8054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42" y="3723194"/>
            <a:ext cx="100188" cy="132097"/>
          </a:xfrm>
          <a:custGeom xmlns:a="http://schemas.openxmlformats.org/drawingml/2006/main">
            <a:pathLst>
              <a:path w="100188" h="132097">
                <a:moveTo>
                  <a:pt x="96313" y="96581"/>
                </a:moveTo>
                <a:lnTo>
                  <a:pt x="100188" y="110394"/>
                </a:lnTo>
                <a:lnTo>
                  <a:pt x="22824" y="132097"/>
                </a:lnTo>
                <a:cubicBezTo>
                  <a:pt x="21747" y="128669"/>
                  <a:pt x="21373" y="125188"/>
                  <a:pt x="21702" y="121652"/>
                </a:cubicBezTo>
                <a:cubicBezTo>
                  <a:pt x="22194" y="115834"/>
                  <a:pt x="23893" y="109763"/>
                  <a:pt x="26798" y="103439"/>
                </a:cubicBezTo>
                <a:cubicBezTo>
                  <a:pt x="29704" y="97116"/>
                  <a:pt x="34314" y="89453"/>
                  <a:pt x="40631" y="80450"/>
                </a:cubicBezTo>
                <a:cubicBezTo>
                  <a:pt x="50428" y="66459"/>
                  <a:pt x="56708" y="55792"/>
                  <a:pt x="59471" y="48448"/>
                </a:cubicBezTo>
                <a:cubicBezTo>
                  <a:pt x="62233" y="41104"/>
                  <a:pt x="62854" y="34720"/>
                  <a:pt x="61332" y="29296"/>
                </a:cubicBezTo>
                <a:cubicBezTo>
                  <a:pt x="59736" y="23606"/>
                  <a:pt x="56353" y="19377"/>
                  <a:pt x="51185" y="16611"/>
                </a:cubicBezTo>
                <a:cubicBezTo>
                  <a:pt x="46017" y="13844"/>
                  <a:pt x="40159" y="13380"/>
                  <a:pt x="33612" y="15216"/>
                </a:cubicBezTo>
                <a:cubicBezTo>
                  <a:pt x="26693" y="17157"/>
                  <a:pt x="21739" y="20786"/>
                  <a:pt x="18753" y="26103"/>
                </a:cubicBezTo>
                <a:cubicBezTo>
                  <a:pt x="15766" y="31419"/>
                  <a:pt x="15276" y="37757"/>
                  <a:pt x="17283" y="45117"/>
                </a:cubicBezTo>
                <a:lnTo>
                  <a:pt x="2087" y="47742"/>
                </a:lnTo>
                <a:cubicBezTo>
                  <a:pt x="0" y="36415"/>
                  <a:pt x="1445" y="26932"/>
                  <a:pt x="6421" y="19292"/>
                </a:cubicBezTo>
                <a:cubicBezTo>
                  <a:pt x="11397" y="11652"/>
                  <a:pt x="19447" y="6272"/>
                  <a:pt x="30572" y="3151"/>
                </a:cubicBezTo>
                <a:cubicBezTo>
                  <a:pt x="41802" y="0"/>
                  <a:pt x="51565" y="621"/>
                  <a:pt x="59859" y="5013"/>
                </a:cubicBezTo>
                <a:cubicBezTo>
                  <a:pt x="68154" y="9406"/>
                  <a:pt x="73593" y="16208"/>
                  <a:pt x="76177" y="25419"/>
                </a:cubicBezTo>
                <a:cubicBezTo>
                  <a:pt x="77492" y="30105"/>
                  <a:pt x="77826" y="34979"/>
                  <a:pt x="77179" y="40043"/>
                </a:cubicBezTo>
                <a:cubicBezTo>
                  <a:pt x="76533" y="45106"/>
                  <a:pt x="74689" y="50764"/>
                  <a:pt x="71649" y="57016"/>
                </a:cubicBezTo>
                <a:cubicBezTo>
                  <a:pt x="68608" y="63266"/>
                  <a:pt x="63150" y="72206"/>
                  <a:pt x="55274" y="83835"/>
                </a:cubicBezTo>
                <a:cubicBezTo>
                  <a:pt x="48680" y="93484"/>
                  <a:pt x="44520" y="99942"/>
                  <a:pt x="42796" y="103209"/>
                </a:cubicBezTo>
                <a:cubicBezTo>
                  <a:pt x="41070" y="106474"/>
                  <a:pt x="39775" y="109633"/>
                  <a:pt x="38909" y="112686"/>
                </a:cubicBezTo>
                <a:lnTo>
                  <a:pt x="96313" y="965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Text .">
            <a:extLst xmlns:a="http://schemas.openxmlformats.org/drawingml/2006/main">
              <a:ext uri="{FF2B5EF4-FFF2-40B4-BE49-F238E27FC236}">
                <a16:creationId xmlns:a16="http://schemas.microsoft.com/office/drawing/2014/main" id="{42B3DE1D-7B2E-4C61-8853-28FEA706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64" y="3805972"/>
            <a:ext cx="20981" cy="21039"/>
          </a:xfrm>
          <a:custGeom xmlns:a="http://schemas.openxmlformats.org/drawingml/2006/main">
            <a:pathLst>
              <a:path w="20981" h="21039">
                <a:moveTo>
                  <a:pt x="4614" y="21039"/>
                </a:moveTo>
                <a:lnTo>
                  <a:pt x="0" y="4592"/>
                </a:lnTo>
                <a:lnTo>
                  <a:pt x="16367" y="0"/>
                </a:lnTo>
                <a:lnTo>
                  <a:pt x="20981" y="16447"/>
                </a:lnTo>
                <a:lnTo>
                  <a:pt x="4614" y="210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4">
            <a:extLst xmlns:a="http://schemas.openxmlformats.org/drawingml/2006/main">
              <a:ext uri="{FF2B5EF4-FFF2-40B4-BE49-F238E27FC236}">
                <a16:creationId xmlns:a16="http://schemas.microsoft.com/office/drawing/2014/main" id="{C414F19A-3ADB-4CCF-B782-EFF3D29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02" y="3682520"/>
            <a:ext cx="84653" cy="121076"/>
          </a:xfrm>
          <a:custGeom xmlns:a="http://schemas.openxmlformats.org/drawingml/2006/main">
            <a:pathLst>
              <a:path w="84653" h="121076">
                <a:moveTo>
                  <a:pt x="62335" y="121076"/>
                </a:moveTo>
                <a:lnTo>
                  <a:pt x="54474" y="93053"/>
                </a:lnTo>
                <a:lnTo>
                  <a:pt x="3696" y="107298"/>
                </a:lnTo>
                <a:lnTo>
                  <a:pt x="0" y="94124"/>
                </a:lnTo>
                <a:lnTo>
                  <a:pt x="32134" y="3293"/>
                </a:lnTo>
                <a:lnTo>
                  <a:pt x="43871" y="0"/>
                </a:lnTo>
                <a:lnTo>
                  <a:pt x="65149" y="75848"/>
                </a:lnTo>
                <a:lnTo>
                  <a:pt x="80957" y="71413"/>
                </a:lnTo>
                <a:lnTo>
                  <a:pt x="84653" y="84586"/>
                </a:lnTo>
                <a:lnTo>
                  <a:pt x="68845" y="89021"/>
                </a:lnTo>
                <a:lnTo>
                  <a:pt x="76707" y="117045"/>
                </a:lnTo>
                <a:lnTo>
                  <a:pt x="62335" y="121076"/>
                </a:lnTo>
                <a:moveTo>
                  <a:pt x="50778" y="79879"/>
                </a:moveTo>
                <a:lnTo>
                  <a:pt x="35973" y="27105"/>
                </a:lnTo>
                <a:lnTo>
                  <a:pt x="14132" y="90160"/>
                </a:lnTo>
                <a:lnTo>
                  <a:pt x="50778" y="798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Text 2">
            <a:extLst xmlns:a="http://schemas.openxmlformats.org/drawingml/2006/main">
              <a:ext uri="{FF2B5EF4-FFF2-40B4-BE49-F238E27FC236}">
                <a16:creationId xmlns:a16="http://schemas.microsoft.com/office/drawing/2014/main" id="{8BCE4684-0E61-4E8F-A0AD-24BE95F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99" y="3860219"/>
            <a:ext cx="85749" cy="104569"/>
          </a:xfrm>
          <a:custGeom xmlns:a="http://schemas.openxmlformats.org/drawingml/2006/main">
            <a:pathLst>
              <a:path w="85749" h="104569">
                <a:moveTo>
                  <a:pt x="81309" y="69108"/>
                </a:moveTo>
                <a:lnTo>
                  <a:pt x="85749" y="79337"/>
                </a:lnTo>
                <a:lnTo>
                  <a:pt x="27626" y="104569"/>
                </a:lnTo>
                <a:cubicBezTo>
                  <a:pt x="26435" y="102043"/>
                  <a:pt x="25786" y="99398"/>
                  <a:pt x="25679" y="96635"/>
                </a:cubicBezTo>
                <a:cubicBezTo>
                  <a:pt x="25466" y="92093"/>
                  <a:pt x="26168" y="87224"/>
                  <a:pt x="27785" y="82027"/>
                </a:cubicBezTo>
                <a:cubicBezTo>
                  <a:pt x="29402" y="76831"/>
                  <a:pt x="32213" y="70414"/>
                  <a:pt x="36216" y="62777"/>
                </a:cubicBezTo>
                <a:cubicBezTo>
                  <a:pt x="42422" y="50909"/>
                  <a:pt x="46226" y="41992"/>
                  <a:pt x="47627" y="36024"/>
                </a:cubicBezTo>
                <a:cubicBezTo>
                  <a:pt x="49028" y="30056"/>
                  <a:pt x="48857" y="25064"/>
                  <a:pt x="47113" y="21047"/>
                </a:cubicBezTo>
                <a:cubicBezTo>
                  <a:pt x="45284" y="16833"/>
                  <a:pt x="42211" y="13942"/>
                  <a:pt x="37896" y="12376"/>
                </a:cubicBezTo>
                <a:cubicBezTo>
                  <a:pt x="33580" y="10809"/>
                  <a:pt x="28963" y="11093"/>
                  <a:pt x="24044" y="13229"/>
                </a:cubicBezTo>
                <a:cubicBezTo>
                  <a:pt x="18846" y="15485"/>
                  <a:pt x="15354" y="18828"/>
                  <a:pt x="13570" y="23257"/>
                </a:cubicBezTo>
                <a:cubicBezTo>
                  <a:pt x="11786" y="27685"/>
                  <a:pt x="12054" y="32628"/>
                  <a:pt x="14376" y="38085"/>
                </a:cubicBezTo>
                <a:lnTo>
                  <a:pt x="2790" y="41777"/>
                </a:lnTo>
                <a:cubicBezTo>
                  <a:pt x="0" y="33269"/>
                  <a:pt x="154" y="25796"/>
                  <a:pt x="3251" y="19357"/>
                </a:cubicBezTo>
                <a:cubicBezTo>
                  <a:pt x="6349" y="12917"/>
                  <a:pt x="12076" y="7884"/>
                  <a:pt x="20434" y="4255"/>
                </a:cubicBezTo>
                <a:cubicBezTo>
                  <a:pt x="28871" y="593"/>
                  <a:pt x="36551" y="0"/>
                  <a:pt x="43472" y="2478"/>
                </a:cubicBezTo>
                <a:cubicBezTo>
                  <a:pt x="50393" y="4956"/>
                  <a:pt x="55334" y="9605"/>
                  <a:pt x="58296" y="16427"/>
                </a:cubicBezTo>
                <a:cubicBezTo>
                  <a:pt x="59802" y="19897"/>
                  <a:pt x="60563" y="23620"/>
                  <a:pt x="60579" y="27597"/>
                </a:cubicBezTo>
                <a:cubicBezTo>
                  <a:pt x="60594" y="31574"/>
                  <a:pt x="59737" y="36140"/>
                  <a:pt x="58007" y="41296"/>
                </a:cubicBezTo>
                <a:cubicBezTo>
                  <a:pt x="56277" y="46451"/>
                  <a:pt x="52936" y="53946"/>
                  <a:pt x="47986" y="63780"/>
                </a:cubicBezTo>
                <a:cubicBezTo>
                  <a:pt x="43832" y="71947"/>
                  <a:pt x="41251" y="77385"/>
                  <a:pt x="40241" y="80094"/>
                </a:cubicBezTo>
                <a:cubicBezTo>
                  <a:pt x="39230" y="82802"/>
                  <a:pt x="38544" y="85381"/>
                  <a:pt x="38181" y="87831"/>
                </a:cubicBezTo>
                <a:lnTo>
                  <a:pt x="81309" y="691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Text 0">
            <a:extLst xmlns:a="http://schemas.openxmlformats.org/drawingml/2006/main">
              <a:ext uri="{FF2B5EF4-FFF2-40B4-BE49-F238E27FC236}">
                <a16:creationId xmlns:a16="http://schemas.microsoft.com/office/drawing/2014/main" id="{E3711309-25C1-4394-887F-71E351FD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38" y="3832148"/>
            <a:ext cx="73536" cy="95043"/>
          </a:xfrm>
          <a:custGeom xmlns:a="http://schemas.openxmlformats.org/drawingml/2006/main">
            <a:pathLst>
              <a:path w="73536" h="95043">
                <a:moveTo>
                  <a:pt x="8097" y="59612"/>
                </a:moveTo>
                <a:cubicBezTo>
                  <a:pt x="3651" y="49371"/>
                  <a:pt x="1143" y="40664"/>
                  <a:pt x="571" y="33492"/>
                </a:cubicBezTo>
                <a:cubicBezTo>
                  <a:pt x="0" y="26319"/>
                  <a:pt x="1088" y="20123"/>
                  <a:pt x="3837" y="14904"/>
                </a:cubicBezTo>
                <a:cubicBezTo>
                  <a:pt x="6585" y="9685"/>
                  <a:pt x="11158" y="5687"/>
                  <a:pt x="17556" y="2910"/>
                </a:cubicBezTo>
                <a:cubicBezTo>
                  <a:pt x="22275" y="861"/>
                  <a:pt x="26820" y="0"/>
                  <a:pt x="31191" y="326"/>
                </a:cubicBezTo>
                <a:cubicBezTo>
                  <a:pt x="35562" y="652"/>
                  <a:pt x="39673" y="2074"/>
                  <a:pt x="43522" y="4593"/>
                </a:cubicBezTo>
                <a:cubicBezTo>
                  <a:pt x="47372" y="7112"/>
                  <a:pt x="51056" y="10616"/>
                  <a:pt x="54573" y="15105"/>
                </a:cubicBezTo>
                <a:cubicBezTo>
                  <a:pt x="58090" y="19594"/>
                  <a:pt x="61712" y="26132"/>
                  <a:pt x="65440" y="34719"/>
                </a:cubicBezTo>
                <a:cubicBezTo>
                  <a:pt x="69852" y="44881"/>
                  <a:pt x="72353" y="53544"/>
                  <a:pt x="72945" y="60708"/>
                </a:cubicBezTo>
                <a:cubicBezTo>
                  <a:pt x="73536" y="67872"/>
                  <a:pt x="72462" y="74073"/>
                  <a:pt x="69722" y="79312"/>
                </a:cubicBezTo>
                <a:cubicBezTo>
                  <a:pt x="66983" y="84551"/>
                  <a:pt x="62394" y="88567"/>
                  <a:pt x="55956" y="91362"/>
                </a:cubicBezTo>
                <a:cubicBezTo>
                  <a:pt x="47478" y="95043"/>
                  <a:pt x="39520" y="94939"/>
                  <a:pt x="32082" y="91052"/>
                </a:cubicBezTo>
                <a:cubicBezTo>
                  <a:pt x="23155" y="86361"/>
                  <a:pt x="15160" y="75881"/>
                  <a:pt x="8097" y="59612"/>
                </a:cubicBezTo>
                <a:moveTo>
                  <a:pt x="19181" y="54766"/>
                </a:moveTo>
                <a:cubicBezTo>
                  <a:pt x="25338" y="68947"/>
                  <a:pt x="31125" y="77652"/>
                  <a:pt x="36542" y="80881"/>
                </a:cubicBezTo>
                <a:cubicBezTo>
                  <a:pt x="41959" y="84109"/>
                  <a:pt x="47147" y="84646"/>
                  <a:pt x="52105" y="82493"/>
                </a:cubicBezTo>
                <a:cubicBezTo>
                  <a:pt x="57064" y="80341"/>
                  <a:pt x="60209" y="76174"/>
                  <a:pt x="61542" y="69993"/>
                </a:cubicBezTo>
                <a:cubicBezTo>
                  <a:pt x="62874" y="63812"/>
                  <a:pt x="60471" y="53650"/>
                  <a:pt x="54331" y="39506"/>
                </a:cubicBezTo>
                <a:cubicBezTo>
                  <a:pt x="48157" y="25285"/>
                  <a:pt x="42366" y="16571"/>
                  <a:pt x="36957" y="13363"/>
                </a:cubicBezTo>
                <a:cubicBezTo>
                  <a:pt x="31549" y="10154"/>
                  <a:pt x="26325" y="9643"/>
                  <a:pt x="21286" y="11831"/>
                </a:cubicBezTo>
                <a:cubicBezTo>
                  <a:pt x="16328" y="13983"/>
                  <a:pt x="13264" y="17764"/>
                  <a:pt x="12096" y="23174"/>
                </a:cubicBezTo>
                <a:cubicBezTo>
                  <a:pt x="10663" y="30054"/>
                  <a:pt x="13024" y="40584"/>
                  <a:pt x="19181" y="5476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.">
            <a:extLst xmlns:a="http://schemas.openxmlformats.org/drawingml/2006/main">
              <a:ext uri="{FF2B5EF4-FFF2-40B4-BE49-F238E27FC236}">
                <a16:creationId xmlns:a16="http://schemas.microsoft.com/office/drawing/2014/main" id="{54F953A8-FB18-4C43-B4D0-066327E5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78" y="3884739"/>
            <a:ext cx="17584" cy="17518"/>
          </a:xfrm>
          <a:custGeom xmlns:a="http://schemas.openxmlformats.org/drawingml/2006/main">
            <a:pathLst>
              <a:path w="17584" h="17518">
                <a:moveTo>
                  <a:pt x="5288" y="17518"/>
                </a:moveTo>
                <a:lnTo>
                  <a:pt x="0" y="5338"/>
                </a:lnTo>
                <a:lnTo>
                  <a:pt x="12296" y="0"/>
                </a:lnTo>
                <a:lnTo>
                  <a:pt x="17584" y="12180"/>
                </a:lnTo>
                <a:lnTo>
                  <a:pt x="5288" y="175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5">
            <a:extLst xmlns:a="http://schemas.openxmlformats.org/drawingml/2006/main">
              <a:ext uri="{FF2B5EF4-FFF2-40B4-BE49-F238E27FC236}">
                <a16:creationId xmlns:a16="http://schemas.microsoft.com/office/drawing/2014/main" id="{1C0D8826-B1CC-41BC-BA5A-12C1B4DE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28" y="3780933"/>
            <a:ext cx="76273" cy="102376"/>
          </a:xfrm>
          <a:custGeom xmlns:a="http://schemas.openxmlformats.org/drawingml/2006/main">
            <a:pathLst>
              <a:path w="76273" h="102376">
                <a:moveTo>
                  <a:pt x="16823" y="86306"/>
                </a:moveTo>
                <a:lnTo>
                  <a:pt x="27749" y="80438"/>
                </a:lnTo>
                <a:cubicBezTo>
                  <a:pt x="30942" y="85495"/>
                  <a:pt x="34660" y="88724"/>
                  <a:pt x="38905" y="90125"/>
                </a:cubicBezTo>
                <a:cubicBezTo>
                  <a:pt x="43148" y="91526"/>
                  <a:pt x="47429" y="91289"/>
                  <a:pt x="51748" y="89414"/>
                </a:cubicBezTo>
                <a:cubicBezTo>
                  <a:pt x="56946" y="87157"/>
                  <a:pt x="60508" y="83319"/>
                  <a:pt x="62433" y="77900"/>
                </a:cubicBezTo>
                <a:cubicBezTo>
                  <a:pt x="64357" y="72480"/>
                  <a:pt x="63935" y="66582"/>
                  <a:pt x="61167" y="60206"/>
                </a:cubicBezTo>
                <a:cubicBezTo>
                  <a:pt x="58535" y="54144"/>
                  <a:pt x="54730" y="50113"/>
                  <a:pt x="49750" y="48111"/>
                </a:cubicBezTo>
                <a:cubicBezTo>
                  <a:pt x="44770" y="46109"/>
                  <a:pt x="39481" y="46324"/>
                  <a:pt x="33883" y="48754"/>
                </a:cubicBezTo>
                <a:cubicBezTo>
                  <a:pt x="30404" y="50264"/>
                  <a:pt x="27600" y="52400"/>
                  <a:pt x="25472" y="55161"/>
                </a:cubicBezTo>
                <a:cubicBezTo>
                  <a:pt x="23344" y="57922"/>
                  <a:pt x="22016" y="60883"/>
                  <a:pt x="21487" y="64043"/>
                </a:cubicBezTo>
                <a:lnTo>
                  <a:pt x="10785" y="67143"/>
                </a:lnTo>
                <a:lnTo>
                  <a:pt x="0" y="18983"/>
                </a:lnTo>
                <a:lnTo>
                  <a:pt x="43727" y="0"/>
                </a:lnTo>
                <a:lnTo>
                  <a:pt x="48091" y="10051"/>
                </a:lnTo>
                <a:lnTo>
                  <a:pt x="13001" y="25285"/>
                </a:lnTo>
                <a:lnTo>
                  <a:pt x="18401" y="50697"/>
                </a:lnTo>
                <a:cubicBezTo>
                  <a:pt x="22123" y="44818"/>
                  <a:pt x="26882" y="40620"/>
                  <a:pt x="32681" y="38103"/>
                </a:cubicBezTo>
                <a:cubicBezTo>
                  <a:pt x="40358" y="34770"/>
                  <a:pt x="47976" y="34582"/>
                  <a:pt x="55533" y="37539"/>
                </a:cubicBezTo>
                <a:cubicBezTo>
                  <a:pt x="63089" y="40495"/>
                  <a:pt x="68657" y="46096"/>
                  <a:pt x="72237" y="54342"/>
                </a:cubicBezTo>
                <a:cubicBezTo>
                  <a:pt x="75646" y="62194"/>
                  <a:pt x="76273" y="69988"/>
                  <a:pt x="74118" y="77722"/>
                </a:cubicBezTo>
                <a:cubicBezTo>
                  <a:pt x="71529" y="87193"/>
                  <a:pt x="65355" y="94047"/>
                  <a:pt x="55598" y="98283"/>
                </a:cubicBezTo>
                <a:cubicBezTo>
                  <a:pt x="47601" y="101755"/>
                  <a:pt x="40112" y="102376"/>
                  <a:pt x="33132" y="100146"/>
                </a:cubicBezTo>
                <a:cubicBezTo>
                  <a:pt x="26152" y="97916"/>
                  <a:pt x="20716" y="93303"/>
                  <a:pt x="16823" y="863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Text 5">
            <a:extLst xmlns:a="http://schemas.openxmlformats.org/drawingml/2006/main">
              <a:ext uri="{FF2B5EF4-FFF2-40B4-BE49-F238E27FC236}">
                <a16:creationId xmlns:a16="http://schemas.microsoft.com/office/drawing/2014/main" id="{F64FEE6E-2DDD-4D31-BFBC-84A2A0B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1" y="3809290"/>
            <a:ext cx="59605" cy="73969"/>
          </a:xfrm>
          <a:custGeom xmlns:a="http://schemas.openxmlformats.org/drawingml/2006/main">
            <a:pathLst>
              <a:path w="59605" h="73969">
                <a:moveTo>
                  <a:pt x="14344" y="64257"/>
                </a:moveTo>
                <a:lnTo>
                  <a:pt x="22601" y="59164"/>
                </a:lnTo>
                <a:cubicBezTo>
                  <a:pt x="25159" y="62549"/>
                  <a:pt x="28081" y="64577"/>
                  <a:pt x="31367" y="65248"/>
                </a:cubicBezTo>
                <a:cubicBezTo>
                  <a:pt x="34652" y="65918"/>
                  <a:pt x="37932" y="65407"/>
                  <a:pt x="41205" y="63713"/>
                </a:cubicBezTo>
                <a:cubicBezTo>
                  <a:pt x="45145" y="61675"/>
                  <a:pt x="47795" y="58630"/>
                  <a:pt x="49156" y="54576"/>
                </a:cubicBezTo>
                <a:cubicBezTo>
                  <a:pt x="50516" y="50522"/>
                  <a:pt x="50067" y="46311"/>
                  <a:pt x="47807" y="41942"/>
                </a:cubicBezTo>
                <a:cubicBezTo>
                  <a:pt x="45659" y="37789"/>
                  <a:pt x="42653" y="35190"/>
                  <a:pt x="38790" y="34146"/>
                </a:cubicBezTo>
                <a:cubicBezTo>
                  <a:pt x="34926" y="33102"/>
                  <a:pt x="30873" y="33678"/>
                  <a:pt x="26630" y="35872"/>
                </a:cubicBezTo>
                <a:cubicBezTo>
                  <a:pt x="23993" y="37236"/>
                  <a:pt x="21888" y="38997"/>
                  <a:pt x="20315" y="41153"/>
                </a:cubicBezTo>
                <a:cubicBezTo>
                  <a:pt x="18741" y="43310"/>
                  <a:pt x="17785" y="45546"/>
                  <a:pt x="17447" y="47863"/>
                </a:cubicBezTo>
                <a:lnTo>
                  <a:pt x="9303" y="50946"/>
                </a:lnTo>
                <a:lnTo>
                  <a:pt x="0" y="17143"/>
                </a:lnTo>
                <a:lnTo>
                  <a:pt x="33141" y="0"/>
                </a:lnTo>
                <a:lnTo>
                  <a:pt x="36704" y="6887"/>
                </a:lnTo>
                <a:lnTo>
                  <a:pt x="10109" y="20644"/>
                </a:lnTo>
                <a:lnTo>
                  <a:pt x="14795" y="38503"/>
                </a:lnTo>
                <a:cubicBezTo>
                  <a:pt x="17524" y="33976"/>
                  <a:pt x="21086" y="30576"/>
                  <a:pt x="25481" y="28303"/>
                </a:cubicBezTo>
                <a:cubicBezTo>
                  <a:pt x="31300" y="25292"/>
                  <a:pt x="37140" y="24551"/>
                  <a:pt x="43000" y="26077"/>
                </a:cubicBezTo>
                <a:cubicBezTo>
                  <a:pt x="48861" y="27603"/>
                  <a:pt x="53252" y="31191"/>
                  <a:pt x="56174" y="36840"/>
                </a:cubicBezTo>
                <a:cubicBezTo>
                  <a:pt x="58958" y="42221"/>
                  <a:pt x="59605" y="47780"/>
                  <a:pt x="58117" y="53518"/>
                </a:cubicBezTo>
                <a:cubicBezTo>
                  <a:pt x="56333" y="60541"/>
                  <a:pt x="51743" y="65965"/>
                  <a:pt x="44348" y="69790"/>
                </a:cubicBezTo>
                <a:cubicBezTo>
                  <a:pt x="38287" y="72925"/>
                  <a:pt x="32555" y="73969"/>
                  <a:pt x="27152" y="72919"/>
                </a:cubicBezTo>
                <a:cubicBezTo>
                  <a:pt x="21750" y="71870"/>
                  <a:pt x="17480" y="68983"/>
                  <a:pt x="14344" y="6425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Text .">
            <a:extLst xmlns:a="http://schemas.openxmlformats.org/drawingml/2006/main">
              <a:ext uri="{FF2B5EF4-FFF2-40B4-BE49-F238E27FC236}">
                <a16:creationId xmlns:a16="http://schemas.microsoft.com/office/drawing/2014/main" id="{C7B175B7-D73E-44E2-8510-DA878B78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25" y="3846865"/>
            <a:ext cx="13636" cy="13166"/>
          </a:xfrm>
          <a:custGeom xmlns:a="http://schemas.openxmlformats.org/drawingml/2006/main">
            <a:pathLst>
              <a:path w="13636" h="13166">
                <a:moveTo>
                  <a:pt x="4317" y="13166"/>
                </a:moveTo>
                <a:lnTo>
                  <a:pt x="0" y="4821"/>
                </a:lnTo>
                <a:lnTo>
                  <a:pt x="9320" y="0"/>
                </a:lnTo>
                <a:lnTo>
                  <a:pt x="13636" y="8345"/>
                </a:lnTo>
                <a:lnTo>
                  <a:pt x="4317" y="131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9">
            <a:extLst xmlns:a="http://schemas.openxmlformats.org/drawingml/2006/main">
              <a:ext uri="{FF2B5EF4-FFF2-40B4-BE49-F238E27FC236}">
                <a16:creationId xmlns:a16="http://schemas.microsoft.com/office/drawing/2014/main" id="{2B04E9B4-E6FF-4BA2-BE2F-673CCD70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215" y="3775293"/>
            <a:ext cx="59018" cy="67976"/>
          </a:xfrm>
          <a:custGeom xmlns:a="http://schemas.openxmlformats.org/drawingml/2006/main">
            <a:pathLst>
              <a:path w="59018" h="67976">
                <a:moveTo>
                  <a:pt x="18181" y="59239"/>
                </a:moveTo>
                <a:lnTo>
                  <a:pt x="25708" y="54518"/>
                </a:lnTo>
                <a:cubicBezTo>
                  <a:pt x="28080" y="57468"/>
                  <a:pt x="30589" y="59200"/>
                  <a:pt x="33236" y="59713"/>
                </a:cubicBezTo>
                <a:cubicBezTo>
                  <a:pt x="35884" y="60227"/>
                  <a:pt x="38677" y="59723"/>
                  <a:pt x="41617" y="58202"/>
                </a:cubicBezTo>
                <a:cubicBezTo>
                  <a:pt x="44133" y="56901"/>
                  <a:pt x="46072" y="55247"/>
                  <a:pt x="47435" y="53241"/>
                </a:cubicBezTo>
                <a:cubicBezTo>
                  <a:pt x="48799" y="51235"/>
                  <a:pt x="49643" y="49061"/>
                  <a:pt x="49968" y="46719"/>
                </a:cubicBezTo>
                <a:cubicBezTo>
                  <a:pt x="50293" y="44377"/>
                  <a:pt x="50111" y="41536"/>
                  <a:pt x="49420" y="38196"/>
                </a:cubicBezTo>
                <a:cubicBezTo>
                  <a:pt x="48730" y="34856"/>
                  <a:pt x="47602" y="31674"/>
                  <a:pt x="46038" y="28649"/>
                </a:cubicBezTo>
                <a:cubicBezTo>
                  <a:pt x="45870" y="28325"/>
                  <a:pt x="45603" y="27847"/>
                  <a:pt x="45238" y="27214"/>
                </a:cubicBezTo>
                <a:cubicBezTo>
                  <a:pt x="44803" y="30383"/>
                  <a:pt x="43542" y="33423"/>
                  <a:pt x="41456" y="36334"/>
                </a:cubicBezTo>
                <a:cubicBezTo>
                  <a:pt x="39369" y="39245"/>
                  <a:pt x="36674" y="41554"/>
                  <a:pt x="33371" y="43263"/>
                </a:cubicBezTo>
                <a:cubicBezTo>
                  <a:pt x="27855" y="46116"/>
                  <a:pt x="22268" y="46754"/>
                  <a:pt x="16611" y="45175"/>
                </a:cubicBezTo>
                <a:cubicBezTo>
                  <a:pt x="10954" y="43597"/>
                  <a:pt x="6621" y="39900"/>
                  <a:pt x="3613" y="34084"/>
                </a:cubicBezTo>
                <a:cubicBezTo>
                  <a:pt x="507" y="28080"/>
                  <a:pt x="0" y="22217"/>
                  <a:pt x="2092" y="16494"/>
                </a:cubicBezTo>
                <a:cubicBezTo>
                  <a:pt x="4183" y="10770"/>
                  <a:pt x="8229" y="6357"/>
                  <a:pt x="14230" y="3252"/>
                </a:cubicBezTo>
                <a:cubicBezTo>
                  <a:pt x="18564" y="1010"/>
                  <a:pt x="23064" y="0"/>
                  <a:pt x="27731" y="221"/>
                </a:cubicBezTo>
                <a:cubicBezTo>
                  <a:pt x="32397" y="441"/>
                  <a:pt x="36657" y="1992"/>
                  <a:pt x="40510" y="4874"/>
                </a:cubicBezTo>
                <a:cubicBezTo>
                  <a:pt x="44364" y="7755"/>
                  <a:pt x="48175" y="12840"/>
                  <a:pt x="51944" y="20126"/>
                </a:cubicBezTo>
                <a:cubicBezTo>
                  <a:pt x="55867" y="27710"/>
                  <a:pt x="58067" y="34227"/>
                  <a:pt x="58543" y="39678"/>
                </a:cubicBezTo>
                <a:cubicBezTo>
                  <a:pt x="59018" y="45127"/>
                  <a:pt x="58037" y="49971"/>
                  <a:pt x="55600" y="54208"/>
                </a:cubicBezTo>
                <a:cubicBezTo>
                  <a:pt x="53162" y="58445"/>
                  <a:pt x="49488" y="61833"/>
                  <a:pt x="44579" y="64373"/>
                </a:cubicBezTo>
                <a:cubicBezTo>
                  <a:pt x="39366" y="67069"/>
                  <a:pt x="34437" y="67976"/>
                  <a:pt x="29792" y="67092"/>
                </a:cubicBezTo>
                <a:cubicBezTo>
                  <a:pt x="25148" y="66208"/>
                  <a:pt x="21277" y="63590"/>
                  <a:pt x="18181" y="59239"/>
                </a:cubicBezTo>
                <a:moveTo>
                  <a:pt x="38167" y="15773"/>
                </a:moveTo>
                <a:cubicBezTo>
                  <a:pt x="36015" y="11612"/>
                  <a:pt x="33057" y="8957"/>
                  <a:pt x="29293" y="7808"/>
                </a:cubicBezTo>
                <a:cubicBezTo>
                  <a:pt x="25529" y="6659"/>
                  <a:pt x="21889" y="6993"/>
                  <a:pt x="18373" y="8812"/>
                </a:cubicBezTo>
                <a:cubicBezTo>
                  <a:pt x="14736" y="10693"/>
                  <a:pt x="12250" y="13646"/>
                  <a:pt x="10913" y="17672"/>
                </a:cubicBezTo>
                <a:cubicBezTo>
                  <a:pt x="9576" y="21698"/>
                  <a:pt x="9991" y="25805"/>
                  <a:pt x="12157" y="29993"/>
                </a:cubicBezTo>
                <a:cubicBezTo>
                  <a:pt x="14102" y="33752"/>
                  <a:pt x="16962" y="36143"/>
                  <a:pt x="20738" y="37167"/>
                </a:cubicBezTo>
                <a:cubicBezTo>
                  <a:pt x="24514" y="38191"/>
                  <a:pt x="28281" y="37731"/>
                  <a:pt x="32039" y="35787"/>
                </a:cubicBezTo>
                <a:cubicBezTo>
                  <a:pt x="35828" y="33828"/>
                  <a:pt x="38334" y="31042"/>
                  <a:pt x="39559" y="27432"/>
                </a:cubicBezTo>
                <a:cubicBezTo>
                  <a:pt x="40784" y="23821"/>
                  <a:pt x="40320" y="19935"/>
                  <a:pt x="38167" y="157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0">
            <a:extLst xmlns:a="http://schemas.openxmlformats.org/drawingml/2006/main">
              <a:ext uri="{FF2B5EF4-FFF2-40B4-BE49-F238E27FC236}">
                <a16:creationId xmlns:a16="http://schemas.microsoft.com/office/drawing/2014/main" id="{F02C88D0-C5F1-4B2C-8CF3-09F430BB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015" y="3748310"/>
            <a:ext cx="57303" cy="67544"/>
          </a:xfrm>
          <a:custGeom xmlns:a="http://schemas.openxmlformats.org/drawingml/2006/main">
            <a:pathLst>
              <a:path w="57303" h="67544">
                <a:moveTo>
                  <a:pt x="6923" y="44621"/>
                </a:moveTo>
                <a:cubicBezTo>
                  <a:pt x="3294" y="37604"/>
                  <a:pt x="1183" y="31537"/>
                  <a:pt x="591" y="26421"/>
                </a:cubicBezTo>
                <a:cubicBezTo>
                  <a:pt x="0" y="21304"/>
                  <a:pt x="703" y="16758"/>
                  <a:pt x="2700" y="12783"/>
                </a:cubicBezTo>
                <a:cubicBezTo>
                  <a:pt x="4696" y="8808"/>
                  <a:pt x="8120" y="5567"/>
                  <a:pt x="12969" y="3058"/>
                </a:cubicBezTo>
                <a:cubicBezTo>
                  <a:pt x="16545" y="1208"/>
                  <a:pt x="20013" y="227"/>
                  <a:pt x="23374" y="113"/>
                </a:cubicBezTo>
                <a:cubicBezTo>
                  <a:pt x="26734" y="0"/>
                  <a:pt x="29918" y="696"/>
                  <a:pt x="32926" y="2203"/>
                </a:cubicBezTo>
                <a:cubicBezTo>
                  <a:pt x="35933" y="3709"/>
                  <a:pt x="38834" y="5937"/>
                  <a:pt x="41628" y="8889"/>
                </a:cubicBezTo>
                <a:cubicBezTo>
                  <a:pt x="44422" y="11839"/>
                  <a:pt x="47341" y="16256"/>
                  <a:pt x="50384" y="22139"/>
                </a:cubicBezTo>
                <a:cubicBezTo>
                  <a:pt x="53986" y="29102"/>
                  <a:pt x="56090" y="35138"/>
                  <a:pt x="56697" y="40247"/>
                </a:cubicBezTo>
                <a:cubicBezTo>
                  <a:pt x="57303" y="45356"/>
                  <a:pt x="56612" y="49904"/>
                  <a:pt x="54622" y="53893"/>
                </a:cubicBezTo>
                <a:cubicBezTo>
                  <a:pt x="52632" y="57881"/>
                  <a:pt x="49197" y="61137"/>
                  <a:pt x="44318" y="63661"/>
                </a:cubicBezTo>
                <a:cubicBezTo>
                  <a:pt x="37892" y="66985"/>
                  <a:pt x="31785" y="67544"/>
                  <a:pt x="25996" y="65338"/>
                </a:cubicBezTo>
                <a:cubicBezTo>
                  <a:pt x="19046" y="62673"/>
                  <a:pt x="12689" y="55767"/>
                  <a:pt x="6923" y="44621"/>
                </a:cubicBezTo>
                <a:moveTo>
                  <a:pt x="15323" y="40250"/>
                </a:moveTo>
                <a:cubicBezTo>
                  <a:pt x="20349" y="49967"/>
                  <a:pt x="24975" y="55771"/>
                  <a:pt x="29200" y="57663"/>
                </a:cubicBezTo>
                <a:cubicBezTo>
                  <a:pt x="33425" y="59555"/>
                  <a:pt x="37416" y="59529"/>
                  <a:pt x="41174" y="57585"/>
                </a:cubicBezTo>
                <a:cubicBezTo>
                  <a:pt x="44933" y="55641"/>
                  <a:pt x="47257" y="52392"/>
                  <a:pt x="48147" y="47837"/>
                </a:cubicBezTo>
                <a:cubicBezTo>
                  <a:pt x="49037" y="43282"/>
                  <a:pt x="46976" y="36160"/>
                  <a:pt x="41963" y="26470"/>
                </a:cubicBezTo>
                <a:cubicBezTo>
                  <a:pt x="36923" y="16726"/>
                  <a:pt x="32294" y="10915"/>
                  <a:pt x="28077" y="9037"/>
                </a:cubicBezTo>
                <a:cubicBezTo>
                  <a:pt x="23858" y="7158"/>
                  <a:pt x="19840" y="7206"/>
                  <a:pt x="16021" y="9182"/>
                </a:cubicBezTo>
                <a:cubicBezTo>
                  <a:pt x="12263" y="11126"/>
                  <a:pt x="9994" y="14091"/>
                  <a:pt x="9213" y="18078"/>
                </a:cubicBezTo>
                <a:cubicBezTo>
                  <a:pt x="8260" y="23143"/>
                  <a:pt x="10297" y="30533"/>
                  <a:pt x="15323" y="402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6">
            <a:extLst xmlns:a="http://schemas.openxmlformats.org/drawingml/2006/main">
              <a:ext uri="{FF2B5EF4-FFF2-40B4-BE49-F238E27FC236}">
                <a16:creationId xmlns:a16="http://schemas.microsoft.com/office/drawing/2014/main" id="{F6012738-63FB-4E5D-BEAE-7C5CFEFD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462" y="3963281"/>
            <a:ext cx="64572" cy="75874"/>
          </a:xfrm>
          <a:custGeom xmlns:a="http://schemas.openxmlformats.org/drawingml/2006/main">
            <a:pathLst>
              <a:path w="64572" h="75874">
                <a:moveTo>
                  <a:pt x="41131" y="9001"/>
                </a:moveTo>
                <a:lnTo>
                  <a:pt x="33630" y="14568"/>
                </a:lnTo>
                <a:cubicBezTo>
                  <a:pt x="30980" y="11909"/>
                  <a:pt x="28568" y="10283"/>
                  <a:pt x="26394" y="9689"/>
                </a:cubicBezTo>
                <a:cubicBezTo>
                  <a:pt x="22836" y="8783"/>
                  <a:pt x="19486" y="9315"/>
                  <a:pt x="16342" y="11287"/>
                </a:cubicBezTo>
                <a:cubicBezTo>
                  <a:pt x="13815" y="12872"/>
                  <a:pt x="12037" y="14965"/>
                  <a:pt x="11007" y="17566"/>
                </a:cubicBezTo>
                <a:cubicBezTo>
                  <a:pt x="9646" y="20944"/>
                  <a:pt x="9336" y="24824"/>
                  <a:pt x="10078" y="29205"/>
                </a:cubicBezTo>
                <a:cubicBezTo>
                  <a:pt x="10820" y="33586"/>
                  <a:pt x="13179" y="39010"/>
                  <a:pt x="17153" y="45477"/>
                </a:cubicBezTo>
                <a:cubicBezTo>
                  <a:pt x="17239" y="41370"/>
                  <a:pt x="18220" y="37746"/>
                  <a:pt x="20097" y="34603"/>
                </a:cubicBezTo>
                <a:cubicBezTo>
                  <a:pt x="21974" y="31460"/>
                  <a:pt x="24426" y="28939"/>
                  <a:pt x="27452" y="27041"/>
                </a:cubicBezTo>
                <a:cubicBezTo>
                  <a:pt x="32741" y="23724"/>
                  <a:pt x="38465" y="22846"/>
                  <a:pt x="44623" y="24407"/>
                </a:cubicBezTo>
                <a:cubicBezTo>
                  <a:pt x="50782" y="25969"/>
                  <a:pt x="55797" y="29835"/>
                  <a:pt x="59667" y="36005"/>
                </a:cubicBezTo>
                <a:cubicBezTo>
                  <a:pt x="62211" y="40059"/>
                  <a:pt x="63700" y="44376"/>
                  <a:pt x="64136" y="48954"/>
                </a:cubicBezTo>
                <a:cubicBezTo>
                  <a:pt x="64572" y="53533"/>
                  <a:pt x="63843" y="57706"/>
                  <a:pt x="61948" y="61473"/>
                </a:cubicBezTo>
                <a:cubicBezTo>
                  <a:pt x="60053" y="65241"/>
                  <a:pt x="57167" y="68342"/>
                  <a:pt x="53289" y="70774"/>
                </a:cubicBezTo>
                <a:cubicBezTo>
                  <a:pt x="46678" y="74921"/>
                  <a:pt x="39762" y="75874"/>
                  <a:pt x="32542" y="73632"/>
                </a:cubicBezTo>
                <a:cubicBezTo>
                  <a:pt x="25321" y="71389"/>
                  <a:pt x="18212" y="64689"/>
                  <a:pt x="11213" y="53531"/>
                </a:cubicBezTo>
                <a:cubicBezTo>
                  <a:pt x="3385" y="41053"/>
                  <a:pt x="0" y="30533"/>
                  <a:pt x="1058" y="21972"/>
                </a:cubicBezTo>
                <a:cubicBezTo>
                  <a:pt x="1989" y="14515"/>
                  <a:pt x="5863" y="8648"/>
                  <a:pt x="12680" y="4372"/>
                </a:cubicBezTo>
                <a:cubicBezTo>
                  <a:pt x="17763" y="1184"/>
                  <a:pt x="22824" y="0"/>
                  <a:pt x="27863" y="821"/>
                </a:cubicBezTo>
                <a:cubicBezTo>
                  <a:pt x="32902" y="1642"/>
                  <a:pt x="37325" y="4368"/>
                  <a:pt x="41131" y="9001"/>
                </a:cubicBezTo>
                <a:moveTo>
                  <a:pt x="26130" y="57046"/>
                </a:moveTo>
                <a:cubicBezTo>
                  <a:pt x="27839" y="59770"/>
                  <a:pt x="30055" y="62013"/>
                  <a:pt x="32777" y="63775"/>
                </a:cubicBezTo>
                <a:cubicBezTo>
                  <a:pt x="35500" y="65538"/>
                  <a:pt x="38313" y="66416"/>
                  <a:pt x="41217" y="66411"/>
                </a:cubicBezTo>
                <a:cubicBezTo>
                  <a:pt x="44120" y="66406"/>
                  <a:pt x="46718" y="65684"/>
                  <a:pt x="49010" y="64247"/>
                </a:cubicBezTo>
                <a:cubicBezTo>
                  <a:pt x="52359" y="62145"/>
                  <a:pt x="54393" y="58992"/>
                  <a:pt x="55112" y="54786"/>
                </a:cubicBezTo>
                <a:cubicBezTo>
                  <a:pt x="55831" y="50580"/>
                  <a:pt x="54739" y="46162"/>
                  <a:pt x="51835" y="41534"/>
                </a:cubicBezTo>
                <a:cubicBezTo>
                  <a:pt x="49042" y="37081"/>
                  <a:pt x="45652" y="34319"/>
                  <a:pt x="41664" y="33249"/>
                </a:cubicBezTo>
                <a:cubicBezTo>
                  <a:pt x="37676" y="32179"/>
                  <a:pt x="33875" y="32777"/>
                  <a:pt x="30261" y="35044"/>
                </a:cubicBezTo>
                <a:cubicBezTo>
                  <a:pt x="26677" y="37292"/>
                  <a:pt x="24440" y="40482"/>
                  <a:pt x="23550" y="44612"/>
                </a:cubicBezTo>
                <a:cubicBezTo>
                  <a:pt x="22660" y="48741"/>
                  <a:pt x="23520" y="52886"/>
                  <a:pt x="26130" y="5704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.">
            <a:extLst xmlns:a="http://schemas.openxmlformats.org/drawingml/2006/main">
              <a:ext uri="{FF2B5EF4-FFF2-40B4-BE49-F238E27FC236}">
                <a16:creationId xmlns:a16="http://schemas.microsoft.com/office/drawing/2014/main" id="{368782FB-DDC9-4648-BB95-9226D3CC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48" y="3997830"/>
            <a:ext cx="14730" cy="14746"/>
          </a:xfrm>
          <a:custGeom xmlns:a="http://schemas.openxmlformats.org/drawingml/2006/main">
            <a:pathLst>
              <a:path w="14730" h="14746">
                <a:moveTo>
                  <a:pt x="5695" y="14746"/>
                </a:moveTo>
                <a:lnTo>
                  <a:pt x="0" y="5667"/>
                </a:lnTo>
                <a:lnTo>
                  <a:pt x="9035" y="0"/>
                </a:lnTo>
                <a:lnTo>
                  <a:pt x="14730" y="9079"/>
                </a:lnTo>
                <a:lnTo>
                  <a:pt x="5695" y="147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5">
            <a:extLst xmlns:a="http://schemas.openxmlformats.org/drawingml/2006/main">
              <a:ext uri="{FF2B5EF4-FFF2-40B4-BE49-F238E27FC236}">
                <a16:creationId xmlns:a16="http://schemas.microsoft.com/office/drawing/2014/main" id="{C583E7B4-1A0C-495F-B7F2-23A39BED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21" y="3910848"/>
            <a:ext cx="66559" cy="81863"/>
          </a:xfrm>
          <a:custGeom xmlns:a="http://schemas.openxmlformats.org/drawingml/2006/main">
            <a:pathLst>
              <a:path w="66559" h="81863">
                <a:moveTo>
                  <a:pt x="21691" y="71769"/>
                </a:moveTo>
                <a:lnTo>
                  <a:pt x="29579" y="65839"/>
                </a:lnTo>
                <a:cubicBezTo>
                  <a:pt x="32730" y="69493"/>
                  <a:pt x="36068" y="71632"/>
                  <a:pt x="39592" y="72257"/>
                </a:cubicBezTo>
                <a:cubicBezTo>
                  <a:pt x="43116" y="72880"/>
                  <a:pt x="46464" y="72197"/>
                  <a:pt x="49637" y="70207"/>
                </a:cubicBezTo>
                <a:cubicBezTo>
                  <a:pt x="53457" y="67811"/>
                  <a:pt x="55787" y="64346"/>
                  <a:pt x="56628" y="59812"/>
                </a:cubicBezTo>
                <a:cubicBezTo>
                  <a:pt x="57469" y="55278"/>
                  <a:pt x="56398" y="50634"/>
                  <a:pt x="53417" y="45882"/>
                </a:cubicBezTo>
                <a:cubicBezTo>
                  <a:pt x="50583" y="41364"/>
                  <a:pt x="47076" y="38596"/>
                  <a:pt x="42896" y="37579"/>
                </a:cubicBezTo>
                <a:cubicBezTo>
                  <a:pt x="38717" y="36562"/>
                  <a:pt x="34570" y="37343"/>
                  <a:pt x="30457" y="39924"/>
                </a:cubicBezTo>
                <a:cubicBezTo>
                  <a:pt x="27901" y="41527"/>
                  <a:pt x="25956" y="43550"/>
                  <a:pt x="24622" y="45993"/>
                </a:cubicBezTo>
                <a:cubicBezTo>
                  <a:pt x="23288" y="48435"/>
                  <a:pt x="22610" y="50944"/>
                  <a:pt x="22588" y="53519"/>
                </a:cubicBezTo>
                <a:lnTo>
                  <a:pt x="14531" y="57222"/>
                </a:lnTo>
                <a:lnTo>
                  <a:pt x="0" y="20154"/>
                </a:lnTo>
                <a:lnTo>
                  <a:pt x="32129" y="0"/>
                </a:lnTo>
                <a:lnTo>
                  <a:pt x="36828" y="7492"/>
                </a:lnTo>
                <a:lnTo>
                  <a:pt x="11046" y="23665"/>
                </a:lnTo>
                <a:lnTo>
                  <a:pt x="18485" y="43258"/>
                </a:lnTo>
                <a:cubicBezTo>
                  <a:pt x="20686" y="38151"/>
                  <a:pt x="23917" y="34262"/>
                  <a:pt x="28177" y="31589"/>
                </a:cubicBezTo>
                <a:cubicBezTo>
                  <a:pt x="33818" y="28051"/>
                  <a:pt x="39805" y="27021"/>
                  <a:pt x="46137" y="28500"/>
                </a:cubicBezTo>
                <a:cubicBezTo>
                  <a:pt x="52469" y="29979"/>
                  <a:pt x="57563" y="33791"/>
                  <a:pt x="61419" y="39938"/>
                </a:cubicBezTo>
                <a:cubicBezTo>
                  <a:pt x="65090" y="45791"/>
                  <a:pt x="66559" y="51919"/>
                  <a:pt x="65826" y="58321"/>
                </a:cubicBezTo>
                <a:cubicBezTo>
                  <a:pt x="64967" y="66155"/>
                  <a:pt x="60953" y="72320"/>
                  <a:pt x="53784" y="76817"/>
                </a:cubicBezTo>
                <a:cubicBezTo>
                  <a:pt x="47908" y="80504"/>
                  <a:pt x="42077" y="81863"/>
                  <a:pt x="36290" y="80895"/>
                </a:cubicBezTo>
                <a:cubicBezTo>
                  <a:pt x="30504" y="79928"/>
                  <a:pt x="25638" y="76886"/>
                  <a:pt x="21691" y="7176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8">
            <a:extLst xmlns:a="http://schemas.openxmlformats.org/drawingml/2006/main">
              <a:ext uri="{FF2B5EF4-FFF2-40B4-BE49-F238E27FC236}">
                <a16:creationId xmlns:a16="http://schemas.microsoft.com/office/drawing/2014/main" id="{E8770558-5553-4E1F-8798-702E0F0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983" y="3885307"/>
            <a:ext cx="66776" cy="75937"/>
          </a:xfrm>
          <a:custGeom xmlns:a="http://schemas.openxmlformats.org/drawingml/2006/main">
            <a:pathLst>
              <a:path w="66776" h="75937">
                <a:moveTo>
                  <a:pt x="21660" y="40058"/>
                </a:moveTo>
                <a:cubicBezTo>
                  <a:pt x="17616" y="40922"/>
                  <a:pt x="14102" y="40738"/>
                  <a:pt x="11119" y="39506"/>
                </a:cubicBezTo>
                <a:cubicBezTo>
                  <a:pt x="8136" y="38275"/>
                  <a:pt x="5670" y="36107"/>
                  <a:pt x="3722" y="33001"/>
                </a:cubicBezTo>
                <a:cubicBezTo>
                  <a:pt x="782" y="28314"/>
                  <a:pt x="0" y="23314"/>
                  <a:pt x="1376" y="18002"/>
                </a:cubicBezTo>
                <a:cubicBezTo>
                  <a:pt x="2752" y="12690"/>
                  <a:pt x="6246" y="8273"/>
                  <a:pt x="11858" y="4753"/>
                </a:cubicBezTo>
                <a:cubicBezTo>
                  <a:pt x="17499" y="1214"/>
                  <a:pt x="23063" y="0"/>
                  <a:pt x="28550" y="1110"/>
                </a:cubicBezTo>
                <a:cubicBezTo>
                  <a:pt x="34036" y="2220"/>
                  <a:pt x="38249" y="5118"/>
                  <a:pt x="41190" y="9806"/>
                </a:cubicBezTo>
                <a:cubicBezTo>
                  <a:pt x="43064" y="12793"/>
                  <a:pt x="43909" y="15886"/>
                  <a:pt x="43724" y="19084"/>
                </a:cubicBezTo>
                <a:cubicBezTo>
                  <a:pt x="43540" y="22282"/>
                  <a:pt x="42223" y="25486"/>
                  <a:pt x="39774" y="28696"/>
                </a:cubicBezTo>
                <a:cubicBezTo>
                  <a:pt x="44552" y="27502"/>
                  <a:pt x="48882" y="27698"/>
                  <a:pt x="52761" y="29281"/>
                </a:cubicBezTo>
                <a:cubicBezTo>
                  <a:pt x="56641" y="30864"/>
                  <a:pt x="59835" y="33656"/>
                  <a:pt x="62345" y="37658"/>
                </a:cubicBezTo>
                <a:cubicBezTo>
                  <a:pt x="65814" y="43188"/>
                  <a:pt x="66776" y="49061"/>
                  <a:pt x="65230" y="55278"/>
                </a:cubicBezTo>
                <a:cubicBezTo>
                  <a:pt x="63685" y="61494"/>
                  <a:pt x="59724" y="66603"/>
                  <a:pt x="53348" y="70602"/>
                </a:cubicBezTo>
                <a:cubicBezTo>
                  <a:pt x="46972" y="74601"/>
                  <a:pt x="40645" y="75937"/>
                  <a:pt x="34366" y="74608"/>
                </a:cubicBezTo>
                <a:cubicBezTo>
                  <a:pt x="28087" y="73279"/>
                  <a:pt x="23176" y="69790"/>
                  <a:pt x="19633" y="64142"/>
                </a:cubicBezTo>
                <a:cubicBezTo>
                  <a:pt x="16994" y="59935"/>
                  <a:pt x="15850" y="55745"/>
                  <a:pt x="16199" y="51570"/>
                </a:cubicBezTo>
                <a:cubicBezTo>
                  <a:pt x="16548" y="47394"/>
                  <a:pt x="18369" y="43557"/>
                  <a:pt x="21660" y="40058"/>
                </a:cubicBezTo>
                <a:moveTo>
                  <a:pt x="11698" y="27702"/>
                </a:moveTo>
                <a:cubicBezTo>
                  <a:pt x="13599" y="30732"/>
                  <a:pt x="16136" y="32590"/>
                  <a:pt x="19311" y="33278"/>
                </a:cubicBezTo>
                <a:cubicBezTo>
                  <a:pt x="22485" y="33965"/>
                  <a:pt x="25643" y="33322"/>
                  <a:pt x="28787" y="31350"/>
                </a:cubicBezTo>
                <a:cubicBezTo>
                  <a:pt x="31843" y="29433"/>
                  <a:pt x="33749" y="26908"/>
                  <a:pt x="34506" y="23774"/>
                </a:cubicBezTo>
                <a:cubicBezTo>
                  <a:pt x="35263" y="20641"/>
                  <a:pt x="34774" y="17691"/>
                  <a:pt x="33039" y="14924"/>
                </a:cubicBezTo>
                <a:cubicBezTo>
                  <a:pt x="31230" y="12040"/>
                  <a:pt x="28702" y="10247"/>
                  <a:pt x="25457" y="9543"/>
                </a:cubicBezTo>
                <a:cubicBezTo>
                  <a:pt x="22211" y="8840"/>
                  <a:pt x="19090" y="9428"/>
                  <a:pt x="16093" y="11308"/>
                </a:cubicBezTo>
                <a:cubicBezTo>
                  <a:pt x="13066" y="13207"/>
                  <a:pt x="11157" y="15744"/>
                  <a:pt x="10365" y="18920"/>
                </a:cubicBezTo>
                <a:cubicBezTo>
                  <a:pt x="9573" y="22095"/>
                  <a:pt x="10017" y="25022"/>
                  <a:pt x="11698" y="27702"/>
                </a:cubicBezTo>
                <a:moveTo>
                  <a:pt x="27788" y="59030"/>
                </a:moveTo>
                <a:cubicBezTo>
                  <a:pt x="29205" y="61289"/>
                  <a:pt x="31112" y="63138"/>
                  <a:pt x="33509" y="64577"/>
                </a:cubicBezTo>
                <a:cubicBezTo>
                  <a:pt x="35906" y="66016"/>
                  <a:pt x="38525" y="66651"/>
                  <a:pt x="41368" y="66483"/>
                </a:cubicBezTo>
                <a:cubicBezTo>
                  <a:pt x="44210" y="66315"/>
                  <a:pt x="46851" y="65466"/>
                  <a:pt x="49289" y="63936"/>
                </a:cubicBezTo>
                <a:cubicBezTo>
                  <a:pt x="53079" y="61558"/>
                  <a:pt x="55445" y="58378"/>
                  <a:pt x="56386" y="54396"/>
                </a:cubicBezTo>
                <a:cubicBezTo>
                  <a:pt x="57327" y="50413"/>
                  <a:pt x="56620" y="46544"/>
                  <a:pt x="54265" y="42790"/>
                </a:cubicBezTo>
                <a:cubicBezTo>
                  <a:pt x="51873" y="38977"/>
                  <a:pt x="48624" y="36621"/>
                  <a:pt x="44519" y="35722"/>
                </a:cubicBezTo>
                <a:cubicBezTo>
                  <a:pt x="40413" y="34823"/>
                  <a:pt x="36450" y="35571"/>
                  <a:pt x="32631" y="37967"/>
                </a:cubicBezTo>
                <a:cubicBezTo>
                  <a:pt x="28899" y="40308"/>
                  <a:pt x="26580" y="43480"/>
                  <a:pt x="25672" y="47483"/>
                </a:cubicBezTo>
                <a:cubicBezTo>
                  <a:pt x="24764" y="51485"/>
                  <a:pt x="25469" y="55334"/>
                  <a:pt x="27788" y="590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3">
            <a:extLst xmlns:a="http://schemas.openxmlformats.org/drawingml/2006/main">
              <a:ext uri="{FF2B5EF4-FFF2-40B4-BE49-F238E27FC236}">
                <a16:creationId xmlns:a16="http://schemas.microsoft.com/office/drawing/2014/main" id="{73A0180B-DCA2-4F69-8793-B87E1F9C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45" y="4046640"/>
            <a:ext cx="49532" cy="51748"/>
          </a:xfrm>
          <a:custGeom xmlns:a="http://schemas.openxmlformats.org/drawingml/2006/main">
            <a:pathLst>
              <a:path w="49532" h="51748">
                <a:moveTo>
                  <a:pt x="18623" y="46211"/>
                </a:moveTo>
                <a:lnTo>
                  <a:pt x="23282" y="41340"/>
                </a:lnTo>
                <a:cubicBezTo>
                  <a:pt x="26247" y="43816"/>
                  <a:pt x="28971" y="45131"/>
                  <a:pt x="31454" y="45283"/>
                </a:cubicBezTo>
                <a:cubicBezTo>
                  <a:pt x="33937" y="45435"/>
                  <a:pt x="36212" y="44683"/>
                  <a:pt x="38279" y="43029"/>
                </a:cubicBezTo>
                <a:cubicBezTo>
                  <a:pt x="40733" y="41065"/>
                  <a:pt x="42126" y="38558"/>
                  <a:pt x="42458" y="35508"/>
                </a:cubicBezTo>
                <a:cubicBezTo>
                  <a:pt x="42790" y="32457"/>
                  <a:pt x="41952" y="29679"/>
                  <a:pt x="39946" y="27171"/>
                </a:cubicBezTo>
                <a:cubicBezTo>
                  <a:pt x="38031" y="24779"/>
                  <a:pt x="35670" y="23434"/>
                  <a:pt x="32863" y="23134"/>
                </a:cubicBezTo>
                <a:cubicBezTo>
                  <a:pt x="30055" y="22834"/>
                  <a:pt x="27444" y="23650"/>
                  <a:pt x="25029" y="25583"/>
                </a:cubicBezTo>
                <a:cubicBezTo>
                  <a:pt x="24043" y="26372"/>
                  <a:pt x="22971" y="27547"/>
                  <a:pt x="21812" y="29108"/>
                </a:cubicBezTo>
                <a:lnTo>
                  <a:pt x="18727" y="24066"/>
                </a:lnTo>
                <a:cubicBezTo>
                  <a:pt x="19106" y="23826"/>
                  <a:pt x="19401" y="23621"/>
                  <a:pt x="19614" y="23451"/>
                </a:cubicBezTo>
                <a:cubicBezTo>
                  <a:pt x="21835" y="21673"/>
                  <a:pt x="23375" y="19498"/>
                  <a:pt x="24232" y="16925"/>
                </a:cubicBezTo>
                <a:cubicBezTo>
                  <a:pt x="25089" y="14353"/>
                  <a:pt x="24560" y="11870"/>
                  <a:pt x="22643" y="9475"/>
                </a:cubicBezTo>
                <a:cubicBezTo>
                  <a:pt x="21125" y="7579"/>
                  <a:pt x="19221" y="6527"/>
                  <a:pt x="16930" y="6318"/>
                </a:cubicBezTo>
                <a:cubicBezTo>
                  <a:pt x="14639" y="6108"/>
                  <a:pt x="12469" y="6823"/>
                  <a:pt x="10421" y="8462"/>
                </a:cubicBezTo>
                <a:cubicBezTo>
                  <a:pt x="8393" y="10086"/>
                  <a:pt x="7213" y="12077"/>
                  <a:pt x="6881" y="14434"/>
                </a:cubicBezTo>
                <a:cubicBezTo>
                  <a:pt x="6549" y="16792"/>
                  <a:pt x="7211" y="19400"/>
                  <a:pt x="8866" y="22260"/>
                </a:cubicBezTo>
                <a:lnTo>
                  <a:pt x="2907" y="25508"/>
                </a:lnTo>
                <a:cubicBezTo>
                  <a:pt x="731" y="21482"/>
                  <a:pt x="0" y="17599"/>
                  <a:pt x="714" y="13857"/>
                </a:cubicBezTo>
                <a:cubicBezTo>
                  <a:pt x="1427" y="10115"/>
                  <a:pt x="3465" y="6899"/>
                  <a:pt x="6826" y="4208"/>
                </a:cubicBezTo>
                <a:cubicBezTo>
                  <a:pt x="9144" y="2353"/>
                  <a:pt x="11676" y="1140"/>
                  <a:pt x="14421" y="570"/>
                </a:cubicBezTo>
                <a:cubicBezTo>
                  <a:pt x="17167" y="0"/>
                  <a:pt x="19742" y="159"/>
                  <a:pt x="22148" y="1046"/>
                </a:cubicBezTo>
                <a:cubicBezTo>
                  <a:pt x="24554" y="1933"/>
                  <a:pt x="26528" y="3339"/>
                  <a:pt x="28070" y="5266"/>
                </a:cubicBezTo>
                <a:cubicBezTo>
                  <a:pt x="29534" y="7096"/>
                  <a:pt x="30375" y="9156"/>
                  <a:pt x="30593" y="11448"/>
                </a:cubicBezTo>
                <a:cubicBezTo>
                  <a:pt x="30810" y="13738"/>
                  <a:pt x="30307" y="16100"/>
                  <a:pt x="29085" y="18533"/>
                </a:cubicBezTo>
                <a:cubicBezTo>
                  <a:pt x="32060" y="17102"/>
                  <a:pt x="34974" y="16743"/>
                  <a:pt x="37826" y="17455"/>
                </a:cubicBezTo>
                <a:cubicBezTo>
                  <a:pt x="40679" y="18167"/>
                  <a:pt x="43203" y="19895"/>
                  <a:pt x="45399" y="22639"/>
                </a:cubicBezTo>
                <a:cubicBezTo>
                  <a:pt x="48368" y="26348"/>
                  <a:pt x="49532" y="30575"/>
                  <a:pt x="48892" y="35319"/>
                </a:cubicBezTo>
                <a:cubicBezTo>
                  <a:pt x="48252" y="40063"/>
                  <a:pt x="45864" y="44089"/>
                  <a:pt x="41730" y="47399"/>
                </a:cubicBezTo>
                <a:cubicBezTo>
                  <a:pt x="38001" y="50383"/>
                  <a:pt x="34014" y="51748"/>
                  <a:pt x="29768" y="51492"/>
                </a:cubicBezTo>
                <a:cubicBezTo>
                  <a:pt x="25522" y="51237"/>
                  <a:pt x="21807" y="49476"/>
                  <a:pt x="18623" y="462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.">
            <a:extLst xmlns:a="http://schemas.openxmlformats.org/drawingml/2006/main">
              <a:ext uri="{FF2B5EF4-FFF2-40B4-BE49-F238E27FC236}">
                <a16:creationId xmlns:a16="http://schemas.microsoft.com/office/drawing/2014/main" id="{0BBB96CC-164C-46A8-91D3-1EDFCB43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32" y="4064696"/>
            <a:ext cx="10719" cy="10725"/>
          </a:xfrm>
          <a:custGeom xmlns:a="http://schemas.openxmlformats.org/drawingml/2006/main">
            <a:pathLst>
              <a:path w="10719" h="10725">
                <a:moveTo>
                  <a:pt x="4778" y="10725"/>
                </a:moveTo>
                <a:lnTo>
                  <a:pt x="0" y="4755"/>
                </a:lnTo>
                <a:lnTo>
                  <a:pt x="5941" y="0"/>
                </a:lnTo>
                <a:lnTo>
                  <a:pt x="10719" y="5970"/>
                </a:lnTo>
                <a:lnTo>
                  <a:pt x="4778" y="10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3">
            <a:extLst xmlns:a="http://schemas.openxmlformats.org/drawingml/2006/main">
              <a:ext uri="{FF2B5EF4-FFF2-40B4-BE49-F238E27FC236}">
                <a16:creationId xmlns:a16="http://schemas.microsoft.com/office/drawing/2014/main" id="{29421E32-B98E-497D-8DDD-956EBB16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143" y="4007022"/>
            <a:ext cx="49532" cy="51748"/>
          </a:xfrm>
          <a:custGeom xmlns:a="http://schemas.openxmlformats.org/drawingml/2006/main">
            <a:pathLst>
              <a:path w="49532" h="51748">
                <a:moveTo>
                  <a:pt x="18623" y="46211"/>
                </a:moveTo>
                <a:lnTo>
                  <a:pt x="23282" y="41340"/>
                </a:lnTo>
                <a:cubicBezTo>
                  <a:pt x="26247" y="43816"/>
                  <a:pt x="28971" y="45131"/>
                  <a:pt x="31454" y="45283"/>
                </a:cubicBezTo>
                <a:cubicBezTo>
                  <a:pt x="33937" y="45435"/>
                  <a:pt x="36212" y="44683"/>
                  <a:pt x="38279" y="43029"/>
                </a:cubicBezTo>
                <a:cubicBezTo>
                  <a:pt x="40733" y="41065"/>
                  <a:pt x="42126" y="38558"/>
                  <a:pt x="42458" y="35508"/>
                </a:cubicBezTo>
                <a:cubicBezTo>
                  <a:pt x="42790" y="32457"/>
                  <a:pt x="41952" y="29679"/>
                  <a:pt x="39946" y="27171"/>
                </a:cubicBezTo>
                <a:cubicBezTo>
                  <a:pt x="38031" y="24779"/>
                  <a:pt x="35670" y="23434"/>
                  <a:pt x="32863" y="23134"/>
                </a:cubicBezTo>
                <a:cubicBezTo>
                  <a:pt x="30055" y="22834"/>
                  <a:pt x="27444" y="23650"/>
                  <a:pt x="25029" y="25583"/>
                </a:cubicBezTo>
                <a:cubicBezTo>
                  <a:pt x="24043" y="26372"/>
                  <a:pt x="22971" y="27547"/>
                  <a:pt x="21812" y="29108"/>
                </a:cubicBezTo>
                <a:lnTo>
                  <a:pt x="18727" y="24066"/>
                </a:lnTo>
                <a:cubicBezTo>
                  <a:pt x="19106" y="23826"/>
                  <a:pt x="19401" y="23621"/>
                  <a:pt x="19614" y="23451"/>
                </a:cubicBezTo>
                <a:cubicBezTo>
                  <a:pt x="21835" y="21673"/>
                  <a:pt x="23375" y="19498"/>
                  <a:pt x="24232" y="16925"/>
                </a:cubicBezTo>
                <a:cubicBezTo>
                  <a:pt x="25089" y="14353"/>
                  <a:pt x="24560" y="11870"/>
                  <a:pt x="22643" y="9475"/>
                </a:cubicBezTo>
                <a:cubicBezTo>
                  <a:pt x="21125" y="7579"/>
                  <a:pt x="19221" y="6527"/>
                  <a:pt x="16930" y="6318"/>
                </a:cubicBezTo>
                <a:cubicBezTo>
                  <a:pt x="14639" y="6108"/>
                  <a:pt x="12469" y="6823"/>
                  <a:pt x="10421" y="8462"/>
                </a:cubicBezTo>
                <a:cubicBezTo>
                  <a:pt x="8393" y="10086"/>
                  <a:pt x="7213" y="12077"/>
                  <a:pt x="6881" y="14434"/>
                </a:cubicBezTo>
                <a:cubicBezTo>
                  <a:pt x="6549" y="16792"/>
                  <a:pt x="7211" y="19400"/>
                  <a:pt x="8866" y="22260"/>
                </a:cubicBezTo>
                <a:lnTo>
                  <a:pt x="2907" y="25508"/>
                </a:lnTo>
                <a:cubicBezTo>
                  <a:pt x="731" y="21482"/>
                  <a:pt x="0" y="17599"/>
                  <a:pt x="714" y="13857"/>
                </a:cubicBezTo>
                <a:cubicBezTo>
                  <a:pt x="1427" y="10115"/>
                  <a:pt x="3465" y="6899"/>
                  <a:pt x="6826" y="4208"/>
                </a:cubicBezTo>
                <a:cubicBezTo>
                  <a:pt x="9144" y="2353"/>
                  <a:pt x="11676" y="1140"/>
                  <a:pt x="14421" y="570"/>
                </a:cubicBezTo>
                <a:cubicBezTo>
                  <a:pt x="17167" y="0"/>
                  <a:pt x="19742" y="159"/>
                  <a:pt x="22148" y="1046"/>
                </a:cubicBezTo>
                <a:cubicBezTo>
                  <a:pt x="24554" y="1933"/>
                  <a:pt x="26528" y="3339"/>
                  <a:pt x="28070" y="5266"/>
                </a:cubicBezTo>
                <a:cubicBezTo>
                  <a:pt x="29534" y="7096"/>
                  <a:pt x="30375" y="9156"/>
                  <a:pt x="30593" y="11448"/>
                </a:cubicBezTo>
                <a:cubicBezTo>
                  <a:pt x="30810" y="13738"/>
                  <a:pt x="30307" y="16100"/>
                  <a:pt x="29085" y="18533"/>
                </a:cubicBezTo>
                <a:cubicBezTo>
                  <a:pt x="32060" y="17102"/>
                  <a:pt x="34974" y="16743"/>
                  <a:pt x="37826" y="17455"/>
                </a:cubicBezTo>
                <a:cubicBezTo>
                  <a:pt x="40679" y="18167"/>
                  <a:pt x="43203" y="19895"/>
                  <a:pt x="45399" y="22639"/>
                </a:cubicBezTo>
                <a:cubicBezTo>
                  <a:pt x="48368" y="26348"/>
                  <a:pt x="49532" y="30575"/>
                  <a:pt x="48892" y="35319"/>
                </a:cubicBezTo>
                <a:cubicBezTo>
                  <a:pt x="48252" y="40063"/>
                  <a:pt x="45864" y="44089"/>
                  <a:pt x="41730" y="47399"/>
                </a:cubicBezTo>
                <a:cubicBezTo>
                  <a:pt x="38001" y="50383"/>
                  <a:pt x="34014" y="51748"/>
                  <a:pt x="29768" y="51492"/>
                </a:cubicBezTo>
                <a:cubicBezTo>
                  <a:pt x="25522" y="51237"/>
                  <a:pt x="21807" y="49476"/>
                  <a:pt x="18623" y="462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1">
            <a:extLst xmlns:a="http://schemas.openxmlformats.org/drawingml/2006/main">
              <a:ext uri="{FF2B5EF4-FFF2-40B4-BE49-F238E27FC236}">
                <a16:creationId xmlns:a16="http://schemas.microsoft.com/office/drawing/2014/main" id="{D6EE5D48-906F-4E9A-8019-AC4911D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172" y="3979761"/>
            <a:ext cx="41257" cy="46833"/>
          </a:xfrm>
          <a:custGeom xmlns:a="http://schemas.openxmlformats.org/drawingml/2006/main">
            <a:pathLst>
              <a:path w="41257" h="46833">
                <a:moveTo>
                  <a:pt x="41257" y="42657"/>
                </a:moveTo>
                <a:lnTo>
                  <a:pt x="36041" y="46833"/>
                </a:lnTo>
                <a:lnTo>
                  <a:pt x="9435" y="13593"/>
                </a:lnTo>
                <a:cubicBezTo>
                  <a:pt x="9138" y="15796"/>
                  <a:pt x="8450" y="18313"/>
                  <a:pt x="7370" y="21142"/>
                </a:cubicBezTo>
                <a:cubicBezTo>
                  <a:pt x="6291" y="23971"/>
                  <a:pt x="5180" y="26335"/>
                  <a:pt x="4036" y="28232"/>
                </a:cubicBezTo>
                <a:lnTo>
                  <a:pt x="0" y="23190"/>
                </a:lnTo>
                <a:cubicBezTo>
                  <a:pt x="1819" y="19483"/>
                  <a:pt x="3040" y="15781"/>
                  <a:pt x="3661" y="12082"/>
                </a:cubicBezTo>
                <a:cubicBezTo>
                  <a:pt x="4282" y="8383"/>
                  <a:pt x="4312" y="5253"/>
                  <a:pt x="3751" y="2691"/>
                </a:cubicBezTo>
                <a:lnTo>
                  <a:pt x="7113" y="0"/>
                </a:lnTo>
                <a:lnTo>
                  <a:pt x="41257" y="426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3">
            <a:extLst xmlns:a="http://schemas.openxmlformats.org/drawingml/2006/main">
              <a:ext uri="{FF2B5EF4-FFF2-40B4-BE49-F238E27FC236}">
                <a16:creationId xmlns:a16="http://schemas.microsoft.com/office/drawing/2014/main" id="{355C16F7-1722-429B-956C-A767AF4D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13" y="4848643"/>
            <a:ext cx="61176" cy="41840"/>
          </a:xfrm>
          <a:custGeom xmlns:a="http://schemas.openxmlformats.org/drawingml/2006/main">
            <a:pathLst>
              <a:path w="61176" h="41840">
                <a:moveTo>
                  <a:pt x="45829" y="39815"/>
                </a:moveTo>
                <a:lnTo>
                  <a:pt x="44136" y="32506"/>
                </a:lnTo>
                <a:cubicBezTo>
                  <a:pt x="48168" y="31253"/>
                  <a:pt x="50992" y="29516"/>
                  <a:pt x="52608" y="27296"/>
                </a:cubicBezTo>
                <a:cubicBezTo>
                  <a:pt x="54224" y="25075"/>
                  <a:pt x="54888" y="22498"/>
                  <a:pt x="54601" y="19563"/>
                </a:cubicBezTo>
                <a:cubicBezTo>
                  <a:pt x="54260" y="16081"/>
                  <a:pt x="52791" y="13256"/>
                  <a:pt x="50193" y="11087"/>
                </a:cubicBezTo>
                <a:cubicBezTo>
                  <a:pt x="47595" y="8919"/>
                  <a:pt x="44550" y="8006"/>
                  <a:pt x="41059" y="8348"/>
                </a:cubicBezTo>
                <a:cubicBezTo>
                  <a:pt x="37729" y="8674"/>
                  <a:pt x="35091" y="10053"/>
                  <a:pt x="33148" y="12486"/>
                </a:cubicBezTo>
                <a:cubicBezTo>
                  <a:pt x="31203" y="14919"/>
                  <a:pt x="30398" y="17849"/>
                  <a:pt x="30734" y="21277"/>
                </a:cubicBezTo>
                <a:cubicBezTo>
                  <a:pt x="30871" y="22676"/>
                  <a:pt x="31310" y="24391"/>
                  <a:pt x="32052" y="26422"/>
                </a:cubicBezTo>
                <a:lnTo>
                  <a:pt x="25597" y="26223"/>
                </a:lnTo>
                <a:cubicBezTo>
                  <a:pt x="25602" y="25724"/>
                  <a:pt x="25590" y="25324"/>
                  <a:pt x="25561" y="25023"/>
                </a:cubicBezTo>
                <a:cubicBezTo>
                  <a:pt x="25252" y="21869"/>
                  <a:pt x="24174" y="19109"/>
                  <a:pt x="22326" y="16743"/>
                </a:cubicBezTo>
                <a:cubicBezTo>
                  <a:pt x="20479" y="14377"/>
                  <a:pt x="17888" y="13357"/>
                  <a:pt x="14554" y="13684"/>
                </a:cubicBezTo>
                <a:cubicBezTo>
                  <a:pt x="11914" y="13942"/>
                  <a:pt x="9817" y="15075"/>
                  <a:pt x="8263" y="17082"/>
                </a:cubicBezTo>
                <a:cubicBezTo>
                  <a:pt x="6709" y="19089"/>
                  <a:pt x="6074" y="21546"/>
                  <a:pt x="6359" y="24452"/>
                </a:cubicBezTo>
                <a:cubicBezTo>
                  <a:pt x="6640" y="27332"/>
                  <a:pt x="7763" y="29644"/>
                  <a:pt x="9726" y="31390"/>
                </a:cubicBezTo>
                <a:cubicBezTo>
                  <a:pt x="11690" y="33136"/>
                  <a:pt x="14474" y="34109"/>
                  <a:pt x="18078" y="34310"/>
                </a:cubicBezTo>
                <a:lnTo>
                  <a:pt x="17512" y="41840"/>
                </a:lnTo>
                <a:cubicBezTo>
                  <a:pt x="12529" y="41414"/>
                  <a:pt x="8535" y="39729"/>
                  <a:pt x="5530" y="36784"/>
                </a:cubicBezTo>
                <a:cubicBezTo>
                  <a:pt x="2525" y="33839"/>
                  <a:pt x="789" y="29981"/>
                  <a:pt x="322" y="25209"/>
                </a:cubicBezTo>
                <a:cubicBezTo>
                  <a:pt x="0" y="21919"/>
                  <a:pt x="394" y="18821"/>
                  <a:pt x="1504" y="15916"/>
                </a:cubicBezTo>
                <a:cubicBezTo>
                  <a:pt x="2614" y="13011"/>
                  <a:pt x="4291" y="10709"/>
                  <a:pt x="6535" y="9008"/>
                </a:cubicBezTo>
                <a:cubicBezTo>
                  <a:pt x="8777" y="7307"/>
                  <a:pt x="11240" y="6325"/>
                  <a:pt x="13923" y="6063"/>
                </a:cubicBezTo>
                <a:cubicBezTo>
                  <a:pt x="16470" y="5813"/>
                  <a:pt x="18859" y="6286"/>
                  <a:pt x="21088" y="7479"/>
                </a:cubicBezTo>
                <a:cubicBezTo>
                  <a:pt x="23317" y="8673"/>
                  <a:pt x="25182" y="10581"/>
                  <a:pt x="26685" y="13202"/>
                </a:cubicBezTo>
                <a:cubicBezTo>
                  <a:pt x="27143" y="9558"/>
                  <a:pt x="28546" y="6625"/>
                  <a:pt x="30895" y="4401"/>
                </a:cubicBezTo>
                <a:cubicBezTo>
                  <a:pt x="33243" y="2178"/>
                  <a:pt x="36328" y="880"/>
                  <a:pt x="40148" y="506"/>
                </a:cubicBezTo>
                <a:cubicBezTo>
                  <a:pt x="45312" y="0"/>
                  <a:pt x="49878" y="1491"/>
                  <a:pt x="53845" y="4978"/>
                </a:cubicBezTo>
                <a:cubicBezTo>
                  <a:pt x="57812" y="8466"/>
                  <a:pt x="60083" y="13144"/>
                  <a:pt x="60657" y="19012"/>
                </a:cubicBezTo>
                <a:cubicBezTo>
                  <a:pt x="61176" y="24305"/>
                  <a:pt x="60055" y="28851"/>
                  <a:pt x="57296" y="32651"/>
                </a:cubicBezTo>
                <a:cubicBezTo>
                  <a:pt x="54538" y="36450"/>
                  <a:pt x="50715" y="38839"/>
                  <a:pt x="45829" y="398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Text 1">
            <a:extLst xmlns:a="http://schemas.openxmlformats.org/drawingml/2006/main">
              <a:ext uri="{FF2B5EF4-FFF2-40B4-BE49-F238E27FC236}">
                <a16:creationId xmlns:a16="http://schemas.microsoft.com/office/drawing/2014/main" id="{145D30ED-37D5-474A-B4F1-8A0A033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172" y="4812234"/>
            <a:ext cx="60120" cy="26573"/>
          </a:xfrm>
          <a:custGeom xmlns:a="http://schemas.openxmlformats.org/drawingml/2006/main">
            <a:pathLst>
              <a:path w="60120" h="26573">
                <a:moveTo>
                  <a:pt x="59395" y="0"/>
                </a:moveTo>
                <a:lnTo>
                  <a:pt x="60120" y="7404"/>
                </a:lnTo>
                <a:lnTo>
                  <a:pt x="13839" y="11935"/>
                </a:lnTo>
                <a:cubicBezTo>
                  <a:pt x="15681" y="13554"/>
                  <a:pt x="17578" y="15728"/>
                  <a:pt x="19529" y="18458"/>
                </a:cubicBezTo>
                <a:cubicBezTo>
                  <a:pt x="21480" y="21188"/>
                  <a:pt x="22985" y="23663"/>
                  <a:pt x="24044" y="25885"/>
                </a:cubicBezTo>
                <a:lnTo>
                  <a:pt x="17023" y="26573"/>
                </a:lnTo>
                <a:cubicBezTo>
                  <a:pt x="14708" y="22619"/>
                  <a:pt x="12040" y="19226"/>
                  <a:pt x="9020" y="16393"/>
                </a:cubicBezTo>
                <a:cubicBezTo>
                  <a:pt x="6000" y="13560"/>
                  <a:pt x="3149" y="11625"/>
                  <a:pt x="467" y="10586"/>
                </a:cubicBezTo>
                <a:lnTo>
                  <a:pt x="0" y="5815"/>
                </a:lnTo>
                <a:lnTo>
                  <a:pt x="5939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Text .">
            <a:extLst xmlns:a="http://schemas.openxmlformats.org/drawingml/2006/main">
              <a:ext uri="{FF2B5EF4-FFF2-40B4-BE49-F238E27FC236}">
                <a16:creationId xmlns:a16="http://schemas.microsoft.com/office/drawing/2014/main" id="{2AB07006-D2C6-4DC6-A07E-C3275EB2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167" y="4780698"/>
            <a:ext cx="9138" cy="9246"/>
          </a:xfrm>
          <a:custGeom xmlns:a="http://schemas.openxmlformats.org/drawingml/2006/main">
            <a:pathLst>
              <a:path w="9138" h="9246">
                <a:moveTo>
                  <a:pt x="9138" y="8432"/>
                </a:moveTo>
                <a:lnTo>
                  <a:pt x="826" y="9246"/>
                </a:lnTo>
                <a:lnTo>
                  <a:pt x="0" y="814"/>
                </a:lnTo>
                <a:lnTo>
                  <a:pt x="8312" y="0"/>
                </a:lnTo>
                <a:lnTo>
                  <a:pt x="9138" y="84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3">
            <a:extLst xmlns:a="http://schemas.openxmlformats.org/drawingml/2006/main">
              <a:ext uri="{FF2B5EF4-FFF2-40B4-BE49-F238E27FC236}">
                <a16:creationId xmlns:a16="http://schemas.microsoft.com/office/drawing/2014/main" id="{73FD3ED5-24C0-49EA-A88B-5A1C4F85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850" y="4731550"/>
            <a:ext cx="61176" cy="41840"/>
          </a:xfrm>
          <a:custGeom xmlns:a="http://schemas.openxmlformats.org/drawingml/2006/main">
            <a:pathLst>
              <a:path w="61176" h="41840">
                <a:moveTo>
                  <a:pt x="45829" y="39815"/>
                </a:moveTo>
                <a:lnTo>
                  <a:pt x="44136" y="32506"/>
                </a:lnTo>
                <a:cubicBezTo>
                  <a:pt x="48168" y="31253"/>
                  <a:pt x="50992" y="29516"/>
                  <a:pt x="52608" y="27296"/>
                </a:cubicBezTo>
                <a:cubicBezTo>
                  <a:pt x="54224" y="25075"/>
                  <a:pt x="54888" y="22498"/>
                  <a:pt x="54601" y="19563"/>
                </a:cubicBezTo>
                <a:cubicBezTo>
                  <a:pt x="54260" y="16081"/>
                  <a:pt x="52791" y="13256"/>
                  <a:pt x="50193" y="11087"/>
                </a:cubicBezTo>
                <a:cubicBezTo>
                  <a:pt x="47595" y="8919"/>
                  <a:pt x="44550" y="8006"/>
                  <a:pt x="41059" y="8348"/>
                </a:cubicBezTo>
                <a:cubicBezTo>
                  <a:pt x="37729" y="8674"/>
                  <a:pt x="35091" y="10053"/>
                  <a:pt x="33148" y="12486"/>
                </a:cubicBezTo>
                <a:cubicBezTo>
                  <a:pt x="31203" y="14919"/>
                  <a:pt x="30398" y="17849"/>
                  <a:pt x="30734" y="21277"/>
                </a:cubicBezTo>
                <a:cubicBezTo>
                  <a:pt x="30871" y="22676"/>
                  <a:pt x="31310" y="24391"/>
                  <a:pt x="32052" y="26422"/>
                </a:cubicBezTo>
                <a:lnTo>
                  <a:pt x="25597" y="26223"/>
                </a:lnTo>
                <a:cubicBezTo>
                  <a:pt x="25602" y="25724"/>
                  <a:pt x="25590" y="25324"/>
                  <a:pt x="25561" y="25023"/>
                </a:cubicBezTo>
                <a:cubicBezTo>
                  <a:pt x="25252" y="21869"/>
                  <a:pt x="24174" y="19109"/>
                  <a:pt x="22326" y="16743"/>
                </a:cubicBezTo>
                <a:cubicBezTo>
                  <a:pt x="20479" y="14377"/>
                  <a:pt x="17888" y="13357"/>
                  <a:pt x="14554" y="13684"/>
                </a:cubicBezTo>
                <a:cubicBezTo>
                  <a:pt x="11914" y="13942"/>
                  <a:pt x="9817" y="15075"/>
                  <a:pt x="8263" y="17082"/>
                </a:cubicBezTo>
                <a:cubicBezTo>
                  <a:pt x="6709" y="19089"/>
                  <a:pt x="6074" y="21546"/>
                  <a:pt x="6359" y="24452"/>
                </a:cubicBezTo>
                <a:cubicBezTo>
                  <a:pt x="6640" y="27332"/>
                  <a:pt x="7763" y="29644"/>
                  <a:pt x="9726" y="31390"/>
                </a:cubicBezTo>
                <a:cubicBezTo>
                  <a:pt x="11690" y="33136"/>
                  <a:pt x="14474" y="34109"/>
                  <a:pt x="18078" y="34310"/>
                </a:cubicBezTo>
                <a:lnTo>
                  <a:pt x="17512" y="41840"/>
                </a:lnTo>
                <a:cubicBezTo>
                  <a:pt x="12529" y="41414"/>
                  <a:pt x="8535" y="39729"/>
                  <a:pt x="5530" y="36784"/>
                </a:cubicBezTo>
                <a:cubicBezTo>
                  <a:pt x="2525" y="33839"/>
                  <a:pt x="789" y="29981"/>
                  <a:pt x="322" y="25209"/>
                </a:cubicBezTo>
                <a:cubicBezTo>
                  <a:pt x="0" y="21919"/>
                  <a:pt x="394" y="18821"/>
                  <a:pt x="1504" y="15916"/>
                </a:cubicBezTo>
                <a:cubicBezTo>
                  <a:pt x="2614" y="13011"/>
                  <a:pt x="4291" y="10709"/>
                  <a:pt x="6535" y="9008"/>
                </a:cubicBezTo>
                <a:cubicBezTo>
                  <a:pt x="8777" y="7307"/>
                  <a:pt x="11240" y="6325"/>
                  <a:pt x="13923" y="6063"/>
                </a:cubicBezTo>
                <a:cubicBezTo>
                  <a:pt x="16470" y="5813"/>
                  <a:pt x="18859" y="6286"/>
                  <a:pt x="21088" y="7479"/>
                </a:cubicBezTo>
                <a:cubicBezTo>
                  <a:pt x="23317" y="8673"/>
                  <a:pt x="25182" y="10581"/>
                  <a:pt x="26685" y="13202"/>
                </a:cubicBezTo>
                <a:cubicBezTo>
                  <a:pt x="27143" y="9558"/>
                  <a:pt x="28546" y="6625"/>
                  <a:pt x="30895" y="4401"/>
                </a:cubicBezTo>
                <a:cubicBezTo>
                  <a:pt x="33243" y="2178"/>
                  <a:pt x="36328" y="880"/>
                  <a:pt x="40148" y="506"/>
                </a:cubicBezTo>
                <a:cubicBezTo>
                  <a:pt x="45312" y="0"/>
                  <a:pt x="49878" y="1491"/>
                  <a:pt x="53845" y="4978"/>
                </a:cubicBezTo>
                <a:cubicBezTo>
                  <a:pt x="57812" y="8466"/>
                  <a:pt x="60083" y="13144"/>
                  <a:pt x="60657" y="19012"/>
                </a:cubicBezTo>
                <a:cubicBezTo>
                  <a:pt x="61176" y="24305"/>
                  <a:pt x="60055" y="28851"/>
                  <a:pt x="57296" y="32651"/>
                </a:cubicBezTo>
                <a:cubicBezTo>
                  <a:pt x="54538" y="36450"/>
                  <a:pt x="50715" y="38839"/>
                  <a:pt x="45829" y="398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Text 1">
            <a:extLst xmlns:a="http://schemas.openxmlformats.org/drawingml/2006/main">
              <a:ext uri="{FF2B5EF4-FFF2-40B4-BE49-F238E27FC236}">
                <a16:creationId xmlns:a16="http://schemas.microsoft.com/office/drawing/2014/main" id="{6BD8E659-7EEB-4C68-817C-47DFEA1D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35" y="4603365"/>
            <a:ext cx="40269" cy="20371"/>
          </a:xfrm>
          <a:custGeom xmlns:a="http://schemas.openxmlformats.org/drawingml/2006/main">
            <a:pathLst>
              <a:path w="40269" h="20371">
                <a:moveTo>
                  <a:pt x="39328" y="0"/>
                </a:moveTo>
                <a:lnTo>
                  <a:pt x="40269" y="4902"/>
                </a:lnTo>
                <a:lnTo>
                  <a:pt x="9624" y="10787"/>
                </a:lnTo>
                <a:cubicBezTo>
                  <a:pt x="10955" y="11755"/>
                  <a:pt x="12357" y="13091"/>
                  <a:pt x="13829" y="14794"/>
                </a:cubicBezTo>
                <a:cubicBezTo>
                  <a:pt x="15301" y="16498"/>
                  <a:pt x="16460" y="18059"/>
                  <a:pt x="17305" y="19478"/>
                </a:cubicBezTo>
                <a:lnTo>
                  <a:pt x="12656" y="20371"/>
                </a:lnTo>
                <a:cubicBezTo>
                  <a:pt x="10865" y="17872"/>
                  <a:pt x="8873" y="15770"/>
                  <a:pt x="6680" y="14063"/>
                </a:cubicBezTo>
                <a:cubicBezTo>
                  <a:pt x="4487" y="12357"/>
                  <a:pt x="2463" y="11239"/>
                  <a:pt x="607" y="10711"/>
                </a:cubicBezTo>
                <a:lnTo>
                  <a:pt x="0" y="7552"/>
                </a:lnTo>
                <a:lnTo>
                  <a:pt x="3932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.">
            <a:extLst xmlns:a="http://schemas.openxmlformats.org/drawingml/2006/main">
              <a:ext uri="{FF2B5EF4-FFF2-40B4-BE49-F238E27FC236}">
                <a16:creationId xmlns:a16="http://schemas.microsoft.com/office/drawing/2014/main" id="{AE00377B-2514-4DD6-BAF3-87EDBE9B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750" y="4582484"/>
            <a:ext cx="6576" cy="6640"/>
          </a:xfrm>
          <a:custGeom xmlns:a="http://schemas.openxmlformats.org/drawingml/2006/main">
            <a:pathLst>
              <a:path w="6576" h="6640">
                <a:moveTo>
                  <a:pt x="6576" y="5583"/>
                </a:moveTo>
                <a:lnTo>
                  <a:pt x="1072" y="6640"/>
                </a:lnTo>
                <a:lnTo>
                  <a:pt x="0" y="1057"/>
                </a:lnTo>
                <a:lnTo>
                  <a:pt x="5504" y="0"/>
                </a:lnTo>
                <a:lnTo>
                  <a:pt x="6576" y="55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Text 8">
            <a:extLst xmlns:a="http://schemas.openxmlformats.org/drawingml/2006/main">
              <a:ext uri="{FF2B5EF4-FFF2-40B4-BE49-F238E27FC236}">
                <a16:creationId xmlns:a16="http://schemas.microsoft.com/office/drawing/2014/main" id="{500A471B-3DC9-4677-B118-6871864E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380" y="4550570"/>
            <a:ext cx="41379" cy="29353"/>
          </a:xfrm>
          <a:custGeom xmlns:a="http://schemas.openxmlformats.org/drawingml/2006/main">
            <a:pathLst>
              <a:path w="41379" h="29353">
                <a:moveTo>
                  <a:pt x="19755" y="21286"/>
                </a:moveTo>
                <a:cubicBezTo>
                  <a:pt x="19417" y="23459"/>
                  <a:pt x="18668" y="25166"/>
                  <a:pt x="17506" y="26406"/>
                </a:cubicBezTo>
                <a:cubicBezTo>
                  <a:pt x="16345" y="27645"/>
                  <a:pt x="14823" y="28446"/>
                  <a:pt x="12940" y="28807"/>
                </a:cubicBezTo>
                <a:cubicBezTo>
                  <a:pt x="10099" y="29353"/>
                  <a:pt x="7510" y="28767"/>
                  <a:pt x="5173" y="27051"/>
                </a:cubicBezTo>
                <a:cubicBezTo>
                  <a:pt x="2837" y="25335"/>
                  <a:pt x="1335" y="22743"/>
                  <a:pt x="669" y="19275"/>
                </a:cubicBezTo>
                <a:cubicBezTo>
                  <a:pt x="0" y="15788"/>
                  <a:pt x="452" y="12793"/>
                  <a:pt x="2024" y="10288"/>
                </a:cubicBezTo>
                <a:cubicBezTo>
                  <a:pt x="3596" y="7784"/>
                  <a:pt x="5803" y="6259"/>
                  <a:pt x="8644" y="5713"/>
                </a:cubicBezTo>
                <a:cubicBezTo>
                  <a:pt x="10456" y="5365"/>
                  <a:pt x="12125" y="5548"/>
                  <a:pt x="13652" y="6262"/>
                </a:cubicBezTo>
                <a:cubicBezTo>
                  <a:pt x="15180" y="6976"/>
                  <a:pt x="16497" y="8253"/>
                  <a:pt x="17605" y="10092"/>
                </a:cubicBezTo>
                <a:cubicBezTo>
                  <a:pt x="17920" y="7490"/>
                  <a:pt x="18828" y="5381"/>
                  <a:pt x="20330" y="3766"/>
                </a:cubicBezTo>
                <a:cubicBezTo>
                  <a:pt x="21831" y="2150"/>
                  <a:pt x="23795" y="1110"/>
                  <a:pt x="26220" y="644"/>
                </a:cubicBezTo>
                <a:cubicBezTo>
                  <a:pt x="29573" y="0"/>
                  <a:pt x="32622" y="666"/>
                  <a:pt x="35369" y="2643"/>
                </a:cubicBezTo>
                <a:cubicBezTo>
                  <a:pt x="38115" y="4620"/>
                  <a:pt x="39866" y="7578"/>
                  <a:pt x="40623" y="11518"/>
                </a:cubicBezTo>
                <a:cubicBezTo>
                  <a:pt x="41379" y="15458"/>
                  <a:pt x="40844" y="18856"/>
                  <a:pt x="39016" y="21710"/>
                </a:cubicBezTo>
                <a:cubicBezTo>
                  <a:pt x="37188" y="24565"/>
                  <a:pt x="34562" y="26322"/>
                  <a:pt x="31138" y="26979"/>
                </a:cubicBezTo>
                <a:cubicBezTo>
                  <a:pt x="28588" y="27469"/>
                  <a:pt x="26326" y="27221"/>
                  <a:pt x="24352" y="26235"/>
                </a:cubicBezTo>
                <a:cubicBezTo>
                  <a:pt x="22378" y="25249"/>
                  <a:pt x="20846" y="23599"/>
                  <a:pt x="19755" y="21286"/>
                </a:cubicBezTo>
                <a:moveTo>
                  <a:pt x="11849" y="23821"/>
                </a:moveTo>
                <a:cubicBezTo>
                  <a:pt x="13686" y="23468"/>
                  <a:pt x="15070" y="22572"/>
                  <a:pt x="16002" y="21131"/>
                </a:cubicBezTo>
                <a:cubicBezTo>
                  <a:pt x="16933" y="19691"/>
                  <a:pt x="17212" y="17999"/>
                  <a:pt x="16839" y="16057"/>
                </a:cubicBezTo>
                <a:cubicBezTo>
                  <a:pt x="16477" y="14168"/>
                  <a:pt x="15601" y="12731"/>
                  <a:pt x="14213" y="11746"/>
                </a:cubicBezTo>
                <a:cubicBezTo>
                  <a:pt x="12824" y="10761"/>
                  <a:pt x="11291" y="10429"/>
                  <a:pt x="9614" y="10751"/>
                </a:cubicBezTo>
                <a:cubicBezTo>
                  <a:pt x="7866" y="11087"/>
                  <a:pt x="6515" y="11991"/>
                  <a:pt x="5562" y="13464"/>
                </a:cubicBezTo>
                <a:cubicBezTo>
                  <a:pt x="4610" y="14936"/>
                  <a:pt x="4311" y="16598"/>
                  <a:pt x="4667" y="18451"/>
                </a:cubicBezTo>
                <a:cubicBezTo>
                  <a:pt x="5026" y="20321"/>
                  <a:pt x="5906" y="21761"/>
                  <a:pt x="7309" y="22772"/>
                </a:cubicBezTo>
                <a:cubicBezTo>
                  <a:pt x="8711" y="23783"/>
                  <a:pt x="10225" y="24133"/>
                  <a:pt x="11849" y="23821"/>
                </a:cubicBezTo>
                <a:moveTo>
                  <a:pt x="30172" y="21940"/>
                </a:moveTo>
                <a:cubicBezTo>
                  <a:pt x="31541" y="21677"/>
                  <a:pt x="32802" y="21092"/>
                  <a:pt x="33955" y="20183"/>
                </a:cubicBezTo>
                <a:cubicBezTo>
                  <a:pt x="35108" y="19274"/>
                  <a:pt x="35910" y="18099"/>
                  <a:pt x="36362" y="16657"/>
                </a:cubicBezTo>
                <a:cubicBezTo>
                  <a:pt x="36813" y="15215"/>
                  <a:pt x="36894" y="13740"/>
                  <a:pt x="36605" y="12233"/>
                </a:cubicBezTo>
                <a:cubicBezTo>
                  <a:pt x="36155" y="9891"/>
                  <a:pt x="35046" y="8099"/>
                  <a:pt x="33278" y="6857"/>
                </a:cubicBezTo>
                <a:cubicBezTo>
                  <a:pt x="31509" y="5615"/>
                  <a:pt x="29486" y="5213"/>
                  <a:pt x="27210" y="5650"/>
                </a:cubicBezTo>
                <a:cubicBezTo>
                  <a:pt x="24899" y="6094"/>
                  <a:pt x="23138" y="7246"/>
                  <a:pt x="21928" y="9107"/>
                </a:cubicBezTo>
                <a:cubicBezTo>
                  <a:pt x="20718" y="10968"/>
                  <a:pt x="20340" y="13078"/>
                  <a:pt x="20793" y="15439"/>
                </a:cubicBezTo>
                <a:cubicBezTo>
                  <a:pt x="21236" y="17745"/>
                  <a:pt x="22349" y="19512"/>
                  <a:pt x="24135" y="20741"/>
                </a:cubicBezTo>
                <a:cubicBezTo>
                  <a:pt x="25919" y="21971"/>
                  <a:pt x="27931" y="22370"/>
                  <a:pt x="30172" y="219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0">
            <a:extLst xmlns:a="http://schemas.openxmlformats.org/drawingml/2006/main">
              <a:ext uri="{FF2B5EF4-FFF2-40B4-BE49-F238E27FC236}">
                <a16:creationId xmlns:a16="http://schemas.microsoft.com/office/drawing/2014/main" id="{A95FF102-55D4-4A93-90A1-C8DE0DF7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683" y="4520861"/>
            <a:ext cx="41120" cy="28268"/>
          </a:xfrm>
          <a:custGeom xmlns:a="http://schemas.openxmlformats.org/drawingml/2006/main">
            <a:pathLst>
              <a:path w="41120" h="28268">
                <a:moveTo>
                  <a:pt x="22909" y="27150"/>
                </a:moveTo>
                <a:cubicBezTo>
                  <a:pt x="18281" y="28038"/>
                  <a:pt x="14464" y="28268"/>
                  <a:pt x="11456" y="27838"/>
                </a:cubicBezTo>
                <a:cubicBezTo>
                  <a:pt x="8448" y="27408"/>
                  <a:pt x="5994" y="26383"/>
                  <a:pt x="4096" y="24761"/>
                </a:cubicBezTo>
                <a:cubicBezTo>
                  <a:pt x="2197" y="23139"/>
                  <a:pt x="969" y="20876"/>
                  <a:pt x="411" y="17971"/>
                </a:cubicBezTo>
                <a:cubicBezTo>
                  <a:pt x="0" y="15828"/>
                  <a:pt x="62" y="13868"/>
                  <a:pt x="597" y="12090"/>
                </a:cubicBezTo>
                <a:cubicBezTo>
                  <a:pt x="1132" y="10311"/>
                  <a:pt x="2095" y="8743"/>
                  <a:pt x="3486" y="7384"/>
                </a:cubicBezTo>
                <a:cubicBezTo>
                  <a:pt x="4877" y="6025"/>
                  <a:pt x="6659" y="4826"/>
                  <a:pt x="8831" y="3787"/>
                </a:cubicBezTo>
                <a:cubicBezTo>
                  <a:pt x="11003" y="2749"/>
                  <a:pt x="14030" y="1857"/>
                  <a:pt x="17910" y="1112"/>
                </a:cubicBezTo>
                <a:cubicBezTo>
                  <a:pt x="22502" y="231"/>
                  <a:pt x="26301" y="0"/>
                  <a:pt x="29307" y="421"/>
                </a:cubicBezTo>
                <a:cubicBezTo>
                  <a:pt x="32313" y="841"/>
                  <a:pt x="34770" y="1861"/>
                  <a:pt x="36678" y="3481"/>
                </a:cubicBezTo>
                <a:cubicBezTo>
                  <a:pt x="38585" y="5101"/>
                  <a:pt x="39819" y="7373"/>
                  <a:pt x="40381" y="10296"/>
                </a:cubicBezTo>
                <a:cubicBezTo>
                  <a:pt x="41120" y="14145"/>
                  <a:pt x="40347" y="17428"/>
                  <a:pt x="38063" y="20145"/>
                </a:cubicBezTo>
                <a:cubicBezTo>
                  <a:pt x="35312" y="23403"/>
                  <a:pt x="30260" y="25738"/>
                  <a:pt x="22909" y="27150"/>
                </a:cubicBezTo>
                <a:moveTo>
                  <a:pt x="21928" y="22114"/>
                </a:moveTo>
                <a:cubicBezTo>
                  <a:pt x="28337" y="20883"/>
                  <a:pt x="32454" y="19297"/>
                  <a:pt x="34281" y="17355"/>
                </a:cubicBezTo>
                <a:cubicBezTo>
                  <a:pt x="36108" y="15414"/>
                  <a:pt x="36805" y="13317"/>
                  <a:pt x="36373" y="11066"/>
                </a:cubicBezTo>
                <a:cubicBezTo>
                  <a:pt x="35941" y="8814"/>
                  <a:pt x="34512" y="7126"/>
                  <a:pt x="32087" y="6001"/>
                </a:cubicBezTo>
                <a:cubicBezTo>
                  <a:pt x="29663" y="4875"/>
                  <a:pt x="25255" y="4926"/>
                  <a:pt x="18864" y="6154"/>
                </a:cubicBezTo>
                <a:cubicBezTo>
                  <a:pt x="12438" y="7387"/>
                  <a:pt x="8316" y="8974"/>
                  <a:pt x="6498" y="10914"/>
                </a:cubicBezTo>
                <a:cubicBezTo>
                  <a:pt x="4680" y="12854"/>
                  <a:pt x="3990" y="14968"/>
                  <a:pt x="4429" y="17256"/>
                </a:cubicBezTo>
                <a:cubicBezTo>
                  <a:pt x="4862" y="19507"/>
                  <a:pt x="6139" y="21126"/>
                  <a:pt x="8261" y="22112"/>
                </a:cubicBezTo>
                <a:cubicBezTo>
                  <a:pt x="10964" y="23343"/>
                  <a:pt x="15520" y="23344"/>
                  <a:pt x="21928" y="2211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Text 0">
            <a:extLst xmlns:a="http://schemas.openxmlformats.org/drawingml/2006/main">
              <a:ext uri="{FF2B5EF4-FFF2-40B4-BE49-F238E27FC236}">
                <a16:creationId xmlns:a16="http://schemas.microsoft.com/office/drawing/2014/main" id="{6311A6F4-D6B3-496A-B1BC-7574F843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261" y="4323619"/>
            <a:ext cx="30242" cy="25712"/>
          </a:xfrm>
          <a:custGeom xmlns:a="http://schemas.openxmlformats.org/drawingml/2006/main">
            <a:pathLst>
              <a:path w="30242" h="25712">
                <a:moveTo>
                  <a:pt x="9884" y="4330"/>
                </a:moveTo>
                <a:cubicBezTo>
                  <a:pt x="12974" y="2372"/>
                  <a:pt x="15663" y="1115"/>
                  <a:pt x="17951" y="557"/>
                </a:cubicBezTo>
                <a:cubicBezTo>
                  <a:pt x="20239" y="0"/>
                  <a:pt x="22291" y="25"/>
                  <a:pt x="24108" y="632"/>
                </a:cubicBezTo>
                <a:cubicBezTo>
                  <a:pt x="25926" y="1240"/>
                  <a:pt x="27437" y="2495"/>
                  <a:pt x="28643" y="4398"/>
                </a:cubicBezTo>
                <a:cubicBezTo>
                  <a:pt x="29532" y="5802"/>
                  <a:pt x="30030" y="7212"/>
                  <a:pt x="30136" y="8629"/>
                </a:cubicBezTo>
                <a:cubicBezTo>
                  <a:pt x="30242" y="10045"/>
                  <a:pt x="29982" y="11435"/>
                  <a:pt x="29355" y="12799"/>
                </a:cubicBezTo>
                <a:cubicBezTo>
                  <a:pt x="28728" y="14163"/>
                  <a:pt x="27775" y="15526"/>
                  <a:pt x="26496" y="16886"/>
                </a:cubicBezTo>
                <a:cubicBezTo>
                  <a:pt x="25217" y="18246"/>
                  <a:pt x="23282" y="19747"/>
                  <a:pt x="20691" y="21389"/>
                </a:cubicBezTo>
                <a:cubicBezTo>
                  <a:pt x="17624" y="23332"/>
                  <a:pt x="14948" y="24585"/>
                  <a:pt x="12665" y="25148"/>
                </a:cubicBezTo>
                <a:cubicBezTo>
                  <a:pt x="10381" y="25712"/>
                  <a:pt x="8327" y="25692"/>
                  <a:pt x="6504" y="25088"/>
                </a:cubicBezTo>
                <a:cubicBezTo>
                  <a:pt x="4681" y="24484"/>
                  <a:pt x="3162" y="23225"/>
                  <a:pt x="1949" y="21310"/>
                </a:cubicBezTo>
                <a:cubicBezTo>
                  <a:pt x="351" y="18788"/>
                  <a:pt x="0" y="16235"/>
                  <a:pt x="895" y="13651"/>
                </a:cubicBezTo>
                <a:cubicBezTo>
                  <a:pt x="1978" y="10548"/>
                  <a:pt x="4974" y="7441"/>
                  <a:pt x="9884" y="4330"/>
                </a:cubicBezTo>
                <a:moveTo>
                  <a:pt x="11984" y="7626"/>
                </a:moveTo>
                <a:cubicBezTo>
                  <a:pt x="7704" y="10337"/>
                  <a:pt x="5174" y="12645"/>
                  <a:pt x="4394" y="14547"/>
                </a:cubicBezTo>
                <a:cubicBezTo>
                  <a:pt x="3614" y="16450"/>
                  <a:pt x="3691" y="18139"/>
                  <a:pt x="4626" y="19614"/>
                </a:cubicBezTo>
                <a:cubicBezTo>
                  <a:pt x="5560" y="21089"/>
                  <a:pt x="7057" y="21879"/>
                  <a:pt x="9116" y="21983"/>
                </a:cubicBezTo>
                <a:cubicBezTo>
                  <a:pt x="11176" y="22087"/>
                  <a:pt x="14340" y="20786"/>
                  <a:pt x="18608" y="18082"/>
                </a:cubicBezTo>
                <a:cubicBezTo>
                  <a:pt x="22900" y="15363"/>
                  <a:pt x="25433" y="13054"/>
                  <a:pt x="26207" y="11155"/>
                </a:cubicBezTo>
                <a:cubicBezTo>
                  <a:pt x="26981" y="9256"/>
                  <a:pt x="26894" y="7557"/>
                  <a:pt x="25944" y="6058"/>
                </a:cubicBezTo>
                <a:cubicBezTo>
                  <a:pt x="25009" y="4583"/>
                  <a:pt x="23641" y="3800"/>
                  <a:pt x="21838" y="3708"/>
                </a:cubicBezTo>
                <a:cubicBezTo>
                  <a:pt x="19549" y="3609"/>
                  <a:pt x="16264" y="4914"/>
                  <a:pt x="11984" y="76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Text .">
            <a:extLst xmlns:a="http://schemas.openxmlformats.org/drawingml/2006/main">
              <a:ext uri="{FF2B5EF4-FFF2-40B4-BE49-F238E27FC236}">
                <a16:creationId xmlns:a16="http://schemas.microsoft.com/office/drawing/2014/main" id="{8B85F0C7-39BB-4018-9D95-EA5EE3CD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249" y="4355920"/>
            <a:ext cx="5993" cy="5987"/>
          </a:xfrm>
          <a:custGeom xmlns:a="http://schemas.openxmlformats.org/drawingml/2006/main">
            <a:pathLst>
              <a:path w="5993" h="5987">
                <a:moveTo>
                  <a:pt x="0" y="2329"/>
                </a:moveTo>
                <a:lnTo>
                  <a:pt x="3676" y="0"/>
                </a:lnTo>
                <a:lnTo>
                  <a:pt x="5993" y="3658"/>
                </a:lnTo>
                <a:lnTo>
                  <a:pt x="2317" y="5987"/>
                </a:lnTo>
                <a:lnTo>
                  <a:pt x="0" y="23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8">
            <a:extLst xmlns:a="http://schemas.openxmlformats.org/drawingml/2006/main">
              <a:ext uri="{FF2B5EF4-FFF2-40B4-BE49-F238E27FC236}">
                <a16:creationId xmlns:a16="http://schemas.microsoft.com/office/drawing/2014/main" id="{4DFDB4BB-FDF4-4251-A6B0-6A8220C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63" y="4353714"/>
            <a:ext cx="30799" cy="27159"/>
          </a:xfrm>
          <a:custGeom xmlns:a="http://schemas.openxmlformats.org/drawingml/2006/main">
            <a:pathLst>
              <a:path w="30799" h="27159">
                <a:moveTo>
                  <a:pt x="14533" y="8825"/>
                </a:moveTo>
                <a:cubicBezTo>
                  <a:pt x="14175" y="7184"/>
                  <a:pt x="14243" y="5757"/>
                  <a:pt x="14738" y="4544"/>
                </a:cubicBezTo>
                <a:cubicBezTo>
                  <a:pt x="15232" y="3330"/>
                  <a:pt x="16108" y="2325"/>
                  <a:pt x="17365" y="1529"/>
                </a:cubicBezTo>
                <a:cubicBezTo>
                  <a:pt x="19263" y="327"/>
                  <a:pt x="21291" y="0"/>
                  <a:pt x="23451" y="549"/>
                </a:cubicBezTo>
                <a:cubicBezTo>
                  <a:pt x="25610" y="1098"/>
                  <a:pt x="27410" y="2509"/>
                  <a:pt x="28849" y="4781"/>
                </a:cubicBezTo>
                <a:cubicBezTo>
                  <a:pt x="30296" y="7065"/>
                  <a:pt x="30799" y="9322"/>
                  <a:pt x="30358" y="11551"/>
                </a:cubicBezTo>
                <a:cubicBezTo>
                  <a:pt x="29918" y="13781"/>
                  <a:pt x="28749" y="15497"/>
                  <a:pt x="26851" y="16699"/>
                </a:cubicBezTo>
                <a:cubicBezTo>
                  <a:pt x="25641" y="17465"/>
                  <a:pt x="24387" y="17814"/>
                  <a:pt x="23088" y="17745"/>
                </a:cubicBezTo>
                <a:cubicBezTo>
                  <a:pt x="21790" y="17676"/>
                  <a:pt x="20486" y="17147"/>
                  <a:pt x="19179" y="16158"/>
                </a:cubicBezTo>
                <a:cubicBezTo>
                  <a:pt x="19672" y="18096"/>
                  <a:pt x="19601" y="19854"/>
                  <a:pt x="18965" y="21433"/>
                </a:cubicBezTo>
                <a:cubicBezTo>
                  <a:pt x="18329" y="23010"/>
                  <a:pt x="17201" y="24313"/>
                  <a:pt x="15581" y="25339"/>
                </a:cubicBezTo>
                <a:cubicBezTo>
                  <a:pt x="13342" y="26757"/>
                  <a:pt x="10959" y="27159"/>
                  <a:pt x="8432" y="26542"/>
                </a:cubicBezTo>
                <a:cubicBezTo>
                  <a:pt x="5905" y="25926"/>
                  <a:pt x="3824" y="24327"/>
                  <a:pt x="2189" y="21746"/>
                </a:cubicBezTo>
                <a:cubicBezTo>
                  <a:pt x="554" y="19164"/>
                  <a:pt x="0" y="16598"/>
                  <a:pt x="528" y="14046"/>
                </a:cubicBezTo>
                <a:cubicBezTo>
                  <a:pt x="1056" y="11494"/>
                  <a:pt x="2464" y="9494"/>
                  <a:pt x="4751" y="8045"/>
                </a:cubicBezTo>
                <a:cubicBezTo>
                  <a:pt x="6454" y="6966"/>
                  <a:pt x="8153" y="6494"/>
                  <a:pt x="9849" y="6628"/>
                </a:cubicBezTo>
                <a:cubicBezTo>
                  <a:pt x="11545" y="6762"/>
                  <a:pt x="13106" y="7495"/>
                  <a:pt x="14533" y="8825"/>
                </a:cubicBezTo>
                <a:moveTo>
                  <a:pt x="19531" y="4758"/>
                </a:moveTo>
                <a:cubicBezTo>
                  <a:pt x="18305" y="5535"/>
                  <a:pt x="17555" y="6568"/>
                  <a:pt x="17281" y="7858"/>
                </a:cubicBezTo>
                <a:cubicBezTo>
                  <a:pt x="17008" y="9148"/>
                  <a:pt x="17275" y="10430"/>
                  <a:pt x="18081" y="11703"/>
                </a:cubicBezTo>
                <a:cubicBezTo>
                  <a:pt x="18865" y="12940"/>
                  <a:pt x="19894" y="13709"/>
                  <a:pt x="21167" y="14011"/>
                </a:cubicBezTo>
                <a:cubicBezTo>
                  <a:pt x="22441" y="14312"/>
                  <a:pt x="23638" y="14109"/>
                  <a:pt x="24758" y="13399"/>
                </a:cubicBezTo>
                <a:cubicBezTo>
                  <a:pt x="25926" y="12659"/>
                  <a:pt x="26649" y="11630"/>
                  <a:pt x="26929" y="10311"/>
                </a:cubicBezTo>
                <a:cubicBezTo>
                  <a:pt x="27209" y="8992"/>
                  <a:pt x="26964" y="7725"/>
                  <a:pt x="26195" y="6512"/>
                </a:cubicBezTo>
                <a:cubicBezTo>
                  <a:pt x="25419" y="5287"/>
                  <a:pt x="24386" y="4516"/>
                  <a:pt x="23095" y="4200"/>
                </a:cubicBezTo>
                <a:cubicBezTo>
                  <a:pt x="21804" y="3884"/>
                  <a:pt x="20616" y="4070"/>
                  <a:pt x="19531" y="4758"/>
                </a:cubicBezTo>
                <a:moveTo>
                  <a:pt x="6841" y="11347"/>
                </a:moveTo>
                <a:cubicBezTo>
                  <a:pt x="5927" y="11926"/>
                  <a:pt x="5179" y="12704"/>
                  <a:pt x="4599" y="13680"/>
                </a:cubicBezTo>
                <a:cubicBezTo>
                  <a:pt x="4019" y="14656"/>
                  <a:pt x="3766" y="15720"/>
                  <a:pt x="3840" y="16874"/>
                </a:cubicBezTo>
                <a:cubicBezTo>
                  <a:pt x="3913" y="18028"/>
                  <a:pt x="4263" y="19098"/>
                  <a:pt x="4888" y="20086"/>
                </a:cubicBezTo>
                <a:cubicBezTo>
                  <a:pt x="5860" y="21620"/>
                  <a:pt x="7156" y="22575"/>
                  <a:pt x="8774" y="22950"/>
                </a:cubicBezTo>
                <a:cubicBezTo>
                  <a:pt x="10393" y="23325"/>
                  <a:pt x="11963" y="23030"/>
                  <a:pt x="13483" y="22067"/>
                </a:cubicBezTo>
                <a:cubicBezTo>
                  <a:pt x="15027" y="21089"/>
                  <a:pt x="15977" y="19766"/>
                  <a:pt x="16335" y="18098"/>
                </a:cubicBezTo>
                <a:cubicBezTo>
                  <a:pt x="16692" y="16429"/>
                  <a:pt x="16381" y="14822"/>
                  <a:pt x="15402" y="13275"/>
                </a:cubicBezTo>
                <a:cubicBezTo>
                  <a:pt x="14445" y="11764"/>
                  <a:pt x="13152" y="10828"/>
                  <a:pt x="11525" y="10467"/>
                </a:cubicBezTo>
                <a:cubicBezTo>
                  <a:pt x="9899" y="10106"/>
                  <a:pt x="8337" y="10399"/>
                  <a:pt x="6841" y="1134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9">
            <a:extLst xmlns:a="http://schemas.openxmlformats.org/drawingml/2006/main">
              <a:ext uri="{FF2B5EF4-FFF2-40B4-BE49-F238E27FC236}">
                <a16:creationId xmlns:a16="http://schemas.microsoft.com/office/drawing/2014/main" id="{D9B53D9A-3D30-40AE-99B8-3E1A68E6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166" y="4373621"/>
            <a:ext cx="30332" cy="26370"/>
          </a:xfrm>
          <a:custGeom xmlns:a="http://schemas.openxmlformats.org/drawingml/2006/main">
            <a:pathLst>
              <a:path w="30332" h="26370">
                <a:moveTo>
                  <a:pt x="3656" y="9920"/>
                </a:moveTo>
                <a:lnTo>
                  <a:pt x="5899" y="12825"/>
                </a:lnTo>
                <a:cubicBezTo>
                  <a:pt x="4613" y="14006"/>
                  <a:pt x="3877" y="15173"/>
                  <a:pt x="3690" y="16325"/>
                </a:cubicBezTo>
                <a:cubicBezTo>
                  <a:pt x="3503" y="17477"/>
                  <a:pt x="3775" y="18630"/>
                  <a:pt x="4506" y="19784"/>
                </a:cubicBezTo>
                <a:cubicBezTo>
                  <a:pt x="5131" y="20771"/>
                  <a:pt x="5906" y="21494"/>
                  <a:pt x="6829" y="21951"/>
                </a:cubicBezTo>
                <a:cubicBezTo>
                  <a:pt x="7752" y="22408"/>
                  <a:pt x="8742" y="22635"/>
                  <a:pt x="9799" y="22632"/>
                </a:cubicBezTo>
                <a:cubicBezTo>
                  <a:pt x="10855" y="22629"/>
                  <a:pt x="12128" y="22382"/>
                  <a:pt x="13616" y="21889"/>
                </a:cubicBezTo>
                <a:cubicBezTo>
                  <a:pt x="15104" y="21396"/>
                  <a:pt x="16515" y="20728"/>
                  <a:pt x="17847" y="19884"/>
                </a:cubicBezTo>
                <a:cubicBezTo>
                  <a:pt x="17990" y="19793"/>
                  <a:pt x="18200" y="19652"/>
                  <a:pt x="18478" y="19459"/>
                </a:cubicBezTo>
                <a:cubicBezTo>
                  <a:pt x="17048" y="19465"/>
                  <a:pt x="15663" y="19113"/>
                  <a:pt x="14321" y="18404"/>
                </a:cubicBezTo>
                <a:cubicBezTo>
                  <a:pt x="12980" y="17695"/>
                  <a:pt x="11899" y="16692"/>
                  <a:pt x="11078" y="15395"/>
                </a:cubicBezTo>
                <a:cubicBezTo>
                  <a:pt x="9706" y="13230"/>
                  <a:pt x="9328" y="10903"/>
                  <a:pt x="9944" y="8412"/>
                </a:cubicBezTo>
                <a:cubicBezTo>
                  <a:pt x="10560" y="5921"/>
                  <a:pt x="12149" y="3865"/>
                  <a:pt x="14710" y="2242"/>
                </a:cubicBezTo>
                <a:cubicBezTo>
                  <a:pt x="17355" y="566"/>
                  <a:pt x="19979" y="0"/>
                  <a:pt x="22583" y="543"/>
                </a:cubicBezTo>
                <a:cubicBezTo>
                  <a:pt x="25187" y="1085"/>
                  <a:pt x="27235" y="2534"/>
                  <a:pt x="28727" y="4889"/>
                </a:cubicBezTo>
                <a:cubicBezTo>
                  <a:pt x="29805" y="6590"/>
                  <a:pt x="30332" y="8436"/>
                  <a:pt x="30310" y="10426"/>
                </a:cubicBezTo>
                <a:cubicBezTo>
                  <a:pt x="30287" y="12415"/>
                  <a:pt x="29661" y="14312"/>
                  <a:pt x="28431" y="16117"/>
                </a:cubicBezTo>
                <a:cubicBezTo>
                  <a:pt x="27200" y="17922"/>
                  <a:pt x="24980" y="19841"/>
                  <a:pt x="21770" y="21874"/>
                </a:cubicBezTo>
                <a:cubicBezTo>
                  <a:pt x="18430" y="23991"/>
                  <a:pt x="15540" y="25313"/>
                  <a:pt x="13101" y="25841"/>
                </a:cubicBezTo>
                <a:cubicBezTo>
                  <a:pt x="10662" y="26370"/>
                  <a:pt x="8471" y="26245"/>
                  <a:pt x="6529" y="25466"/>
                </a:cubicBezTo>
                <a:cubicBezTo>
                  <a:pt x="4587" y="24688"/>
                  <a:pt x="3005" y="23335"/>
                  <a:pt x="1784" y="21408"/>
                </a:cubicBezTo>
                <a:cubicBezTo>
                  <a:pt x="488" y="19362"/>
                  <a:pt x="0" y="17329"/>
                  <a:pt x="321" y="15309"/>
                </a:cubicBezTo>
                <a:cubicBezTo>
                  <a:pt x="641" y="13289"/>
                  <a:pt x="1753" y="11493"/>
                  <a:pt x="3656" y="9920"/>
                </a:cubicBezTo>
                <a:moveTo>
                  <a:pt x="23499" y="15778"/>
                </a:moveTo>
                <a:cubicBezTo>
                  <a:pt x="25331" y="14617"/>
                  <a:pt x="26475" y="13205"/>
                  <a:pt x="26929" y="11542"/>
                </a:cubicBezTo>
                <a:cubicBezTo>
                  <a:pt x="27383" y="9879"/>
                  <a:pt x="27173" y="8357"/>
                  <a:pt x="26299" y="6978"/>
                </a:cubicBezTo>
                <a:cubicBezTo>
                  <a:pt x="25395" y="5550"/>
                  <a:pt x="24028" y="4674"/>
                  <a:pt x="22198" y="4349"/>
                </a:cubicBezTo>
                <a:cubicBezTo>
                  <a:pt x="20369" y="4025"/>
                  <a:pt x="18532" y="4447"/>
                  <a:pt x="16687" y="5615"/>
                </a:cubicBezTo>
                <a:cubicBezTo>
                  <a:pt x="15032" y="6664"/>
                  <a:pt x="14005" y="8019"/>
                  <a:pt x="13607" y="9680"/>
                </a:cubicBezTo>
                <a:cubicBezTo>
                  <a:pt x="13209" y="11340"/>
                  <a:pt x="13478" y="12908"/>
                  <a:pt x="14412" y="14383"/>
                </a:cubicBezTo>
                <a:cubicBezTo>
                  <a:pt x="15354" y="15870"/>
                  <a:pt x="16646" y="16765"/>
                  <a:pt x="18287" y="17067"/>
                </a:cubicBezTo>
                <a:cubicBezTo>
                  <a:pt x="19928" y="17369"/>
                  <a:pt x="21666" y="16940"/>
                  <a:pt x="23499" y="157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Text 1">
            <a:extLst xmlns:a="http://schemas.openxmlformats.org/drawingml/2006/main">
              <a:ext uri="{FF2B5EF4-FFF2-40B4-BE49-F238E27FC236}">
                <a16:creationId xmlns:a16="http://schemas.microsoft.com/office/drawing/2014/main" id="{1B7A5B52-0014-4814-8AD2-5B4B643E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907" y="4479600"/>
            <a:ext cx="75040" cy="65977"/>
          </a:xfrm>
          <a:custGeom xmlns:a="http://schemas.openxmlformats.org/drawingml/2006/main">
            <a:pathLst>
              <a:path w="75040" h="65977">
                <a:moveTo>
                  <a:pt x="6668" y="65977"/>
                </a:moveTo>
                <a:lnTo>
                  <a:pt x="0" y="57616"/>
                </a:lnTo>
                <a:lnTo>
                  <a:pt x="53276" y="15129"/>
                </a:lnTo>
                <a:cubicBezTo>
                  <a:pt x="49751" y="14647"/>
                  <a:pt x="45726" y="13538"/>
                  <a:pt x="41201" y="11802"/>
                </a:cubicBezTo>
                <a:cubicBezTo>
                  <a:pt x="36676" y="10067"/>
                  <a:pt x="32896" y="8281"/>
                  <a:pt x="29862" y="6445"/>
                </a:cubicBezTo>
                <a:lnTo>
                  <a:pt x="37944" y="0"/>
                </a:lnTo>
                <a:cubicBezTo>
                  <a:pt x="43871" y="2922"/>
                  <a:pt x="49794" y="4886"/>
                  <a:pt x="55712" y="5891"/>
                </a:cubicBezTo>
                <a:cubicBezTo>
                  <a:pt x="61630" y="6896"/>
                  <a:pt x="66640" y="6953"/>
                  <a:pt x="70743" y="6063"/>
                </a:cubicBezTo>
                <a:lnTo>
                  <a:pt x="75040" y="11451"/>
                </a:lnTo>
                <a:lnTo>
                  <a:pt x="6668" y="659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8">
            <a:extLst xmlns:a="http://schemas.openxmlformats.org/drawingml/2006/main">
              <a:ext uri="{FF2B5EF4-FFF2-40B4-BE49-F238E27FC236}">
                <a16:creationId xmlns:a16="http://schemas.microsoft.com/office/drawing/2014/main" id="{07DEFF64-055F-4CF8-A619-F0F8DD97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54" y="4523586"/>
            <a:ext cx="83899" cy="79083"/>
          </a:xfrm>
          <a:custGeom xmlns:a="http://schemas.openxmlformats.org/drawingml/2006/main">
            <a:pathLst>
              <a:path w="83899" h="79083">
                <a:moveTo>
                  <a:pt x="38266" y="26732"/>
                </a:moveTo>
                <a:cubicBezTo>
                  <a:pt x="36766" y="22255"/>
                  <a:pt x="36522" y="18244"/>
                  <a:pt x="37535" y="14701"/>
                </a:cubicBezTo>
                <a:cubicBezTo>
                  <a:pt x="38549" y="11157"/>
                  <a:pt x="40691" y="8080"/>
                  <a:pt x="43964" y="5471"/>
                </a:cubicBezTo>
                <a:cubicBezTo>
                  <a:pt x="48904" y="1531"/>
                  <a:pt x="54476" y="0"/>
                  <a:pt x="60681" y="878"/>
                </a:cubicBezTo>
                <a:cubicBezTo>
                  <a:pt x="66886" y="1755"/>
                  <a:pt x="72347" y="5151"/>
                  <a:pt x="77064" y="11065"/>
                </a:cubicBezTo>
                <a:cubicBezTo>
                  <a:pt x="81806" y="17010"/>
                  <a:pt x="83899" y="23167"/>
                  <a:pt x="83346" y="29536"/>
                </a:cubicBezTo>
                <a:cubicBezTo>
                  <a:pt x="82793" y="35904"/>
                  <a:pt x="80047" y="41058"/>
                  <a:pt x="75107" y="44998"/>
                </a:cubicBezTo>
                <a:cubicBezTo>
                  <a:pt x="71958" y="47509"/>
                  <a:pt x="68557" y="48866"/>
                  <a:pt x="64905" y="49068"/>
                </a:cubicBezTo>
                <a:cubicBezTo>
                  <a:pt x="61253" y="49270"/>
                  <a:pt x="57448" y="48189"/>
                  <a:pt x="53490" y="45823"/>
                </a:cubicBezTo>
                <a:cubicBezTo>
                  <a:pt x="55460" y="51091"/>
                  <a:pt x="55796" y="56029"/>
                  <a:pt x="54498" y="60635"/>
                </a:cubicBezTo>
                <a:cubicBezTo>
                  <a:pt x="53202" y="65240"/>
                  <a:pt x="50445" y="69225"/>
                  <a:pt x="46228" y="72588"/>
                </a:cubicBezTo>
                <a:cubicBezTo>
                  <a:pt x="40399" y="77236"/>
                  <a:pt x="33859" y="79083"/>
                  <a:pt x="26606" y="78130"/>
                </a:cubicBezTo>
                <a:cubicBezTo>
                  <a:pt x="19353" y="77176"/>
                  <a:pt x="13047" y="73339"/>
                  <a:pt x="7688" y="66620"/>
                </a:cubicBezTo>
                <a:cubicBezTo>
                  <a:pt x="2330" y="59900"/>
                  <a:pt x="0" y="52893"/>
                  <a:pt x="699" y="45597"/>
                </a:cubicBezTo>
                <a:cubicBezTo>
                  <a:pt x="1399" y="38301"/>
                  <a:pt x="4725" y="32280"/>
                  <a:pt x="10678" y="27532"/>
                </a:cubicBezTo>
                <a:cubicBezTo>
                  <a:pt x="15111" y="23997"/>
                  <a:pt x="19719" y="22159"/>
                  <a:pt x="24501" y="22018"/>
                </a:cubicBezTo>
                <a:cubicBezTo>
                  <a:pt x="29284" y="21877"/>
                  <a:pt x="33872" y="23448"/>
                  <a:pt x="38266" y="26732"/>
                </a:cubicBezTo>
                <a:moveTo>
                  <a:pt x="51003" y="13839"/>
                </a:moveTo>
                <a:cubicBezTo>
                  <a:pt x="47811" y="16385"/>
                  <a:pt x="46029" y="19503"/>
                  <a:pt x="45657" y="23194"/>
                </a:cubicBezTo>
                <a:cubicBezTo>
                  <a:pt x="45286" y="26884"/>
                  <a:pt x="46422" y="30385"/>
                  <a:pt x="49065" y="33698"/>
                </a:cubicBezTo>
                <a:cubicBezTo>
                  <a:pt x="51633" y="36919"/>
                  <a:pt x="54744" y="38757"/>
                  <a:pt x="58397" y="39212"/>
                </a:cubicBezTo>
                <a:cubicBezTo>
                  <a:pt x="62050" y="39668"/>
                  <a:pt x="65334" y="38733"/>
                  <a:pt x="68250" y="36408"/>
                </a:cubicBezTo>
                <a:cubicBezTo>
                  <a:pt x="71289" y="33984"/>
                  <a:pt x="72999" y="30885"/>
                  <a:pt x="73379" y="27112"/>
                </a:cubicBezTo>
                <a:cubicBezTo>
                  <a:pt x="73759" y="23339"/>
                  <a:pt x="72690" y="19873"/>
                  <a:pt x="70171" y="16714"/>
                </a:cubicBezTo>
                <a:cubicBezTo>
                  <a:pt x="67627" y="13525"/>
                  <a:pt x="64503" y="11685"/>
                  <a:pt x="60797" y="11196"/>
                </a:cubicBezTo>
                <a:cubicBezTo>
                  <a:pt x="57093" y="10705"/>
                  <a:pt x="53828" y="11586"/>
                  <a:pt x="51003" y="13839"/>
                </a:cubicBezTo>
                <a:moveTo>
                  <a:pt x="17528" y="36128"/>
                </a:moveTo>
                <a:cubicBezTo>
                  <a:pt x="15148" y="38026"/>
                  <a:pt x="13296" y="40428"/>
                  <a:pt x="11971" y="43333"/>
                </a:cubicBezTo>
                <a:cubicBezTo>
                  <a:pt x="10647" y="46238"/>
                  <a:pt x="10263" y="49293"/>
                  <a:pt x="10820" y="52496"/>
                </a:cubicBezTo>
                <a:cubicBezTo>
                  <a:pt x="11377" y="55699"/>
                  <a:pt x="12680" y="58586"/>
                  <a:pt x="14730" y="61156"/>
                </a:cubicBezTo>
                <a:cubicBezTo>
                  <a:pt x="17915" y="65151"/>
                  <a:pt x="21828" y="67426"/>
                  <a:pt x="26468" y="67981"/>
                </a:cubicBezTo>
                <a:cubicBezTo>
                  <a:pt x="31108" y="68536"/>
                  <a:pt x="35407" y="67235"/>
                  <a:pt x="39364" y="64080"/>
                </a:cubicBezTo>
                <a:cubicBezTo>
                  <a:pt x="43383" y="60875"/>
                  <a:pt x="45638" y="56885"/>
                  <a:pt x="46129" y="52112"/>
                </a:cubicBezTo>
                <a:cubicBezTo>
                  <a:pt x="46621" y="47337"/>
                  <a:pt x="45262" y="42937"/>
                  <a:pt x="42051" y="38911"/>
                </a:cubicBezTo>
                <a:cubicBezTo>
                  <a:pt x="38915" y="34979"/>
                  <a:pt x="35017" y="32755"/>
                  <a:pt x="30358" y="32241"/>
                </a:cubicBezTo>
                <a:cubicBezTo>
                  <a:pt x="25700" y="31726"/>
                  <a:pt x="21423" y="33021"/>
                  <a:pt x="17528" y="3612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.">
            <a:extLst xmlns:a="http://schemas.openxmlformats.org/drawingml/2006/main">
              <a:ext uri="{FF2B5EF4-FFF2-40B4-BE49-F238E27FC236}">
                <a16:creationId xmlns:a16="http://schemas.microsoft.com/office/drawing/2014/main" id="{BD3A7538-87A3-4931-B252-B3CF959B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560" y="4616926"/>
            <a:ext cx="17162" cy="17153"/>
          </a:xfrm>
          <a:custGeom xmlns:a="http://schemas.openxmlformats.org/drawingml/2006/main">
            <a:pathLst>
              <a:path w="17162" h="17153">
                <a:moveTo>
                  <a:pt x="0" y="7631"/>
                </a:moveTo>
                <a:lnTo>
                  <a:pt x="9568" y="0"/>
                </a:lnTo>
                <a:lnTo>
                  <a:pt x="17162" y="9522"/>
                </a:lnTo>
                <a:lnTo>
                  <a:pt x="7594" y="17153"/>
                </a:lnTo>
                <a:lnTo>
                  <a:pt x="0" y="7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5">
            <a:extLst xmlns:a="http://schemas.openxmlformats.org/drawingml/2006/main">
              <a:ext uri="{FF2B5EF4-FFF2-40B4-BE49-F238E27FC236}">
                <a16:creationId xmlns:a16="http://schemas.microsoft.com/office/drawing/2014/main" id="{31D30492-C616-42F4-8989-A8153740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009" y="4600755"/>
            <a:ext cx="91606" cy="79638"/>
          </a:xfrm>
          <a:custGeom xmlns:a="http://schemas.openxmlformats.org/drawingml/2006/main">
            <a:pathLst>
              <a:path w="91606" h="79638">
                <a:moveTo>
                  <a:pt x="8829" y="31257"/>
                </a:moveTo>
                <a:lnTo>
                  <a:pt x="16573" y="39443"/>
                </a:lnTo>
                <a:cubicBezTo>
                  <a:pt x="12833" y="43490"/>
                  <a:pt x="10835" y="47553"/>
                  <a:pt x="10580" y="51632"/>
                </a:cubicBezTo>
                <a:cubicBezTo>
                  <a:pt x="10326" y="55710"/>
                  <a:pt x="11532" y="59421"/>
                  <a:pt x="14199" y="62765"/>
                </a:cubicBezTo>
                <a:cubicBezTo>
                  <a:pt x="17410" y="66791"/>
                  <a:pt x="21641" y="68989"/>
                  <a:pt x="26893" y="69360"/>
                </a:cubicBezTo>
                <a:cubicBezTo>
                  <a:pt x="32147" y="69729"/>
                  <a:pt x="37278" y="67917"/>
                  <a:pt x="42286" y="63923"/>
                </a:cubicBezTo>
                <a:cubicBezTo>
                  <a:pt x="47048" y="60125"/>
                  <a:pt x="49737" y="55790"/>
                  <a:pt x="50353" y="50916"/>
                </a:cubicBezTo>
                <a:cubicBezTo>
                  <a:pt x="50969" y="46043"/>
                  <a:pt x="49548" y="41439"/>
                  <a:pt x="46091" y="37104"/>
                </a:cubicBezTo>
                <a:cubicBezTo>
                  <a:pt x="43943" y="34410"/>
                  <a:pt x="41397" y="32463"/>
                  <a:pt x="38454" y="31264"/>
                </a:cubicBezTo>
                <a:cubicBezTo>
                  <a:pt x="35511" y="30065"/>
                  <a:pt x="32577" y="29619"/>
                  <a:pt x="29652" y="29925"/>
                </a:cubicBezTo>
                <a:lnTo>
                  <a:pt x="24413" y="21260"/>
                </a:lnTo>
                <a:lnTo>
                  <a:pt x="64602" y="0"/>
                </a:lnTo>
                <a:lnTo>
                  <a:pt x="91606" y="33861"/>
                </a:lnTo>
                <a:lnTo>
                  <a:pt x="83710" y="40158"/>
                </a:lnTo>
                <a:lnTo>
                  <a:pt x="62040" y="12986"/>
                </a:lnTo>
                <a:lnTo>
                  <a:pt x="40767" y="23948"/>
                </a:lnTo>
                <a:cubicBezTo>
                  <a:pt x="46844" y="25788"/>
                  <a:pt x="51674" y="28953"/>
                  <a:pt x="55254" y="33443"/>
                </a:cubicBezTo>
                <a:cubicBezTo>
                  <a:pt x="59996" y="39389"/>
                  <a:pt x="61935" y="46049"/>
                  <a:pt x="61071" y="53425"/>
                </a:cubicBezTo>
                <a:cubicBezTo>
                  <a:pt x="60209" y="60800"/>
                  <a:pt x="56539" y="67071"/>
                  <a:pt x="50061" y="72236"/>
                </a:cubicBezTo>
                <a:cubicBezTo>
                  <a:pt x="43892" y="77156"/>
                  <a:pt x="37128" y="79612"/>
                  <a:pt x="29770" y="79604"/>
                </a:cubicBezTo>
                <a:cubicBezTo>
                  <a:pt x="20770" y="79638"/>
                  <a:pt x="13258" y="75877"/>
                  <a:pt x="7232" y="68322"/>
                </a:cubicBezTo>
                <a:cubicBezTo>
                  <a:pt x="2293" y="62129"/>
                  <a:pt x="0" y="55687"/>
                  <a:pt x="353" y="48997"/>
                </a:cubicBezTo>
                <a:cubicBezTo>
                  <a:pt x="706" y="42307"/>
                  <a:pt x="3531" y="36394"/>
                  <a:pt x="8829" y="3125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0">
            <a:extLst xmlns:a="http://schemas.openxmlformats.org/drawingml/2006/main">
              <a:ext uri="{FF2B5EF4-FFF2-40B4-BE49-F238E27FC236}">
                <a16:creationId xmlns:a16="http://schemas.microsoft.com/office/drawing/2014/main" id="{489997A0-0650-4BED-84DC-B7B71600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140" y="4152594"/>
            <a:ext cx="32439" cy="32326"/>
          </a:xfrm>
          <a:custGeom xmlns:a="http://schemas.openxmlformats.org/drawingml/2006/main">
            <a:pathLst>
              <a:path w="32439" h="32326">
                <a:moveTo>
                  <a:pt x="8091" y="7960"/>
                </a:moveTo>
                <a:cubicBezTo>
                  <a:pt x="11066" y="4984"/>
                  <a:pt x="13767" y="2894"/>
                  <a:pt x="16194" y="1692"/>
                </a:cubicBezTo>
                <a:cubicBezTo>
                  <a:pt x="18620" y="489"/>
                  <a:pt x="20930" y="0"/>
                  <a:pt x="23123" y="223"/>
                </a:cubicBezTo>
                <a:cubicBezTo>
                  <a:pt x="25316" y="447"/>
                  <a:pt x="27329" y="1475"/>
                  <a:pt x="29162" y="3307"/>
                </a:cubicBezTo>
                <a:cubicBezTo>
                  <a:pt x="30514" y="4658"/>
                  <a:pt x="31428" y="6115"/>
                  <a:pt x="31904" y="7678"/>
                </a:cubicBezTo>
                <a:cubicBezTo>
                  <a:pt x="32380" y="9241"/>
                  <a:pt x="32439" y="10867"/>
                  <a:pt x="32079" y="12556"/>
                </a:cubicBezTo>
                <a:cubicBezTo>
                  <a:pt x="31719" y="14244"/>
                  <a:pt x="30993" y="16014"/>
                  <a:pt x="29901" y="17863"/>
                </a:cubicBezTo>
                <a:cubicBezTo>
                  <a:pt x="28808" y="19712"/>
                  <a:pt x="27015" y="21884"/>
                  <a:pt x="24521" y="24380"/>
                </a:cubicBezTo>
                <a:cubicBezTo>
                  <a:pt x="21569" y="27334"/>
                  <a:pt x="18882" y="29415"/>
                  <a:pt x="16461" y="30623"/>
                </a:cubicBezTo>
                <a:cubicBezTo>
                  <a:pt x="14040" y="31831"/>
                  <a:pt x="11730" y="32326"/>
                  <a:pt x="9532" y="32109"/>
                </a:cubicBezTo>
                <a:cubicBezTo>
                  <a:pt x="7333" y="31891"/>
                  <a:pt x="5311" y="30860"/>
                  <a:pt x="3467" y="29017"/>
                </a:cubicBezTo>
                <a:cubicBezTo>
                  <a:pt x="1038" y="26589"/>
                  <a:pt x="0" y="23812"/>
                  <a:pt x="353" y="20687"/>
                </a:cubicBezTo>
                <a:cubicBezTo>
                  <a:pt x="786" y="16931"/>
                  <a:pt x="3365" y="12689"/>
                  <a:pt x="8091" y="7960"/>
                </a:cubicBezTo>
                <a:moveTo>
                  <a:pt x="11279" y="11129"/>
                </a:moveTo>
                <a:cubicBezTo>
                  <a:pt x="7159" y="15251"/>
                  <a:pt x="4901" y="18479"/>
                  <a:pt x="4506" y="20811"/>
                </a:cubicBezTo>
                <a:cubicBezTo>
                  <a:pt x="4110" y="23143"/>
                  <a:pt x="4623" y="25019"/>
                  <a:pt x="6043" y="26439"/>
                </a:cubicBezTo>
                <a:cubicBezTo>
                  <a:pt x="7464" y="27859"/>
                  <a:pt x="9343" y="28367"/>
                  <a:pt x="11681" y="27965"/>
                </a:cubicBezTo>
                <a:cubicBezTo>
                  <a:pt x="14018" y="27562"/>
                  <a:pt x="17241" y="25305"/>
                  <a:pt x="21350" y="21194"/>
                </a:cubicBezTo>
                <a:cubicBezTo>
                  <a:pt x="25481" y="17061"/>
                  <a:pt x="27741" y="13831"/>
                  <a:pt x="28131" y="11504"/>
                </a:cubicBezTo>
                <a:cubicBezTo>
                  <a:pt x="28522" y="9178"/>
                  <a:pt x="27995" y="7293"/>
                  <a:pt x="26551" y="5850"/>
                </a:cubicBezTo>
                <a:cubicBezTo>
                  <a:pt x="25130" y="4430"/>
                  <a:pt x="23397" y="3896"/>
                  <a:pt x="21351" y="4248"/>
                </a:cubicBezTo>
                <a:cubicBezTo>
                  <a:pt x="18756" y="4713"/>
                  <a:pt x="15399" y="7007"/>
                  <a:pt x="11279" y="1112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.">
            <a:extLst xmlns:a="http://schemas.openxmlformats.org/drawingml/2006/main">
              <a:ext uri="{FF2B5EF4-FFF2-40B4-BE49-F238E27FC236}">
                <a16:creationId xmlns:a16="http://schemas.microsoft.com/office/drawing/2014/main" id="{5E94DA42-6BBC-4D31-BE9B-3E160D9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109" y="4190740"/>
            <a:ext cx="7061" cy="7061"/>
          </a:xfrm>
          <a:custGeom xmlns:a="http://schemas.openxmlformats.org/drawingml/2006/main">
            <a:pathLst>
              <a:path w="7061" h="7061">
                <a:moveTo>
                  <a:pt x="0" y="3540"/>
                </a:moveTo>
                <a:lnTo>
                  <a:pt x="3538" y="0"/>
                </a:lnTo>
                <a:lnTo>
                  <a:pt x="7061" y="3521"/>
                </a:lnTo>
                <a:lnTo>
                  <a:pt x="3523" y="7061"/>
                </a:lnTo>
                <a:lnTo>
                  <a:pt x="0" y="35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6">
            <a:extLst xmlns:a="http://schemas.openxmlformats.org/drawingml/2006/main">
              <a:ext uri="{FF2B5EF4-FFF2-40B4-BE49-F238E27FC236}">
                <a16:creationId xmlns:a16="http://schemas.microsoft.com/office/drawing/2014/main" id="{249DA235-E804-405A-BA7C-E004D693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22" y="4182117"/>
            <a:ext cx="33075" cy="32665"/>
          </a:xfrm>
          <a:custGeom xmlns:a="http://schemas.openxmlformats.org/drawingml/2006/main">
            <a:pathLst>
              <a:path w="33075" h="32665">
                <a:moveTo>
                  <a:pt x="30584" y="17242"/>
                </a:moveTo>
                <a:lnTo>
                  <a:pt x="27267" y="14409"/>
                </a:lnTo>
                <a:cubicBezTo>
                  <a:pt x="28200" y="12925"/>
                  <a:pt x="28689" y="11657"/>
                  <a:pt x="28732" y="10605"/>
                </a:cubicBezTo>
                <a:cubicBezTo>
                  <a:pt x="28773" y="8891"/>
                  <a:pt x="28181" y="7422"/>
                  <a:pt x="26955" y="6196"/>
                </a:cubicBezTo>
                <a:cubicBezTo>
                  <a:pt x="25970" y="5212"/>
                  <a:pt x="24832" y="4621"/>
                  <a:pt x="23540" y="4423"/>
                </a:cubicBezTo>
                <a:cubicBezTo>
                  <a:pt x="21860" y="4157"/>
                  <a:pt x="20062" y="4421"/>
                  <a:pt x="18145" y="5216"/>
                </a:cubicBezTo>
                <a:cubicBezTo>
                  <a:pt x="16228" y="6011"/>
                  <a:pt x="14005" y="7651"/>
                  <a:pt x="11476" y="10135"/>
                </a:cubicBezTo>
                <a:cubicBezTo>
                  <a:pt x="13355" y="9745"/>
                  <a:pt x="15107" y="9814"/>
                  <a:pt x="16734" y="10340"/>
                </a:cubicBezTo>
                <a:cubicBezTo>
                  <a:pt x="18360" y="10866"/>
                  <a:pt x="19764" y="11719"/>
                  <a:pt x="20944" y="12899"/>
                </a:cubicBezTo>
                <a:cubicBezTo>
                  <a:pt x="23006" y="14960"/>
                  <a:pt x="24003" y="17474"/>
                  <a:pt x="23936" y="20440"/>
                </a:cubicBezTo>
                <a:cubicBezTo>
                  <a:pt x="23868" y="23407"/>
                  <a:pt x="22631" y="26093"/>
                  <a:pt x="20227" y="28499"/>
                </a:cubicBezTo>
                <a:cubicBezTo>
                  <a:pt x="18647" y="30080"/>
                  <a:pt x="16837" y="31209"/>
                  <a:pt x="14799" y="31885"/>
                </a:cubicBezTo>
                <a:cubicBezTo>
                  <a:pt x="12760" y="32562"/>
                  <a:pt x="10784" y="32665"/>
                  <a:pt x="8871" y="32196"/>
                </a:cubicBezTo>
                <a:cubicBezTo>
                  <a:pt x="6958" y="31727"/>
                  <a:pt x="5246" y="30737"/>
                  <a:pt x="3733" y="29226"/>
                </a:cubicBezTo>
                <a:cubicBezTo>
                  <a:pt x="1156" y="26649"/>
                  <a:pt x="0" y="23601"/>
                  <a:pt x="267" y="20080"/>
                </a:cubicBezTo>
                <a:cubicBezTo>
                  <a:pt x="534" y="16559"/>
                  <a:pt x="2841" y="12623"/>
                  <a:pt x="7190" y="8272"/>
                </a:cubicBezTo>
                <a:cubicBezTo>
                  <a:pt x="12053" y="3406"/>
                  <a:pt x="16488" y="767"/>
                  <a:pt x="20496" y="355"/>
                </a:cubicBezTo>
                <a:cubicBezTo>
                  <a:pt x="23988" y="0"/>
                  <a:pt x="27063" y="1151"/>
                  <a:pt x="29721" y="3807"/>
                </a:cubicBezTo>
                <a:cubicBezTo>
                  <a:pt x="31703" y="5788"/>
                  <a:pt x="32770" y="7969"/>
                  <a:pt x="32923" y="10348"/>
                </a:cubicBezTo>
                <a:cubicBezTo>
                  <a:pt x="33075" y="12728"/>
                  <a:pt x="32296" y="15026"/>
                  <a:pt x="30584" y="17242"/>
                </a:cubicBezTo>
                <a:moveTo>
                  <a:pt x="7147" y="15429"/>
                </a:moveTo>
                <a:cubicBezTo>
                  <a:pt x="6086" y="16492"/>
                  <a:pt x="5296" y="17734"/>
                  <a:pt x="4778" y="19158"/>
                </a:cubicBezTo>
                <a:cubicBezTo>
                  <a:pt x="4260" y="20581"/>
                  <a:pt x="4154" y="21953"/>
                  <a:pt x="4459" y="23275"/>
                </a:cubicBezTo>
                <a:cubicBezTo>
                  <a:pt x="4765" y="24596"/>
                  <a:pt x="5365" y="25703"/>
                  <a:pt x="6258" y="26596"/>
                </a:cubicBezTo>
                <a:cubicBezTo>
                  <a:pt x="7564" y="27901"/>
                  <a:pt x="9212" y="28498"/>
                  <a:pt x="11202" y="28386"/>
                </a:cubicBezTo>
                <a:cubicBezTo>
                  <a:pt x="13192" y="28274"/>
                  <a:pt x="15089" y="27316"/>
                  <a:pt x="16892" y="25511"/>
                </a:cubicBezTo>
                <a:cubicBezTo>
                  <a:pt x="18628" y="23775"/>
                  <a:pt x="19531" y="21943"/>
                  <a:pt x="19602" y="20016"/>
                </a:cubicBezTo>
                <a:cubicBezTo>
                  <a:pt x="19673" y="18089"/>
                  <a:pt x="19004" y="16421"/>
                  <a:pt x="17594" y="15013"/>
                </a:cubicBezTo>
                <a:cubicBezTo>
                  <a:pt x="16196" y="13616"/>
                  <a:pt x="14511" y="12931"/>
                  <a:pt x="12538" y="12957"/>
                </a:cubicBezTo>
                <a:cubicBezTo>
                  <a:pt x="10566" y="12983"/>
                  <a:pt x="8769" y="13807"/>
                  <a:pt x="7147" y="1542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9">
            <a:extLst xmlns:a="http://schemas.openxmlformats.org/drawingml/2006/main">
              <a:ext uri="{FF2B5EF4-FFF2-40B4-BE49-F238E27FC236}">
                <a16:creationId xmlns:a16="http://schemas.microsoft.com/office/drawing/2014/main" id="{0551FB59-6FCA-4F76-8B55-A0BC6908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529" y="4201126"/>
            <a:ext cx="33052" cy="32451"/>
          </a:xfrm>
          <a:custGeom xmlns:a="http://schemas.openxmlformats.org/drawingml/2006/main">
            <a:pathLst>
              <a:path w="33052" h="32451">
                <a:moveTo>
                  <a:pt x="2534" y="15344"/>
                </a:moveTo>
                <a:lnTo>
                  <a:pt x="5784" y="18039"/>
                </a:lnTo>
                <a:cubicBezTo>
                  <a:pt x="4639" y="19689"/>
                  <a:pt x="4107" y="21184"/>
                  <a:pt x="4187" y="22524"/>
                </a:cubicBezTo>
                <a:cubicBezTo>
                  <a:pt x="4268" y="23864"/>
                  <a:pt x="4864" y="25089"/>
                  <a:pt x="5975" y="26200"/>
                </a:cubicBezTo>
                <a:cubicBezTo>
                  <a:pt x="6926" y="27150"/>
                  <a:pt x="7977" y="27766"/>
                  <a:pt x="9128" y="28046"/>
                </a:cubicBezTo>
                <a:cubicBezTo>
                  <a:pt x="10279" y="28326"/>
                  <a:pt x="11448" y="28332"/>
                  <a:pt x="12633" y="28062"/>
                </a:cubicBezTo>
                <a:cubicBezTo>
                  <a:pt x="13819" y="27793"/>
                  <a:pt x="15184" y="27194"/>
                  <a:pt x="16730" y="26266"/>
                </a:cubicBezTo>
                <a:cubicBezTo>
                  <a:pt x="18276" y="25337"/>
                  <a:pt x="19691" y="24232"/>
                  <a:pt x="20973" y="22948"/>
                </a:cubicBezTo>
                <a:cubicBezTo>
                  <a:pt x="21110" y="22811"/>
                  <a:pt x="21311" y="22599"/>
                  <a:pt x="21574" y="22313"/>
                </a:cubicBezTo>
                <a:cubicBezTo>
                  <a:pt x="19971" y="22679"/>
                  <a:pt x="18327" y="22634"/>
                  <a:pt x="16643" y="22176"/>
                </a:cubicBezTo>
                <a:cubicBezTo>
                  <a:pt x="14959" y="21719"/>
                  <a:pt x="13493" y="20866"/>
                  <a:pt x="12244" y="19618"/>
                </a:cubicBezTo>
                <a:cubicBezTo>
                  <a:pt x="10159" y="17534"/>
                  <a:pt x="9148" y="15017"/>
                  <a:pt x="9211" y="12066"/>
                </a:cubicBezTo>
                <a:cubicBezTo>
                  <a:pt x="9274" y="9116"/>
                  <a:pt x="10539" y="6407"/>
                  <a:pt x="13005" y="3940"/>
                </a:cubicBezTo>
                <a:cubicBezTo>
                  <a:pt x="15550" y="1392"/>
                  <a:pt x="18353" y="95"/>
                  <a:pt x="21411" y="48"/>
                </a:cubicBezTo>
                <a:cubicBezTo>
                  <a:pt x="24471" y="0"/>
                  <a:pt x="27135" y="1110"/>
                  <a:pt x="29403" y="3377"/>
                </a:cubicBezTo>
                <a:cubicBezTo>
                  <a:pt x="31041" y="5014"/>
                  <a:pt x="32099" y="6952"/>
                  <a:pt x="32575" y="9191"/>
                </a:cubicBezTo>
                <a:cubicBezTo>
                  <a:pt x="33052" y="11430"/>
                  <a:pt x="32827" y="13717"/>
                  <a:pt x="31901" y="16052"/>
                </a:cubicBezTo>
                <a:cubicBezTo>
                  <a:pt x="30975" y="18388"/>
                  <a:pt x="28967" y="21102"/>
                  <a:pt x="25878" y="24193"/>
                </a:cubicBezTo>
                <a:cubicBezTo>
                  <a:pt x="22662" y="27410"/>
                  <a:pt x="19753" y="29623"/>
                  <a:pt x="17148" y="30831"/>
                </a:cubicBezTo>
                <a:cubicBezTo>
                  <a:pt x="14544" y="32039"/>
                  <a:pt x="12054" y="32451"/>
                  <a:pt x="9678" y="32067"/>
                </a:cubicBezTo>
                <a:cubicBezTo>
                  <a:pt x="7302" y="31683"/>
                  <a:pt x="5186" y="30564"/>
                  <a:pt x="3330" y="28709"/>
                </a:cubicBezTo>
                <a:cubicBezTo>
                  <a:pt x="1359" y="26740"/>
                  <a:pt x="299" y="24581"/>
                  <a:pt x="150" y="22233"/>
                </a:cubicBezTo>
                <a:cubicBezTo>
                  <a:pt x="0" y="19885"/>
                  <a:pt x="795" y="17589"/>
                  <a:pt x="2534" y="15344"/>
                </a:cubicBezTo>
                <a:moveTo>
                  <a:pt x="26281" y="16916"/>
                </a:moveTo>
                <a:cubicBezTo>
                  <a:pt x="28045" y="15151"/>
                  <a:pt x="28972" y="13278"/>
                  <a:pt x="29062" y="11297"/>
                </a:cubicBezTo>
                <a:cubicBezTo>
                  <a:pt x="29153" y="9316"/>
                  <a:pt x="28534" y="7661"/>
                  <a:pt x="27205" y="6333"/>
                </a:cubicBezTo>
                <a:cubicBezTo>
                  <a:pt x="25830" y="4959"/>
                  <a:pt x="24075" y="4320"/>
                  <a:pt x="21940" y="4417"/>
                </a:cubicBezTo>
                <a:cubicBezTo>
                  <a:pt x="19805" y="4514"/>
                  <a:pt x="17850" y="5451"/>
                  <a:pt x="16074" y="7227"/>
                </a:cubicBezTo>
                <a:cubicBezTo>
                  <a:pt x="14480" y="8822"/>
                  <a:pt x="13670" y="10601"/>
                  <a:pt x="13642" y="12565"/>
                </a:cubicBezTo>
                <a:cubicBezTo>
                  <a:pt x="13614" y="14529"/>
                  <a:pt x="14311" y="16221"/>
                  <a:pt x="15731" y="17641"/>
                </a:cubicBezTo>
                <a:cubicBezTo>
                  <a:pt x="17163" y="19072"/>
                  <a:pt x="18839" y="19751"/>
                  <a:pt x="20757" y="19676"/>
                </a:cubicBezTo>
                <a:cubicBezTo>
                  <a:pt x="22675" y="19601"/>
                  <a:pt x="24516" y="18681"/>
                  <a:pt x="26281" y="169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F8835C0F-8CE0-4248-9F79-F21A436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121" y="3995384"/>
            <a:ext cx="96538" cy="113996"/>
          </a:xfrm>
          <a:custGeom xmlns:a="http://schemas.openxmlformats.org/drawingml/2006/main">
            <a:pathLst>
              <a:path w="96538" h="113996">
                <a:moveTo>
                  <a:pt x="16413" y="37140"/>
                </a:moveTo>
                <a:cubicBezTo>
                  <a:pt x="23616" y="25374"/>
                  <a:pt x="30624" y="16645"/>
                  <a:pt x="37439" y="10954"/>
                </a:cubicBezTo>
                <a:cubicBezTo>
                  <a:pt x="44253" y="5264"/>
                  <a:pt x="51240" y="1935"/>
                  <a:pt x="58400" y="967"/>
                </a:cubicBezTo>
                <a:cubicBezTo>
                  <a:pt x="65561" y="0"/>
                  <a:pt x="72764" y="1734"/>
                  <a:pt x="80010" y="6170"/>
                </a:cubicBezTo>
                <a:cubicBezTo>
                  <a:pt x="85354" y="9441"/>
                  <a:pt x="89383" y="13385"/>
                  <a:pt x="92098" y="18002"/>
                </a:cubicBezTo>
                <a:cubicBezTo>
                  <a:pt x="94813" y="22619"/>
                  <a:pt x="96244" y="27757"/>
                  <a:pt x="96391" y="33415"/>
                </a:cubicBezTo>
                <a:cubicBezTo>
                  <a:pt x="96538" y="39073"/>
                  <a:pt x="95579" y="45268"/>
                  <a:pt x="93513" y="52000"/>
                </a:cubicBezTo>
                <a:cubicBezTo>
                  <a:pt x="91448" y="58730"/>
                  <a:pt x="87396" y="67028"/>
                  <a:pt x="81357" y="76894"/>
                </a:cubicBezTo>
                <a:cubicBezTo>
                  <a:pt x="74210" y="88569"/>
                  <a:pt x="67240" y="97260"/>
                  <a:pt x="60449" y="102964"/>
                </a:cubicBezTo>
                <a:cubicBezTo>
                  <a:pt x="53657" y="108669"/>
                  <a:pt x="46674" y="112016"/>
                  <a:pt x="39500" y="113006"/>
                </a:cubicBezTo>
                <a:cubicBezTo>
                  <a:pt x="32326" y="113996"/>
                  <a:pt x="25093" y="112260"/>
                  <a:pt x="17802" y="107796"/>
                </a:cubicBezTo>
                <a:cubicBezTo>
                  <a:pt x="8201" y="101919"/>
                  <a:pt x="2766" y="93864"/>
                  <a:pt x="1497" y="83630"/>
                </a:cubicBezTo>
                <a:cubicBezTo>
                  <a:pt x="0" y="71328"/>
                  <a:pt x="4972" y="55832"/>
                  <a:pt x="16413" y="37140"/>
                </a:cubicBezTo>
                <a:moveTo>
                  <a:pt x="29002" y="44799"/>
                </a:moveTo>
                <a:cubicBezTo>
                  <a:pt x="19028" y="61093"/>
                  <a:pt x="14303" y="73109"/>
                  <a:pt x="14828" y="80846"/>
                </a:cubicBezTo>
                <a:cubicBezTo>
                  <a:pt x="15353" y="88582"/>
                  <a:pt x="18424" y="94169"/>
                  <a:pt x="24039" y="97607"/>
                </a:cubicBezTo>
                <a:cubicBezTo>
                  <a:pt x="29655" y="101044"/>
                  <a:pt x="36034" y="101226"/>
                  <a:pt x="43176" y="98152"/>
                </a:cubicBezTo>
                <a:cubicBezTo>
                  <a:pt x="50319" y="95079"/>
                  <a:pt x="58863" y="85417"/>
                  <a:pt x="68810" y="69167"/>
                </a:cubicBezTo>
                <a:cubicBezTo>
                  <a:pt x="78812" y="52828"/>
                  <a:pt x="83543" y="40801"/>
                  <a:pt x="83004" y="33088"/>
                </a:cubicBezTo>
                <a:cubicBezTo>
                  <a:pt x="82465" y="25373"/>
                  <a:pt x="79343" y="19769"/>
                  <a:pt x="73637" y="16276"/>
                </a:cubicBezTo>
                <a:cubicBezTo>
                  <a:pt x="68021" y="12839"/>
                  <a:pt x="62087" y="12464"/>
                  <a:pt x="55834" y="15152"/>
                </a:cubicBezTo>
                <a:cubicBezTo>
                  <a:pt x="47920" y="18623"/>
                  <a:pt x="38976" y="28505"/>
                  <a:pt x="29002" y="447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Text .">
            <a:extLst xmlns:a="http://schemas.openxmlformats.org/drawingml/2006/main">
              <a:ext uri="{FF2B5EF4-FFF2-40B4-BE49-F238E27FC236}">
                <a16:creationId xmlns:a16="http://schemas.microsoft.com/office/drawing/2014/main" id="{C9F0E5C0-000E-4F24-80FF-E2C4712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664" y="4119229"/>
            <a:ext cx="22492" cy="22519"/>
          </a:xfrm>
          <a:custGeom xmlns:a="http://schemas.openxmlformats.org/drawingml/2006/main">
            <a:pathLst>
              <a:path w="22492" h="22519">
                <a:moveTo>
                  <a:pt x="0" y="13994"/>
                </a:moveTo>
                <a:lnTo>
                  <a:pt x="8566" y="0"/>
                </a:lnTo>
                <a:lnTo>
                  <a:pt x="22492" y="8524"/>
                </a:lnTo>
                <a:lnTo>
                  <a:pt x="13926" y="22519"/>
                </a:lnTo>
                <a:lnTo>
                  <a:pt x="0" y="139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A297F8B3-7EEE-4B58-9E38-6FDCB6A8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917" y="4065005"/>
            <a:ext cx="116005" cy="127030"/>
          </a:xfrm>
          <a:custGeom xmlns:a="http://schemas.openxmlformats.org/drawingml/2006/main">
            <a:pathLst>
              <a:path w="116005" h="127030">
                <a:moveTo>
                  <a:pt x="73020" y="115278"/>
                </a:moveTo>
                <a:lnTo>
                  <a:pt x="65826" y="127030"/>
                </a:lnTo>
                <a:lnTo>
                  <a:pt x="0" y="86736"/>
                </a:lnTo>
                <a:cubicBezTo>
                  <a:pt x="1710" y="83738"/>
                  <a:pt x="3918" y="81200"/>
                  <a:pt x="6622" y="79122"/>
                </a:cubicBezTo>
                <a:cubicBezTo>
                  <a:pt x="11040" y="75667"/>
                  <a:pt x="16425" y="72897"/>
                  <a:pt x="22775" y="70811"/>
                </a:cubicBezTo>
                <a:cubicBezTo>
                  <a:pt x="29126" y="68726"/>
                  <a:pt x="37534" y="66966"/>
                  <a:pt x="48000" y="65532"/>
                </a:cubicBezTo>
                <a:cubicBezTo>
                  <a:pt x="64252" y="63289"/>
                  <a:pt x="75866" y="60742"/>
                  <a:pt x="82841" y="57889"/>
                </a:cubicBezTo>
                <a:cubicBezTo>
                  <a:pt x="89817" y="55036"/>
                  <a:pt x="94718" y="51303"/>
                  <a:pt x="97543" y="46687"/>
                </a:cubicBezTo>
                <a:cubicBezTo>
                  <a:pt x="100506" y="41846"/>
                  <a:pt x="101274" y="36702"/>
                  <a:pt x="99845" y="31255"/>
                </a:cubicBezTo>
                <a:cubicBezTo>
                  <a:pt x="98416" y="25809"/>
                  <a:pt x="94917" y="21380"/>
                  <a:pt x="89346" y="17971"/>
                </a:cubicBezTo>
                <a:cubicBezTo>
                  <a:pt x="83459" y="14367"/>
                  <a:pt x="77668" y="13250"/>
                  <a:pt x="71973" y="14620"/>
                </a:cubicBezTo>
                <a:cubicBezTo>
                  <a:pt x="66278" y="15990"/>
                  <a:pt x="61495" y="19786"/>
                  <a:pt x="57624" y="26008"/>
                </a:cubicBezTo>
                <a:lnTo>
                  <a:pt x="45848" y="17023"/>
                </a:lnTo>
                <a:cubicBezTo>
                  <a:pt x="52460" y="8154"/>
                  <a:pt x="60081" y="2975"/>
                  <a:pt x="68712" y="1488"/>
                </a:cubicBezTo>
                <a:cubicBezTo>
                  <a:pt x="77342" y="0"/>
                  <a:pt x="86390" y="2153"/>
                  <a:pt x="95855" y="7947"/>
                </a:cubicBezTo>
                <a:cubicBezTo>
                  <a:pt x="105411" y="13796"/>
                  <a:pt x="111352" y="21076"/>
                  <a:pt x="113678" y="29786"/>
                </a:cubicBezTo>
                <a:cubicBezTo>
                  <a:pt x="116005" y="38496"/>
                  <a:pt x="114769" y="46770"/>
                  <a:pt x="109971" y="54607"/>
                </a:cubicBezTo>
                <a:cubicBezTo>
                  <a:pt x="107531" y="58594"/>
                  <a:pt x="104317" y="62014"/>
                  <a:pt x="100329" y="64867"/>
                </a:cubicBezTo>
                <a:cubicBezTo>
                  <a:pt x="96342" y="67720"/>
                  <a:pt x="91154" y="70118"/>
                  <a:pt x="84765" y="72062"/>
                </a:cubicBezTo>
                <a:cubicBezTo>
                  <a:pt x="78378" y="74004"/>
                  <a:pt x="68517" y="76001"/>
                  <a:pt x="55183" y="78053"/>
                </a:cubicBezTo>
                <a:cubicBezTo>
                  <a:pt x="44081" y="79715"/>
                  <a:pt x="36816" y="81005"/>
                  <a:pt x="33389" y="81925"/>
                </a:cubicBezTo>
                <a:cubicBezTo>
                  <a:pt x="29963" y="82843"/>
                  <a:pt x="26892" y="83995"/>
                  <a:pt x="24177" y="85380"/>
                </a:cubicBezTo>
                <a:lnTo>
                  <a:pt x="73020" y="1152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1">
            <a:extLst xmlns:a="http://schemas.openxmlformats.org/drawingml/2006/main">
              <a:ext uri="{FF2B5EF4-FFF2-40B4-BE49-F238E27FC236}">
                <a16:creationId xmlns:a16="http://schemas.microsoft.com/office/drawing/2014/main" id="{F96DBE18-036F-4870-B621-61D35364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64" y="4123421"/>
            <a:ext cx="73438" cy="104820"/>
          </a:xfrm>
          <a:custGeom xmlns:a="http://schemas.openxmlformats.org/drawingml/2006/main">
            <a:pathLst>
              <a:path w="73438" h="104820">
                <a:moveTo>
                  <a:pt x="12228" y="104820"/>
                </a:moveTo>
                <a:lnTo>
                  <a:pt x="0" y="97335"/>
                </a:lnTo>
                <a:lnTo>
                  <a:pt x="47696" y="19417"/>
                </a:lnTo>
                <a:cubicBezTo>
                  <a:pt x="43033" y="20423"/>
                  <a:pt x="37453" y="20867"/>
                  <a:pt x="30957" y="20750"/>
                </a:cubicBezTo>
                <a:cubicBezTo>
                  <a:pt x="24460" y="20634"/>
                  <a:pt x="18880" y="20113"/>
                  <a:pt x="14216" y="19188"/>
                </a:cubicBezTo>
                <a:lnTo>
                  <a:pt x="21452" y="7368"/>
                </a:lnTo>
                <a:cubicBezTo>
                  <a:pt x="30259" y="8339"/>
                  <a:pt x="38621" y="8103"/>
                  <a:pt x="46538" y="6661"/>
                </a:cubicBezTo>
                <a:cubicBezTo>
                  <a:pt x="54456" y="5220"/>
                  <a:pt x="60796" y="2999"/>
                  <a:pt x="65558" y="0"/>
                </a:cubicBezTo>
                <a:lnTo>
                  <a:pt x="73438" y="4824"/>
                </a:lnTo>
                <a:lnTo>
                  <a:pt x="12228" y="1048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0">
            <a:extLst xmlns:a="http://schemas.openxmlformats.org/drawingml/2006/main">
              <a:ext uri="{FF2B5EF4-FFF2-40B4-BE49-F238E27FC236}">
                <a16:creationId xmlns:a16="http://schemas.microsoft.com/office/drawing/2014/main" id="{03BF6676-395E-4051-8F24-26B8EF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433" y="3691090"/>
            <a:ext cx="66269" cy="83334"/>
          </a:xfrm>
          <a:custGeom xmlns:a="http://schemas.openxmlformats.org/drawingml/2006/main">
            <a:pathLst>
              <a:path w="66269" h="83334">
                <a:moveTo>
                  <a:pt x="9222" y="29880"/>
                </a:moveTo>
                <a:cubicBezTo>
                  <a:pt x="13500" y="21010"/>
                  <a:pt x="17856" y="14311"/>
                  <a:pt x="22290" y="9784"/>
                </a:cubicBezTo>
                <a:cubicBezTo>
                  <a:pt x="26725" y="5256"/>
                  <a:pt x="31450" y="2394"/>
                  <a:pt x="36467" y="1197"/>
                </a:cubicBezTo>
                <a:cubicBezTo>
                  <a:pt x="41483" y="0"/>
                  <a:pt x="46723" y="719"/>
                  <a:pt x="52186" y="3353"/>
                </a:cubicBezTo>
                <a:cubicBezTo>
                  <a:pt x="56214" y="5295"/>
                  <a:pt x="59357" y="7810"/>
                  <a:pt x="61614" y="10896"/>
                </a:cubicBezTo>
                <a:cubicBezTo>
                  <a:pt x="63871" y="13981"/>
                  <a:pt x="65254" y="17528"/>
                  <a:pt x="65761" y="21537"/>
                </a:cubicBezTo>
                <a:cubicBezTo>
                  <a:pt x="66269" y="25545"/>
                  <a:pt x="66029" y="30013"/>
                  <a:pt x="65041" y="34942"/>
                </a:cubicBezTo>
                <a:cubicBezTo>
                  <a:pt x="64054" y="39869"/>
                  <a:pt x="61767" y="46051"/>
                  <a:pt x="58180" y="53489"/>
                </a:cubicBezTo>
                <a:cubicBezTo>
                  <a:pt x="53936" y="62291"/>
                  <a:pt x="49605" y="68959"/>
                  <a:pt x="45188" y="73495"/>
                </a:cubicBezTo>
                <a:cubicBezTo>
                  <a:pt x="40770" y="78030"/>
                  <a:pt x="36049" y="80905"/>
                  <a:pt x="31024" y="82119"/>
                </a:cubicBezTo>
                <a:cubicBezTo>
                  <a:pt x="25999" y="83334"/>
                  <a:pt x="20738" y="82615"/>
                  <a:pt x="15242" y="79965"/>
                </a:cubicBezTo>
                <a:cubicBezTo>
                  <a:pt x="8004" y="76475"/>
                  <a:pt x="3570" y="71140"/>
                  <a:pt x="1940" y="63962"/>
                </a:cubicBezTo>
                <a:cubicBezTo>
                  <a:pt x="0" y="55331"/>
                  <a:pt x="2428" y="43971"/>
                  <a:pt x="9222" y="29880"/>
                </a:cubicBezTo>
                <a:moveTo>
                  <a:pt x="18709" y="34423"/>
                </a:moveTo>
                <a:cubicBezTo>
                  <a:pt x="12786" y="46706"/>
                  <a:pt x="10286" y="55577"/>
                  <a:pt x="11209" y="61035"/>
                </a:cubicBezTo>
                <a:cubicBezTo>
                  <a:pt x="12134" y="66492"/>
                  <a:pt x="14712" y="70242"/>
                  <a:pt x="18946" y="72283"/>
                </a:cubicBezTo>
                <a:cubicBezTo>
                  <a:pt x="23179" y="74325"/>
                  <a:pt x="27723" y="73999"/>
                  <a:pt x="32577" y="71307"/>
                </a:cubicBezTo>
                <a:cubicBezTo>
                  <a:pt x="37431" y="68616"/>
                  <a:pt x="42811" y="61145"/>
                  <a:pt x="48719" y="48894"/>
                </a:cubicBezTo>
                <a:cubicBezTo>
                  <a:pt x="54658" y="36577"/>
                  <a:pt x="57162" y="27698"/>
                  <a:pt x="56229" y="22258"/>
                </a:cubicBezTo>
                <a:cubicBezTo>
                  <a:pt x="55298" y="16817"/>
                  <a:pt x="52681" y="13059"/>
                  <a:pt x="48379" y="10985"/>
                </a:cubicBezTo>
                <a:cubicBezTo>
                  <a:pt x="44145" y="8944"/>
                  <a:pt x="39904" y="9100"/>
                  <a:pt x="35655" y="11455"/>
                </a:cubicBezTo>
                <a:cubicBezTo>
                  <a:pt x="30281" y="14484"/>
                  <a:pt x="24632" y="22140"/>
                  <a:pt x="18709" y="3442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0">
            <a:extLst xmlns:a="http://schemas.openxmlformats.org/drawingml/2006/main">
              <a:ext uri="{FF2B5EF4-FFF2-40B4-BE49-F238E27FC236}">
                <a16:creationId xmlns:a16="http://schemas.microsoft.com/office/drawing/2014/main" id="{4FD9BF30-EC66-4C33-93C2-74A81A6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703" y="3557980"/>
            <a:ext cx="63550" cy="84372"/>
          </a:xfrm>
          <a:custGeom xmlns:a="http://schemas.openxmlformats.org/drawingml/2006/main">
            <a:pathLst>
              <a:path w="63550" h="84372">
                <a:moveTo>
                  <a:pt x="6951" y="32598"/>
                </a:moveTo>
                <a:cubicBezTo>
                  <a:pt x="10433" y="23387"/>
                  <a:pt x="14183" y="16331"/>
                  <a:pt x="18203" y="11432"/>
                </a:cubicBezTo>
                <a:cubicBezTo>
                  <a:pt x="22223" y="6532"/>
                  <a:pt x="26679" y="3266"/>
                  <a:pt x="31571" y="1633"/>
                </a:cubicBezTo>
                <a:cubicBezTo>
                  <a:pt x="36463" y="0"/>
                  <a:pt x="41745" y="256"/>
                  <a:pt x="47418" y="2400"/>
                </a:cubicBezTo>
                <a:cubicBezTo>
                  <a:pt x="51602" y="3981"/>
                  <a:pt x="54953" y="6209"/>
                  <a:pt x="57473" y="9085"/>
                </a:cubicBezTo>
                <a:cubicBezTo>
                  <a:pt x="59992" y="11961"/>
                  <a:pt x="61681" y="15373"/>
                  <a:pt x="62539" y="19321"/>
                </a:cubicBezTo>
                <a:cubicBezTo>
                  <a:pt x="63396" y="23269"/>
                  <a:pt x="63550" y="27741"/>
                  <a:pt x="62999" y="32737"/>
                </a:cubicBezTo>
                <a:cubicBezTo>
                  <a:pt x="62448" y="37732"/>
                  <a:pt x="60713" y="44092"/>
                  <a:pt x="57794" y="51815"/>
                </a:cubicBezTo>
                <a:cubicBezTo>
                  <a:pt x="54339" y="60956"/>
                  <a:pt x="50610" y="67979"/>
                  <a:pt x="46608" y="72885"/>
                </a:cubicBezTo>
                <a:cubicBezTo>
                  <a:pt x="42606" y="77791"/>
                  <a:pt x="38156" y="81070"/>
                  <a:pt x="33257" y="82721"/>
                </a:cubicBezTo>
                <a:cubicBezTo>
                  <a:pt x="28358" y="84372"/>
                  <a:pt x="23055" y="84118"/>
                  <a:pt x="17347" y="81961"/>
                </a:cubicBezTo>
                <a:cubicBezTo>
                  <a:pt x="9830" y="79120"/>
                  <a:pt x="4945" y="74196"/>
                  <a:pt x="2690" y="67188"/>
                </a:cubicBezTo>
                <a:cubicBezTo>
                  <a:pt x="0" y="58761"/>
                  <a:pt x="1420" y="47231"/>
                  <a:pt x="6951" y="32598"/>
                </a:cubicBezTo>
                <a:moveTo>
                  <a:pt x="16800" y="36290"/>
                </a:moveTo>
                <a:cubicBezTo>
                  <a:pt x="11978" y="49047"/>
                  <a:pt x="10268" y="58103"/>
                  <a:pt x="11667" y="63458"/>
                </a:cubicBezTo>
                <a:cubicBezTo>
                  <a:pt x="13067" y="68813"/>
                  <a:pt x="15965" y="72322"/>
                  <a:pt x="20362" y="73983"/>
                </a:cubicBezTo>
                <a:cubicBezTo>
                  <a:pt x="24758" y="75645"/>
                  <a:pt x="29256" y="74922"/>
                  <a:pt x="33854" y="71814"/>
                </a:cubicBezTo>
                <a:cubicBezTo>
                  <a:pt x="38453" y="68706"/>
                  <a:pt x="43156" y="60792"/>
                  <a:pt x="47965" y="48070"/>
                </a:cubicBezTo>
                <a:cubicBezTo>
                  <a:pt x="52800" y="35278"/>
                  <a:pt x="54514" y="26214"/>
                  <a:pt x="53107" y="20877"/>
                </a:cubicBezTo>
                <a:cubicBezTo>
                  <a:pt x="51701" y="15539"/>
                  <a:pt x="48764" y="12025"/>
                  <a:pt x="44297" y="10337"/>
                </a:cubicBezTo>
                <a:cubicBezTo>
                  <a:pt x="39900" y="8675"/>
                  <a:pt x="35689" y="9204"/>
                  <a:pt x="31663" y="11923"/>
                </a:cubicBezTo>
                <a:cubicBezTo>
                  <a:pt x="26576" y="15412"/>
                  <a:pt x="21621" y="23534"/>
                  <a:pt x="16800" y="362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Text 0">
            <a:extLst xmlns:a="http://schemas.openxmlformats.org/drawingml/2006/main">
              <a:ext uri="{FF2B5EF4-FFF2-40B4-BE49-F238E27FC236}">
                <a16:creationId xmlns:a16="http://schemas.microsoft.com/office/drawing/2014/main" id="{955BDB9C-E572-4C59-A28C-2FFC0D52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002" y="3426272"/>
            <a:ext cx="60616" cy="85169"/>
          </a:xfrm>
          <a:custGeom xmlns:a="http://schemas.openxmlformats.org/drawingml/2006/main">
            <a:pathLst>
              <a:path w="60616" h="85169">
                <a:moveTo>
                  <a:pt x="4653" y="35242"/>
                </a:moveTo>
                <a:cubicBezTo>
                  <a:pt x="7322" y="25763"/>
                  <a:pt x="10446" y="18408"/>
                  <a:pt x="14025" y="13178"/>
                </a:cubicBezTo>
                <a:cubicBezTo>
                  <a:pt x="17604" y="7948"/>
                  <a:pt x="21759" y="4308"/>
                  <a:pt x="26491" y="2256"/>
                </a:cubicBezTo>
                <a:cubicBezTo>
                  <a:pt x="31223" y="204"/>
                  <a:pt x="36508" y="0"/>
                  <a:pt x="42345" y="1643"/>
                </a:cubicBezTo>
                <a:cubicBezTo>
                  <a:pt x="46651" y="2856"/>
                  <a:pt x="50183" y="4785"/>
                  <a:pt x="52942" y="7431"/>
                </a:cubicBezTo>
                <a:cubicBezTo>
                  <a:pt x="55702" y="10077"/>
                  <a:pt x="57680" y="13329"/>
                  <a:pt x="58878" y="17188"/>
                </a:cubicBezTo>
                <a:cubicBezTo>
                  <a:pt x="60075" y="21047"/>
                  <a:pt x="60616" y="25489"/>
                  <a:pt x="60501" y="30514"/>
                </a:cubicBezTo>
                <a:cubicBezTo>
                  <a:pt x="60386" y="35538"/>
                  <a:pt x="59210" y="42024"/>
                  <a:pt x="56972" y="49972"/>
                </a:cubicBezTo>
                <a:cubicBezTo>
                  <a:pt x="54324" y="59378"/>
                  <a:pt x="51220" y="66698"/>
                  <a:pt x="47659" y="71933"/>
                </a:cubicBezTo>
                <a:cubicBezTo>
                  <a:pt x="44098" y="77168"/>
                  <a:pt x="39949" y="80821"/>
                  <a:pt x="35212" y="82891"/>
                </a:cubicBezTo>
                <a:cubicBezTo>
                  <a:pt x="30475" y="84961"/>
                  <a:pt x="25169" y="85169"/>
                  <a:pt x="19295" y="83515"/>
                </a:cubicBezTo>
                <a:cubicBezTo>
                  <a:pt x="11561" y="81338"/>
                  <a:pt x="6266" y="76856"/>
                  <a:pt x="3412" y="70071"/>
                </a:cubicBezTo>
                <a:cubicBezTo>
                  <a:pt x="0" y="61910"/>
                  <a:pt x="414" y="50300"/>
                  <a:pt x="4653" y="35242"/>
                </a:cubicBezTo>
                <a:moveTo>
                  <a:pt x="14785" y="38065"/>
                </a:moveTo>
                <a:cubicBezTo>
                  <a:pt x="11090" y="51191"/>
                  <a:pt x="10172" y="60362"/>
                  <a:pt x="12031" y="65576"/>
                </a:cubicBezTo>
                <a:cubicBezTo>
                  <a:pt x="13891" y="70789"/>
                  <a:pt x="17082" y="74032"/>
                  <a:pt x="21607" y="75306"/>
                </a:cubicBezTo>
                <a:cubicBezTo>
                  <a:pt x="26131" y="76580"/>
                  <a:pt x="30548" y="75469"/>
                  <a:pt x="34860" y="71974"/>
                </a:cubicBezTo>
                <a:cubicBezTo>
                  <a:pt x="39171" y="68478"/>
                  <a:pt x="43170" y="60185"/>
                  <a:pt x="46855" y="47094"/>
                </a:cubicBezTo>
                <a:cubicBezTo>
                  <a:pt x="50561" y="33931"/>
                  <a:pt x="51482" y="24752"/>
                  <a:pt x="49617" y="19557"/>
                </a:cubicBezTo>
                <a:cubicBezTo>
                  <a:pt x="47753" y="14361"/>
                  <a:pt x="44522" y="11116"/>
                  <a:pt x="39925" y="9822"/>
                </a:cubicBezTo>
                <a:cubicBezTo>
                  <a:pt x="35401" y="8548"/>
                  <a:pt x="31251" y="9440"/>
                  <a:pt x="27476" y="12499"/>
                </a:cubicBezTo>
                <a:cubicBezTo>
                  <a:pt x="22711" y="16416"/>
                  <a:pt x="18481" y="24938"/>
                  <a:pt x="14785" y="3806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Text 0.">
            <a:extLst xmlns:a="http://schemas.openxmlformats.org/drawingml/2006/main">
              <a:ext uri="{FF2B5EF4-FFF2-40B4-BE49-F238E27FC236}">
                <a16:creationId xmlns:a16="http://schemas.microsoft.com/office/drawing/2014/main" id="{8F04773D-63A2-44C9-BDEC-504A1B4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11" y="2969880"/>
            <a:ext cx="111098" cy="124722"/>
          </a:xfrm>
          <a:custGeom xmlns:a="http://schemas.openxmlformats.org/drawingml/2006/main">
            <a:pathLst>
              <a:path w="111098" h="124722">
                <a:moveTo>
                  <a:pt x="729" y="64089"/>
                </a:moveTo>
                <a:cubicBezTo>
                  <a:pt x="0" y="49745"/>
                  <a:pt x="738" y="38133"/>
                  <a:pt x="2943" y="29252"/>
                </a:cubicBezTo>
                <a:cubicBezTo>
                  <a:pt x="5148" y="20372"/>
                  <a:pt x="8742" y="13427"/>
                  <a:pt x="13726" y="8417"/>
                </a:cubicBezTo>
                <a:cubicBezTo>
                  <a:pt x="18710" y="3406"/>
                  <a:pt x="25164" y="700"/>
                  <a:pt x="33088" y="297"/>
                </a:cubicBezTo>
                <a:cubicBezTo>
                  <a:pt x="38932" y="0"/>
                  <a:pt x="44124" y="1050"/>
                  <a:pt x="48665" y="3446"/>
                </a:cubicBezTo>
                <a:cubicBezTo>
                  <a:pt x="53206" y="5843"/>
                  <a:pt x="57038" y="9437"/>
                  <a:pt x="60162" y="14229"/>
                </a:cubicBezTo>
                <a:cubicBezTo>
                  <a:pt x="63285" y="19021"/>
                  <a:pt x="65844" y="24921"/>
                  <a:pt x="67839" y="31929"/>
                </a:cubicBezTo>
                <a:cubicBezTo>
                  <a:pt x="69834" y="38935"/>
                  <a:pt x="71137" y="48452"/>
                  <a:pt x="71748" y="60479"/>
                </a:cubicBezTo>
                <a:cubicBezTo>
                  <a:pt x="72472" y="74713"/>
                  <a:pt x="71744" y="86269"/>
                  <a:pt x="69563" y="95148"/>
                </a:cubicBezTo>
                <a:cubicBezTo>
                  <a:pt x="67383" y="104027"/>
                  <a:pt x="63802" y="110986"/>
                  <a:pt x="58820" y="116023"/>
                </a:cubicBezTo>
                <a:cubicBezTo>
                  <a:pt x="53837" y="121061"/>
                  <a:pt x="47359" y="123783"/>
                  <a:pt x="39386" y="124188"/>
                </a:cubicBezTo>
                <a:cubicBezTo>
                  <a:pt x="28886" y="124722"/>
                  <a:pt x="20427" y="120948"/>
                  <a:pt x="14008" y="112865"/>
                </a:cubicBezTo>
                <a:cubicBezTo>
                  <a:pt x="6314" y="103134"/>
                  <a:pt x="1888" y="86875"/>
                  <a:pt x="729" y="64089"/>
                </a:cubicBezTo>
                <a:moveTo>
                  <a:pt x="14470" y="63349"/>
                </a:moveTo>
                <a:cubicBezTo>
                  <a:pt x="15480" y="83212"/>
                  <a:pt x="18245" y="96326"/>
                  <a:pt x="22764" y="102690"/>
                </a:cubicBezTo>
                <a:cubicBezTo>
                  <a:pt x="27283" y="109053"/>
                  <a:pt x="32613" y="112078"/>
                  <a:pt x="38754" y="111766"/>
                </a:cubicBezTo>
                <a:cubicBezTo>
                  <a:pt x="44895" y="111454"/>
                  <a:pt x="49891" y="107890"/>
                  <a:pt x="53740" y="101074"/>
                </a:cubicBezTo>
                <a:cubicBezTo>
                  <a:pt x="57589" y="94259"/>
                  <a:pt x="59010" y="80946"/>
                  <a:pt x="58003" y="61136"/>
                </a:cubicBezTo>
                <a:cubicBezTo>
                  <a:pt x="56990" y="41217"/>
                  <a:pt x="54225" y="28091"/>
                  <a:pt x="49708" y="21756"/>
                </a:cubicBezTo>
                <a:cubicBezTo>
                  <a:pt x="45190" y="15419"/>
                  <a:pt x="39811" y="12410"/>
                  <a:pt x="33571" y="12727"/>
                </a:cubicBezTo>
                <a:cubicBezTo>
                  <a:pt x="27429" y="13039"/>
                  <a:pt x="22673" y="16177"/>
                  <a:pt x="19302" y="22142"/>
                </a:cubicBezTo>
                <a:cubicBezTo>
                  <a:pt x="15071" y="29750"/>
                  <a:pt x="13461" y="43486"/>
                  <a:pt x="14470" y="63349"/>
                </a:cubicBezTo>
                <a:close/>
                <a:moveTo>
                  <a:pt x="95869" y="119324"/>
                </a:moveTo>
                <a:lnTo>
                  <a:pt x="95001" y="102264"/>
                </a:lnTo>
                <a:lnTo>
                  <a:pt x="110230" y="101490"/>
                </a:lnTo>
                <a:lnTo>
                  <a:pt x="111098" y="118550"/>
                </a:lnTo>
                <a:lnTo>
                  <a:pt x="95869" y="1193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Text 56">
            <a:extLst xmlns:a="http://schemas.openxmlformats.org/drawingml/2006/main">
              <a:ext uri="{FF2B5EF4-FFF2-40B4-BE49-F238E27FC236}">
                <a16:creationId xmlns:a16="http://schemas.microsoft.com/office/drawing/2014/main" id="{B1D7E8D1-8E73-4853-B4E0-D49806F1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247" y="2958840"/>
            <a:ext cx="155911" cy="129308"/>
          </a:xfrm>
          <a:custGeom xmlns:a="http://schemas.openxmlformats.org/drawingml/2006/main">
            <a:pathLst>
              <a:path w="155911" h="129308">
                <a:moveTo>
                  <a:pt x="0" y="96629"/>
                </a:moveTo>
                <a:lnTo>
                  <a:pt x="13973" y="94590"/>
                </a:lnTo>
                <a:cubicBezTo>
                  <a:pt x="15399" y="102131"/>
                  <a:pt x="18104" y="107716"/>
                  <a:pt x="22087" y="111347"/>
                </a:cubicBezTo>
                <a:cubicBezTo>
                  <a:pt x="26070" y="114976"/>
                  <a:pt x="30735" y="116654"/>
                  <a:pt x="36084" y="116382"/>
                </a:cubicBezTo>
                <a:cubicBezTo>
                  <a:pt x="42522" y="116055"/>
                  <a:pt x="47833" y="113077"/>
                  <a:pt x="52016" y="107449"/>
                </a:cubicBezTo>
                <a:cubicBezTo>
                  <a:pt x="56198" y="101818"/>
                  <a:pt x="58062" y="94538"/>
                  <a:pt x="57609" y="85608"/>
                </a:cubicBezTo>
                <a:cubicBezTo>
                  <a:pt x="57177" y="77118"/>
                  <a:pt x="54694" y="70528"/>
                  <a:pt x="50161" y="65839"/>
                </a:cubicBezTo>
                <a:cubicBezTo>
                  <a:pt x="45628" y="61150"/>
                  <a:pt x="39894" y="58982"/>
                  <a:pt x="32961" y="59334"/>
                </a:cubicBezTo>
                <a:cubicBezTo>
                  <a:pt x="28652" y="59553"/>
                  <a:pt x="24819" y="60834"/>
                  <a:pt x="21463" y="63175"/>
                </a:cubicBezTo>
                <a:cubicBezTo>
                  <a:pt x="18106" y="65516"/>
                  <a:pt x="15525" y="68465"/>
                  <a:pt x="13719" y="72019"/>
                </a:cubicBezTo>
                <a:lnTo>
                  <a:pt x="1072" y="70836"/>
                </a:lnTo>
                <a:lnTo>
                  <a:pt x="8455" y="8023"/>
                </a:lnTo>
                <a:lnTo>
                  <a:pt x="62611" y="5270"/>
                </a:lnTo>
                <a:lnTo>
                  <a:pt x="63327" y="19348"/>
                </a:lnTo>
                <a:lnTo>
                  <a:pt x="19868" y="21557"/>
                </a:lnTo>
                <a:lnTo>
                  <a:pt x="15662" y="54568"/>
                </a:lnTo>
                <a:cubicBezTo>
                  <a:pt x="21944" y="49211"/>
                  <a:pt x="28676" y="46350"/>
                  <a:pt x="35857" y="45985"/>
                </a:cubicBezTo>
                <a:cubicBezTo>
                  <a:pt x="45366" y="45502"/>
                  <a:pt x="53576" y="48770"/>
                  <a:pt x="60487" y="55789"/>
                </a:cubicBezTo>
                <a:cubicBezTo>
                  <a:pt x="67398" y="62807"/>
                  <a:pt x="71147" y="72090"/>
                  <a:pt x="71734" y="83639"/>
                </a:cubicBezTo>
                <a:cubicBezTo>
                  <a:pt x="72293" y="94638"/>
                  <a:pt x="69904" y="104290"/>
                  <a:pt x="64566" y="112594"/>
                </a:cubicBezTo>
                <a:cubicBezTo>
                  <a:pt x="58083" y="122787"/>
                  <a:pt x="48800" y="128190"/>
                  <a:pt x="36716" y="128805"/>
                </a:cubicBezTo>
                <a:cubicBezTo>
                  <a:pt x="26811" y="129308"/>
                  <a:pt x="18568" y="126620"/>
                  <a:pt x="11988" y="120739"/>
                </a:cubicBezTo>
                <a:cubicBezTo>
                  <a:pt x="5408" y="114858"/>
                  <a:pt x="1412" y="106822"/>
                  <a:pt x="0" y="96629"/>
                </a:cubicBezTo>
                <a:close/>
                <a:moveTo>
                  <a:pt x="150944" y="29172"/>
                </a:moveTo>
                <a:lnTo>
                  <a:pt x="137706" y="31010"/>
                </a:lnTo>
                <a:cubicBezTo>
                  <a:pt x="136221" y="25244"/>
                  <a:pt x="134322" y="21097"/>
                  <a:pt x="132008" y="18568"/>
                </a:cubicBezTo>
                <a:cubicBezTo>
                  <a:pt x="128178" y="14519"/>
                  <a:pt x="123613" y="12630"/>
                  <a:pt x="118314" y="12899"/>
                </a:cubicBezTo>
                <a:cubicBezTo>
                  <a:pt x="114055" y="13116"/>
                  <a:pt x="110383" y="14624"/>
                  <a:pt x="107297" y="17424"/>
                </a:cubicBezTo>
                <a:cubicBezTo>
                  <a:pt x="103261" y="21042"/>
                  <a:pt x="100195" y="26180"/>
                  <a:pt x="98101" y="32839"/>
                </a:cubicBezTo>
                <a:cubicBezTo>
                  <a:pt x="96006" y="39498"/>
                  <a:pt x="95217" y="48871"/>
                  <a:pt x="95732" y="60959"/>
                </a:cubicBezTo>
                <a:cubicBezTo>
                  <a:pt x="98673" y="55329"/>
                  <a:pt x="102404" y="51071"/>
                  <a:pt x="106925" y="48184"/>
                </a:cubicBezTo>
                <a:cubicBezTo>
                  <a:pt x="111445" y="45298"/>
                  <a:pt x="116256" y="43725"/>
                  <a:pt x="121357" y="43465"/>
                </a:cubicBezTo>
                <a:cubicBezTo>
                  <a:pt x="130272" y="43012"/>
                  <a:pt x="138048" y="46284"/>
                  <a:pt x="144684" y="53281"/>
                </a:cubicBezTo>
                <a:cubicBezTo>
                  <a:pt x="151321" y="60278"/>
                  <a:pt x="154934" y="69573"/>
                  <a:pt x="155524" y="81167"/>
                </a:cubicBezTo>
                <a:cubicBezTo>
                  <a:pt x="155911" y="88786"/>
                  <a:pt x="154798" y="95942"/>
                  <a:pt x="152184" y="102634"/>
                </a:cubicBezTo>
                <a:cubicBezTo>
                  <a:pt x="149569" y="109326"/>
                  <a:pt x="145775" y="114542"/>
                  <a:pt x="140802" y="118282"/>
                </a:cubicBezTo>
                <a:cubicBezTo>
                  <a:pt x="135828" y="122022"/>
                  <a:pt x="130072" y="124058"/>
                  <a:pt x="123535" y="124391"/>
                </a:cubicBezTo>
                <a:cubicBezTo>
                  <a:pt x="112392" y="124957"/>
                  <a:pt x="103072" y="120854"/>
                  <a:pt x="95575" y="112081"/>
                </a:cubicBezTo>
                <a:cubicBezTo>
                  <a:pt x="88078" y="103307"/>
                  <a:pt x="83797" y="88436"/>
                  <a:pt x="82731" y="67470"/>
                </a:cubicBezTo>
                <a:cubicBezTo>
                  <a:pt x="81539" y="44022"/>
                  <a:pt x="84560" y="26775"/>
                  <a:pt x="91794" y="15732"/>
                </a:cubicBezTo>
                <a:cubicBezTo>
                  <a:pt x="98108" y="6118"/>
                  <a:pt x="107010" y="1020"/>
                  <a:pt x="118500" y="436"/>
                </a:cubicBezTo>
                <a:cubicBezTo>
                  <a:pt x="127067" y="0"/>
                  <a:pt x="134224" y="2328"/>
                  <a:pt x="139970" y="7419"/>
                </a:cubicBezTo>
                <a:cubicBezTo>
                  <a:pt x="145715" y="12510"/>
                  <a:pt x="149373" y="19761"/>
                  <a:pt x="150944" y="29172"/>
                </a:cubicBezTo>
                <a:moveTo>
                  <a:pt x="98991" y="84046"/>
                </a:moveTo>
                <a:cubicBezTo>
                  <a:pt x="99251" y="89165"/>
                  <a:pt x="100478" y="94014"/>
                  <a:pt x="102673" y="98594"/>
                </a:cubicBezTo>
                <a:cubicBezTo>
                  <a:pt x="104867" y="103174"/>
                  <a:pt x="107784" y="106599"/>
                  <a:pt x="111425" y="108870"/>
                </a:cubicBezTo>
                <a:cubicBezTo>
                  <a:pt x="115066" y="111140"/>
                  <a:pt x="118818" y="112176"/>
                  <a:pt x="122681" y="111980"/>
                </a:cubicBezTo>
                <a:cubicBezTo>
                  <a:pt x="128326" y="111693"/>
                  <a:pt x="133051" y="108914"/>
                  <a:pt x="136855" y="103644"/>
                </a:cubicBezTo>
                <a:cubicBezTo>
                  <a:pt x="140658" y="98374"/>
                  <a:pt x="142339" y="91390"/>
                  <a:pt x="141897" y="82693"/>
                </a:cubicBezTo>
                <a:cubicBezTo>
                  <a:pt x="141472" y="74325"/>
                  <a:pt x="139131" y="67835"/>
                  <a:pt x="134874" y="63224"/>
                </a:cubicBezTo>
                <a:cubicBezTo>
                  <a:pt x="130618" y="58611"/>
                  <a:pt x="125444" y="56459"/>
                  <a:pt x="119352" y="56769"/>
                </a:cubicBezTo>
                <a:cubicBezTo>
                  <a:pt x="113310" y="57076"/>
                  <a:pt x="108307" y="59745"/>
                  <a:pt x="104342" y="64776"/>
                </a:cubicBezTo>
                <a:cubicBezTo>
                  <a:pt x="100377" y="69805"/>
                  <a:pt x="98594" y="76229"/>
                  <a:pt x="98991" y="8404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Text 0">
            <a:extLst xmlns:a="http://schemas.openxmlformats.org/drawingml/2006/main">
              <a:ext uri="{FF2B5EF4-FFF2-40B4-BE49-F238E27FC236}">
                <a16:creationId xmlns:a16="http://schemas.microsoft.com/office/drawing/2014/main" id="{8CA5A941-A518-4D48-BBB5-9DF4717E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425" y="2872226"/>
            <a:ext cx="55361" cy="84307"/>
          </a:xfrm>
          <a:custGeom xmlns:a="http://schemas.openxmlformats.org/drawingml/2006/main">
            <a:pathLst>
              <a:path w="55361" h="84307">
                <a:moveTo>
                  <a:pt x="1247" y="45373"/>
                </a:moveTo>
                <a:cubicBezTo>
                  <a:pt x="10" y="35794"/>
                  <a:pt x="0" y="27956"/>
                  <a:pt x="1218" y="21861"/>
                </a:cubicBezTo>
                <a:cubicBezTo>
                  <a:pt x="2436" y="15766"/>
                  <a:pt x="4785" y="10883"/>
                  <a:pt x="8266" y="7212"/>
                </a:cubicBezTo>
                <a:cubicBezTo>
                  <a:pt x="11746" y="3541"/>
                  <a:pt x="16436" y="1324"/>
                  <a:pt x="22335" y="562"/>
                </a:cubicBezTo>
                <a:cubicBezTo>
                  <a:pt x="26686" y="0"/>
                  <a:pt x="30615" y="382"/>
                  <a:pt x="34122" y="1708"/>
                </a:cubicBezTo>
                <a:cubicBezTo>
                  <a:pt x="37630" y="3035"/>
                  <a:pt x="40666" y="5208"/>
                  <a:pt x="43230" y="8230"/>
                </a:cubicBezTo>
                <a:cubicBezTo>
                  <a:pt x="45795" y="11251"/>
                  <a:pt x="47991" y="15051"/>
                  <a:pt x="49820" y="19629"/>
                </a:cubicBezTo>
                <a:cubicBezTo>
                  <a:pt x="51648" y="24206"/>
                  <a:pt x="53081" y="30510"/>
                  <a:pt x="54118" y="38542"/>
                </a:cubicBezTo>
                <a:cubicBezTo>
                  <a:pt x="55347" y="48048"/>
                  <a:pt x="55361" y="55847"/>
                  <a:pt x="54161" y="61940"/>
                </a:cubicBezTo>
                <a:cubicBezTo>
                  <a:pt x="52962" y="68033"/>
                  <a:pt x="50623" y="72924"/>
                  <a:pt x="47145" y="76613"/>
                </a:cubicBezTo>
                <a:cubicBezTo>
                  <a:pt x="43667" y="80303"/>
                  <a:pt x="38960" y="82531"/>
                  <a:pt x="33024" y="83298"/>
                </a:cubicBezTo>
                <a:cubicBezTo>
                  <a:pt x="25207" y="84307"/>
                  <a:pt x="18707" y="82300"/>
                  <a:pt x="13522" y="77276"/>
                </a:cubicBezTo>
                <a:cubicBezTo>
                  <a:pt x="7305" y="71224"/>
                  <a:pt x="3213" y="60590"/>
                  <a:pt x="1247" y="45373"/>
                </a:cubicBezTo>
                <a:moveTo>
                  <a:pt x="11475" y="44023"/>
                </a:moveTo>
                <a:cubicBezTo>
                  <a:pt x="13189" y="57288"/>
                  <a:pt x="15887" y="65916"/>
                  <a:pt x="19570" y="69905"/>
                </a:cubicBezTo>
                <a:cubicBezTo>
                  <a:pt x="23253" y="73894"/>
                  <a:pt x="27380" y="75593"/>
                  <a:pt x="31952" y="75002"/>
                </a:cubicBezTo>
                <a:cubicBezTo>
                  <a:pt x="36524" y="74411"/>
                  <a:pt x="40083" y="71710"/>
                  <a:pt x="42628" y="66898"/>
                </a:cubicBezTo>
                <a:cubicBezTo>
                  <a:pt x="45174" y="62086"/>
                  <a:pt x="45593" y="53066"/>
                  <a:pt x="43884" y="39836"/>
                </a:cubicBezTo>
                <a:cubicBezTo>
                  <a:pt x="42165" y="26535"/>
                  <a:pt x="39466" y="17899"/>
                  <a:pt x="35785" y="13929"/>
                </a:cubicBezTo>
                <a:cubicBezTo>
                  <a:pt x="32105" y="9957"/>
                  <a:pt x="27942" y="8272"/>
                  <a:pt x="23296" y="8872"/>
                </a:cubicBezTo>
                <a:cubicBezTo>
                  <a:pt x="18724" y="9463"/>
                  <a:pt x="15323" y="11864"/>
                  <a:pt x="13094" y="16075"/>
                </a:cubicBezTo>
                <a:cubicBezTo>
                  <a:pt x="10301" y="21442"/>
                  <a:pt x="9761" y="30758"/>
                  <a:pt x="11475" y="4402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Text 0">
            <a:extLst xmlns:a="http://schemas.openxmlformats.org/drawingml/2006/main">
              <a:ext uri="{FF2B5EF4-FFF2-40B4-BE49-F238E27FC236}">
                <a16:creationId xmlns:a16="http://schemas.microsoft.com/office/drawing/2014/main" id="{94969340-E68E-4B0B-B7E2-A0CD8D88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181" y="2730351"/>
            <a:ext cx="55361" cy="84307"/>
          </a:xfrm>
          <a:custGeom xmlns:a="http://schemas.openxmlformats.org/drawingml/2006/main">
            <a:pathLst>
              <a:path w="55361" h="84307">
                <a:moveTo>
                  <a:pt x="1247" y="45373"/>
                </a:moveTo>
                <a:cubicBezTo>
                  <a:pt x="10" y="35794"/>
                  <a:pt x="0" y="27956"/>
                  <a:pt x="1218" y="21861"/>
                </a:cubicBezTo>
                <a:cubicBezTo>
                  <a:pt x="2436" y="15766"/>
                  <a:pt x="4785" y="10883"/>
                  <a:pt x="8266" y="7212"/>
                </a:cubicBezTo>
                <a:cubicBezTo>
                  <a:pt x="11746" y="3541"/>
                  <a:pt x="16436" y="1324"/>
                  <a:pt x="22335" y="562"/>
                </a:cubicBezTo>
                <a:cubicBezTo>
                  <a:pt x="26686" y="0"/>
                  <a:pt x="30615" y="382"/>
                  <a:pt x="34122" y="1708"/>
                </a:cubicBezTo>
                <a:cubicBezTo>
                  <a:pt x="37630" y="3035"/>
                  <a:pt x="40666" y="5208"/>
                  <a:pt x="43230" y="8230"/>
                </a:cubicBezTo>
                <a:cubicBezTo>
                  <a:pt x="45795" y="11251"/>
                  <a:pt x="47991" y="15051"/>
                  <a:pt x="49820" y="19629"/>
                </a:cubicBezTo>
                <a:cubicBezTo>
                  <a:pt x="51648" y="24206"/>
                  <a:pt x="53081" y="30510"/>
                  <a:pt x="54118" y="38542"/>
                </a:cubicBezTo>
                <a:cubicBezTo>
                  <a:pt x="55347" y="48048"/>
                  <a:pt x="55361" y="55847"/>
                  <a:pt x="54161" y="61940"/>
                </a:cubicBezTo>
                <a:cubicBezTo>
                  <a:pt x="52962" y="68033"/>
                  <a:pt x="50623" y="72924"/>
                  <a:pt x="47145" y="76613"/>
                </a:cubicBezTo>
                <a:cubicBezTo>
                  <a:pt x="43667" y="80303"/>
                  <a:pt x="38960" y="82531"/>
                  <a:pt x="33024" y="83298"/>
                </a:cubicBezTo>
                <a:cubicBezTo>
                  <a:pt x="25207" y="84307"/>
                  <a:pt x="18707" y="82300"/>
                  <a:pt x="13522" y="77276"/>
                </a:cubicBezTo>
                <a:cubicBezTo>
                  <a:pt x="7305" y="71224"/>
                  <a:pt x="3213" y="60590"/>
                  <a:pt x="1247" y="45373"/>
                </a:cubicBezTo>
                <a:moveTo>
                  <a:pt x="11475" y="44023"/>
                </a:moveTo>
                <a:cubicBezTo>
                  <a:pt x="13189" y="57288"/>
                  <a:pt x="15887" y="65916"/>
                  <a:pt x="19570" y="69905"/>
                </a:cubicBezTo>
                <a:cubicBezTo>
                  <a:pt x="23253" y="73894"/>
                  <a:pt x="27380" y="75593"/>
                  <a:pt x="31952" y="75002"/>
                </a:cubicBezTo>
                <a:cubicBezTo>
                  <a:pt x="36524" y="74411"/>
                  <a:pt x="40083" y="71710"/>
                  <a:pt x="42628" y="66898"/>
                </a:cubicBezTo>
                <a:cubicBezTo>
                  <a:pt x="45174" y="62086"/>
                  <a:pt x="45593" y="53066"/>
                  <a:pt x="43884" y="39836"/>
                </a:cubicBezTo>
                <a:cubicBezTo>
                  <a:pt x="42165" y="26535"/>
                  <a:pt x="39466" y="17899"/>
                  <a:pt x="35785" y="13929"/>
                </a:cubicBezTo>
                <a:cubicBezTo>
                  <a:pt x="32105" y="9957"/>
                  <a:pt x="27942" y="8272"/>
                  <a:pt x="23296" y="8872"/>
                </a:cubicBezTo>
                <a:cubicBezTo>
                  <a:pt x="18724" y="9463"/>
                  <a:pt x="15323" y="11864"/>
                  <a:pt x="13094" y="16075"/>
                </a:cubicBezTo>
                <a:cubicBezTo>
                  <a:pt x="10301" y="21442"/>
                  <a:pt x="9761" y="30758"/>
                  <a:pt x="11475" y="4402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Text 0">
            <a:extLst xmlns:a="http://schemas.openxmlformats.org/drawingml/2006/main">
              <a:ext uri="{FF2B5EF4-FFF2-40B4-BE49-F238E27FC236}">
                <a16:creationId xmlns:a16="http://schemas.microsoft.com/office/drawing/2014/main" id="{F60EB144-6F5A-495F-98D0-0A1FC02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12" y="2588394"/>
            <a:ext cx="56057" cy="78769"/>
          </a:xfrm>
          <a:custGeom xmlns:a="http://schemas.openxmlformats.org/drawingml/2006/main">
            <a:pathLst>
              <a:path w="56057" h="78769">
                <a:moveTo>
                  <a:pt x="4091" y="46686"/>
                </a:moveTo>
                <a:cubicBezTo>
                  <a:pt x="1329" y="38007"/>
                  <a:pt x="0" y="30738"/>
                  <a:pt x="103" y="24879"/>
                </a:cubicBezTo>
                <a:cubicBezTo>
                  <a:pt x="206" y="19019"/>
                  <a:pt x="1563" y="14093"/>
                  <a:pt x="4173" y="10101"/>
                </a:cubicBezTo>
                <a:cubicBezTo>
                  <a:pt x="6784" y="6109"/>
                  <a:pt x="10761" y="3263"/>
                  <a:pt x="16105" y="1562"/>
                </a:cubicBezTo>
                <a:cubicBezTo>
                  <a:pt x="20047" y="307"/>
                  <a:pt x="23756" y="0"/>
                  <a:pt x="27233" y="639"/>
                </a:cubicBezTo>
                <a:cubicBezTo>
                  <a:pt x="30711" y="1279"/>
                  <a:pt x="33894" y="2784"/>
                  <a:pt x="36782" y="5155"/>
                </a:cubicBezTo>
                <a:cubicBezTo>
                  <a:pt x="39670" y="7526"/>
                  <a:pt x="42347" y="10681"/>
                  <a:pt x="44815" y="14620"/>
                </a:cubicBezTo>
                <a:cubicBezTo>
                  <a:pt x="47282" y="18558"/>
                  <a:pt x="49674" y="24165"/>
                  <a:pt x="51989" y="31442"/>
                </a:cubicBezTo>
                <a:cubicBezTo>
                  <a:pt x="54730" y="40053"/>
                  <a:pt x="56057" y="47286"/>
                  <a:pt x="55971" y="53141"/>
                </a:cubicBezTo>
                <a:cubicBezTo>
                  <a:pt x="55884" y="58995"/>
                  <a:pt x="54539" y="63927"/>
                  <a:pt x="51933" y="67935"/>
                </a:cubicBezTo>
                <a:cubicBezTo>
                  <a:pt x="49328" y="71944"/>
                  <a:pt x="45337" y="74804"/>
                  <a:pt x="39959" y="76515"/>
                </a:cubicBezTo>
                <a:cubicBezTo>
                  <a:pt x="32878" y="78769"/>
                  <a:pt x="26509" y="78002"/>
                  <a:pt x="20853" y="74214"/>
                </a:cubicBezTo>
                <a:cubicBezTo>
                  <a:pt x="14066" y="69647"/>
                  <a:pt x="8478" y="60471"/>
                  <a:pt x="4091" y="46686"/>
                </a:cubicBezTo>
                <a:moveTo>
                  <a:pt x="13352" y="43711"/>
                </a:moveTo>
                <a:cubicBezTo>
                  <a:pt x="17177" y="55728"/>
                  <a:pt x="21133" y="63277"/>
                  <a:pt x="25222" y="66358"/>
                </a:cubicBezTo>
                <a:cubicBezTo>
                  <a:pt x="29311" y="69437"/>
                  <a:pt x="33426" y="70318"/>
                  <a:pt x="37568" y="69000"/>
                </a:cubicBezTo>
                <a:cubicBezTo>
                  <a:pt x="41709" y="67682"/>
                  <a:pt x="44556" y="64576"/>
                  <a:pt x="46107" y="59684"/>
                </a:cubicBezTo>
                <a:cubicBezTo>
                  <a:pt x="47658" y="54791"/>
                  <a:pt x="46527" y="46352"/>
                  <a:pt x="42712" y="34367"/>
                </a:cubicBezTo>
                <a:cubicBezTo>
                  <a:pt x="38877" y="22316"/>
                  <a:pt x="34918" y="14759"/>
                  <a:pt x="30835" y="11696"/>
                </a:cubicBezTo>
                <a:cubicBezTo>
                  <a:pt x="26752" y="8632"/>
                  <a:pt x="22606" y="7770"/>
                  <a:pt x="18397" y="9109"/>
                </a:cubicBezTo>
                <a:cubicBezTo>
                  <a:pt x="14255" y="10427"/>
                  <a:pt x="11505" y="13227"/>
                  <a:pt x="10145" y="17510"/>
                </a:cubicBezTo>
                <a:cubicBezTo>
                  <a:pt x="8459" y="22960"/>
                  <a:pt x="9528" y="31693"/>
                  <a:pt x="13352" y="437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Text 0">
            <a:extLst xmlns:a="http://schemas.openxmlformats.org/drawingml/2006/main">
              <a:ext uri="{FF2B5EF4-FFF2-40B4-BE49-F238E27FC236}">
                <a16:creationId xmlns:a16="http://schemas.microsoft.com/office/drawing/2014/main" id="{B8734BD1-33D6-4E9D-8CE1-E575CB1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526" y="2032494"/>
            <a:ext cx="77130" cy="86207"/>
          </a:xfrm>
          <a:custGeom xmlns:a="http://schemas.openxmlformats.org/drawingml/2006/main">
            <a:pathLst>
              <a:path w="77130" h="86207">
                <a:moveTo>
                  <a:pt x="15016" y="60073"/>
                </a:moveTo>
                <a:cubicBezTo>
                  <a:pt x="8714" y="51536"/>
                  <a:pt x="4520" y="44017"/>
                  <a:pt x="2436" y="37514"/>
                </a:cubicBezTo>
                <a:cubicBezTo>
                  <a:pt x="351" y="31012"/>
                  <a:pt x="0" y="25069"/>
                  <a:pt x="1382" y="19687"/>
                </a:cubicBezTo>
                <a:cubicBezTo>
                  <a:pt x="2764" y="14304"/>
                  <a:pt x="6083" y="9672"/>
                  <a:pt x="11340" y="5791"/>
                </a:cubicBezTo>
                <a:cubicBezTo>
                  <a:pt x="15217" y="2929"/>
                  <a:pt x="19194" y="1198"/>
                  <a:pt x="23269" y="599"/>
                </a:cubicBezTo>
                <a:cubicBezTo>
                  <a:pt x="27345" y="0"/>
                  <a:pt x="31420" y="466"/>
                  <a:pt x="35495" y="1998"/>
                </a:cubicBezTo>
                <a:cubicBezTo>
                  <a:pt x="39570" y="3530"/>
                  <a:pt x="43708" y="6005"/>
                  <a:pt x="47907" y="9425"/>
                </a:cubicBezTo>
                <a:cubicBezTo>
                  <a:pt x="52106" y="12843"/>
                  <a:pt x="56848" y="18131"/>
                  <a:pt x="62132" y="25289"/>
                </a:cubicBezTo>
                <a:cubicBezTo>
                  <a:pt x="68386" y="33760"/>
                  <a:pt x="72563" y="41240"/>
                  <a:pt x="74664" y="47731"/>
                </a:cubicBezTo>
                <a:cubicBezTo>
                  <a:pt x="76765" y="54221"/>
                  <a:pt x="77130" y="60166"/>
                  <a:pt x="75761" y="65565"/>
                </a:cubicBezTo>
                <a:cubicBezTo>
                  <a:pt x="74391" y="70964"/>
                  <a:pt x="71061" y="75616"/>
                  <a:pt x="65771" y="79521"/>
                </a:cubicBezTo>
                <a:cubicBezTo>
                  <a:pt x="58806" y="84663"/>
                  <a:pt x="51493" y="86207"/>
                  <a:pt x="43833" y="84151"/>
                </a:cubicBezTo>
                <a:cubicBezTo>
                  <a:pt x="34633" y="81659"/>
                  <a:pt x="25027" y="73633"/>
                  <a:pt x="15016" y="60073"/>
                </a:cubicBezTo>
                <a:moveTo>
                  <a:pt x="24115" y="53317"/>
                </a:moveTo>
                <a:cubicBezTo>
                  <a:pt x="32842" y="65138"/>
                  <a:pt x="40039" y="71981"/>
                  <a:pt x="45705" y="73845"/>
                </a:cubicBezTo>
                <a:cubicBezTo>
                  <a:pt x="51370" y="75708"/>
                  <a:pt x="56240" y="75136"/>
                  <a:pt x="60314" y="72128"/>
                </a:cubicBezTo>
                <a:cubicBezTo>
                  <a:pt x="64388" y="69121"/>
                  <a:pt x="66363" y="64627"/>
                  <a:pt x="66238" y="58648"/>
                </a:cubicBezTo>
                <a:cubicBezTo>
                  <a:pt x="66114" y="52669"/>
                  <a:pt x="61700" y="43785"/>
                  <a:pt x="52996" y="31996"/>
                </a:cubicBezTo>
                <a:cubicBezTo>
                  <a:pt x="44245" y="20142"/>
                  <a:pt x="37043" y="13291"/>
                  <a:pt x="31390" y="11444"/>
                </a:cubicBezTo>
                <a:cubicBezTo>
                  <a:pt x="25736" y="9596"/>
                  <a:pt x="20839" y="10200"/>
                  <a:pt x="16699" y="13257"/>
                </a:cubicBezTo>
                <a:cubicBezTo>
                  <a:pt x="12625" y="16265"/>
                  <a:pt x="10642" y="20385"/>
                  <a:pt x="10749" y="25619"/>
                </a:cubicBezTo>
                <a:cubicBezTo>
                  <a:pt x="10933" y="32263"/>
                  <a:pt x="15388" y="41496"/>
                  <a:pt x="24115" y="5331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.">
            <a:extLst xmlns:a="http://schemas.openxmlformats.org/drawingml/2006/main">
              <a:ext uri="{FF2B5EF4-FFF2-40B4-BE49-F238E27FC236}">
                <a16:creationId xmlns:a16="http://schemas.microsoft.com/office/drawing/2014/main" id="{9D1E9337-E974-4E69-8E1D-691864DB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468" y="2065508"/>
            <a:ext cx="17599" cy="17611"/>
          </a:xfrm>
          <a:custGeom xmlns:a="http://schemas.openxmlformats.org/drawingml/2006/main">
            <a:pathLst>
              <a:path w="17599" h="17611">
                <a:moveTo>
                  <a:pt x="7495" y="17611"/>
                </a:moveTo>
                <a:lnTo>
                  <a:pt x="0" y="7459"/>
                </a:lnTo>
                <a:lnTo>
                  <a:pt x="10103" y="0"/>
                </a:lnTo>
                <a:lnTo>
                  <a:pt x="17599" y="10153"/>
                </a:lnTo>
                <a:lnTo>
                  <a:pt x="7495" y="1761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5">
            <a:extLst xmlns:a="http://schemas.openxmlformats.org/drawingml/2006/main">
              <a:ext uri="{FF2B5EF4-FFF2-40B4-BE49-F238E27FC236}">
                <a16:creationId xmlns:a16="http://schemas.microsoft.com/office/drawing/2014/main" id="{8C6B365B-834D-4F08-B532-C86D35EF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1961859"/>
            <a:ext cx="80978" cy="95232"/>
          </a:xfrm>
          <a:custGeom xmlns:a="http://schemas.openxmlformats.org/drawingml/2006/main">
            <a:pathLst>
              <a:path w="80978" h="95232">
                <a:moveTo>
                  <a:pt x="30065" y="85196"/>
                </a:moveTo>
                <a:lnTo>
                  <a:pt x="38798" y="77530"/>
                </a:lnTo>
                <a:cubicBezTo>
                  <a:pt x="42824" y="81540"/>
                  <a:pt x="46933" y="83754"/>
                  <a:pt x="51126" y="84174"/>
                </a:cubicBezTo>
                <a:cubicBezTo>
                  <a:pt x="55319" y="84593"/>
                  <a:pt x="59189" y="83492"/>
                  <a:pt x="62738" y="80872"/>
                </a:cubicBezTo>
                <a:cubicBezTo>
                  <a:pt x="67009" y="77719"/>
                  <a:pt x="69437" y="73444"/>
                  <a:pt x="70021" y="68046"/>
                </a:cubicBezTo>
                <a:cubicBezTo>
                  <a:pt x="70604" y="62647"/>
                  <a:pt x="68933" y="57290"/>
                  <a:pt x="65010" y="51976"/>
                </a:cubicBezTo>
                <a:cubicBezTo>
                  <a:pt x="61280" y="46923"/>
                  <a:pt x="56916" y="43985"/>
                  <a:pt x="51918" y="43164"/>
                </a:cubicBezTo>
                <a:cubicBezTo>
                  <a:pt x="46920" y="42342"/>
                  <a:pt x="42121" y="43629"/>
                  <a:pt x="37521" y="47024"/>
                </a:cubicBezTo>
                <a:cubicBezTo>
                  <a:pt x="34663" y="49135"/>
                  <a:pt x="32559" y="51683"/>
                  <a:pt x="31210" y="54670"/>
                </a:cubicBezTo>
                <a:cubicBezTo>
                  <a:pt x="29862" y="57656"/>
                  <a:pt x="29289" y="60662"/>
                  <a:pt x="29492" y="63688"/>
                </a:cubicBezTo>
                <a:lnTo>
                  <a:pt x="20363" y="68753"/>
                </a:lnTo>
                <a:lnTo>
                  <a:pt x="0" y="26524"/>
                </a:lnTo>
                <a:lnTo>
                  <a:pt x="35929" y="0"/>
                </a:lnTo>
                <a:lnTo>
                  <a:pt x="42114" y="8378"/>
                </a:lnTo>
                <a:lnTo>
                  <a:pt x="13282" y="29663"/>
                </a:lnTo>
                <a:lnTo>
                  <a:pt x="23761" y="52005"/>
                </a:lnTo>
                <a:cubicBezTo>
                  <a:pt x="25891" y="45813"/>
                  <a:pt x="29337" y="40959"/>
                  <a:pt x="34102" y="37442"/>
                </a:cubicBezTo>
                <a:cubicBezTo>
                  <a:pt x="40410" y="32785"/>
                  <a:pt x="47348" y="31043"/>
                  <a:pt x="54915" y="32216"/>
                </a:cubicBezTo>
                <a:cubicBezTo>
                  <a:pt x="62481" y="33388"/>
                  <a:pt x="68801" y="37411"/>
                  <a:pt x="73875" y="44284"/>
                </a:cubicBezTo>
                <a:cubicBezTo>
                  <a:pt x="78707" y="50829"/>
                  <a:pt x="80978" y="57893"/>
                  <a:pt x="80687" y="65475"/>
                </a:cubicBezTo>
                <a:cubicBezTo>
                  <a:pt x="80376" y="74750"/>
                  <a:pt x="76213" y="82347"/>
                  <a:pt x="68196" y="88265"/>
                </a:cubicBezTo>
                <a:cubicBezTo>
                  <a:pt x="61624" y="93116"/>
                  <a:pt x="54899" y="95232"/>
                  <a:pt x="48019" y="94611"/>
                </a:cubicBezTo>
                <a:cubicBezTo>
                  <a:pt x="41139" y="93990"/>
                  <a:pt x="35154" y="90852"/>
                  <a:pt x="30065" y="851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Text 5">
            <a:extLst xmlns:a="http://schemas.openxmlformats.org/drawingml/2006/main">
              <a:ext uri="{FF2B5EF4-FFF2-40B4-BE49-F238E27FC236}">
                <a16:creationId xmlns:a16="http://schemas.microsoft.com/office/drawing/2014/main" id="{28C86A68-8F48-47FD-AB36-0A0096E0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056" y="1920428"/>
            <a:ext cx="80978" cy="95232"/>
          </a:xfrm>
          <a:custGeom xmlns:a="http://schemas.openxmlformats.org/drawingml/2006/main">
            <a:pathLst>
              <a:path w="80978" h="95232">
                <a:moveTo>
                  <a:pt x="30065" y="85196"/>
                </a:moveTo>
                <a:lnTo>
                  <a:pt x="38798" y="77530"/>
                </a:lnTo>
                <a:cubicBezTo>
                  <a:pt x="42824" y="81540"/>
                  <a:pt x="46933" y="83754"/>
                  <a:pt x="51126" y="84174"/>
                </a:cubicBezTo>
                <a:cubicBezTo>
                  <a:pt x="55319" y="84593"/>
                  <a:pt x="59189" y="83492"/>
                  <a:pt x="62738" y="80872"/>
                </a:cubicBezTo>
                <a:cubicBezTo>
                  <a:pt x="67009" y="77719"/>
                  <a:pt x="69437" y="73444"/>
                  <a:pt x="70021" y="68046"/>
                </a:cubicBezTo>
                <a:cubicBezTo>
                  <a:pt x="70604" y="62647"/>
                  <a:pt x="68933" y="57290"/>
                  <a:pt x="65010" y="51976"/>
                </a:cubicBezTo>
                <a:cubicBezTo>
                  <a:pt x="61280" y="46923"/>
                  <a:pt x="56916" y="43985"/>
                  <a:pt x="51918" y="43164"/>
                </a:cubicBezTo>
                <a:cubicBezTo>
                  <a:pt x="46920" y="42342"/>
                  <a:pt x="42121" y="43629"/>
                  <a:pt x="37521" y="47024"/>
                </a:cubicBezTo>
                <a:cubicBezTo>
                  <a:pt x="34663" y="49135"/>
                  <a:pt x="32559" y="51683"/>
                  <a:pt x="31210" y="54670"/>
                </a:cubicBezTo>
                <a:cubicBezTo>
                  <a:pt x="29862" y="57656"/>
                  <a:pt x="29289" y="60662"/>
                  <a:pt x="29492" y="63688"/>
                </a:cubicBezTo>
                <a:lnTo>
                  <a:pt x="20363" y="68753"/>
                </a:lnTo>
                <a:lnTo>
                  <a:pt x="0" y="26524"/>
                </a:lnTo>
                <a:lnTo>
                  <a:pt x="35929" y="0"/>
                </a:lnTo>
                <a:lnTo>
                  <a:pt x="42114" y="8378"/>
                </a:lnTo>
                <a:lnTo>
                  <a:pt x="13282" y="29663"/>
                </a:lnTo>
                <a:lnTo>
                  <a:pt x="23761" y="52005"/>
                </a:lnTo>
                <a:cubicBezTo>
                  <a:pt x="25891" y="45813"/>
                  <a:pt x="29337" y="40959"/>
                  <a:pt x="34102" y="37442"/>
                </a:cubicBezTo>
                <a:cubicBezTo>
                  <a:pt x="40410" y="32785"/>
                  <a:pt x="47348" y="31043"/>
                  <a:pt x="54915" y="32216"/>
                </a:cubicBezTo>
                <a:cubicBezTo>
                  <a:pt x="62481" y="33388"/>
                  <a:pt x="68801" y="37411"/>
                  <a:pt x="73875" y="44284"/>
                </a:cubicBezTo>
                <a:cubicBezTo>
                  <a:pt x="78707" y="50829"/>
                  <a:pt x="80978" y="57893"/>
                  <a:pt x="80687" y="65475"/>
                </a:cubicBezTo>
                <a:cubicBezTo>
                  <a:pt x="80376" y="74750"/>
                  <a:pt x="76213" y="82347"/>
                  <a:pt x="68196" y="88265"/>
                </a:cubicBezTo>
                <a:cubicBezTo>
                  <a:pt x="61624" y="93116"/>
                  <a:pt x="54899" y="95232"/>
                  <a:pt x="48019" y="94611"/>
                </a:cubicBezTo>
                <a:cubicBezTo>
                  <a:pt x="41139" y="93990"/>
                  <a:pt x="35154" y="90852"/>
                  <a:pt x="30065" y="851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Text 0">
            <a:extLst xmlns:a="http://schemas.openxmlformats.org/drawingml/2006/main">
              <a:ext uri="{FF2B5EF4-FFF2-40B4-BE49-F238E27FC236}">
                <a16:creationId xmlns:a16="http://schemas.microsoft.com/office/drawing/2014/main" id="{69F5E889-7A2C-4FA8-AD56-FE6E1DDC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357" y="2096987"/>
            <a:ext cx="91259" cy="96928"/>
          </a:xfrm>
          <a:custGeom xmlns:a="http://schemas.openxmlformats.org/drawingml/2006/main">
            <a:pathLst>
              <a:path w="91259" h="96928">
                <a:moveTo>
                  <a:pt x="20020" y="69876"/>
                </a:moveTo>
                <a:cubicBezTo>
                  <a:pt x="12110" y="60591"/>
                  <a:pt x="6700" y="52303"/>
                  <a:pt x="3789" y="45013"/>
                </a:cubicBezTo>
                <a:cubicBezTo>
                  <a:pt x="878" y="37723"/>
                  <a:pt x="0" y="30937"/>
                  <a:pt x="1154" y="24653"/>
                </a:cubicBezTo>
                <a:cubicBezTo>
                  <a:pt x="2308" y="18370"/>
                  <a:pt x="5744" y="12793"/>
                  <a:pt x="11462" y="7922"/>
                </a:cubicBezTo>
                <a:cubicBezTo>
                  <a:pt x="15679" y="4329"/>
                  <a:pt x="20101" y="2026"/>
                  <a:pt x="24727" y="1013"/>
                </a:cubicBezTo>
                <a:cubicBezTo>
                  <a:pt x="29353" y="0"/>
                  <a:pt x="34063" y="209"/>
                  <a:pt x="38859" y="1639"/>
                </a:cubicBezTo>
                <a:cubicBezTo>
                  <a:pt x="43655" y="3070"/>
                  <a:pt x="48598" y="5578"/>
                  <a:pt x="53687" y="9163"/>
                </a:cubicBezTo>
                <a:cubicBezTo>
                  <a:pt x="58776" y="12747"/>
                  <a:pt x="64637" y="18432"/>
                  <a:pt x="71269" y="26218"/>
                </a:cubicBezTo>
                <a:cubicBezTo>
                  <a:pt x="79118" y="35431"/>
                  <a:pt x="84507" y="43676"/>
                  <a:pt x="87436" y="50950"/>
                </a:cubicBezTo>
                <a:cubicBezTo>
                  <a:pt x="90364" y="58225"/>
                  <a:pt x="91259" y="65013"/>
                  <a:pt x="90120" y="71314"/>
                </a:cubicBezTo>
                <a:cubicBezTo>
                  <a:pt x="88982" y="77615"/>
                  <a:pt x="85535" y="83217"/>
                  <a:pt x="79781" y="88118"/>
                </a:cubicBezTo>
                <a:cubicBezTo>
                  <a:pt x="72205" y="94573"/>
                  <a:pt x="63942" y="96928"/>
                  <a:pt x="54993" y="95183"/>
                </a:cubicBezTo>
                <a:cubicBezTo>
                  <a:pt x="44243" y="93061"/>
                  <a:pt x="32586" y="84626"/>
                  <a:pt x="20020" y="69876"/>
                </a:cubicBezTo>
                <a:moveTo>
                  <a:pt x="29915" y="61401"/>
                </a:moveTo>
                <a:cubicBezTo>
                  <a:pt x="40868" y="74259"/>
                  <a:pt x="49669" y="81530"/>
                  <a:pt x="56315" y="83215"/>
                </a:cubicBezTo>
                <a:cubicBezTo>
                  <a:pt x="62961" y="84898"/>
                  <a:pt x="68500" y="83853"/>
                  <a:pt x="72931" y="80077"/>
                </a:cubicBezTo>
                <a:cubicBezTo>
                  <a:pt x="77363" y="76302"/>
                  <a:pt x="79268" y="70991"/>
                  <a:pt x="78647" y="64144"/>
                </a:cubicBezTo>
                <a:cubicBezTo>
                  <a:pt x="78026" y="57298"/>
                  <a:pt x="72253" y="47463"/>
                  <a:pt x="61329" y="34639"/>
                </a:cubicBezTo>
                <a:cubicBezTo>
                  <a:pt x="50345" y="21746"/>
                  <a:pt x="41537" y="14466"/>
                  <a:pt x="34907" y="12800"/>
                </a:cubicBezTo>
                <a:cubicBezTo>
                  <a:pt x="28275" y="11133"/>
                  <a:pt x="22708" y="12218"/>
                  <a:pt x="18205" y="16054"/>
                </a:cubicBezTo>
                <a:cubicBezTo>
                  <a:pt x="13774" y="19829"/>
                  <a:pt x="11829" y="24714"/>
                  <a:pt x="12370" y="30707"/>
                </a:cubicBezTo>
                <a:cubicBezTo>
                  <a:pt x="13113" y="38311"/>
                  <a:pt x="18961" y="48543"/>
                  <a:pt x="29915" y="6140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0">
            <a:extLst xmlns:a="http://schemas.openxmlformats.org/drawingml/2006/main">
              <a:ext uri="{FF2B5EF4-FFF2-40B4-BE49-F238E27FC236}">
                <a16:creationId xmlns:a16="http://schemas.microsoft.com/office/drawing/2014/main" id="{E419CE0F-A2A9-489E-B580-1D75412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358" y="2002150"/>
            <a:ext cx="79488" cy="78622"/>
          </a:xfrm>
          <a:custGeom xmlns:a="http://schemas.openxmlformats.org/drawingml/2006/main">
            <a:pathLst>
              <a:path w="79488" h="78622">
                <a:moveTo>
                  <a:pt x="20118" y="59661"/>
                </a:moveTo>
                <a:cubicBezTo>
                  <a:pt x="12689" y="52543"/>
                  <a:pt x="7443" y="46049"/>
                  <a:pt x="4379" y="40179"/>
                </a:cubicBezTo>
                <a:cubicBezTo>
                  <a:pt x="1315" y="34309"/>
                  <a:pt x="0" y="28689"/>
                  <a:pt x="433" y="23317"/>
                </a:cubicBezTo>
                <a:cubicBezTo>
                  <a:pt x="866" y="17946"/>
                  <a:pt x="3275" y="12973"/>
                  <a:pt x="7659" y="8398"/>
                </a:cubicBezTo>
                <a:cubicBezTo>
                  <a:pt x="10892" y="5024"/>
                  <a:pt x="14406" y="2715"/>
                  <a:pt x="18202" y="1470"/>
                </a:cubicBezTo>
                <a:cubicBezTo>
                  <a:pt x="21998" y="226"/>
                  <a:pt x="25969" y="0"/>
                  <a:pt x="30115" y="792"/>
                </a:cubicBezTo>
                <a:cubicBezTo>
                  <a:pt x="34262" y="1584"/>
                  <a:pt x="38623" y="3268"/>
                  <a:pt x="43200" y="5843"/>
                </a:cubicBezTo>
                <a:cubicBezTo>
                  <a:pt x="47776" y="8418"/>
                  <a:pt x="53178" y="12689"/>
                  <a:pt x="59407" y="18658"/>
                </a:cubicBezTo>
                <a:cubicBezTo>
                  <a:pt x="66779" y="25721"/>
                  <a:pt x="72004" y="32181"/>
                  <a:pt x="75081" y="38036"/>
                </a:cubicBezTo>
                <a:cubicBezTo>
                  <a:pt x="78158" y="43892"/>
                  <a:pt x="79488" y="49512"/>
                  <a:pt x="79069" y="54897"/>
                </a:cubicBezTo>
                <a:cubicBezTo>
                  <a:pt x="78650" y="60282"/>
                  <a:pt x="76235" y="65276"/>
                  <a:pt x="71824" y="69880"/>
                </a:cubicBezTo>
                <a:cubicBezTo>
                  <a:pt x="66015" y="75942"/>
                  <a:pt x="59281" y="78622"/>
                  <a:pt x="51623" y="77920"/>
                </a:cubicBezTo>
                <a:cubicBezTo>
                  <a:pt x="42421" y="77055"/>
                  <a:pt x="31919" y="70969"/>
                  <a:pt x="20118" y="59661"/>
                </a:cubicBezTo>
                <a:moveTo>
                  <a:pt x="27700" y="51706"/>
                </a:moveTo>
                <a:cubicBezTo>
                  <a:pt x="37987" y="61563"/>
                  <a:pt x="45992" y="66916"/>
                  <a:pt x="51713" y="67764"/>
                </a:cubicBezTo>
                <a:cubicBezTo>
                  <a:pt x="57434" y="68610"/>
                  <a:pt x="61993" y="67261"/>
                  <a:pt x="65390" y="63715"/>
                </a:cubicBezTo>
                <a:cubicBezTo>
                  <a:pt x="68787" y="60170"/>
                  <a:pt x="69934" y="55550"/>
                  <a:pt x="68829" y="49858"/>
                </a:cubicBezTo>
                <a:cubicBezTo>
                  <a:pt x="67725" y="44165"/>
                  <a:pt x="62043" y="36403"/>
                  <a:pt x="51783" y="26572"/>
                </a:cubicBezTo>
                <a:cubicBezTo>
                  <a:pt x="41467" y="16687"/>
                  <a:pt x="33455" y="11328"/>
                  <a:pt x="27749" y="10495"/>
                </a:cubicBezTo>
                <a:cubicBezTo>
                  <a:pt x="22042" y="9661"/>
                  <a:pt x="17462" y="11046"/>
                  <a:pt x="14010" y="14648"/>
                </a:cubicBezTo>
                <a:cubicBezTo>
                  <a:pt x="10613" y="18194"/>
                  <a:pt x="9397" y="22459"/>
                  <a:pt x="10362" y="27442"/>
                </a:cubicBezTo>
                <a:cubicBezTo>
                  <a:pt x="11633" y="33761"/>
                  <a:pt x="17412" y="41849"/>
                  <a:pt x="27700" y="517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Text 0">
            <a:extLst xmlns:a="http://schemas.openxmlformats.org/drawingml/2006/main">
              <a:ext uri="{FF2B5EF4-FFF2-40B4-BE49-F238E27FC236}">
                <a16:creationId xmlns:a16="http://schemas.microsoft.com/office/drawing/2014/main" id="{9E441A04-1DA3-4656-8BA4-B514F789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076" y="1920946"/>
            <a:ext cx="70255" cy="66323"/>
          </a:xfrm>
          <a:custGeom xmlns:a="http://schemas.openxmlformats.org/drawingml/2006/main">
            <a:pathLst>
              <a:path w="70255" h="66323">
                <a:moveTo>
                  <a:pt x="19291" y="52157"/>
                </a:moveTo>
                <a:cubicBezTo>
                  <a:pt x="12421" y="46412"/>
                  <a:pt x="7484" y="41080"/>
                  <a:pt x="4478" y="36162"/>
                </a:cubicBezTo>
                <a:cubicBezTo>
                  <a:pt x="1472" y="31245"/>
                  <a:pt x="0" y="26441"/>
                  <a:pt x="61" y="21751"/>
                </a:cubicBezTo>
                <a:cubicBezTo>
                  <a:pt x="121" y="17060"/>
                  <a:pt x="1921" y="12600"/>
                  <a:pt x="5459" y="8369"/>
                </a:cubicBezTo>
                <a:cubicBezTo>
                  <a:pt x="8069" y="5249"/>
                  <a:pt x="10985" y="3037"/>
                  <a:pt x="14208" y="1733"/>
                </a:cubicBezTo>
                <a:cubicBezTo>
                  <a:pt x="17432" y="430"/>
                  <a:pt x="20867" y="0"/>
                  <a:pt x="24515" y="444"/>
                </a:cubicBezTo>
                <a:cubicBezTo>
                  <a:pt x="28162" y="888"/>
                  <a:pt x="32049" y="2094"/>
                  <a:pt x="36175" y="4062"/>
                </a:cubicBezTo>
                <a:cubicBezTo>
                  <a:pt x="40300" y="6029"/>
                  <a:pt x="45243" y="9421"/>
                  <a:pt x="51004" y="14239"/>
                </a:cubicBezTo>
                <a:cubicBezTo>
                  <a:pt x="57821" y="19940"/>
                  <a:pt x="62738" y="25243"/>
                  <a:pt x="65754" y="30148"/>
                </a:cubicBezTo>
                <a:cubicBezTo>
                  <a:pt x="68771" y="35052"/>
                  <a:pt x="70255" y="39855"/>
                  <a:pt x="70208" y="44556"/>
                </a:cubicBezTo>
                <a:cubicBezTo>
                  <a:pt x="70161" y="49257"/>
                  <a:pt x="68357" y="53737"/>
                  <a:pt x="64796" y="57994"/>
                </a:cubicBezTo>
                <a:cubicBezTo>
                  <a:pt x="60108" y="63600"/>
                  <a:pt x="54418" y="66323"/>
                  <a:pt x="47725" y="66163"/>
                </a:cubicBezTo>
                <a:cubicBezTo>
                  <a:pt x="39683" y="65953"/>
                  <a:pt x="30205" y="61284"/>
                  <a:pt x="19291" y="52157"/>
                </a:cubicBezTo>
                <a:moveTo>
                  <a:pt x="25408" y="44803"/>
                </a:moveTo>
                <a:cubicBezTo>
                  <a:pt x="34922" y="52759"/>
                  <a:pt x="42188" y="56938"/>
                  <a:pt x="47207" y="57338"/>
                </a:cubicBezTo>
                <a:cubicBezTo>
                  <a:pt x="52224" y="57737"/>
                  <a:pt x="56104" y="56297"/>
                  <a:pt x="58847" y="53018"/>
                </a:cubicBezTo>
                <a:cubicBezTo>
                  <a:pt x="61589" y="49739"/>
                  <a:pt x="62313" y="45660"/>
                  <a:pt x="61019" y="40781"/>
                </a:cubicBezTo>
                <a:cubicBezTo>
                  <a:pt x="59726" y="35902"/>
                  <a:pt x="54335" y="29495"/>
                  <a:pt x="44847" y="21560"/>
                </a:cubicBezTo>
                <a:cubicBezTo>
                  <a:pt x="35307" y="13582"/>
                  <a:pt x="28035" y="9398"/>
                  <a:pt x="23030" y="9010"/>
                </a:cubicBezTo>
                <a:cubicBezTo>
                  <a:pt x="18025" y="8621"/>
                  <a:pt x="14129" y="10092"/>
                  <a:pt x="11342" y="13424"/>
                </a:cubicBezTo>
                <a:cubicBezTo>
                  <a:pt x="8600" y="16703"/>
                  <a:pt x="7795" y="20478"/>
                  <a:pt x="8925" y="24749"/>
                </a:cubicBezTo>
                <a:cubicBezTo>
                  <a:pt x="10401" y="30162"/>
                  <a:pt x="15895" y="36847"/>
                  <a:pt x="25408" y="448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820041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2026-09-05T08:53:08.5120000Z</dcterms:created>
  <dcterms:modified xsi:type="dcterms:W3CDTF">2026-09-05T08:53:08.5120000Z</dcterms:modified>
</coreProperties>
</file>