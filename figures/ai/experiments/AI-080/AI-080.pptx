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443b0f1d664188" /><Relationship Type="http://schemas.openxmlformats.org/officeDocument/2006/relationships/extended-properties" Target="/docProps/app.xml" Id="R0dee5de0765e4a49" /><Relationship Type="http://schemas.openxmlformats.org/officeDocument/2006/relationships/officeDocument" Target="/ppt/presentation.xml" Id="R2af809dbfbb142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6a76606f9a4c06"/>
  </p:sldMasterIdLst>
  <p:notesMasterIdLst>
    <p:notesMasterId xmlns:r="http://schemas.openxmlformats.org/officeDocument/2006/relationships" r:id="R9414da0a3d994297"/>
  </p:notesMasterIdLst>
  <p:sldIdLst>
    <p:sldId xmlns:r="http://schemas.openxmlformats.org/officeDocument/2006/relationships" id="256" r:id="R0d8e5a59b61e4035"/>
  </p:sldIdLst>
  <p:sldSz cx="13830300" cy="6315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ba5d20bf748ff" /><Relationship Type="http://schemas.openxmlformats.org/officeDocument/2006/relationships/slideMaster" Target="/ppt/slideMasters/slideMaster1.xml" Id="Rc96a76606f9a4c06" /><Relationship Type="http://schemas.openxmlformats.org/officeDocument/2006/relationships/notesMaster" Target="/ppt/notesMasters/notesMaster1.xml" Id="R9414da0a3d994297" /><Relationship Type="http://schemas.openxmlformats.org/officeDocument/2006/relationships/presProps" Target="/ppt/presProps.xml" Id="Rfb61684747804310" /><Relationship Type="http://schemas.openxmlformats.org/officeDocument/2006/relationships/tableStyles" Target="/ppt/tableStyles.xml" Id="Rd57924579a3f438d" /><Relationship Type="http://schemas.openxmlformats.org/officeDocument/2006/relationships/slide" Target="/ppt/slides/slide1.xml" Id="R0d8e5a59b61e40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f4ddd72c22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0c1904c504c8f" /><Relationship Type="http://schemas.openxmlformats.org/officeDocument/2006/relationships/notesMaster" Target="/ppt/notesMasters/notesMaster1.xml" Id="Rf0b250416c734b8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素材ID：AI-080</ns1:t>
            </ns1:r>
          </ns1:p>
          <ns1:p>
            <ns1:r>
              <ns1:t>论文：DivShift: Exploring Domain-Specific Distribution Shift in Large-Scale, Volunteer-Collected Biodiversity Datasets</ns1:t>
            </ns1:r>
          </ns1:p>
          <ns1:p>
            <ns1:r>
              <ns1:t>会议：AAAI 2025</ns1:t>
            </ns1:r>
          </ns1:p>
          <ns1:p>
            <ns1:r>
              <ns1:t>奖项：Outstanding Paper – AI for Social Alignment Track</ns1:t>
            </ns1:r>
          </ns1:p>
          <ns1:p>
            <ns1:r>
              <ns1:t>图号：Figure 3，PDF第4页</ns1:t>
            </ns1:r>
          </ns1:p>
          <ns1:p>
            <ns1:r>
              <ns1:t>类型：实验图表</ns1:t>
            </ns1:r>
          </ns1:p>
          <ns1:p>
            <ns1:r>
              <ns1:t>借鉴点：在相同北美西海岸轮廓下并列观测密度、生态区、气温和人类活动，统一北向与比例尺。</ns1:t>
            </ns1:r>
          </ns1:p>
          <ns1:p>
            <ns1:r>
              <ns1:t>论文URL：https://ojs.aaai.org/index.php/AAAI/article/view/35060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编辑与保真说明：四个地理数据图层保留为独立源图，未重建地理数据。图题、17项生态区图例、色标、北向和比例尺均为原生。源图字体用Arial/Times New Roman近似。</ns1:t>
            </ns1:r>
          </ns1:p>
          <ns1:p>
            <ns1:r>
              <ns1:t>复刻方式：Native geographic comparison layout, annotations and legends with four separate original map data layers.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3175bdf39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3b45123d94f87" /><Relationship Type="http://schemas.openxmlformats.org/officeDocument/2006/relationships/slideLayout" Target="/ppt/slideLayouts/slideLayout1.xml" Id="R52352f764736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352f764736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8eb1492ca4fc9" /><Relationship Type="http://schemas.openxmlformats.org/officeDocument/2006/relationships/image" Target="/ppt/media/image.png" Id="Rb9b657dd180e4e36" /><Relationship Type="http://schemas.openxmlformats.org/officeDocument/2006/relationships/image" Target="/ppt/media/image2.png" Id="Rff4b73d432d64cd3" /><Relationship Type="http://schemas.openxmlformats.org/officeDocument/2006/relationships/image" Target="/ppt/media/image3.png" Id="R25aad82ce7404371" /><Relationship Type="http://schemas.openxmlformats.org/officeDocument/2006/relationships/image" Target="/ppt/media/image4.png" Id="R7f09048ddc5144bc" /><Relationship Type="http://schemas.openxmlformats.org/officeDocument/2006/relationships/notesSlide" Target="/ppt/notesSlides/notesSlide1.xml" Id="R7529e8ed7a9a42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657dd180e4e36"/>
          <a:stretch xmlns:a="http://schemas.openxmlformats.org/drawingml/2006/main"/>
        </p:blipFill>
        <p:spPr>
          <a:xfrm xmlns:a="http://schemas.openxmlformats.org/drawingml/2006/main">
            <a:off x="114300" y="400050"/>
            <a:ext cx="3676650" cy="57912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b73d432d64cd3"/>
          <a:stretch xmlns:a="http://schemas.openxmlformats.org/drawingml/2006/main"/>
        </p:blipFill>
        <p:spPr>
          <a:xfrm xmlns:a="http://schemas.openxmlformats.org/drawingml/2006/main">
            <a:off x="3790950" y="400050"/>
            <a:ext cx="3276600" cy="57912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ad82ce7404371"/>
          <a:stretch xmlns:a="http://schemas.openxmlformats.org/drawingml/2006/main"/>
        </p:blipFill>
        <p:spPr>
          <a:xfrm xmlns:a="http://schemas.openxmlformats.org/drawingml/2006/main">
            <a:off x="7067550" y="361950"/>
            <a:ext cx="3228975" cy="5838825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9048ddc5144bc"/>
          <a:stretch xmlns:a="http://schemas.openxmlformats.org/drawingml/2006/main"/>
        </p:blipFill>
        <p:spPr>
          <a:xfrm xmlns:a="http://schemas.openxmlformats.org/drawingml/2006/main">
            <a:off x="10563225" y="333375"/>
            <a:ext cx="3267075" cy="5857875"/>
          </a:xfrm>
          <a:prstGeom xmlns:a="http://schemas.openxmlformats.org/drawingml/2006/main" prst="rect">
            <a:avLst/>
          </a:prstGeom>
        </p:spPr>
      </p:pic>
      <p:sp>
        <p:nvSpPr>
          <p:cNvPr id="5" name="Text (a) Dataset Observation Density">
            <a:extLst xmlns:a="http://schemas.openxmlformats.org/drawingml/2006/main">
              <a:ext uri="{FF2B5EF4-FFF2-40B4-BE49-F238E27FC236}">
                <a16:creationId xmlns:a16="http://schemas.microsoft.com/office/drawing/2014/main" id="{B9E310FF-E48B-4B8C-BCF7-2BE1C29D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9050"/>
            <a:ext cx="3971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Dataset Observation Density</a:t>
            </a:r>
          </a:p>
        </p:txBody>
      </p:sp>
      <p:sp>
        <p:nvSpPr>
          <p:cNvPr id="6" name="Text (b) L2 Ecoregions">
            <a:extLst xmlns:a="http://schemas.openxmlformats.org/drawingml/2006/main">
              <a:ext uri="{FF2B5EF4-FFF2-40B4-BE49-F238E27FC236}">
                <a16:creationId xmlns:a16="http://schemas.microsoft.com/office/drawing/2014/main" id="{39AD4CF4-FB4F-4C1E-BCC5-3B5D4781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050"/>
            <a:ext cx="2505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L2 Ecoregions</a:t>
            </a:r>
          </a:p>
        </p:txBody>
      </p:sp>
      <p:sp>
        <p:nvSpPr>
          <p:cNvPr id="7" name="Text (c) Temperature Coldest Month">
            <a:extLst xmlns:a="http://schemas.openxmlformats.org/drawingml/2006/main">
              <a:ext uri="{FF2B5EF4-FFF2-40B4-BE49-F238E27FC236}">
                <a16:creationId xmlns:a16="http://schemas.microsoft.com/office/drawing/2014/main" id="{AF346867-0FB3-441D-85FC-35C211F1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05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Temperature Coldest Month</a:t>
            </a:r>
          </a:p>
        </p:txBody>
      </p:sp>
      <p:sp>
        <p:nvSpPr>
          <p:cNvPr id="8" name="Text (d) Human Footprint Index">
            <a:extLst xmlns:a="http://schemas.openxmlformats.org/drawingml/2006/main">
              <a:ext uri="{FF2B5EF4-FFF2-40B4-BE49-F238E27FC236}">
                <a16:creationId xmlns:a16="http://schemas.microsoft.com/office/drawing/2014/main" id="{F4F926B4-1003-4317-BA5A-3739E6E9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9050"/>
            <a:ext cx="3248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Human Footprint Index</a:t>
            </a:r>
          </a:p>
        </p:txBody>
      </p:sp>
      <p:sp>
        <p:nvSpPr>
          <p:cNvPr id="9" name="Native colorbar 0">
            <a:extLst xmlns:a="http://schemas.openxmlformats.org/drawingml/2006/main">
              <a:ext uri="{FF2B5EF4-FFF2-40B4-BE49-F238E27FC236}">
                <a16:creationId xmlns:a16="http://schemas.microsoft.com/office/drawing/2014/main" id="{1C946F02-776B-4DBE-A66B-D50A66DC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71875"/>
            <a:ext cx="257175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  <ns0:gradFill xmlns:ns0="http://schemas.openxmlformats.org/drawingml/2006/main" rotWithShape="1">
            <ns0:gsLst>
              <ns0:gs pos="0">
                <ns0:srgbClr val="203970"/>
              </ns0:gs>
              <ns0:gs pos="1031">
                <ns0:srgbClr val="213c75"/>
              </ns0:gs>
              <ns0:gs pos="2062">
                <ns0:srgbClr val="203e79"/>
              </ns0:gs>
              <ns0:gs pos="3093">
                <ns0:srgbClr val="1d417d"/>
              </ns0:gs>
              <ns0:gs pos="4124">
                <ns0:srgbClr val="1a4382"/>
              </ns0:gs>
              <ns0:gs pos="5155">
                <ns0:srgbClr val="174686"/>
              </ns0:gs>
              <ns0:gs pos="6186">
                <ns0:srgbClr val="13488a"/>
              </ns0:gs>
              <ns0:gs pos="7216">
                <ns0:srgbClr val="114a8e"/>
              </ns0:gs>
              <ns0:gs pos="8247">
                <ns0:srgbClr val="0d4d92"/>
              </ns0:gs>
              <ns0:gs pos="9278">
                <ns0:srgbClr val="0b4e97"/>
              </ns0:gs>
              <ns0:gs pos="10309">
                <ns0:srgbClr val="0b509b"/>
              </ns0:gs>
              <ns0:gs pos="11340">
                <ns0:srgbClr val="0c539f"/>
              </ns0:gs>
              <ns0:gs pos="12371">
                <ns0:srgbClr val="0c55a0"/>
              </ns0:gs>
              <ns0:gs pos="13402">
                <ns0:srgbClr val="0e58a3"/>
              </ns0:gs>
              <ns0:gs pos="14433">
                <ns0:srgbClr val="105ba5"/>
              </ns0:gs>
              <ns0:gs pos="15464">
                <ns0:srgbClr val="135da8"/>
              </ns0:gs>
              <ns0:gs pos="16495">
                <ns0:srgbClr val="1660aa"/>
              </ns0:gs>
              <ns0:gs pos="17526">
                <ns0:srgbClr val="1a63ab"/>
              </ns0:gs>
              <ns0:gs pos="18557">
                <ns0:srgbClr val="1d65ad"/>
              </ns0:gs>
              <ns0:gs pos="19588">
                <ns0:srgbClr val="1b67af"/>
              </ns0:gs>
              <ns0:gs pos="20619">
                <ns0:srgbClr val="186bb1"/>
              </ns0:gs>
              <ns0:gs pos="21649">
                <ns0:srgbClr val="166db3"/>
              </ns0:gs>
              <ns0:gs pos="22680">
                <ns0:srgbClr val="166fb5"/>
              </ns0:gs>
              <ns0:gs pos="23711">
                <ns0:srgbClr val="1571b6"/>
              </ns0:gs>
              <ns0:gs pos="24742">
                <ns0:srgbClr val="1673b8"/>
              </ns0:gs>
              <ns0:gs pos="25773">
                <ns0:srgbClr val="1976b8"/>
              </ns0:gs>
              <ns0:gs pos="26804">
                <ns0:srgbClr val="217aba"/>
              </ns0:gs>
              <ns0:gs pos="27835">
                <ns0:srgbClr val="257cbc"/>
              </ns0:gs>
              <ns0:gs pos="28866">
                <ns0:srgbClr val="287fbe"/>
              </ns0:gs>
              <ns0:gs pos="29897">
                <ns0:srgbClr val="2d83c0"/>
              </ns0:gs>
              <ns0:gs pos="30928">
                <ns0:srgbClr val="3286c2"/>
              </ns0:gs>
              <ns0:gs pos="31959">
                <ns0:srgbClr val="3588c3"/>
              </ns0:gs>
              <ns0:gs pos="32990">
                <ns0:srgbClr val="368bc5"/>
              </ns0:gs>
              <ns0:gs pos="34021">
                <ns0:srgbClr val="398ec7"/>
              </ns0:gs>
              <ns0:gs pos="35052">
                <ns0:srgbClr val="3d91c7"/>
              </ns0:gs>
              <ns0:gs pos="36082">
                <ns0:srgbClr val="3f93c8"/>
              </ns0:gs>
              <ns0:gs pos="37113">
                <ns0:srgbClr val="4295c9"/>
              </ns0:gs>
              <ns0:gs pos="38144">
                <ns0:srgbClr val="4697ca"/>
              </ns0:gs>
              <ns0:gs pos="39175">
                <ns0:srgbClr val="4999cc"/>
              </ns0:gs>
              <ns0:gs pos="40206">
                <ns0:srgbClr val="4c9bcd"/>
              </ns0:gs>
              <ns0:gs pos="41237">
                <ns0:srgbClr val="509ece"/>
              </ns0:gs>
              <ns0:gs pos="42268">
                <ns0:srgbClr val="54a0d0"/>
              </ns0:gs>
              <ns0:gs pos="43299">
                <ns0:srgbClr val="58a2d1"/>
              </ns0:gs>
              <ns0:gs pos="44330">
                <ns0:srgbClr val="5ca5d2"/>
              </ns0:gs>
              <ns0:gs pos="45361">
                <ns0:srgbClr val="5ea7d3"/>
              </ns0:gs>
              <ns0:gs pos="46392">
                <ns0:srgbClr val="62a9d5"/>
              </ns0:gs>
              <ns0:gs pos="47423">
                <ns0:srgbClr val="65abd6"/>
              </ns0:gs>
              <ns0:gs pos="48454">
                <ns0:srgbClr val="68aed8"/>
              </ns0:gs>
              <ns0:gs pos="49485">
                <ns0:srgbClr val="6eb0d9"/>
              </ns0:gs>
              <ns0:gs pos="50515">
                <ns0:srgbClr val="73b3db"/>
              </ns0:gs>
              <ns0:gs pos="51546">
                <ns0:srgbClr val="77b5db"/>
              </ns0:gs>
              <ns0:gs pos="52577">
                <ns0:srgbClr val="7cb7db"/>
              </ns0:gs>
              <ns0:gs pos="53608">
                <ns0:srgbClr val="80b9dd"/>
              </ns0:gs>
              <ns0:gs pos="54639">
                <ns0:srgbClr val="83bcdd"/>
              </ns0:gs>
              <ns0:gs pos="55670">
                <ns0:srgbClr val="87bede"/>
              </ns0:gs>
              <ns0:gs pos="56701">
                <ns0:srgbClr val="8bc0df"/>
              </ns0:gs>
              <ns0:gs pos="57732">
                <ns0:srgbClr val="8fc3e0"/>
              </ns0:gs>
              <ns0:gs pos="58763">
                <ns0:srgbClr val="94c5e0"/>
              </ns0:gs>
              <ns0:gs pos="59794">
                <ns0:srgbClr val="97c7e2"/>
              </ns0:gs>
              <ns0:gs pos="60825">
                <ns0:srgbClr val="9bc9e2"/>
              </ns0:gs>
              <ns0:gs pos="61856">
                <ns0:srgbClr val="9fcbe3"/>
              </ns0:gs>
              <ns0:gs pos="62887">
                <ns0:srgbClr val="a2cce5"/>
              </ns0:gs>
              <ns0:gs pos="63918">
                <ns0:srgbClr val="a6cee6"/>
              </ns0:gs>
              <ns0:gs pos="64948">
                <ns0:srgbClr val="aad0e7"/>
              </ns0:gs>
              <ns0:gs pos="65979">
                <ns0:srgbClr val="add1e8"/>
              </ns0:gs>
              <ns0:gs pos="67010">
                <ns0:srgbClr val="b0d3ea"/>
              </ns0:gs>
              <ns0:gs pos="68041">
                <ns0:srgbClr val="b3d4eb"/>
              </ns0:gs>
              <ns0:gs pos="69072">
                <ns0:srgbClr val="b6d6ed"/>
              </ns0:gs>
              <ns0:gs pos="70103">
                <ns0:srgbClr val="bad8ee"/>
              </ns0:gs>
              <ns0:gs pos="71134">
                <ns0:srgbClr val="bcd9ee"/>
              </ns0:gs>
              <ns0:gs pos="72165">
                <ns0:srgbClr val="c0daef"/>
              </ns0:gs>
              <ns0:gs pos="73196">
                <ns0:srgbClr val="c3dbf0"/>
              </ns0:gs>
              <ns0:gs pos="74227">
                <ns0:srgbClr val="c7ddf1"/>
              </ns0:gs>
              <ns0:gs pos="75258">
                <ns0:srgbClr val="c9def1"/>
              </ns0:gs>
              <ns0:gs pos="76289">
                <ns0:srgbClr val="cbe0f2"/>
              </ns0:gs>
              <ns0:gs pos="77320">
                <ns0:srgbClr val="cde1f3"/>
              </ns0:gs>
              <ns0:gs pos="78351">
                <ns0:srgbClr val="cfe1f3"/>
              </ns0:gs>
              <ns0:gs pos="79381">
                <ns0:srgbClr val="d1e3f4"/>
              </ns0:gs>
              <ns0:gs pos="80412">
                <ns0:srgbClr val="d2e4f5"/>
              </ns0:gs>
              <ns0:gs pos="81443">
                <ns0:srgbClr val="d4e6f6"/>
              </ns0:gs>
              <ns0:gs pos="82474">
                <ns0:srgbClr val="d6e7f7"/>
              </ns0:gs>
              <ns0:gs pos="83505">
                <ns0:srgbClr val="d8e9f8"/>
              </ns0:gs>
              <ns0:gs pos="84536">
                <ns0:srgbClr val="daeaf7"/>
              </ns0:gs>
              <ns0:gs pos="85567">
                <ns0:srgbClr val="dcebf8"/>
              </ns0:gs>
              <ns0:gs pos="86598">
                <ns0:srgbClr val="deecf9"/>
              </ns0:gs>
              <ns0:gs pos="87629">
                <ns0:srgbClr val="e0edf9"/>
              </ns0:gs>
              <ns0:gs pos="88660">
                <ns0:srgbClr val="e3effa"/>
              </ns0:gs>
              <ns0:gs pos="89691">
                <ns0:srgbClr val="e5f1fb"/>
              </ns0:gs>
              <ns0:gs pos="90722">
                <ns0:srgbClr val="e8f3fb"/>
              </ns0:gs>
              <ns0:gs pos="91753">
                <ns0:srgbClr val="eaf4fc"/>
              </ns0:gs>
              <ns0:gs pos="92784">
                <ns0:srgbClr val="edf5fc"/>
              </ns0:gs>
              <ns0:gs pos="93814">
                <ns0:srgbClr val="eff6fc"/>
              </ns0:gs>
              <ns0:gs pos="94845">
                <ns0:srgbClr val="f0f7fd"/>
              </ns0:gs>
              <ns0:gs pos="95876">
                <ns0:srgbClr val="f3f9fd"/>
              </ns0:gs>
              <ns0:gs pos="96907">
                <ns0:srgbClr val="f5f9fd"/>
              </ns0:gs>
              <ns0:gs pos="97938">
                <ns0:srgbClr val="f6fbfe"/>
              </ns0:gs>
              <ns0:gs pos="98969">
                <ns0:srgbClr val="f7fcff"/>
              </ns0:gs>
              <ns0:gs pos="100000">
                <ns0:srgbClr val="f9fdff"/>
              </ns0:gs>
            </ns0:gsLst>
            <ns0:lin ang="5400000" scaled="1"/>
          </ns0:gradFill>
        </p:spPr>
      </p:sp>
      <p:sp>
        <p:nvSpPr>
          <p:cNvPr id="10" name="Text 147K">
            <a:extLst xmlns:a="http://schemas.openxmlformats.org/drawingml/2006/main">
              <a:ext uri="{FF2B5EF4-FFF2-40B4-BE49-F238E27FC236}">
                <a16:creationId xmlns:a16="http://schemas.microsoft.com/office/drawing/2014/main" id="{DA396B51-DE89-47BD-824F-F78F7D0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99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147K</a:t>
            </a:r>
          </a:p>
        </p:txBody>
      </p:sp>
      <p:sp>
        <p:nvSpPr>
          <p:cNvPr id="11" name="Text 0">
            <a:extLst xmlns:a="http://schemas.openxmlformats.org/drawingml/2006/main">
              <a:ext uri="{FF2B5EF4-FFF2-40B4-BE49-F238E27FC236}">
                <a16:creationId xmlns:a16="http://schemas.microsoft.com/office/drawing/2014/main" id="{A2E3650D-C3D3-477B-A7C0-E66A88B9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Native colorbar 1">
            <a:extLst xmlns:a="http://schemas.openxmlformats.org/drawingml/2006/main">
              <a:ext uri="{FF2B5EF4-FFF2-40B4-BE49-F238E27FC236}">
                <a16:creationId xmlns:a16="http://schemas.microsoft.com/office/drawing/2014/main" id="{FEF4C926-0300-41E6-BA84-7A77BD8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257175" cy="9429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  <ns1:gradFill xmlns:ns1="http://schemas.openxmlformats.org/drawingml/2006/main" rotWithShape="1">
            <ns1:gsLst>
              <ns1:gs pos="0">
                <ns1:srgbClr val="fffffb"/>
              </ns1:gs>
              <ns1:gs pos="1020">
                <ns1:srgbClr val="f5f3ac"/>
              </ns1:gs>
              <ns1:gs pos="2041">
                <ns1:srgbClr val="f2f198"/>
              </ns1:gs>
              <ns1:gs pos="3061">
                <ns1:srgbClr val="f0f08e"/>
              </ns1:gs>
              <ns1:gs pos="4082">
                <ns1:srgbClr val="efee84"/>
              </ns1:gs>
              <ns1:gs pos="5102">
                <ns1:srgbClr val="efee77"/>
              </ns1:gs>
              <ns1:gs pos="6122">
                <ns1:srgbClr val="f0ed6b"/>
              </ns1:gs>
              <ns1:gs pos="7143">
                <ns1:srgbClr val="f1e860"/>
              </ns1:gs>
              <ns1:gs pos="8163">
                <ns1:srgbClr val="f2e457"/>
              </ns1:gs>
              <ns1:gs pos="9184">
                <ns1:srgbClr val="f3de4e"/>
              </ns1:gs>
              <ns1:gs pos="10204">
                <ns1:srgbClr val="f5d946"/>
              </ns1:gs>
              <ns1:gs pos="11224">
                <ns1:srgbClr val="f7d33d"/>
              </ns1:gs>
              <ns1:gs pos="12245">
                <ns1:srgbClr val="f9ce37"/>
              </ns1:gs>
              <ns1:gs pos="13265">
                <ns1:srgbClr val="faca30"/>
              </ns1:gs>
              <ns1:gs pos="14286">
                <ns1:srgbClr val="fbc428"/>
              </ns1:gs>
              <ns1:gs pos="15306">
                <ns1:srgbClr val="fbbf21"/>
              </ns1:gs>
              <ns1:gs pos="16327">
                <ns1:srgbClr val="fbba1b"/>
              </ns1:gs>
              <ns1:gs pos="17347">
                <ns1:srgbClr val="fcb416"/>
              </ns1:gs>
              <ns1:gs pos="18367">
                <ns1:srgbClr val="fcaf17"/>
              </ns1:gs>
              <ns1:gs pos="19388">
                <ns1:srgbClr val="fbaa19"/>
              </ns1:gs>
              <ns1:gs pos="20408">
                <ns1:srgbClr val="faa51a"/>
              </ns1:gs>
              <ns1:gs pos="21429">
                <ns1:srgbClr val="f9a11b"/>
              </ns1:gs>
              <ns1:gs pos="22449">
                <ns1:srgbClr val="f89c1c"/>
              </ns1:gs>
              <ns1:gs pos="23469">
                <ns1:srgbClr val="f8971c"/>
              </ns1:gs>
              <ns1:gs pos="24490">
                <ns1:srgbClr val="f7931d"/>
              </ns1:gs>
              <ns1:gs pos="25510">
                <ns1:srgbClr val="f68e1e"/>
              </ns1:gs>
              <ns1:gs pos="26531">
                <ns1:srgbClr val="f6891e"/>
              </ns1:gs>
              <ns1:gs pos="27551">
                <ns1:srgbClr val="f6851f"/>
              </ns1:gs>
              <ns1:gs pos="28571">
                <ns1:srgbClr val="f58020"/>
              </ns1:gs>
              <ns1:gs pos="29592">
                <ns1:srgbClr val="f57c20"/>
              </ns1:gs>
              <ns1:gs pos="30612">
                <ns1:srgbClr val="f37821"/>
              </ns1:gs>
              <ns1:gs pos="31633">
                <ns1:srgbClr val="f27421"/>
              </ns1:gs>
              <ns1:gs pos="32653">
                <ns1:srgbClr val="f16f23"/>
              </ns1:gs>
              <ns1:gs pos="33673">
                <ns1:srgbClr val="ef6b26"/>
              </ns1:gs>
              <ns1:gs pos="34694">
                <ns1:srgbClr val="ed6628"/>
              </ns1:gs>
              <ns1:gs pos="35714">
                <ns1:srgbClr val="ec632a"/>
              </ns1:gs>
              <ns1:gs pos="36735">
                <ns1:srgbClr val="e85f2d"/>
              </ns1:gs>
              <ns1:gs pos="37755">
                <ns1:srgbClr val="e65b30"/>
              </ns1:gs>
              <ns1:gs pos="38776">
                <ns1:srgbClr val="e55934"/>
              </ns1:gs>
              <ns1:gs pos="39796">
                <ns1:srgbClr val="e25536"/>
              </ns1:gs>
              <ns1:gs pos="40816">
                <ns1:srgbClr val="df523a"/>
              </ns1:gs>
              <ns1:gs pos="41837">
                <ns1:srgbClr val="dc4f3d"/>
              </ns1:gs>
              <ns1:gs pos="42857">
                <ns1:srgbClr val="d94c41"/>
              </ns1:gs>
              <ns1:gs pos="43878">
                <ns1:srgbClr val="d54843"/>
              </ns1:gs>
              <ns1:gs pos="44898">
                <ns1:srgbClr val="d24646"/>
              </ns1:gs>
              <ns1:gs pos="45918">
                <ns1:srgbClr val="cf4449"/>
              </ns1:gs>
              <ns1:gs pos="46939">
                <ns1:srgbClr val="cc414c"/>
              </ns1:gs>
              <ns1:gs pos="47959">
                <ns1:srgbClr val="c83e4f"/>
              </ns1:gs>
              <ns1:gs pos="48980">
                <ns1:srgbClr val="c43c51"/>
              </ns1:gs>
              <ns1:gs pos="50000">
                <ns1:srgbClr val="c03a54"/>
              </ns1:gs>
              <ns1:gs pos="51020">
                <ns1:srgbClr val="bc3757"/>
              </ns1:gs>
              <ns1:gs pos="52041">
                <ns1:srgbClr val="b73459"/>
              </ns1:gs>
              <ns1:gs pos="53061">
                <ns1:srgbClr val="b4315b"/>
              </ns1:gs>
              <ns1:gs pos="54082">
                <ns1:srgbClr val="b1305d"/>
              </ns1:gs>
              <ns1:gs pos="55102">
                <ns1:srgbClr val="ad2e60"/>
              </ns1:gs>
              <ns1:gs pos="56122">
                <ns1:srgbClr val="a82c61"/>
              </ns1:gs>
              <ns1:gs pos="57143">
                <ns1:srgbClr val="a52b63"/>
              </ns1:gs>
              <ns1:gs pos="58163">
                <ns1:srgbClr val="a02965"/>
              </ns1:gs>
              <ns1:gs pos="59184">
                <ns1:srgbClr val="9c2867"/>
              </ns1:gs>
              <ns1:gs pos="60204">
                <ns1:srgbClr val="982768"/>
              </ns1:gs>
              <ns1:gs pos="61224">
                <ns1:srgbClr val="942669"/>
              </ns1:gs>
              <ns1:gs pos="62245">
                <ns1:srgbClr val="90256a"/>
              </ns1:gs>
              <ns1:gs pos="63265">
                <ns1:srgbClr val="8b246a"/>
              </ns1:gs>
              <ns1:gs pos="64286">
                <ns1:srgbClr val="86246c"/>
              </ns1:gs>
              <ns1:gs pos="65306">
                <ns1:srgbClr val="82246d"/>
              </ns1:gs>
              <ns1:gs pos="66327">
                <ns1:srgbClr val="7d256e"/>
              </ns1:gs>
              <ns1:gs pos="67347">
                <ns1:srgbClr val="79256d"/>
              </ns1:gs>
              <ns1:gs pos="68367">
                <ns1:srgbClr val="75256f"/>
              </ns1:gs>
              <ns1:gs pos="69388">
                <ns1:srgbClr val="70266e"/>
              </ns1:gs>
              <ns1:gs pos="70408">
                <ns1:srgbClr val="6c266f"/>
              </ns1:gs>
              <ns1:gs pos="71429">
                <ns1:srgbClr val="68266e"/>
              </ns1:gs>
              <ns1:gs pos="72449">
                <ns1:srgbClr val="64266e"/>
              </ns1:gs>
              <ns1:gs pos="73469">
                <ns1:srgbClr val="60266e"/>
              </ns1:gs>
              <ns1:gs pos="74490">
                <ns1:srgbClr val="5b266d"/>
              </ns1:gs>
              <ns1:gs pos="75510">
                <ns1:srgbClr val="58266d"/>
              </ns1:gs>
              <ns1:gs pos="76531">
                <ns1:srgbClr val="54256b"/>
              </ns1:gs>
              <ns1:gs pos="77551">
                <ns1:srgbClr val="50256a"/>
              </ns1:gs>
              <ns1:gs pos="78571">
                <ns1:srgbClr val="4c2469"/>
              </ns1:gs>
              <ns1:gs pos="79592">
                <ns1:srgbClr val="482467"/>
              </ns1:gs>
              <ns1:gs pos="80612">
                <ns1:srgbClr val="442366"/>
              </ns1:gs>
              <ns1:gs pos="81633">
                <ns1:srgbClr val="412364"/>
              </ns1:gs>
              <ns1:gs pos="82653">
                <ns1:srgbClr val="3b2161"/>
              </ns1:gs>
              <ns1:gs pos="83673">
                <ns1:srgbClr val="37205f"/>
              </ns1:gs>
              <ns1:gs pos="84694">
                <ns1:srgbClr val="321e5c"/>
              </ns1:gs>
              <ns1:gs pos="85714">
                <ns1:srgbClr val="2d1b58"/>
              </ns1:gs>
              <ns1:gs pos="86735">
                <ns1:srgbClr val="281953"/>
              </ns1:gs>
              <ns1:gs pos="87755">
                <ns1:srgbClr val="23164f"/>
              </ns1:gs>
              <ns1:gs pos="88776">
                <ns1:srgbClr val="1e1248"/>
              </ns1:gs>
              <ns1:gs pos="89796">
                <ns1:srgbClr val="1b0f41"/>
              </ns1:gs>
              <ns1:gs pos="90816">
                <ns1:srgbClr val="190d3c"/>
              </ns1:gs>
              <ns1:gs pos="91837">
                <ns1:srgbClr val="160e35"/>
              </ns1:gs>
              <ns1:gs pos="92857">
                <ns1:srgbClr val="16102e"/>
              </ns1:gs>
              <ns1:gs pos="93878">
                <ns1:srgbClr val="130f28"/>
              </ns1:gs>
              <ns1:gs pos="94898">
                <ns1:srgbClr val="110f22"/>
              </ns1:gs>
              <ns1:gs pos="95918">
                <ns1:srgbClr val="10111d"/>
              </ns1:gs>
              <ns1:gs pos="96939">
                <ns1:srgbClr val="110e18"/>
              </ns1:gs>
              <ns1:gs pos="97959">
                <ns1:srgbClr val="0d0b12"/>
              </ns1:gs>
              <ns1:gs pos="98980">
                <ns1:srgbClr val="0a090e"/>
              </ns1:gs>
              <ns1:gs pos="100000">
                <ns1:srgbClr val="0c0b0f"/>
              </ns1:gs>
            </ns1:gsLst>
            <ns1:lin ang="5400000" scaled="1"/>
          </ns1:gradFill>
        </p:spPr>
      </p:sp>
      <p:sp>
        <p:nvSpPr>
          <p:cNvPr id="13" name="Text 14°C">
            <a:extLst xmlns:a="http://schemas.openxmlformats.org/drawingml/2006/main">
              <a:ext uri="{FF2B5EF4-FFF2-40B4-BE49-F238E27FC236}">
                <a16:creationId xmlns:a16="http://schemas.microsoft.com/office/drawing/2014/main" id="{E5B0F72B-AFCF-4A34-B531-FC6C937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99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14°C</a:t>
            </a:r>
          </a:p>
        </p:txBody>
      </p:sp>
      <p:sp>
        <p:nvSpPr>
          <p:cNvPr id="14" name="Text -36°C">
            <a:extLst xmlns:a="http://schemas.openxmlformats.org/drawingml/2006/main">
              <a:ext uri="{FF2B5EF4-FFF2-40B4-BE49-F238E27FC236}">
                <a16:creationId xmlns:a16="http://schemas.microsoft.com/office/drawing/2014/main" id="{347F4B48-13DB-4F08-B793-FDF3C53F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434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-36°C</a:t>
            </a:r>
          </a:p>
        </p:txBody>
      </p:sp>
      <p:sp>
        <p:nvSpPr>
          <p:cNvPr id="15" name="Native colorbar 2">
            <a:extLst xmlns:a="http://schemas.openxmlformats.org/drawingml/2006/main">
              <a:ext uri="{FF2B5EF4-FFF2-40B4-BE49-F238E27FC236}">
                <a16:creationId xmlns:a16="http://schemas.microsoft.com/office/drawing/2014/main" id="{36553B60-2763-462D-8EAD-3DA2AD2E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562350"/>
            <a:ext cx="257175" cy="10382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  <ns2:gradFill xmlns:ns2="http://schemas.openxmlformats.org/drawingml/2006/main" rotWithShape="1">
            <ns2:gsLst>
              <ns2:gs pos="0">
                <ns2:srgbClr val="f3f19a"/>
              </ns2:gs>
              <ns2:gs pos="926">
                <ns2:srgbClr val="f1f092"/>
              </ns2:gs>
              <ns2:gs pos="1852">
                <ns2:srgbClr val="f0ef8a"/>
              </ns2:gs>
              <ns2:gs pos="2778">
                <ns2:srgbClr val="eeee7f"/>
              </ns2:gs>
              <ns2:gs pos="3704">
                <ns2:srgbClr val="efed73"/>
              </ns2:gs>
              <ns2:gs pos="4630">
                <ns2:srgbClr val="f0ec69"/>
              </ns2:gs>
              <ns2:gs pos="5556">
                <ns2:srgbClr val="f1e75f"/>
              </ns2:gs>
              <ns2:gs pos="6481">
                <ns2:srgbClr val="f2e457"/>
              </ns2:gs>
              <ns2:gs pos="7407">
                <ns2:srgbClr val="f3e050"/>
              </ns2:gs>
              <ns2:gs pos="8333">
                <ns2:srgbClr val="f5da48"/>
              </ns2:gs>
              <ns2:gs pos="9259">
                <ns2:srgbClr val="f7d540"/>
              </ns2:gs>
              <ns2:gs pos="10185">
                <ns2:srgbClr val="f8d03a"/>
              </ns2:gs>
              <ns2:gs pos="11111">
                <ns2:srgbClr val="f9cc35"/>
              </ns2:gs>
              <ns2:gs pos="12037">
                <ns2:srgbClr val="fac82d"/>
              </ns2:gs>
              <ns2:gs pos="12963">
                <ns2:srgbClr val="fac327"/>
              </ns2:gs>
              <ns2:gs pos="13889">
                <ns2:srgbClr val="fbbe20"/>
              </ns2:gs>
              <ns2:gs pos="14815">
                <ns2:srgbClr val="fbba1b"/>
              </ns2:gs>
              <ns2:gs pos="15741">
                <ns2:srgbClr val="fcb517"/>
              </ns2:gs>
              <ns2:gs pos="16667">
                <ns2:srgbClr val="fcb016"/>
              </ns2:gs>
              <ns2:gs pos="17593">
                <ns2:srgbClr val="fbac18"/>
              </ns2:gs>
              <ns2:gs pos="18519">
                <ns2:srgbClr val="faa71a"/>
              </ns2:gs>
              <ns2:gs pos="19444">
                <ns2:srgbClr val="faa31a"/>
              </ns2:gs>
              <ns2:gs pos="20370">
                <ns2:srgbClr val="f99f1b"/>
              </ns2:gs>
              <ns2:gs pos="21296">
                <ns2:srgbClr val="f89b1c"/>
              </ns2:gs>
              <ns2:gs pos="22222">
                <ns2:srgbClr val="f8971c"/>
              </ns2:gs>
              <ns2:gs pos="23148">
                <ns2:srgbClr val="f7931d"/>
              </ns2:gs>
              <ns2:gs pos="24074">
                <ns2:srgbClr val="f78f1e"/>
              </ns2:gs>
              <ns2:gs pos="25000">
                <ns2:srgbClr val="f68b1e"/>
              </ns2:gs>
              <ns2:gs pos="25926">
                <ns2:srgbClr val="f6871f"/>
              </ns2:gs>
              <ns2:gs pos="26852">
                <ns2:srgbClr val="f5831f"/>
              </ns2:gs>
              <ns2:gs pos="27778">
                <ns2:srgbClr val="f57f20"/>
              </ns2:gs>
              <ns2:gs pos="28704">
                <ns2:srgbClr val="f57b20"/>
              </ns2:gs>
              <ns2:gs pos="29630">
                <ns2:srgbClr val="f37721"/>
              </ns2:gs>
              <ns2:gs pos="30556">
                <ns2:srgbClr val="f17322"/>
              </ns2:gs>
              <ns2:gs pos="31481">
                <ns2:srgbClr val="f16f23"/>
              </ns2:gs>
              <ns2:gs pos="32407">
                <ns2:srgbClr val="f06b25"/>
              </ns2:gs>
              <ns2:gs pos="33333">
                <ns2:srgbClr val="ee6727"/>
              </ns2:gs>
              <ns2:gs pos="34259">
                <ns2:srgbClr val="ec642a"/>
              </ns2:gs>
              <ns2:gs pos="35185">
                <ns2:srgbClr val="eb612b"/>
              </ns2:gs>
              <ns2:gs pos="36111">
                <ns2:srgbClr val="e85e2e"/>
              </ns2:gs>
              <ns2:gs pos="37037">
                <ns2:srgbClr val="e65b31"/>
              </ns2:gs>
              <ns2:gs pos="37963">
                <ns2:srgbClr val="e45835"/>
              </ns2:gs>
              <ns2:gs pos="38889">
                <ns2:srgbClr val="e15537"/>
              </ns2:gs>
              <ns2:gs pos="39815">
                <ns2:srgbClr val="df5339"/>
              </ns2:gs>
              <ns2:gs pos="40741">
                <ns2:srgbClr val="dc4f3d"/>
              </ns2:gs>
              <ns2:gs pos="41667">
                <ns2:srgbClr val="da4d3f"/>
              </ns2:gs>
              <ns2:gs pos="42593">
                <ns2:srgbClr val="d64a43"/>
              </ns2:gs>
              <ns2:gs pos="43519">
                <ns2:srgbClr val="d44845"/>
              </ns2:gs>
              <ns2:gs pos="44444">
                <ns2:srgbClr val="d14648"/>
              </ns2:gs>
              <ns2:gs pos="45370">
                <ns2:srgbClr val="cf434a"/>
              </ns2:gs>
              <ns2:gs pos="46296">
                <ns2:srgbClr val="cb404d"/>
              </ns2:gs>
              <ns2:gs pos="47222">
                <ns2:srgbClr val="c83e4f"/>
              </ns2:gs>
              <ns2:gs pos="48148">
                <ns2:srgbClr val="c43c51"/>
              </ns2:gs>
              <ns2:gs pos="49074">
                <ns2:srgbClr val="c13a53"/>
              </ns2:gs>
              <ns2:gs pos="50000">
                <ns2:srgbClr val="bd3856"/>
              </ns2:gs>
              <ns2:gs pos="50926">
                <ns2:srgbClr val="ba3658"/>
              </ns2:gs>
              <ns2:gs pos="51852">
                <ns2:srgbClr val="b6335a"/>
              </ns2:gs>
              <ns2:gs pos="52778">
                <ns2:srgbClr val="b3315c"/>
              </ns2:gs>
              <ns2:gs pos="53704">
                <ns2:srgbClr val="b0305e"/>
              </ns2:gs>
              <ns2:gs pos="54630">
                <ns2:srgbClr val="ac2d60"/>
              </ns2:gs>
              <ns2:gs pos="55556">
                <ns2:srgbClr val="a82d61"/>
              </ns2:gs>
              <ns2:gs pos="56481">
                <ns2:srgbClr val="a52b63"/>
              </ns2:gs>
              <ns2:gs pos="57407">
                <ns2:srgbClr val="a12965"/>
              </ns2:gs>
              <ns2:gs pos="58333">
                <ns2:srgbClr val="9d2966"/>
              </ns2:gs>
              <ns2:gs pos="59259">
                <ns2:srgbClr val="992768"/>
              </ns2:gs>
              <ns2:gs pos="60185">
                <ns2:srgbClr val="962669"/>
              </ns2:gs>
              <ns2:gs pos="61111">
                <ns2:srgbClr val="922569"/>
              </ns2:gs>
              <ns2:gs pos="62037">
                <ns2:srgbClr val="8e246a"/>
              </ns2:gs>
              <ns2:gs pos="62963">
                <ns2:srgbClr val="8a236b"/>
              </ns2:gs>
              <ns2:gs pos="63889">
                <ns2:srgbClr val="86246c"/>
              </ns2:gs>
              <ns2:gs pos="64815">
                <ns2:srgbClr val="83246d"/>
              </ns2:gs>
              <ns2:gs pos="65741">
                <ns2:srgbClr val="7e256d"/>
              </ns2:gs>
              <ns2:gs pos="66667">
                <ns2:srgbClr val="7b256e"/>
              </ns2:gs>
              <ns2:gs pos="67593">
                <ns2:srgbClr val="77256e"/>
              </ns2:gs>
              <ns2:gs pos="68519">
                <ns2:srgbClr val="72266e"/>
              </ns2:gs>
              <ns2:gs pos="69444">
                <ns2:srgbClr val="6f266e"/>
              </ns2:gs>
              <ns2:gs pos="70370">
                <ns2:srgbClr val="6b266f"/>
              </ns2:gs>
              <ns2:gs pos="71296">
                <ns2:srgbClr val="68266e"/>
              </ns2:gs>
              <ns2:gs pos="72222">
                <ns2:srgbClr val="64266e"/>
              </ns2:gs>
              <ns2:gs pos="73148">
                <ns2:srgbClr val="60266d"/>
              </ns2:gs>
              <ns2:gs pos="74074">
                <ns2:srgbClr val="5c266e"/>
              </ns2:gs>
              <ns2:gs pos="75000">
                <ns2:srgbClr val="59266d"/>
              </ns2:gs>
              <ns2:gs pos="75926">
                <ns2:srgbClr val="56256c"/>
              </ns2:gs>
              <ns2:gs pos="76852">
                <ns2:srgbClr val="52256b"/>
              </ns2:gs>
              <ns2:gs pos="77778">
                <ns2:srgbClr val="4f246a"/>
              </ns2:gs>
              <ns2:gs pos="78704">
                <ns2:srgbClr val="4b2468"/>
              </ns2:gs>
              <ns2:gs pos="79630">
                <ns2:srgbClr val="482467"/>
              </ns2:gs>
              <ns2:gs pos="80556">
                <ns2:srgbClr val="442366"/>
              </ns2:gs>
              <ns2:gs pos="81481">
                <ns2:srgbClr val="402265"/>
              </ns2:gs>
              <ns2:gs pos="82407">
                <ns2:srgbClr val="3c2162"/>
              </ns2:gs>
              <ns2:gs pos="83333">
                <ns2:srgbClr val="392060"/>
              </ns2:gs>
              <ns2:gs pos="84259">
                <ns2:srgbClr val="351f5e"/>
              </ns2:gs>
              <ns2:gs pos="85185">
                <ns2:srgbClr val="301d5b"/>
              </ns2:gs>
              <ns2:gs pos="86111">
                <ns2:srgbClr val="2b1b56"/>
              </ns2:gs>
              <ns2:gs pos="87037">
                <ns2:srgbClr val="271953"/>
              </ns2:gs>
              <ns2:gs pos="87963">
                <ns2:srgbClr val="23164e"/>
              </ns2:gs>
              <ns2:gs pos="88889">
                <ns2:srgbClr val="1e1249"/>
              </ns2:gs>
              <ns2:gs pos="89815">
                <ns2:srgbClr val="1c1043"/>
              </ns2:gs>
              <ns2:gs pos="90741">
                <ns2:srgbClr val="190d3e"/>
              </ns2:gs>
              <ns2:gs pos="91667">
                <ns2:srgbClr val="160e38"/>
              </ns2:gs>
              <ns2:gs pos="92593">
                <ns2:srgbClr val="151031"/>
              </ns2:gs>
              <ns2:gs pos="93519">
                <ns2:srgbClr val="14102c"/>
              </ns2:gs>
              <ns2:gs pos="94444">
                <ns2:srgbClr val="120f27"/>
              </ns2:gs>
              <ns2:gs pos="95370">
                <ns2:srgbClr val="110f21"/>
              </ns2:gs>
              <ns2:gs pos="96296">
                <ns2:srgbClr val="10111d"/>
              </ns2:gs>
              <ns2:gs pos="97222">
                <ns2:srgbClr val="100e18"/>
              </ns2:gs>
              <ns2:gs pos="98148">
                <ns2:srgbClr val="0e0c13"/>
              </ns2:gs>
              <ns2:gs pos="99074">
                <ns2:srgbClr val="0b0a0f"/>
              </ns2:gs>
              <ns2:gs pos="100000">
                <ns2:srgbClr val="08080c"/>
              </ns2:gs>
            </ns2:gsLst>
            <ns2:lin ang="5400000" scaled="1"/>
          </ns2:gradFill>
        </p:spPr>
      </p:sp>
      <p:sp>
        <p:nvSpPr>
          <p:cNvPr id="16" name="Text 50">
            <a:extLst xmlns:a="http://schemas.openxmlformats.org/drawingml/2006/main">
              <a:ext uri="{FF2B5EF4-FFF2-40B4-BE49-F238E27FC236}">
                <a16:creationId xmlns:a16="http://schemas.microsoft.com/office/drawing/2014/main" id="{353479FB-CAC8-4CC0-8EF3-243A4FC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200400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" name="Text 0.0">
            <a:extLst xmlns:a="http://schemas.openxmlformats.org/drawingml/2006/main">
              <a:ext uri="{FF2B5EF4-FFF2-40B4-BE49-F238E27FC236}">
                <a16:creationId xmlns:a16="http://schemas.microsoft.com/office/drawing/2014/main" id="{2F72349B-1B5F-45AB-8755-17CD7A07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629150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8" name="AI080-1">
            <a:extLst xmlns:a="http://schemas.openxmlformats.org/drawingml/2006/main">
              <a:ext uri="{FF2B5EF4-FFF2-40B4-BE49-F238E27FC236}">
                <a16:creationId xmlns:a16="http://schemas.microsoft.com/office/drawing/2014/main" id="{A155593F-940F-48E7-AD80-F06FA816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38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BF"/>
          </a:solidFill>
          <a:ln xmlns:a="http://schemas.openxmlformats.org/drawingml/2006/main" w="0">
            <a:noFill/>
          </a:ln>
        </p:spPr>
      </p:sp>
      <p:sp>
        <p:nvSpPr>
          <p:cNvPr id="19" name="Text Alaska Boreal">
            <a:extLst xmlns:a="http://schemas.openxmlformats.org/drawingml/2006/main">
              <a:ext uri="{FF2B5EF4-FFF2-40B4-BE49-F238E27FC236}">
                <a16:creationId xmlns:a16="http://schemas.microsoft.com/office/drawing/2014/main" id="{35A652EE-D1A9-4676-986D-2DDB55ED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907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Alaska Boreal</a:t>
            </a:r>
          </a:p>
        </p:txBody>
      </p:sp>
      <p:sp>
        <p:nvSpPr>
          <p:cNvPr id="20" name="AI080-2">
            <a:extLst xmlns:a="http://schemas.openxmlformats.org/drawingml/2006/main">
              <a:ext uri="{FF2B5EF4-FFF2-40B4-BE49-F238E27FC236}">
                <a16:creationId xmlns:a16="http://schemas.microsoft.com/office/drawing/2014/main" id="{C5DBE87D-B3BD-4D26-AE38-BD2BF1E1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2692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ED8"/>
          </a:solidFill>
          <a:ln xmlns:a="http://schemas.openxmlformats.org/drawingml/2006/main" w="0">
            <a:noFill/>
          </a:ln>
        </p:spPr>
      </p:sp>
      <p:sp>
        <p:nvSpPr>
          <p:cNvPr id="21" name="Text Alaska Tundra">
            <a:extLst xmlns:a="http://schemas.openxmlformats.org/drawingml/2006/main">
              <a:ext uri="{FF2B5EF4-FFF2-40B4-BE49-F238E27FC236}">
                <a16:creationId xmlns:a16="http://schemas.microsoft.com/office/drawing/2014/main" id="{060F8880-3CAF-4459-A117-14812F2C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7929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Alaska Tundra</a:t>
            </a:r>
          </a:p>
        </p:txBody>
      </p:sp>
      <p:sp>
        <p:nvSpPr>
          <p:cNvPr id="22" name="AI080-3">
            <a:extLst xmlns:a="http://schemas.openxmlformats.org/drawingml/2006/main">
              <a:ext uri="{FF2B5EF4-FFF2-40B4-BE49-F238E27FC236}">
                <a16:creationId xmlns:a16="http://schemas.microsoft.com/office/drawing/2014/main" id="{199F5670-5CA9-4D5E-BC28-61C47F0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551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CBE3"/>
          </a:solidFill>
          <a:ln xmlns:a="http://schemas.openxmlformats.org/drawingml/2006/main" w="0">
            <a:noFill/>
          </a:ln>
        </p:spPr>
      </p:sp>
      <p:sp>
        <p:nvSpPr>
          <p:cNvPr id="23" name="Text Boreal Cordillera">
            <a:extLst xmlns:a="http://schemas.openxmlformats.org/drawingml/2006/main">
              <a:ext uri="{FF2B5EF4-FFF2-40B4-BE49-F238E27FC236}">
                <a16:creationId xmlns:a16="http://schemas.microsoft.com/office/drawing/2014/main" id="{811CAEBA-728D-42A3-9D56-DE7FCBF3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6789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Boreal Cordillera</a:t>
            </a:r>
          </a:p>
        </p:txBody>
      </p:sp>
      <p:sp>
        <p:nvSpPr>
          <p:cNvPr id="24" name="AI080-4">
            <a:extLst xmlns:a="http://schemas.openxmlformats.org/drawingml/2006/main">
              <a:ext uri="{FF2B5EF4-FFF2-40B4-BE49-F238E27FC236}">
                <a16:creationId xmlns:a16="http://schemas.microsoft.com/office/drawing/2014/main" id="{A0EBB5BF-65A4-42A6-A42A-0886B9A7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0411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0"/>
          </a:solidFill>
          <a:ln xmlns:a="http://schemas.openxmlformats.org/drawingml/2006/main" w="0">
            <a:noFill/>
          </a:ln>
        </p:spPr>
      </p:sp>
      <p:sp>
        <p:nvSpPr>
          <p:cNvPr id="25" name="Text Boreal Plain">
            <a:extLst xmlns:a="http://schemas.openxmlformats.org/drawingml/2006/main">
              <a:ext uri="{FF2B5EF4-FFF2-40B4-BE49-F238E27FC236}">
                <a16:creationId xmlns:a16="http://schemas.microsoft.com/office/drawing/2014/main" id="{6486B673-71F5-4342-A7A4-CB30A812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5648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Boreal Plain</a:t>
            </a:r>
          </a:p>
        </p:txBody>
      </p:sp>
      <p:sp>
        <p:nvSpPr>
          <p:cNvPr id="26" name="AI080-5">
            <a:extLst xmlns:a="http://schemas.openxmlformats.org/drawingml/2006/main">
              <a:ext uri="{FF2B5EF4-FFF2-40B4-BE49-F238E27FC236}">
                <a16:creationId xmlns:a16="http://schemas.microsoft.com/office/drawing/2014/main" id="{348F7526-E2B8-4427-B162-49FE799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59270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8C40"/>
          </a:solidFill>
          <a:ln xmlns:a="http://schemas.openxmlformats.org/drawingml/2006/main" w="0">
            <a:noFill/>
          </a:ln>
        </p:spPr>
      </p:sp>
      <p:sp>
        <p:nvSpPr>
          <p:cNvPr id="27" name="Text Brooks Range">
            <a:extLst xmlns:a="http://schemas.openxmlformats.org/drawingml/2006/main">
              <a:ext uri="{FF2B5EF4-FFF2-40B4-BE49-F238E27FC236}">
                <a16:creationId xmlns:a16="http://schemas.microsoft.com/office/drawing/2014/main" id="{DCE784AB-03F4-480E-AB58-B900AEF7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4508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Brooks Range</a:t>
            </a:r>
          </a:p>
        </p:txBody>
      </p:sp>
      <p:sp>
        <p:nvSpPr>
          <p:cNvPr id="28" name="AI080-6">
            <a:extLst xmlns:a="http://schemas.openxmlformats.org/drawingml/2006/main">
              <a:ext uri="{FF2B5EF4-FFF2-40B4-BE49-F238E27FC236}">
                <a16:creationId xmlns:a16="http://schemas.microsoft.com/office/drawing/2014/main" id="{75EA32E3-90F0-412D-A203-6C5F5C9D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AD6B"/>
          </a:solidFill>
          <a:ln xmlns:a="http://schemas.openxmlformats.org/drawingml/2006/main" w="0">
            <a:noFill/>
          </a:ln>
        </p:spPr>
      </p:sp>
      <p:sp>
        <p:nvSpPr>
          <p:cNvPr id="29" name="Text Cold Deserts">
            <a:extLst xmlns:a="http://schemas.openxmlformats.org/drawingml/2006/main">
              <a:ext uri="{FF2B5EF4-FFF2-40B4-BE49-F238E27FC236}">
                <a16:creationId xmlns:a16="http://schemas.microsoft.com/office/drawing/2014/main" id="{DE6F3E7D-2722-4693-BB34-88ACB22E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336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Cold Deserts</a:t>
            </a:r>
          </a:p>
        </p:txBody>
      </p:sp>
      <p:sp>
        <p:nvSpPr>
          <p:cNvPr id="30" name="AI080-7">
            <a:extLst xmlns:a="http://schemas.openxmlformats.org/drawingml/2006/main">
              <a:ext uri="{FF2B5EF4-FFF2-40B4-BE49-F238E27FC236}">
                <a16:creationId xmlns:a16="http://schemas.microsoft.com/office/drawing/2014/main" id="{0FF965C3-70FF-49EC-BA34-73AB43C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698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D1A2"/>
          </a:solidFill>
          <a:ln xmlns:a="http://schemas.openxmlformats.org/drawingml/2006/main" w="0">
            <a:noFill/>
          </a:ln>
        </p:spPr>
      </p:sp>
      <p:sp>
        <p:nvSpPr>
          <p:cNvPr id="31" name="Text Marine Forest">
            <a:extLst xmlns:a="http://schemas.openxmlformats.org/drawingml/2006/main">
              <a:ext uri="{FF2B5EF4-FFF2-40B4-BE49-F238E27FC236}">
                <a16:creationId xmlns:a16="http://schemas.microsoft.com/office/drawing/2014/main" id="{EB78628D-5C44-4706-9E86-1E03A8FE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2227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Marine Forest</a:t>
            </a:r>
          </a:p>
        </p:txBody>
      </p:sp>
      <p:sp>
        <p:nvSpPr>
          <p:cNvPr id="32" name="AI080-8">
            <a:extLst xmlns:a="http://schemas.openxmlformats.org/drawingml/2006/main">
              <a:ext uri="{FF2B5EF4-FFF2-40B4-BE49-F238E27FC236}">
                <a16:creationId xmlns:a16="http://schemas.microsoft.com/office/drawing/2014/main" id="{007A9150-3810-40D8-8545-7B36773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5849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355"/>
          </a:solidFill>
          <a:ln xmlns:a="http://schemas.openxmlformats.org/drawingml/2006/main" w="0">
            <a:noFill/>
          </a:ln>
        </p:spPr>
      </p:sp>
      <p:sp>
        <p:nvSpPr>
          <p:cNvPr id="33" name="Text Mediterranean">
            <a:extLst xmlns:a="http://schemas.openxmlformats.org/drawingml/2006/main">
              <a:ext uri="{FF2B5EF4-FFF2-40B4-BE49-F238E27FC236}">
                <a16:creationId xmlns:a16="http://schemas.microsoft.com/office/drawing/2014/main" id="{7CB3E3F3-FBDA-4391-94B6-BB0B43C1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1086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Mediterranean</a:t>
            </a:r>
          </a:p>
        </p:txBody>
      </p:sp>
      <p:sp>
        <p:nvSpPr>
          <p:cNvPr id="34" name="AI080-9">
            <a:extLst xmlns:a="http://schemas.openxmlformats.org/drawingml/2006/main">
              <a:ext uri="{FF2B5EF4-FFF2-40B4-BE49-F238E27FC236}">
                <a16:creationId xmlns:a16="http://schemas.microsoft.com/office/drawing/2014/main" id="{2096F213-25AD-4023-B21C-C9A6C1E9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4708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D39A"/>
          </a:solidFill>
          <a:ln xmlns:a="http://schemas.openxmlformats.org/drawingml/2006/main" w="0">
            <a:noFill/>
          </a:ln>
        </p:spPr>
      </p:sp>
      <p:sp>
        <p:nvSpPr>
          <p:cNvPr id="35" name="Text El Cabo Sierra">
            <a:extLst xmlns:a="http://schemas.openxmlformats.org/drawingml/2006/main">
              <a:ext uri="{FF2B5EF4-FFF2-40B4-BE49-F238E27FC236}">
                <a16:creationId xmlns:a16="http://schemas.microsoft.com/office/drawing/2014/main" id="{DDADB771-D864-472D-ADD9-AF9D740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9946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Cabo Sierra</a:t>
            </a:r>
          </a:p>
        </p:txBody>
      </p:sp>
      <p:sp>
        <p:nvSpPr>
          <p:cNvPr id="36" name="AI080-10">
            <a:extLst xmlns:a="http://schemas.openxmlformats.org/drawingml/2006/main">
              <a:ext uri="{FF2B5EF4-FFF2-40B4-BE49-F238E27FC236}">
                <a16:creationId xmlns:a16="http://schemas.microsoft.com/office/drawing/2014/main" id="{E5E81FF3-6DE7-4768-972A-72EED72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53568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4BF"/>
          </a:solidFill>
          <a:ln xmlns:a="http://schemas.openxmlformats.org/drawingml/2006/main" w="0">
            <a:noFill/>
          </a:ln>
        </p:spPr>
      </p:sp>
      <p:sp>
        <p:nvSpPr>
          <p:cNvPr id="37" name="Text Taiga Cordillera">
            <a:extLst xmlns:a="http://schemas.openxmlformats.org/drawingml/2006/main">
              <a:ext uri="{FF2B5EF4-FFF2-40B4-BE49-F238E27FC236}">
                <a16:creationId xmlns:a16="http://schemas.microsoft.com/office/drawing/2014/main" id="{64967477-2BB6-4D90-A524-FB6322BB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8805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Taiga Cordillera</a:t>
            </a:r>
          </a:p>
        </p:txBody>
      </p:sp>
      <p:sp>
        <p:nvSpPr>
          <p:cNvPr id="38" name="AI080-11">
            <a:extLst xmlns:a="http://schemas.openxmlformats.org/drawingml/2006/main">
              <a:ext uri="{FF2B5EF4-FFF2-40B4-BE49-F238E27FC236}">
                <a16:creationId xmlns:a16="http://schemas.microsoft.com/office/drawing/2014/main" id="{97C93720-43C6-42D2-A7CD-A219BEE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BB0"/>
          </a:solidFill>
          <a:ln xmlns:a="http://schemas.openxmlformats.org/drawingml/2006/main" w="0">
            <a:noFill/>
          </a:ln>
        </p:spPr>
      </p:sp>
      <p:sp>
        <p:nvSpPr>
          <p:cNvPr id="39" name="Text Taiga Plain">
            <a:extLst xmlns:a="http://schemas.openxmlformats.org/drawingml/2006/main">
              <a:ext uri="{FF2B5EF4-FFF2-40B4-BE49-F238E27FC236}">
                <a16:creationId xmlns:a16="http://schemas.microsoft.com/office/drawing/2014/main" id="{01E16F19-8531-4685-B09E-89E3ACEE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766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Taiga Plain</a:t>
            </a:r>
          </a:p>
        </p:txBody>
      </p:sp>
      <p:sp>
        <p:nvSpPr>
          <p:cNvPr id="40" name="AI080-12">
            <a:extLst xmlns:a="http://schemas.openxmlformats.org/drawingml/2006/main">
              <a:ext uri="{FF2B5EF4-FFF2-40B4-BE49-F238E27FC236}">
                <a16:creationId xmlns:a16="http://schemas.microsoft.com/office/drawing/2014/main" id="{E2BAE4CB-305C-4A26-BCB5-95851982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9128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9C9"/>
          </a:solidFill>
          <a:ln xmlns:a="http://schemas.openxmlformats.org/drawingml/2006/main" w="0">
            <a:noFill/>
          </a:ln>
        </p:spPr>
      </p:sp>
      <p:sp>
        <p:nvSpPr>
          <p:cNvPr id="41" name="Text Gila Mountains">
            <a:extLst xmlns:a="http://schemas.openxmlformats.org/drawingml/2006/main">
              <a:ext uri="{FF2B5EF4-FFF2-40B4-BE49-F238E27FC236}">
                <a16:creationId xmlns:a16="http://schemas.microsoft.com/office/drawing/2014/main" id="{86E274B0-5644-495B-B3F0-18A8C4BC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6524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Gila Mountains</a:t>
            </a:r>
          </a:p>
        </p:txBody>
      </p:sp>
      <p:sp>
        <p:nvSpPr>
          <p:cNvPr id="42" name="AI080-13">
            <a:extLst xmlns:a="http://schemas.openxmlformats.org/drawingml/2006/main">
              <a:ext uri="{FF2B5EF4-FFF2-40B4-BE49-F238E27FC236}">
                <a16:creationId xmlns:a16="http://schemas.microsoft.com/office/drawing/2014/main" id="{046B3B6E-A0D7-4F48-85C4-C072F7C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10146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BEC"/>
          </a:solidFill>
          <a:ln xmlns:a="http://schemas.openxmlformats.org/drawingml/2006/main" w="0">
            <a:noFill/>
          </a:ln>
        </p:spPr>
      </p:sp>
      <p:sp>
        <p:nvSpPr>
          <p:cNvPr id="43" name="Text Warm Deserts">
            <a:extLst xmlns:a="http://schemas.openxmlformats.org/drawingml/2006/main">
              <a:ext uri="{FF2B5EF4-FFF2-40B4-BE49-F238E27FC236}">
                <a16:creationId xmlns:a16="http://schemas.microsoft.com/office/drawing/2014/main" id="{BBA2C229-2AD7-4B85-A2CE-05F7370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5384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Warm Deserts</a:t>
            </a:r>
          </a:p>
        </p:txBody>
      </p:sp>
      <p:sp>
        <p:nvSpPr>
          <p:cNvPr id="44" name="AI080-14">
            <a:extLst xmlns:a="http://schemas.openxmlformats.org/drawingml/2006/main">
              <a:ext uri="{FF2B5EF4-FFF2-40B4-BE49-F238E27FC236}">
                <a16:creationId xmlns:a16="http://schemas.microsoft.com/office/drawing/2014/main" id="{46C68991-CFEF-426D-A311-300D063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9006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083"/>
          </a:solidFill>
          <a:ln xmlns:a="http://schemas.openxmlformats.org/drawingml/2006/main" w="0">
            <a:noFill/>
          </a:ln>
        </p:spPr>
      </p:sp>
      <p:sp>
        <p:nvSpPr>
          <p:cNvPr id="45" name="Text Western Cordillera">
            <a:extLst xmlns:a="http://schemas.openxmlformats.org/drawingml/2006/main">
              <a:ext uri="{FF2B5EF4-FFF2-40B4-BE49-F238E27FC236}">
                <a16:creationId xmlns:a16="http://schemas.microsoft.com/office/drawing/2014/main" id="{909D7104-FB68-4A6A-BD66-CE521768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4243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Western Cordillera</a:t>
            </a:r>
          </a:p>
        </p:txBody>
      </p:sp>
      <p:sp>
        <p:nvSpPr>
          <p:cNvPr id="46" name="AI080-15">
            <a:extLst xmlns:a="http://schemas.openxmlformats.org/drawingml/2006/main">
              <a:ext uri="{FF2B5EF4-FFF2-40B4-BE49-F238E27FC236}">
                <a16:creationId xmlns:a16="http://schemas.microsoft.com/office/drawing/2014/main" id="{302565B1-3C63-4614-9ED6-5203E630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47865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7AA"/>
          </a:solidFill>
          <a:ln xmlns:a="http://schemas.openxmlformats.org/drawingml/2006/main" w="0">
            <a:noFill/>
          </a:ln>
        </p:spPr>
      </p:sp>
      <p:sp>
        <p:nvSpPr>
          <p:cNvPr id="47" name="Text Pacific Coastal Plain">
            <a:extLst xmlns:a="http://schemas.openxmlformats.org/drawingml/2006/main">
              <a:ext uri="{FF2B5EF4-FFF2-40B4-BE49-F238E27FC236}">
                <a16:creationId xmlns:a16="http://schemas.microsoft.com/office/drawing/2014/main" id="{E35C20F8-2895-4876-88DA-7A25E024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103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Pacific Coastal Plain</a:t>
            </a:r>
          </a:p>
        </p:txBody>
      </p:sp>
      <p:sp>
        <p:nvSpPr>
          <p:cNvPr id="48" name="AI080-16">
            <a:extLst xmlns:a="http://schemas.openxmlformats.org/drawingml/2006/main">
              <a:ext uri="{FF2B5EF4-FFF2-40B4-BE49-F238E27FC236}">
                <a16:creationId xmlns:a16="http://schemas.microsoft.com/office/drawing/2014/main" id="{9CA9F2FE-4375-4B08-B8CD-E78F8AF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6C8"/>
          </a:solidFill>
          <a:ln xmlns:a="http://schemas.openxmlformats.org/drawingml/2006/main" w="0">
            <a:noFill/>
          </a:ln>
        </p:spPr>
      </p:sp>
      <p:sp>
        <p:nvSpPr>
          <p:cNvPr id="49" name="Text Sierra Madre">
            <a:extLst xmlns:a="http://schemas.openxmlformats.org/drawingml/2006/main">
              <a:ext uri="{FF2B5EF4-FFF2-40B4-BE49-F238E27FC236}">
                <a16:creationId xmlns:a16="http://schemas.microsoft.com/office/drawing/2014/main" id="{A7226645-9BDC-4568-B559-AE95FA0A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196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Sierra Madre</a:t>
            </a:r>
          </a:p>
        </p:txBody>
      </p:sp>
      <p:sp>
        <p:nvSpPr>
          <p:cNvPr id="50" name="AI080-17">
            <a:extLst xmlns:a="http://schemas.openxmlformats.org/drawingml/2006/main">
              <a:ext uri="{FF2B5EF4-FFF2-40B4-BE49-F238E27FC236}">
                <a16:creationId xmlns:a16="http://schemas.microsoft.com/office/drawing/2014/main" id="{DF03385C-40D3-4836-9C54-2BC3BB06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558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DDE"/>
          </a:solidFill>
          <a:ln xmlns:a="http://schemas.openxmlformats.org/drawingml/2006/main" w="0">
            <a:noFill/>
          </a:ln>
        </p:spPr>
      </p:sp>
      <p:sp>
        <p:nvSpPr>
          <p:cNvPr id="51" name="Text Sierra Madre Piedmont">
            <a:extLst xmlns:a="http://schemas.openxmlformats.org/drawingml/2006/main">
              <a:ext uri="{FF2B5EF4-FFF2-40B4-BE49-F238E27FC236}">
                <a16:creationId xmlns:a16="http://schemas.microsoft.com/office/drawing/2014/main" id="{D3F4C50C-39D6-4EE8-8D6D-1655631E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0822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Sierra Madre Piedmont</a:t>
            </a:r>
          </a:p>
        </p:txBody>
      </p:sp>
      <p:sp>
        <p:nvSpPr>
          <p:cNvPr id="52" name="North arrow">
            <a:extLst xmlns:a="http://schemas.openxmlformats.org/drawingml/2006/main">
              <a:ext uri="{FF2B5EF4-FFF2-40B4-BE49-F238E27FC236}">
                <a16:creationId xmlns:a16="http://schemas.microsoft.com/office/drawing/2014/main" id="{098B8960-5CF6-4137-A992-E954BE05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067300"/>
            <a:ext cx="171450" cy="219075"/>
          </a:xfrm>
          <a:custGeom xmlns:a="http://schemas.openxmlformats.org/drawingml/2006/main">
            <a:pathLst>
              <a:path w="171450" h="219075">
                <a:moveTo>
                  <a:pt x="85725" y="0"/>
                </a:moveTo>
                <a:lnTo>
                  <a:pt x="0" y="219075"/>
                </a:lnTo>
                <a:lnTo>
                  <a:pt x="85725" y="161925"/>
                </a:lnTo>
                <a:lnTo>
                  <a:pt x="171450" y="219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3" name="Text N">
            <a:extLst xmlns:a="http://schemas.openxmlformats.org/drawingml/2006/main">
              <a:ext uri="{FF2B5EF4-FFF2-40B4-BE49-F238E27FC236}">
                <a16:creationId xmlns:a16="http://schemas.microsoft.com/office/drawing/2014/main" id="{45554DF8-B3BC-4B53-916E-951A63A8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86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54" name="AI080-18">
            <a:extLst xmlns:a="http://schemas.openxmlformats.org/drawingml/2006/main">
              <a:ext uri="{FF2B5EF4-FFF2-40B4-BE49-F238E27FC236}">
                <a16:creationId xmlns:a16="http://schemas.microsoft.com/office/drawing/2014/main" id="{DE6C08C5-B7E9-4168-8CEB-7898BADA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02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5" name="Text 750 km">
            <a:extLst xmlns:a="http://schemas.openxmlformats.org/drawingml/2006/main">
              <a:ext uri="{FF2B5EF4-FFF2-40B4-BE49-F238E27FC236}">
                <a16:creationId xmlns:a16="http://schemas.microsoft.com/office/drawing/2014/main" id="{CED35BE2-B1B8-4594-A320-0A6E9FA4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750 km</a:t>
            </a:r>
          </a:p>
        </p:txBody>
      </p:sp>
      <p:sp>
        <p:nvSpPr>
          <p:cNvPr id="56" name="North arrow">
            <a:extLst xmlns:a="http://schemas.openxmlformats.org/drawingml/2006/main">
              <a:ext uri="{FF2B5EF4-FFF2-40B4-BE49-F238E27FC236}">
                <a16:creationId xmlns:a16="http://schemas.microsoft.com/office/drawing/2014/main" id="{F8357B7B-5388-40D9-A5D6-B211EDF6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86350"/>
            <a:ext cx="171450" cy="219075"/>
          </a:xfrm>
          <a:custGeom xmlns:a="http://schemas.openxmlformats.org/drawingml/2006/main">
            <a:pathLst>
              <a:path w="171450" h="219075">
                <a:moveTo>
                  <a:pt x="85725" y="0"/>
                </a:moveTo>
                <a:lnTo>
                  <a:pt x="0" y="219075"/>
                </a:lnTo>
                <a:lnTo>
                  <a:pt x="85725" y="161925"/>
                </a:lnTo>
                <a:lnTo>
                  <a:pt x="171450" y="219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7" name="Text N">
            <a:extLst xmlns:a="http://schemas.openxmlformats.org/drawingml/2006/main">
              <a:ext uri="{FF2B5EF4-FFF2-40B4-BE49-F238E27FC236}">
                <a16:creationId xmlns:a16="http://schemas.microsoft.com/office/drawing/2014/main" id="{50E640A9-4076-4F28-8D5A-729190B4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0542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58" name="AI080-19">
            <a:extLst xmlns:a="http://schemas.openxmlformats.org/drawingml/2006/main">
              <a:ext uri="{FF2B5EF4-FFF2-40B4-BE49-F238E27FC236}">
                <a16:creationId xmlns:a16="http://schemas.microsoft.com/office/drawing/2014/main" id="{B969F2C0-1D71-47FF-8B70-250EF40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292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9" name="Text 750 km">
            <a:extLst xmlns:a="http://schemas.openxmlformats.org/drawingml/2006/main">
              <a:ext uri="{FF2B5EF4-FFF2-40B4-BE49-F238E27FC236}">
                <a16:creationId xmlns:a16="http://schemas.microsoft.com/office/drawing/2014/main" id="{C6F93B21-7B14-4592-8636-040EBB5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53100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750 km</a:t>
            </a:r>
          </a:p>
        </p:txBody>
      </p:sp>
      <p:sp>
        <p:nvSpPr>
          <p:cNvPr id="60" name="North arrow">
            <a:extLst xmlns:a="http://schemas.openxmlformats.org/drawingml/2006/main">
              <a:ext uri="{FF2B5EF4-FFF2-40B4-BE49-F238E27FC236}">
                <a16:creationId xmlns:a16="http://schemas.microsoft.com/office/drawing/2014/main" id="{92DA0760-7613-4314-BC44-5580766A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086350"/>
            <a:ext cx="171450" cy="219075"/>
          </a:xfrm>
          <a:custGeom xmlns:a="http://schemas.openxmlformats.org/drawingml/2006/main">
            <a:pathLst>
              <a:path w="171450" h="219075">
                <a:moveTo>
                  <a:pt x="85725" y="0"/>
                </a:moveTo>
                <a:lnTo>
                  <a:pt x="0" y="219075"/>
                </a:lnTo>
                <a:lnTo>
                  <a:pt x="85725" y="161925"/>
                </a:lnTo>
                <a:lnTo>
                  <a:pt x="171450" y="219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1" name="Text N">
            <a:extLst xmlns:a="http://schemas.openxmlformats.org/drawingml/2006/main">
              <a:ext uri="{FF2B5EF4-FFF2-40B4-BE49-F238E27FC236}">
                <a16:creationId xmlns:a16="http://schemas.microsoft.com/office/drawing/2014/main" id="{D6CA7483-C2A4-421A-A954-A8D26B99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0542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2" name="AI080-20">
            <a:extLst xmlns:a="http://schemas.openxmlformats.org/drawingml/2006/main">
              <a:ext uri="{FF2B5EF4-FFF2-40B4-BE49-F238E27FC236}">
                <a16:creationId xmlns:a16="http://schemas.microsoft.com/office/drawing/2014/main" id="{6FC5A24D-7D08-4087-9299-66A9BDCE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292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3" name="Text 750 km">
            <a:extLst xmlns:a="http://schemas.openxmlformats.org/drawingml/2006/main">
              <a:ext uri="{FF2B5EF4-FFF2-40B4-BE49-F238E27FC236}">
                <a16:creationId xmlns:a16="http://schemas.microsoft.com/office/drawing/2014/main" id="{C4C4E83A-3F66-42DB-8E15-71F12FA9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53100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750 km</a:t>
            </a:r>
          </a:p>
        </p:txBody>
      </p:sp>
      <p:sp>
        <p:nvSpPr>
          <p:cNvPr id="64" name="North arrow">
            <a:extLst xmlns:a="http://schemas.openxmlformats.org/drawingml/2006/main">
              <a:ext uri="{FF2B5EF4-FFF2-40B4-BE49-F238E27FC236}">
                <a16:creationId xmlns:a16="http://schemas.microsoft.com/office/drawing/2014/main" id="{F92AB03D-529F-4803-912C-10B11EB8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076825"/>
            <a:ext cx="171450" cy="219075"/>
          </a:xfrm>
          <a:custGeom xmlns:a="http://schemas.openxmlformats.org/drawingml/2006/main">
            <a:pathLst>
              <a:path w="171450" h="219075">
                <a:moveTo>
                  <a:pt x="85725" y="0"/>
                </a:moveTo>
                <a:lnTo>
                  <a:pt x="0" y="219075"/>
                </a:lnTo>
                <a:lnTo>
                  <a:pt x="85725" y="161925"/>
                </a:lnTo>
                <a:lnTo>
                  <a:pt x="171450" y="219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5" name="Text N">
            <a:extLst xmlns:a="http://schemas.openxmlformats.org/drawingml/2006/main">
              <a:ext uri="{FF2B5EF4-FFF2-40B4-BE49-F238E27FC236}">
                <a16:creationId xmlns:a16="http://schemas.microsoft.com/office/drawing/2014/main" id="{EF84F1BB-39BC-49A9-B6B7-A242252E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295900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6" name="AI080-21">
            <a:extLst xmlns:a="http://schemas.openxmlformats.org/drawingml/2006/main">
              <a:ext uri="{FF2B5EF4-FFF2-40B4-BE49-F238E27FC236}">
                <a16:creationId xmlns:a16="http://schemas.microsoft.com/office/drawing/2014/main" id="{1A78DB00-9987-4C9E-90E2-DA52CF9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197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7" name="Text 750 km">
            <a:extLst xmlns:a="http://schemas.openxmlformats.org/drawingml/2006/main">
              <a:ext uri="{FF2B5EF4-FFF2-40B4-BE49-F238E27FC236}">
                <a16:creationId xmlns:a16="http://schemas.microsoft.com/office/drawing/2014/main" id="{E0CDB3C9-F738-4130-94F0-FA6F3DF4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57435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750 km</a:t>
            </a:r>
          </a:p>
        </p:txBody>
      </p:sp>
    </p:spTree>
    <p:extLst>
      <p:ext uri="{BB962C8B-B14F-4D97-AF65-F5344CB8AC3E}">
        <p14:creationId xmlns:p14="http://schemas.microsoft.com/office/powerpoint/2010/main" val="475455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2026-09-08T03:45:58.0160000Z</dcterms:created>
  <dcterms:modified xsi:type="dcterms:W3CDTF">2026-09-08T03:45:58.0160000Z</dcterms:modified>
</coreProperties>
</file>