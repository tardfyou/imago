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e82775bb3b947a0" /><Relationship Type="http://schemas.openxmlformats.org/officeDocument/2006/relationships/extended-properties" Target="/docProps/app.xml" Id="R2c4d3910bf284a8c" /><Relationship Type="http://schemas.openxmlformats.org/officeDocument/2006/relationships/officeDocument" Target="/ppt/presentation.xml" Id="R3952e5e6a35749f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9e6394324b84d4b"/>
  </p:sldMasterIdLst>
  <p:notesMasterIdLst>
    <p:notesMasterId xmlns:r="http://schemas.openxmlformats.org/officeDocument/2006/relationships" r:id="R56e9de2e09d8475a"/>
  </p:notesMasterIdLst>
  <p:sldIdLst>
    <p:sldId xmlns:r="http://schemas.openxmlformats.org/officeDocument/2006/relationships" id="256" r:id="Rcf18f43b67604252"/>
  </p:sldIdLst>
  <p:sldSz cx="12773025" cy="542925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7e3b1f3d6e54931" /><Relationship Type="http://schemas.openxmlformats.org/officeDocument/2006/relationships/slideMaster" Target="/ppt/slideMasters/slideMaster1.xml" Id="R59e6394324b84d4b" /><Relationship Type="http://schemas.openxmlformats.org/officeDocument/2006/relationships/notesMaster" Target="/ppt/notesMasters/notesMaster1.xml" Id="R56e9de2e09d8475a" /><Relationship Type="http://schemas.openxmlformats.org/officeDocument/2006/relationships/presProps" Target="/ppt/presProps.xml" Id="R0b49cb5fe58e4e18" /><Relationship Type="http://schemas.openxmlformats.org/officeDocument/2006/relationships/tableStyles" Target="/ppt/tableStyles.xml" Id="Rea90bafb9ea84651" /><Relationship Type="http://schemas.openxmlformats.org/officeDocument/2006/relationships/slide" Target="/ppt/slides/slide1.xml" Id="Rcf18f43b6760425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c3d2e40e369467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b2b08d8a544424c" /><Relationship Type="http://schemas.openxmlformats.org/officeDocument/2006/relationships/notesMaster" Target="/ppt/notesMasters/notesMaster1.xml" Id="Re86e74b1a8424d18" /></Relationships>
</file>

<file path=ppt/notesSlides/notesSlide1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/>
      </ns0:grpSpPr>
      <ns0:sp>
        <ns0:nvSpPr>
          <ns0:cNvPr id="2" name="Slide Image Placeholder 1"/>
          <ns0:cNvSpPr>
            <ns1:spLocks noGrp="1"/>
          </ns0:cNvSpPr>
          <ns0:nvPr>
            <ns0:ph type="sldImg" idx="0"/>
          </ns0:nvPr>
        </ns0:nvSpPr>
        <ns0:spPr/>
      </ns0:sp>
      <ns0:sp>
        <ns0:nvSpPr>
          <ns0:cNvPr id="3" name="Notes Placeholder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r>
              <ns1:t>素材ID：AI-073</ns1:t>
            </ns1:r>
          </ns1:p>
          <ns1:p>
            <ns1:r>
              <ns1:t>论文：Quantized Side Tuning: Fast and Memory-Efficient Tuning of Quantized Large Language Models</ns1:t>
            </ns1:r>
          </ns1:p>
          <ns1:p>
            <ns1:r>
              <ns1:t>会议：ACL 2024</ns1:t>
            </ns1:r>
          </ns1:p>
          <ns1:p>
            <ns1:r>
              <ns1:t>奖项：Outstanding Paper</ns1:t>
            </ns1:r>
          </ns1:p>
          <ns1:p>
            <ns1:r>
              <ns1:t>图号：Figure 1，PDF第2页</ns1:t>
            </ns1:r>
          </ns1:p>
          <ns1:p>
            <ns1:r>
              <ns1:t>类型：实验图表</ns1:t>
            </ns1:r>
          </ns1:p>
          <ns1:p>
            <ns1:r>
              <ns1:t>借鉴点：左侧分解权重/优化器/激活显存，右侧用连线和点大小联合表示性能、显存和模型规模。</ns1:t>
            </ns1:r>
          </ns1:p>
          <ns1:p>
            <ns1:r>
              <ns1:t>论文URL：https://aclanthology.org/2024.acl-long.1/</ns1:t>
            </ns1:r>
          </ns1:p>
          <ns1:p>
            <ns1:r>
              <ns1:t>官方获奖URL：https://2024.aclweb.org/program/best_papers/</ns1:t>
            </ns1:r>
          </ns1:p>
          <ns1:p>
            <ns1:r>
              <ns1:t>原始论文与绘图来源：见本页论文链接及仓库 catalog/papers.md。</ns1:t>
            </ns1:r>
          </ns1:p>
        </ns0:txBody>
      </ns0:sp>
      <ns0:sp>
        <ns0:nvSpPr>
          <ns0:cNvPr id="4" name="Slide Number Placeholder 3"/>
          <ns0:cNvSpPr>
            <ns1:spLocks noGrp="1"/>
          </ns0:cNvSpPr>
          <ns0:nvPr>
            <ns0:ph type="sldNum" idx="5"/>
          </ns0:nvPr>
        </ns0:nvSpPr>
        <ns0:spPr/>
        <ns0:txBody>
          <ns1:bodyPr/>
          <ns1:lstStyle/>
          <ns1:p/>
        </ns0:txBody>
      </ns0:sp>
    </ns0:spTree>
  </ns0:cSld>
  <ns0:clrMapOvr>
    <ns1:masterClrMapping/>
  </ns0:clrMapOvr>
</ns0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c420936dc38431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5cd99332b3b479c" /><Relationship Type="http://schemas.openxmlformats.org/officeDocument/2006/relationships/slideLayout" Target="/ppt/slideLayouts/slideLayout1.xml" Id="Radbd8944a20f445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dbd8944a20f445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2475b6ffe54931" /><Relationship Type="http://schemas.openxmlformats.org/officeDocument/2006/relationships/notesSlide" Target="/ppt/notesSlides/notesSlide1.xml" Id="R7206ee75a38440f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0FBA6DB-334E-4D9B-86E7-9EEFC6F9A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44" y="24130"/>
            <a:ext cx="6739559" cy="4710388"/>
          </a:xfrm>
          <a:custGeom xmlns:a="http://schemas.openxmlformats.org/drawingml/2006/main">
            <a:pathLst>
              <a:path w="6739559" h="4710388">
                <a:moveTo>
                  <a:pt x="6739559" y="4710388"/>
                </a:moveTo>
                <a:lnTo>
                  <a:pt x="6739559" y="0"/>
                </a:lnTo>
                <a:lnTo>
                  <a:pt x="0" y="0"/>
                </a:lnTo>
                <a:lnTo>
                  <a:pt x="0" y="4710388"/>
                </a:lnTo>
                <a:lnTo>
                  <a:pt x="6739559" y="4710388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FD8B8E8-2AF6-4BD8-BF2C-C65241431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44" y="24130"/>
            <a:ext cx="6739559" cy="4710388"/>
          </a:xfrm>
          <a:custGeom xmlns:a="http://schemas.openxmlformats.org/drawingml/2006/main">
            <a:pathLst>
              <a:path w="6739559" h="4710388">
                <a:moveTo>
                  <a:pt x="6739559" y="4710388"/>
                </a:moveTo>
                <a:lnTo>
                  <a:pt x="6739559" y="0"/>
                </a:lnTo>
                <a:lnTo>
                  <a:pt x="0" y="0"/>
                </a:lnTo>
                <a:lnTo>
                  <a:pt x="0" y="4710388"/>
                </a:lnTo>
                <a:lnTo>
                  <a:pt x="6739559" y="4710388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EEA590A-7B65-4F81-88A6-757BB7354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687" y="4224048"/>
            <a:ext cx="5476816" cy="10"/>
          </a:xfrm>
          <a:custGeom xmlns:a="http://schemas.openxmlformats.org/drawingml/2006/main">
            <a:pathLst>
              <a:path w="5476816" h="1" fill="none">
                <a:moveTo>
                  <a:pt x="0" y="0"/>
                </a:moveTo>
                <a:lnTo>
                  <a:pt x="547681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432" cap="flat">
            <a:solidFill>
              <a:srgbClr val="000000"/>
            </a:solidFill>
            <a:miter/>
          </a:ln>
        </p:spPr>
      </p:sp>
      <p:sp>
        <p:nvSpPr>
          <p:cNvPr id="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3BB68A9-38F5-4B57-A51D-AC04ECF71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8487" y="2972205"/>
            <a:ext cx="834562" cy="1241412"/>
          </a:xfrm>
          <a:custGeom xmlns:a="http://schemas.openxmlformats.org/drawingml/2006/main">
            <a:pathLst>
              <a:path w="834562" h="1241412">
                <a:moveTo>
                  <a:pt x="0" y="0"/>
                </a:moveTo>
                <a:lnTo>
                  <a:pt x="834562" y="0"/>
                </a:lnTo>
                <a:lnTo>
                  <a:pt x="834562" y="1241412"/>
                </a:lnTo>
                <a:lnTo>
                  <a:pt x="0" y="124141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AE8F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3DDAE98-3E02-4F2F-B1F2-9B913B63A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8487" y="2972205"/>
            <a:ext cx="834562" cy="1241412"/>
          </a:xfrm>
          <a:custGeom xmlns:a="http://schemas.openxmlformats.org/drawingml/2006/main">
            <a:pathLst>
              <a:path w="834562" h="1241412" fill="none">
                <a:moveTo>
                  <a:pt x="0" y="0"/>
                </a:moveTo>
                <a:lnTo>
                  <a:pt x="834562" y="0"/>
                </a:lnTo>
                <a:lnTo>
                  <a:pt x="834562" y="1241412"/>
                </a:lnTo>
                <a:lnTo>
                  <a:pt x="0" y="1241412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0432" cap="flat">
            <a:solidFill>
              <a:srgbClr val="6C8EBF"/>
            </a:solidFill>
            <a:miter/>
          </a:ln>
        </p:spPr>
      </p:sp>
      <p:sp>
        <p:nvSpPr>
          <p:cNvPr id="6" name="Text 140GB">
            <a:extLst xmlns:a="http://schemas.openxmlformats.org/drawingml/2006/main">
              <a:ext uri="{FF2B5EF4-FFF2-40B4-BE49-F238E27FC236}">
                <a16:creationId xmlns:a16="http://schemas.microsoft.com/office/drawing/2014/main" id="{C25CB619-3B48-41C6-BFD4-6FC2A5D10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8576" y="3518705"/>
            <a:ext cx="554107" cy="138999"/>
          </a:xfrm>
          <a:custGeom xmlns:a="http://schemas.openxmlformats.org/drawingml/2006/main">
            <a:pathLst>
              <a:path w="554107" h="138999">
                <a:moveTo>
                  <a:pt x="49511" y="136798"/>
                </a:moveTo>
                <a:lnTo>
                  <a:pt x="33008" y="136798"/>
                </a:lnTo>
                <a:lnTo>
                  <a:pt x="33008" y="31632"/>
                </a:lnTo>
                <a:cubicBezTo>
                  <a:pt x="29034" y="35422"/>
                  <a:pt x="23824" y="39212"/>
                  <a:pt x="17375" y="43002"/>
                </a:cubicBezTo>
                <a:cubicBezTo>
                  <a:pt x="10926" y="46791"/>
                  <a:pt x="5135" y="49634"/>
                  <a:pt x="0" y="51529"/>
                </a:cubicBezTo>
                <a:lnTo>
                  <a:pt x="0" y="35575"/>
                </a:lnTo>
                <a:cubicBezTo>
                  <a:pt x="9230" y="31235"/>
                  <a:pt x="17298" y="25978"/>
                  <a:pt x="24206" y="19805"/>
                </a:cubicBezTo>
                <a:cubicBezTo>
                  <a:pt x="31113" y="13631"/>
                  <a:pt x="36003" y="7641"/>
                  <a:pt x="38876" y="1834"/>
                </a:cubicBezTo>
                <a:lnTo>
                  <a:pt x="49511" y="1834"/>
                </a:lnTo>
                <a:lnTo>
                  <a:pt x="49511" y="136798"/>
                </a:lnTo>
                <a:close/>
                <a:moveTo>
                  <a:pt x="144655" y="136798"/>
                </a:moveTo>
                <a:lnTo>
                  <a:pt x="144655" y="104616"/>
                </a:lnTo>
                <a:lnTo>
                  <a:pt x="86341" y="104616"/>
                </a:lnTo>
                <a:lnTo>
                  <a:pt x="86341" y="89487"/>
                </a:lnTo>
                <a:lnTo>
                  <a:pt x="147680" y="2384"/>
                </a:lnTo>
                <a:lnTo>
                  <a:pt x="161158" y="2384"/>
                </a:lnTo>
                <a:lnTo>
                  <a:pt x="161158" y="89487"/>
                </a:lnTo>
                <a:lnTo>
                  <a:pt x="179313" y="89487"/>
                </a:lnTo>
                <a:lnTo>
                  <a:pt x="179313" y="104616"/>
                </a:lnTo>
                <a:lnTo>
                  <a:pt x="161158" y="104616"/>
                </a:lnTo>
                <a:lnTo>
                  <a:pt x="161158" y="136798"/>
                </a:lnTo>
                <a:lnTo>
                  <a:pt x="144655" y="136798"/>
                </a:lnTo>
                <a:moveTo>
                  <a:pt x="144655" y="89487"/>
                </a:moveTo>
                <a:lnTo>
                  <a:pt x="144655" y="28882"/>
                </a:lnTo>
                <a:lnTo>
                  <a:pt x="102570" y="89487"/>
                </a:lnTo>
                <a:lnTo>
                  <a:pt x="144655" y="89487"/>
                </a:lnTo>
                <a:close/>
                <a:moveTo>
                  <a:pt x="196154" y="70462"/>
                </a:moveTo>
                <a:cubicBezTo>
                  <a:pt x="196154" y="54581"/>
                  <a:pt x="197790" y="41799"/>
                  <a:pt x="201060" y="32116"/>
                </a:cubicBezTo>
                <a:cubicBezTo>
                  <a:pt x="204330" y="22434"/>
                  <a:pt x="209189" y="14966"/>
                  <a:pt x="215638" y="9713"/>
                </a:cubicBezTo>
                <a:cubicBezTo>
                  <a:pt x="222087" y="4460"/>
                  <a:pt x="230201" y="1834"/>
                  <a:pt x="239981" y="1834"/>
                </a:cubicBezTo>
                <a:cubicBezTo>
                  <a:pt x="247194" y="1834"/>
                  <a:pt x="253520" y="3285"/>
                  <a:pt x="258961" y="6186"/>
                </a:cubicBezTo>
                <a:cubicBezTo>
                  <a:pt x="264401" y="9088"/>
                  <a:pt x="268893" y="13272"/>
                  <a:pt x="272439" y="18739"/>
                </a:cubicBezTo>
                <a:cubicBezTo>
                  <a:pt x="275984" y="24206"/>
                  <a:pt x="278765" y="30864"/>
                  <a:pt x="280782" y="38715"/>
                </a:cubicBezTo>
                <a:cubicBezTo>
                  <a:pt x="282799" y="46564"/>
                  <a:pt x="283808" y="57146"/>
                  <a:pt x="283808" y="70462"/>
                </a:cubicBezTo>
                <a:cubicBezTo>
                  <a:pt x="283808" y="86221"/>
                  <a:pt x="282188" y="98942"/>
                  <a:pt x="278949" y="108624"/>
                </a:cubicBezTo>
                <a:cubicBezTo>
                  <a:pt x="275709" y="118307"/>
                  <a:pt x="270865" y="125790"/>
                  <a:pt x="264416" y="131073"/>
                </a:cubicBezTo>
                <a:cubicBezTo>
                  <a:pt x="257967" y="136357"/>
                  <a:pt x="249822" y="138999"/>
                  <a:pt x="239981" y="138999"/>
                </a:cubicBezTo>
                <a:cubicBezTo>
                  <a:pt x="227023" y="138999"/>
                  <a:pt x="216845" y="134356"/>
                  <a:pt x="209449" y="125071"/>
                </a:cubicBezTo>
                <a:cubicBezTo>
                  <a:pt x="200586" y="113892"/>
                  <a:pt x="196154" y="95690"/>
                  <a:pt x="196154" y="70462"/>
                </a:cubicBezTo>
                <a:moveTo>
                  <a:pt x="213117" y="70416"/>
                </a:moveTo>
                <a:cubicBezTo>
                  <a:pt x="213117" y="92408"/>
                  <a:pt x="215699" y="107045"/>
                  <a:pt x="220864" y="114326"/>
                </a:cubicBezTo>
                <a:cubicBezTo>
                  <a:pt x="226029" y="121606"/>
                  <a:pt x="232402" y="125245"/>
                  <a:pt x="239981" y="125245"/>
                </a:cubicBezTo>
                <a:cubicBezTo>
                  <a:pt x="247561" y="125245"/>
                  <a:pt x="253933" y="121590"/>
                  <a:pt x="259098" y="114280"/>
                </a:cubicBezTo>
                <a:cubicBezTo>
                  <a:pt x="264263" y="106970"/>
                  <a:pt x="266846" y="92349"/>
                  <a:pt x="266846" y="70416"/>
                </a:cubicBezTo>
                <a:cubicBezTo>
                  <a:pt x="266846" y="48363"/>
                  <a:pt x="264263" y="33712"/>
                  <a:pt x="259098" y="26463"/>
                </a:cubicBezTo>
                <a:cubicBezTo>
                  <a:pt x="253933" y="19212"/>
                  <a:pt x="247500" y="15587"/>
                  <a:pt x="239798" y="15587"/>
                </a:cubicBezTo>
                <a:cubicBezTo>
                  <a:pt x="232218" y="15587"/>
                  <a:pt x="226167" y="18785"/>
                  <a:pt x="221644" y="25183"/>
                </a:cubicBezTo>
                <a:cubicBezTo>
                  <a:pt x="215959" y="33347"/>
                  <a:pt x="213117" y="48425"/>
                  <a:pt x="213117" y="70416"/>
                </a:cubicBezTo>
                <a:close/>
                <a:moveTo>
                  <a:pt x="370149" y="83803"/>
                </a:moveTo>
                <a:lnTo>
                  <a:pt x="370149" y="68216"/>
                </a:lnTo>
                <a:lnTo>
                  <a:pt x="427087" y="68124"/>
                </a:lnTo>
                <a:lnTo>
                  <a:pt x="427087" y="117910"/>
                </a:lnTo>
                <a:cubicBezTo>
                  <a:pt x="418346" y="124909"/>
                  <a:pt x="409331" y="130174"/>
                  <a:pt x="400039" y="133704"/>
                </a:cubicBezTo>
                <a:cubicBezTo>
                  <a:pt x="390748" y="137234"/>
                  <a:pt x="381213" y="138999"/>
                  <a:pt x="371433" y="138999"/>
                </a:cubicBezTo>
                <a:cubicBezTo>
                  <a:pt x="358230" y="138999"/>
                  <a:pt x="346234" y="136172"/>
                  <a:pt x="335445" y="130518"/>
                </a:cubicBezTo>
                <a:cubicBezTo>
                  <a:pt x="324657" y="124863"/>
                  <a:pt x="316512" y="116688"/>
                  <a:pt x="311011" y="105991"/>
                </a:cubicBezTo>
                <a:cubicBezTo>
                  <a:pt x="305509" y="95294"/>
                  <a:pt x="302759" y="83344"/>
                  <a:pt x="302759" y="70141"/>
                </a:cubicBezTo>
                <a:cubicBezTo>
                  <a:pt x="302759" y="57060"/>
                  <a:pt x="305494" y="44851"/>
                  <a:pt x="310965" y="33512"/>
                </a:cubicBezTo>
                <a:cubicBezTo>
                  <a:pt x="316436" y="22173"/>
                  <a:pt x="324305" y="13753"/>
                  <a:pt x="334574" y="8252"/>
                </a:cubicBezTo>
                <a:cubicBezTo>
                  <a:pt x="344843" y="2751"/>
                  <a:pt x="356671" y="0"/>
                  <a:pt x="370058" y="0"/>
                </a:cubicBezTo>
                <a:cubicBezTo>
                  <a:pt x="379776" y="0"/>
                  <a:pt x="388563" y="1570"/>
                  <a:pt x="396418" y="4710"/>
                </a:cubicBezTo>
                <a:cubicBezTo>
                  <a:pt x="404272" y="7851"/>
                  <a:pt x="410431" y="12227"/>
                  <a:pt x="414893" y="17839"/>
                </a:cubicBezTo>
                <a:cubicBezTo>
                  <a:pt x="419355" y="23449"/>
                  <a:pt x="422747" y="30767"/>
                  <a:pt x="425070" y="39792"/>
                </a:cubicBezTo>
                <a:lnTo>
                  <a:pt x="409025" y="44193"/>
                </a:lnTo>
                <a:cubicBezTo>
                  <a:pt x="407008" y="37347"/>
                  <a:pt x="404502" y="31968"/>
                  <a:pt x="401507" y="28056"/>
                </a:cubicBezTo>
                <a:cubicBezTo>
                  <a:pt x="398511" y="24144"/>
                  <a:pt x="394233" y="21012"/>
                  <a:pt x="388670" y="18658"/>
                </a:cubicBezTo>
                <a:cubicBezTo>
                  <a:pt x="383108" y="16305"/>
                  <a:pt x="376934" y="15128"/>
                  <a:pt x="370149" y="15128"/>
                </a:cubicBezTo>
                <a:cubicBezTo>
                  <a:pt x="362020" y="15128"/>
                  <a:pt x="354990" y="16367"/>
                  <a:pt x="349061" y="18845"/>
                </a:cubicBezTo>
                <a:cubicBezTo>
                  <a:pt x="343132" y="21322"/>
                  <a:pt x="338349" y="24580"/>
                  <a:pt x="334712" y="28618"/>
                </a:cubicBezTo>
                <a:cubicBezTo>
                  <a:pt x="331075" y="32656"/>
                  <a:pt x="328248" y="37092"/>
                  <a:pt x="326231" y="41924"/>
                </a:cubicBezTo>
                <a:cubicBezTo>
                  <a:pt x="322808" y="50245"/>
                  <a:pt x="321096" y="59268"/>
                  <a:pt x="321096" y="68995"/>
                </a:cubicBezTo>
                <a:cubicBezTo>
                  <a:pt x="321096" y="80985"/>
                  <a:pt x="323159" y="91018"/>
                  <a:pt x="327285" y="99094"/>
                </a:cubicBezTo>
                <a:cubicBezTo>
                  <a:pt x="331411" y="107171"/>
                  <a:pt x="337417" y="113167"/>
                  <a:pt x="345302" y="117082"/>
                </a:cubicBezTo>
                <a:cubicBezTo>
                  <a:pt x="353187" y="120996"/>
                  <a:pt x="361561" y="122953"/>
                  <a:pt x="370424" y="122953"/>
                </a:cubicBezTo>
                <a:cubicBezTo>
                  <a:pt x="378126" y="122953"/>
                  <a:pt x="385645" y="121461"/>
                  <a:pt x="392980" y="118478"/>
                </a:cubicBezTo>
                <a:cubicBezTo>
                  <a:pt x="400315" y="115494"/>
                  <a:pt x="405877" y="112310"/>
                  <a:pt x="409667" y="108925"/>
                </a:cubicBezTo>
                <a:lnTo>
                  <a:pt x="409667" y="83803"/>
                </a:lnTo>
                <a:lnTo>
                  <a:pt x="370149" y="83803"/>
                </a:lnTo>
                <a:close/>
                <a:moveTo>
                  <a:pt x="452608" y="136798"/>
                </a:moveTo>
                <a:lnTo>
                  <a:pt x="452608" y="2384"/>
                </a:lnTo>
                <a:lnTo>
                  <a:pt x="503036" y="2384"/>
                </a:lnTo>
                <a:cubicBezTo>
                  <a:pt x="513306" y="2384"/>
                  <a:pt x="521542" y="3744"/>
                  <a:pt x="527746" y="6464"/>
                </a:cubicBezTo>
                <a:cubicBezTo>
                  <a:pt x="533951" y="9184"/>
                  <a:pt x="538810" y="13371"/>
                  <a:pt x="542325" y="19025"/>
                </a:cubicBezTo>
                <a:cubicBezTo>
                  <a:pt x="545839" y="24679"/>
                  <a:pt x="547597" y="30593"/>
                  <a:pt x="547597" y="36767"/>
                </a:cubicBezTo>
                <a:cubicBezTo>
                  <a:pt x="547597" y="42513"/>
                  <a:pt x="546038" y="47922"/>
                  <a:pt x="542921" y="52996"/>
                </a:cubicBezTo>
                <a:cubicBezTo>
                  <a:pt x="539803" y="58069"/>
                  <a:pt x="535097" y="62164"/>
                  <a:pt x="528801" y="65282"/>
                </a:cubicBezTo>
                <a:cubicBezTo>
                  <a:pt x="536930" y="67666"/>
                  <a:pt x="543180" y="71730"/>
                  <a:pt x="547551" y="77476"/>
                </a:cubicBezTo>
                <a:cubicBezTo>
                  <a:pt x="551921" y="83222"/>
                  <a:pt x="554107" y="90007"/>
                  <a:pt x="554107" y="97831"/>
                </a:cubicBezTo>
                <a:cubicBezTo>
                  <a:pt x="554107" y="104127"/>
                  <a:pt x="552777" y="109979"/>
                  <a:pt x="550118" y="115389"/>
                </a:cubicBezTo>
                <a:cubicBezTo>
                  <a:pt x="547459" y="120799"/>
                  <a:pt x="544174" y="124970"/>
                  <a:pt x="540262" y="127904"/>
                </a:cubicBezTo>
                <a:cubicBezTo>
                  <a:pt x="536350" y="130838"/>
                  <a:pt x="531444" y="133054"/>
                  <a:pt x="525546" y="134552"/>
                </a:cubicBezTo>
                <a:cubicBezTo>
                  <a:pt x="519647" y="136049"/>
                  <a:pt x="512419" y="136798"/>
                  <a:pt x="503862" y="136798"/>
                </a:cubicBezTo>
                <a:lnTo>
                  <a:pt x="452608" y="136798"/>
                </a:lnTo>
                <a:moveTo>
                  <a:pt x="470396" y="58864"/>
                </a:moveTo>
                <a:lnTo>
                  <a:pt x="499461" y="58864"/>
                </a:lnTo>
                <a:cubicBezTo>
                  <a:pt x="507346" y="58864"/>
                  <a:pt x="513000" y="58344"/>
                  <a:pt x="516423" y="57305"/>
                </a:cubicBezTo>
                <a:cubicBezTo>
                  <a:pt x="520946" y="55960"/>
                  <a:pt x="524354" y="53729"/>
                  <a:pt x="526646" y="50612"/>
                </a:cubicBezTo>
                <a:cubicBezTo>
                  <a:pt x="528938" y="47494"/>
                  <a:pt x="530084" y="43582"/>
                  <a:pt x="530084" y="38876"/>
                </a:cubicBezTo>
                <a:cubicBezTo>
                  <a:pt x="530084" y="34413"/>
                  <a:pt x="529015" y="30486"/>
                  <a:pt x="526875" y="27094"/>
                </a:cubicBezTo>
                <a:cubicBezTo>
                  <a:pt x="524736" y="23701"/>
                  <a:pt x="521680" y="21379"/>
                  <a:pt x="517707" y="20125"/>
                </a:cubicBezTo>
                <a:cubicBezTo>
                  <a:pt x="513733" y="18872"/>
                  <a:pt x="506918" y="18246"/>
                  <a:pt x="497260" y="18246"/>
                </a:cubicBezTo>
                <a:lnTo>
                  <a:pt x="470396" y="18246"/>
                </a:lnTo>
                <a:lnTo>
                  <a:pt x="470396" y="58864"/>
                </a:lnTo>
                <a:moveTo>
                  <a:pt x="470396" y="120936"/>
                </a:moveTo>
                <a:lnTo>
                  <a:pt x="503862" y="120936"/>
                </a:lnTo>
                <a:cubicBezTo>
                  <a:pt x="509607" y="120936"/>
                  <a:pt x="513642" y="120722"/>
                  <a:pt x="515964" y="120294"/>
                </a:cubicBezTo>
                <a:cubicBezTo>
                  <a:pt x="520060" y="119561"/>
                  <a:pt x="523483" y="118338"/>
                  <a:pt x="526233" y="116627"/>
                </a:cubicBezTo>
                <a:cubicBezTo>
                  <a:pt x="528984" y="114915"/>
                  <a:pt x="531246" y="112424"/>
                  <a:pt x="533018" y="109154"/>
                </a:cubicBezTo>
                <a:cubicBezTo>
                  <a:pt x="534791" y="105884"/>
                  <a:pt x="535677" y="102110"/>
                  <a:pt x="535677" y="97831"/>
                </a:cubicBezTo>
                <a:cubicBezTo>
                  <a:pt x="535677" y="92819"/>
                  <a:pt x="534394" y="88463"/>
                  <a:pt x="531826" y="84765"/>
                </a:cubicBezTo>
                <a:cubicBezTo>
                  <a:pt x="529259" y="81067"/>
                  <a:pt x="525699" y="78469"/>
                  <a:pt x="521145" y="76972"/>
                </a:cubicBezTo>
                <a:cubicBezTo>
                  <a:pt x="516591" y="75474"/>
                  <a:pt x="510035" y="74726"/>
                  <a:pt x="501478" y="74726"/>
                </a:cubicBezTo>
                <a:lnTo>
                  <a:pt x="470396" y="74726"/>
                </a:lnTo>
                <a:lnTo>
                  <a:pt x="470396" y="12093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DFC31E1-7CE6-42A5-A69E-032CA0113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8487" y="1428264"/>
            <a:ext cx="834562" cy="1533509"/>
          </a:xfrm>
          <a:custGeom xmlns:a="http://schemas.openxmlformats.org/drawingml/2006/main">
            <a:pathLst>
              <a:path w="834562" h="1533509">
                <a:moveTo>
                  <a:pt x="0" y="0"/>
                </a:moveTo>
                <a:lnTo>
                  <a:pt x="834562" y="0"/>
                </a:lnTo>
                <a:lnTo>
                  <a:pt x="834562" y="1533509"/>
                </a:lnTo>
                <a:lnTo>
                  <a:pt x="0" y="153350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8CE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626F467-05E1-45FD-BA56-4CE89158E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8487" y="1428264"/>
            <a:ext cx="834562" cy="1533509"/>
          </a:xfrm>
          <a:custGeom xmlns:a="http://schemas.openxmlformats.org/drawingml/2006/main">
            <a:pathLst>
              <a:path w="834562" h="1533509" fill="none">
                <a:moveTo>
                  <a:pt x="0" y="0"/>
                </a:moveTo>
                <a:lnTo>
                  <a:pt x="834562" y="0"/>
                </a:lnTo>
                <a:lnTo>
                  <a:pt x="834562" y="1533509"/>
                </a:lnTo>
                <a:lnTo>
                  <a:pt x="0" y="1533509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0432" cap="flat">
            <a:solidFill>
              <a:srgbClr val="B85450"/>
            </a:solidFill>
            <a:miter/>
          </a:ln>
        </p:spPr>
      </p:sp>
      <p:sp>
        <p:nvSpPr>
          <p:cNvPr id="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7A7F797-E78E-4D23-92D2-8FE783CE6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8487" y="1678633"/>
            <a:ext cx="834562" cy="417281"/>
          </a:xfrm>
          <a:custGeom xmlns:a="http://schemas.openxmlformats.org/drawingml/2006/main">
            <a:pathLst>
              <a:path w="834562" h="417281">
                <a:moveTo>
                  <a:pt x="0" y="0"/>
                </a:moveTo>
                <a:lnTo>
                  <a:pt x="834562" y="0"/>
                </a:lnTo>
                <a:lnTo>
                  <a:pt x="834562" y="417281"/>
                </a:lnTo>
                <a:lnTo>
                  <a:pt x="0" y="41728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8CE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" name="Text 420GB">
            <a:extLst xmlns:a="http://schemas.openxmlformats.org/drawingml/2006/main">
              <a:ext uri="{FF2B5EF4-FFF2-40B4-BE49-F238E27FC236}">
                <a16:creationId xmlns:a16="http://schemas.microsoft.com/office/drawing/2014/main" id="{CB0BE2AA-F6BE-44E2-BCB7-43E3A919B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5893" y="1807851"/>
            <a:ext cx="572169" cy="138999"/>
          </a:xfrm>
          <a:custGeom xmlns:a="http://schemas.openxmlformats.org/drawingml/2006/main">
            <a:pathLst>
              <a:path w="572169" h="138999">
                <a:moveTo>
                  <a:pt x="58313" y="136798"/>
                </a:moveTo>
                <a:lnTo>
                  <a:pt x="58313" y="104616"/>
                </a:lnTo>
                <a:lnTo>
                  <a:pt x="0" y="104616"/>
                </a:lnTo>
                <a:lnTo>
                  <a:pt x="0" y="89487"/>
                </a:lnTo>
                <a:lnTo>
                  <a:pt x="61339" y="2384"/>
                </a:lnTo>
                <a:lnTo>
                  <a:pt x="74817" y="2384"/>
                </a:lnTo>
                <a:lnTo>
                  <a:pt x="74817" y="89487"/>
                </a:lnTo>
                <a:lnTo>
                  <a:pt x="92971" y="89487"/>
                </a:lnTo>
                <a:lnTo>
                  <a:pt x="92971" y="104616"/>
                </a:lnTo>
                <a:lnTo>
                  <a:pt x="74817" y="104616"/>
                </a:lnTo>
                <a:lnTo>
                  <a:pt x="74817" y="136798"/>
                </a:lnTo>
                <a:lnTo>
                  <a:pt x="58313" y="136798"/>
                </a:lnTo>
                <a:moveTo>
                  <a:pt x="58313" y="89487"/>
                </a:moveTo>
                <a:lnTo>
                  <a:pt x="58313" y="28882"/>
                </a:lnTo>
                <a:lnTo>
                  <a:pt x="16229" y="89487"/>
                </a:lnTo>
                <a:lnTo>
                  <a:pt x="58313" y="89487"/>
                </a:lnTo>
                <a:close/>
                <a:moveTo>
                  <a:pt x="196550" y="120936"/>
                </a:moveTo>
                <a:lnTo>
                  <a:pt x="196550" y="136798"/>
                </a:lnTo>
                <a:lnTo>
                  <a:pt x="107704" y="136798"/>
                </a:lnTo>
                <a:cubicBezTo>
                  <a:pt x="107582" y="132827"/>
                  <a:pt x="108224" y="129009"/>
                  <a:pt x="109630" y="125343"/>
                </a:cubicBezTo>
                <a:cubicBezTo>
                  <a:pt x="111891" y="119295"/>
                  <a:pt x="115513" y="113339"/>
                  <a:pt x="120495" y="107475"/>
                </a:cubicBezTo>
                <a:cubicBezTo>
                  <a:pt x="125477" y="101611"/>
                  <a:pt x="132674" y="94830"/>
                  <a:pt x="142087" y="87132"/>
                </a:cubicBezTo>
                <a:cubicBezTo>
                  <a:pt x="156696" y="75163"/>
                  <a:pt x="166568" y="65682"/>
                  <a:pt x="171702" y="58689"/>
                </a:cubicBezTo>
                <a:cubicBezTo>
                  <a:pt x="176837" y="51696"/>
                  <a:pt x="179404" y="45085"/>
                  <a:pt x="179404" y="38856"/>
                </a:cubicBezTo>
                <a:cubicBezTo>
                  <a:pt x="179404" y="32321"/>
                  <a:pt x="177066" y="26809"/>
                  <a:pt x="172390" y="22320"/>
                </a:cubicBezTo>
                <a:cubicBezTo>
                  <a:pt x="167714" y="17831"/>
                  <a:pt x="161617" y="15587"/>
                  <a:pt x="154098" y="15587"/>
                </a:cubicBezTo>
                <a:cubicBezTo>
                  <a:pt x="146152" y="15587"/>
                  <a:pt x="139795" y="17971"/>
                  <a:pt x="135027" y="22739"/>
                </a:cubicBezTo>
                <a:cubicBezTo>
                  <a:pt x="130260" y="27506"/>
                  <a:pt x="127845" y="34108"/>
                  <a:pt x="127784" y="42543"/>
                </a:cubicBezTo>
                <a:lnTo>
                  <a:pt x="110822" y="40798"/>
                </a:lnTo>
                <a:cubicBezTo>
                  <a:pt x="111983" y="28117"/>
                  <a:pt x="116354" y="18452"/>
                  <a:pt x="123933" y="11805"/>
                </a:cubicBezTo>
                <a:cubicBezTo>
                  <a:pt x="131513" y="5157"/>
                  <a:pt x="141690" y="1834"/>
                  <a:pt x="154465" y="1834"/>
                </a:cubicBezTo>
                <a:cubicBezTo>
                  <a:pt x="167363" y="1834"/>
                  <a:pt x="177570" y="5411"/>
                  <a:pt x="185089" y="12564"/>
                </a:cubicBezTo>
                <a:cubicBezTo>
                  <a:pt x="192607" y="19718"/>
                  <a:pt x="196366" y="28584"/>
                  <a:pt x="196366" y="39162"/>
                </a:cubicBezTo>
                <a:cubicBezTo>
                  <a:pt x="196366" y="44543"/>
                  <a:pt x="195266" y="49832"/>
                  <a:pt x="193066" y="55030"/>
                </a:cubicBezTo>
                <a:cubicBezTo>
                  <a:pt x="190865" y="60227"/>
                  <a:pt x="187213" y="65700"/>
                  <a:pt x="182109" y="71448"/>
                </a:cubicBezTo>
                <a:cubicBezTo>
                  <a:pt x="177005" y="77193"/>
                  <a:pt x="168524" y="85081"/>
                  <a:pt x="156666" y="95109"/>
                </a:cubicBezTo>
                <a:cubicBezTo>
                  <a:pt x="146763" y="103412"/>
                  <a:pt x="140406" y="109045"/>
                  <a:pt x="137595" y="112008"/>
                </a:cubicBezTo>
                <a:cubicBezTo>
                  <a:pt x="134783" y="114969"/>
                  <a:pt x="132460" y="117945"/>
                  <a:pt x="130626" y="120936"/>
                </a:cubicBezTo>
                <a:lnTo>
                  <a:pt x="196550" y="120936"/>
                </a:lnTo>
                <a:close/>
                <a:moveTo>
                  <a:pt x="214217" y="70462"/>
                </a:moveTo>
                <a:cubicBezTo>
                  <a:pt x="214217" y="54581"/>
                  <a:pt x="215852" y="41799"/>
                  <a:pt x="219122" y="32116"/>
                </a:cubicBezTo>
                <a:cubicBezTo>
                  <a:pt x="222392" y="22434"/>
                  <a:pt x="227252" y="14966"/>
                  <a:pt x="233701" y="9713"/>
                </a:cubicBezTo>
                <a:cubicBezTo>
                  <a:pt x="240149" y="4460"/>
                  <a:pt x="248264" y="1834"/>
                  <a:pt x="258044" y="1834"/>
                </a:cubicBezTo>
                <a:cubicBezTo>
                  <a:pt x="265257" y="1834"/>
                  <a:pt x="271583" y="3285"/>
                  <a:pt x="277023" y="6186"/>
                </a:cubicBezTo>
                <a:cubicBezTo>
                  <a:pt x="282463" y="9088"/>
                  <a:pt x="286956" y="13272"/>
                  <a:pt x="290501" y="18739"/>
                </a:cubicBezTo>
                <a:cubicBezTo>
                  <a:pt x="294046" y="24206"/>
                  <a:pt x="296828" y="30864"/>
                  <a:pt x="298845" y="38715"/>
                </a:cubicBezTo>
                <a:cubicBezTo>
                  <a:pt x="300862" y="46564"/>
                  <a:pt x="301871" y="57146"/>
                  <a:pt x="301871" y="70462"/>
                </a:cubicBezTo>
                <a:cubicBezTo>
                  <a:pt x="301871" y="86221"/>
                  <a:pt x="300251" y="98942"/>
                  <a:pt x="297011" y="108624"/>
                </a:cubicBezTo>
                <a:cubicBezTo>
                  <a:pt x="293771" y="118307"/>
                  <a:pt x="288927" y="125790"/>
                  <a:pt x="282479" y="131073"/>
                </a:cubicBezTo>
                <a:cubicBezTo>
                  <a:pt x="276030" y="136357"/>
                  <a:pt x="267885" y="138999"/>
                  <a:pt x="258044" y="138999"/>
                </a:cubicBezTo>
                <a:cubicBezTo>
                  <a:pt x="245085" y="138999"/>
                  <a:pt x="234908" y="134356"/>
                  <a:pt x="227512" y="125071"/>
                </a:cubicBezTo>
                <a:cubicBezTo>
                  <a:pt x="218649" y="113892"/>
                  <a:pt x="214217" y="95690"/>
                  <a:pt x="214217" y="70462"/>
                </a:cubicBezTo>
                <a:moveTo>
                  <a:pt x="231179" y="70416"/>
                </a:moveTo>
                <a:cubicBezTo>
                  <a:pt x="231179" y="92408"/>
                  <a:pt x="233762" y="107045"/>
                  <a:pt x="238927" y="114326"/>
                </a:cubicBezTo>
                <a:cubicBezTo>
                  <a:pt x="244092" y="121606"/>
                  <a:pt x="250464" y="125245"/>
                  <a:pt x="258044" y="125245"/>
                </a:cubicBezTo>
                <a:cubicBezTo>
                  <a:pt x="265623" y="125245"/>
                  <a:pt x="271996" y="121590"/>
                  <a:pt x="277161" y="114280"/>
                </a:cubicBezTo>
                <a:cubicBezTo>
                  <a:pt x="282326" y="106970"/>
                  <a:pt x="284908" y="92349"/>
                  <a:pt x="284908" y="70416"/>
                </a:cubicBezTo>
                <a:cubicBezTo>
                  <a:pt x="284908" y="48363"/>
                  <a:pt x="282326" y="33712"/>
                  <a:pt x="277161" y="26463"/>
                </a:cubicBezTo>
                <a:cubicBezTo>
                  <a:pt x="271996" y="19212"/>
                  <a:pt x="265562" y="15587"/>
                  <a:pt x="257860" y="15587"/>
                </a:cubicBezTo>
                <a:cubicBezTo>
                  <a:pt x="250281" y="15587"/>
                  <a:pt x="244229" y="18785"/>
                  <a:pt x="239706" y="25183"/>
                </a:cubicBezTo>
                <a:cubicBezTo>
                  <a:pt x="234022" y="33347"/>
                  <a:pt x="231179" y="48425"/>
                  <a:pt x="231179" y="70416"/>
                </a:cubicBezTo>
                <a:close/>
                <a:moveTo>
                  <a:pt x="388212" y="83803"/>
                </a:moveTo>
                <a:lnTo>
                  <a:pt x="388212" y="68216"/>
                </a:lnTo>
                <a:lnTo>
                  <a:pt x="445150" y="68124"/>
                </a:lnTo>
                <a:lnTo>
                  <a:pt x="445150" y="117910"/>
                </a:lnTo>
                <a:cubicBezTo>
                  <a:pt x="436409" y="124909"/>
                  <a:pt x="427393" y="130174"/>
                  <a:pt x="418102" y="133704"/>
                </a:cubicBezTo>
                <a:cubicBezTo>
                  <a:pt x="408811" y="137234"/>
                  <a:pt x="399275" y="138999"/>
                  <a:pt x="389495" y="138999"/>
                </a:cubicBezTo>
                <a:cubicBezTo>
                  <a:pt x="376292" y="138999"/>
                  <a:pt x="364296" y="136172"/>
                  <a:pt x="353508" y="130518"/>
                </a:cubicBezTo>
                <a:cubicBezTo>
                  <a:pt x="342719" y="124863"/>
                  <a:pt x="334574" y="116688"/>
                  <a:pt x="329073" y="105991"/>
                </a:cubicBezTo>
                <a:cubicBezTo>
                  <a:pt x="323572" y="95294"/>
                  <a:pt x="320821" y="83344"/>
                  <a:pt x="320821" y="70141"/>
                </a:cubicBezTo>
                <a:cubicBezTo>
                  <a:pt x="320821" y="57060"/>
                  <a:pt x="323556" y="44851"/>
                  <a:pt x="329027" y="33512"/>
                </a:cubicBezTo>
                <a:cubicBezTo>
                  <a:pt x="334498" y="22173"/>
                  <a:pt x="342368" y="13753"/>
                  <a:pt x="352637" y="8252"/>
                </a:cubicBezTo>
                <a:cubicBezTo>
                  <a:pt x="362906" y="2751"/>
                  <a:pt x="374734" y="0"/>
                  <a:pt x="388120" y="0"/>
                </a:cubicBezTo>
                <a:cubicBezTo>
                  <a:pt x="397839" y="0"/>
                  <a:pt x="406626" y="1570"/>
                  <a:pt x="414480" y="4710"/>
                </a:cubicBezTo>
                <a:cubicBezTo>
                  <a:pt x="422335" y="7851"/>
                  <a:pt x="428493" y="12227"/>
                  <a:pt x="432955" y="17839"/>
                </a:cubicBezTo>
                <a:cubicBezTo>
                  <a:pt x="437417" y="23449"/>
                  <a:pt x="440810" y="30767"/>
                  <a:pt x="443133" y="39792"/>
                </a:cubicBezTo>
                <a:lnTo>
                  <a:pt x="427087" y="44193"/>
                </a:lnTo>
                <a:cubicBezTo>
                  <a:pt x="425070" y="37347"/>
                  <a:pt x="422564" y="31968"/>
                  <a:pt x="419569" y="28056"/>
                </a:cubicBezTo>
                <a:cubicBezTo>
                  <a:pt x="416574" y="24144"/>
                  <a:pt x="412295" y="21012"/>
                  <a:pt x="406733" y="18658"/>
                </a:cubicBezTo>
                <a:cubicBezTo>
                  <a:pt x="401170" y="16305"/>
                  <a:pt x="394997" y="15128"/>
                  <a:pt x="388212" y="15128"/>
                </a:cubicBezTo>
                <a:cubicBezTo>
                  <a:pt x="380082" y="15128"/>
                  <a:pt x="373053" y="16367"/>
                  <a:pt x="367123" y="18845"/>
                </a:cubicBezTo>
                <a:cubicBezTo>
                  <a:pt x="361194" y="21322"/>
                  <a:pt x="356411" y="24580"/>
                  <a:pt x="352774" y="28618"/>
                </a:cubicBezTo>
                <a:cubicBezTo>
                  <a:pt x="349137" y="32656"/>
                  <a:pt x="346310" y="37092"/>
                  <a:pt x="344293" y="41924"/>
                </a:cubicBezTo>
                <a:cubicBezTo>
                  <a:pt x="340870" y="50245"/>
                  <a:pt x="339159" y="59268"/>
                  <a:pt x="339159" y="68995"/>
                </a:cubicBezTo>
                <a:cubicBezTo>
                  <a:pt x="339159" y="80985"/>
                  <a:pt x="341222" y="91018"/>
                  <a:pt x="345348" y="99094"/>
                </a:cubicBezTo>
                <a:cubicBezTo>
                  <a:pt x="349474" y="107171"/>
                  <a:pt x="355479" y="113167"/>
                  <a:pt x="363364" y="117082"/>
                </a:cubicBezTo>
                <a:cubicBezTo>
                  <a:pt x="371249" y="120996"/>
                  <a:pt x="379624" y="122953"/>
                  <a:pt x="388487" y="122953"/>
                </a:cubicBezTo>
                <a:cubicBezTo>
                  <a:pt x="396188" y="122953"/>
                  <a:pt x="403707" y="121461"/>
                  <a:pt x="411042" y="118478"/>
                </a:cubicBezTo>
                <a:cubicBezTo>
                  <a:pt x="418377" y="115494"/>
                  <a:pt x="423939" y="112310"/>
                  <a:pt x="427729" y="108925"/>
                </a:cubicBezTo>
                <a:lnTo>
                  <a:pt x="427729" y="83803"/>
                </a:lnTo>
                <a:lnTo>
                  <a:pt x="388212" y="83803"/>
                </a:lnTo>
                <a:close/>
                <a:moveTo>
                  <a:pt x="470671" y="136798"/>
                </a:moveTo>
                <a:lnTo>
                  <a:pt x="470671" y="2384"/>
                </a:lnTo>
                <a:lnTo>
                  <a:pt x="521099" y="2384"/>
                </a:lnTo>
                <a:cubicBezTo>
                  <a:pt x="531368" y="2384"/>
                  <a:pt x="539604" y="3744"/>
                  <a:pt x="545809" y="6464"/>
                </a:cubicBezTo>
                <a:cubicBezTo>
                  <a:pt x="552013" y="9184"/>
                  <a:pt x="556872" y="13371"/>
                  <a:pt x="560387" y="19025"/>
                </a:cubicBezTo>
                <a:cubicBezTo>
                  <a:pt x="563902" y="24679"/>
                  <a:pt x="565659" y="30593"/>
                  <a:pt x="565659" y="36767"/>
                </a:cubicBezTo>
                <a:cubicBezTo>
                  <a:pt x="565659" y="42513"/>
                  <a:pt x="564100" y="47922"/>
                  <a:pt x="560983" y="52996"/>
                </a:cubicBezTo>
                <a:cubicBezTo>
                  <a:pt x="557866" y="58069"/>
                  <a:pt x="553159" y="62164"/>
                  <a:pt x="546863" y="65282"/>
                </a:cubicBezTo>
                <a:cubicBezTo>
                  <a:pt x="554993" y="67666"/>
                  <a:pt x="561243" y="71730"/>
                  <a:pt x="565613" y="77476"/>
                </a:cubicBezTo>
                <a:cubicBezTo>
                  <a:pt x="569984" y="83222"/>
                  <a:pt x="572169" y="90007"/>
                  <a:pt x="572169" y="97831"/>
                </a:cubicBezTo>
                <a:cubicBezTo>
                  <a:pt x="572169" y="104127"/>
                  <a:pt x="570839" y="109979"/>
                  <a:pt x="568181" y="115389"/>
                </a:cubicBezTo>
                <a:cubicBezTo>
                  <a:pt x="565522" y="120799"/>
                  <a:pt x="562236" y="124970"/>
                  <a:pt x="558324" y="127904"/>
                </a:cubicBezTo>
                <a:cubicBezTo>
                  <a:pt x="554412" y="130838"/>
                  <a:pt x="549507" y="133054"/>
                  <a:pt x="543608" y="134552"/>
                </a:cubicBezTo>
                <a:cubicBezTo>
                  <a:pt x="537710" y="136049"/>
                  <a:pt x="530482" y="136798"/>
                  <a:pt x="521924" y="136798"/>
                </a:cubicBezTo>
                <a:lnTo>
                  <a:pt x="470671" y="136798"/>
                </a:lnTo>
                <a:moveTo>
                  <a:pt x="488458" y="58864"/>
                </a:moveTo>
                <a:lnTo>
                  <a:pt x="517523" y="58864"/>
                </a:lnTo>
                <a:cubicBezTo>
                  <a:pt x="525408" y="58864"/>
                  <a:pt x="531062" y="58344"/>
                  <a:pt x="534485" y="57305"/>
                </a:cubicBezTo>
                <a:cubicBezTo>
                  <a:pt x="539009" y="55960"/>
                  <a:pt x="542416" y="53729"/>
                  <a:pt x="544708" y="50612"/>
                </a:cubicBezTo>
                <a:cubicBezTo>
                  <a:pt x="547001" y="47494"/>
                  <a:pt x="548147" y="43582"/>
                  <a:pt x="548147" y="38876"/>
                </a:cubicBezTo>
                <a:cubicBezTo>
                  <a:pt x="548147" y="34413"/>
                  <a:pt x="547077" y="30486"/>
                  <a:pt x="544938" y="27094"/>
                </a:cubicBezTo>
                <a:cubicBezTo>
                  <a:pt x="542798" y="23701"/>
                  <a:pt x="539742" y="21379"/>
                  <a:pt x="535769" y="20125"/>
                </a:cubicBezTo>
                <a:cubicBezTo>
                  <a:pt x="531796" y="18872"/>
                  <a:pt x="524980" y="18246"/>
                  <a:pt x="515323" y="18246"/>
                </a:cubicBezTo>
                <a:lnTo>
                  <a:pt x="488458" y="18246"/>
                </a:lnTo>
                <a:lnTo>
                  <a:pt x="488458" y="58864"/>
                </a:lnTo>
                <a:moveTo>
                  <a:pt x="488458" y="120936"/>
                </a:moveTo>
                <a:lnTo>
                  <a:pt x="521924" y="120936"/>
                </a:lnTo>
                <a:cubicBezTo>
                  <a:pt x="527670" y="120936"/>
                  <a:pt x="531704" y="120722"/>
                  <a:pt x="534027" y="120294"/>
                </a:cubicBezTo>
                <a:cubicBezTo>
                  <a:pt x="538122" y="119561"/>
                  <a:pt x="541545" y="118338"/>
                  <a:pt x="544296" y="116627"/>
                </a:cubicBezTo>
                <a:cubicBezTo>
                  <a:pt x="547046" y="114915"/>
                  <a:pt x="549308" y="112424"/>
                  <a:pt x="551081" y="109154"/>
                </a:cubicBezTo>
                <a:cubicBezTo>
                  <a:pt x="552853" y="105884"/>
                  <a:pt x="553740" y="102110"/>
                  <a:pt x="553740" y="97831"/>
                </a:cubicBezTo>
                <a:cubicBezTo>
                  <a:pt x="553740" y="92819"/>
                  <a:pt x="552456" y="88463"/>
                  <a:pt x="549889" y="84765"/>
                </a:cubicBezTo>
                <a:cubicBezTo>
                  <a:pt x="547322" y="81067"/>
                  <a:pt x="543761" y="78469"/>
                  <a:pt x="539207" y="76972"/>
                </a:cubicBezTo>
                <a:cubicBezTo>
                  <a:pt x="534653" y="75474"/>
                  <a:pt x="528098" y="74726"/>
                  <a:pt x="519540" y="74726"/>
                </a:cubicBezTo>
                <a:lnTo>
                  <a:pt x="488458" y="74726"/>
                </a:lnTo>
                <a:lnTo>
                  <a:pt x="488458" y="12093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8D008AD-C456-4FEE-B24F-BE88FED91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847" y="2354628"/>
            <a:ext cx="1251844" cy="337998"/>
          </a:xfrm>
          <a:custGeom xmlns:a="http://schemas.openxmlformats.org/drawingml/2006/main">
            <a:pathLst>
              <a:path w="1251844" h="337998">
                <a:moveTo>
                  <a:pt x="0" y="75111"/>
                </a:moveTo>
                <a:cubicBezTo>
                  <a:pt x="208641" y="150221"/>
                  <a:pt x="417281" y="150221"/>
                  <a:pt x="625922" y="75111"/>
                </a:cubicBezTo>
                <a:cubicBezTo>
                  <a:pt x="834562" y="0"/>
                  <a:pt x="1043203" y="0"/>
                  <a:pt x="1251844" y="75111"/>
                </a:cubicBezTo>
                <a:lnTo>
                  <a:pt x="1251844" y="262887"/>
                </a:lnTo>
                <a:cubicBezTo>
                  <a:pt x="1043203" y="187777"/>
                  <a:pt x="834562" y="187777"/>
                  <a:pt x="625922" y="262887"/>
                </a:cubicBezTo>
                <a:cubicBezTo>
                  <a:pt x="417281" y="337998"/>
                  <a:pt x="208641" y="337998"/>
                  <a:pt x="0" y="262887"/>
                </a:cubicBezTo>
                <a:lnTo>
                  <a:pt x="0" y="75111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76B123D-2DF7-457C-B1A4-5C8E992B1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847" y="2354628"/>
            <a:ext cx="1251844" cy="337998"/>
          </a:xfrm>
          <a:custGeom xmlns:a="http://schemas.openxmlformats.org/drawingml/2006/main">
            <a:pathLst>
              <a:path w="1251844" h="337998" fill="none">
                <a:moveTo>
                  <a:pt x="0" y="75111"/>
                </a:moveTo>
                <a:cubicBezTo>
                  <a:pt x="208641" y="150221"/>
                  <a:pt x="417281" y="150221"/>
                  <a:pt x="625922" y="75111"/>
                </a:cubicBezTo>
                <a:cubicBezTo>
                  <a:pt x="834562" y="0"/>
                  <a:pt x="1043203" y="0"/>
                  <a:pt x="1251844" y="75111"/>
                </a:cubicBezTo>
                <a:lnTo>
                  <a:pt x="1251844" y="262887"/>
                </a:lnTo>
                <a:cubicBezTo>
                  <a:pt x="1043203" y="187777"/>
                  <a:pt x="834562" y="187777"/>
                  <a:pt x="625922" y="262887"/>
                </a:cubicBezTo>
                <a:cubicBezTo>
                  <a:pt x="417281" y="337998"/>
                  <a:pt x="208641" y="337998"/>
                  <a:pt x="0" y="262887"/>
                </a:cubicBezTo>
                <a:lnTo>
                  <a:pt x="0" y="75111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043" cap="flat">
            <a:solidFill>
              <a:srgbClr val="000000"/>
            </a:solidFill>
            <a:miter/>
          </a:ln>
        </p:spPr>
      </p:sp>
      <p:sp>
        <p:nvSpPr>
          <p:cNvPr id="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C39DDAB-AAA7-4FE9-B569-24549FCCE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8487" y="51236"/>
            <a:ext cx="834562" cy="1366596"/>
          </a:xfrm>
          <a:custGeom xmlns:a="http://schemas.openxmlformats.org/drawingml/2006/main">
            <a:pathLst>
              <a:path w="834562" h="1366596">
                <a:moveTo>
                  <a:pt x="0" y="0"/>
                </a:moveTo>
                <a:lnTo>
                  <a:pt x="834562" y="0"/>
                </a:lnTo>
                <a:lnTo>
                  <a:pt x="834562" y="1366596"/>
                </a:lnTo>
                <a:lnTo>
                  <a:pt x="0" y="136659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E6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E3879EA-445F-4241-A31F-A263AB7A3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8487" y="51236"/>
            <a:ext cx="834562" cy="1366596"/>
          </a:xfrm>
          <a:custGeom xmlns:a="http://schemas.openxmlformats.org/drawingml/2006/main">
            <a:pathLst>
              <a:path w="834562" h="1366596" fill="none">
                <a:moveTo>
                  <a:pt x="0" y="0"/>
                </a:moveTo>
                <a:lnTo>
                  <a:pt x="834562" y="0"/>
                </a:lnTo>
                <a:lnTo>
                  <a:pt x="834562" y="1366596"/>
                </a:lnTo>
                <a:lnTo>
                  <a:pt x="0" y="1366596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0432" cap="flat">
            <a:solidFill>
              <a:srgbClr val="D79B00"/>
            </a:solidFill>
            <a:miter/>
          </a:ln>
        </p:spPr>
      </p:sp>
      <p:sp>
        <p:nvSpPr>
          <p:cNvPr id="15" name="Text 197GB">
            <a:extLst xmlns:a="http://schemas.openxmlformats.org/drawingml/2006/main">
              <a:ext uri="{FF2B5EF4-FFF2-40B4-BE49-F238E27FC236}">
                <a16:creationId xmlns:a16="http://schemas.microsoft.com/office/drawing/2014/main" id="{D0E767D0-A209-48ED-84C4-63D6C651B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8576" y="660328"/>
            <a:ext cx="554107" cy="138999"/>
          </a:xfrm>
          <a:custGeom xmlns:a="http://schemas.openxmlformats.org/drawingml/2006/main">
            <a:pathLst>
              <a:path w="554107" h="138999">
                <a:moveTo>
                  <a:pt x="49511" y="136798"/>
                </a:moveTo>
                <a:lnTo>
                  <a:pt x="33008" y="136798"/>
                </a:lnTo>
                <a:lnTo>
                  <a:pt x="33008" y="31632"/>
                </a:lnTo>
                <a:cubicBezTo>
                  <a:pt x="29034" y="35422"/>
                  <a:pt x="23824" y="39212"/>
                  <a:pt x="17375" y="43002"/>
                </a:cubicBezTo>
                <a:cubicBezTo>
                  <a:pt x="10926" y="46791"/>
                  <a:pt x="5135" y="49634"/>
                  <a:pt x="0" y="51529"/>
                </a:cubicBezTo>
                <a:lnTo>
                  <a:pt x="0" y="35575"/>
                </a:lnTo>
                <a:cubicBezTo>
                  <a:pt x="9230" y="31235"/>
                  <a:pt x="17298" y="25978"/>
                  <a:pt x="24206" y="19805"/>
                </a:cubicBezTo>
                <a:cubicBezTo>
                  <a:pt x="31113" y="13631"/>
                  <a:pt x="36003" y="7641"/>
                  <a:pt x="38876" y="1834"/>
                </a:cubicBezTo>
                <a:lnTo>
                  <a:pt x="49511" y="1834"/>
                </a:lnTo>
                <a:lnTo>
                  <a:pt x="49511" y="136798"/>
                </a:lnTo>
                <a:close/>
                <a:moveTo>
                  <a:pt x="94226" y="105450"/>
                </a:moveTo>
                <a:lnTo>
                  <a:pt x="110088" y="103974"/>
                </a:lnTo>
                <a:cubicBezTo>
                  <a:pt x="111433" y="111431"/>
                  <a:pt x="114000" y="116841"/>
                  <a:pt x="117790" y="120203"/>
                </a:cubicBezTo>
                <a:cubicBezTo>
                  <a:pt x="121580" y="123565"/>
                  <a:pt x="126439" y="125245"/>
                  <a:pt x="132369" y="125245"/>
                </a:cubicBezTo>
                <a:cubicBezTo>
                  <a:pt x="137442" y="125245"/>
                  <a:pt x="141889" y="124084"/>
                  <a:pt x="145709" y="121761"/>
                </a:cubicBezTo>
                <a:cubicBezTo>
                  <a:pt x="149529" y="119439"/>
                  <a:pt x="152662" y="116336"/>
                  <a:pt x="155107" y="112455"/>
                </a:cubicBezTo>
                <a:cubicBezTo>
                  <a:pt x="157552" y="108574"/>
                  <a:pt x="159600" y="103332"/>
                  <a:pt x="161250" y="96731"/>
                </a:cubicBezTo>
                <a:cubicBezTo>
                  <a:pt x="162901" y="90129"/>
                  <a:pt x="163726" y="83405"/>
                  <a:pt x="163726" y="76559"/>
                </a:cubicBezTo>
                <a:cubicBezTo>
                  <a:pt x="163726" y="75826"/>
                  <a:pt x="163695" y="74726"/>
                  <a:pt x="163634" y="73259"/>
                </a:cubicBezTo>
                <a:cubicBezTo>
                  <a:pt x="160333" y="78515"/>
                  <a:pt x="155825" y="82779"/>
                  <a:pt x="150110" y="86049"/>
                </a:cubicBezTo>
                <a:cubicBezTo>
                  <a:pt x="144395" y="89319"/>
                  <a:pt x="138206" y="90954"/>
                  <a:pt x="131543" y="90954"/>
                </a:cubicBezTo>
                <a:cubicBezTo>
                  <a:pt x="120419" y="90954"/>
                  <a:pt x="111005" y="86932"/>
                  <a:pt x="103304" y="78889"/>
                </a:cubicBezTo>
                <a:cubicBezTo>
                  <a:pt x="95602" y="70845"/>
                  <a:pt x="91751" y="60242"/>
                  <a:pt x="91751" y="47079"/>
                </a:cubicBezTo>
                <a:cubicBezTo>
                  <a:pt x="91751" y="33490"/>
                  <a:pt x="95770" y="22552"/>
                  <a:pt x="103808" y="14266"/>
                </a:cubicBezTo>
                <a:cubicBezTo>
                  <a:pt x="111846" y="5978"/>
                  <a:pt x="121916" y="1834"/>
                  <a:pt x="134019" y="1834"/>
                </a:cubicBezTo>
                <a:cubicBezTo>
                  <a:pt x="142760" y="1834"/>
                  <a:pt x="150752" y="4186"/>
                  <a:pt x="157995" y="8891"/>
                </a:cubicBezTo>
                <a:cubicBezTo>
                  <a:pt x="165239" y="13594"/>
                  <a:pt x="170740" y="20297"/>
                  <a:pt x="174499" y="29002"/>
                </a:cubicBezTo>
                <a:cubicBezTo>
                  <a:pt x="178258" y="37707"/>
                  <a:pt x="180138" y="50305"/>
                  <a:pt x="180138" y="66797"/>
                </a:cubicBezTo>
                <a:cubicBezTo>
                  <a:pt x="180138" y="83962"/>
                  <a:pt x="178274" y="97630"/>
                  <a:pt x="174545" y="107802"/>
                </a:cubicBezTo>
                <a:cubicBezTo>
                  <a:pt x="170816" y="117972"/>
                  <a:pt x="165269" y="125713"/>
                  <a:pt x="157904" y="131028"/>
                </a:cubicBezTo>
                <a:cubicBezTo>
                  <a:pt x="150538" y="136342"/>
                  <a:pt x="141904" y="138999"/>
                  <a:pt x="132002" y="138999"/>
                </a:cubicBezTo>
                <a:cubicBezTo>
                  <a:pt x="121488" y="138999"/>
                  <a:pt x="112900" y="136065"/>
                  <a:pt x="106238" y="130197"/>
                </a:cubicBezTo>
                <a:cubicBezTo>
                  <a:pt x="99575" y="124329"/>
                  <a:pt x="95571" y="116080"/>
                  <a:pt x="94226" y="105450"/>
                </a:cubicBezTo>
                <a:moveTo>
                  <a:pt x="161800" y="46299"/>
                </a:moveTo>
                <a:cubicBezTo>
                  <a:pt x="161800" y="36882"/>
                  <a:pt x="159279" y="29410"/>
                  <a:pt x="154236" y="23882"/>
                </a:cubicBezTo>
                <a:cubicBezTo>
                  <a:pt x="149193" y="18352"/>
                  <a:pt x="143127" y="15587"/>
                  <a:pt x="136036" y="15587"/>
                </a:cubicBezTo>
                <a:cubicBezTo>
                  <a:pt x="128701" y="15587"/>
                  <a:pt x="122313" y="18564"/>
                  <a:pt x="116873" y="24518"/>
                </a:cubicBezTo>
                <a:cubicBezTo>
                  <a:pt x="111433" y="30472"/>
                  <a:pt x="108713" y="38188"/>
                  <a:pt x="108713" y="47666"/>
                </a:cubicBezTo>
                <a:cubicBezTo>
                  <a:pt x="108713" y="56174"/>
                  <a:pt x="111296" y="63086"/>
                  <a:pt x="116461" y="68402"/>
                </a:cubicBezTo>
                <a:cubicBezTo>
                  <a:pt x="121626" y="73718"/>
                  <a:pt x="127998" y="76376"/>
                  <a:pt x="135578" y="76376"/>
                </a:cubicBezTo>
                <a:cubicBezTo>
                  <a:pt x="143218" y="76376"/>
                  <a:pt x="149499" y="73718"/>
                  <a:pt x="154419" y="68402"/>
                </a:cubicBezTo>
                <a:cubicBezTo>
                  <a:pt x="159340" y="63086"/>
                  <a:pt x="161800" y="55718"/>
                  <a:pt x="161800" y="46299"/>
                </a:cubicBezTo>
                <a:close/>
                <a:moveTo>
                  <a:pt x="197255" y="19896"/>
                </a:moveTo>
                <a:lnTo>
                  <a:pt x="197255" y="4034"/>
                </a:lnTo>
                <a:lnTo>
                  <a:pt x="284266" y="4034"/>
                </a:lnTo>
                <a:lnTo>
                  <a:pt x="284266" y="16871"/>
                </a:lnTo>
                <a:cubicBezTo>
                  <a:pt x="275709" y="25986"/>
                  <a:pt x="267228" y="38098"/>
                  <a:pt x="258823" y="53208"/>
                </a:cubicBezTo>
                <a:cubicBezTo>
                  <a:pt x="250418" y="68317"/>
                  <a:pt x="243924" y="83854"/>
                  <a:pt x="239339" y="99819"/>
                </a:cubicBezTo>
                <a:cubicBezTo>
                  <a:pt x="236039" y="111076"/>
                  <a:pt x="233930" y="123402"/>
                  <a:pt x="233013" y="136798"/>
                </a:cubicBezTo>
                <a:lnTo>
                  <a:pt x="216051" y="136798"/>
                </a:lnTo>
                <a:cubicBezTo>
                  <a:pt x="216234" y="126216"/>
                  <a:pt x="218312" y="113431"/>
                  <a:pt x="222285" y="98444"/>
                </a:cubicBezTo>
                <a:cubicBezTo>
                  <a:pt x="226259" y="83455"/>
                  <a:pt x="231959" y="69003"/>
                  <a:pt x="239385" y="55087"/>
                </a:cubicBezTo>
                <a:cubicBezTo>
                  <a:pt x="246812" y="41170"/>
                  <a:pt x="254712" y="29439"/>
                  <a:pt x="263087" y="19896"/>
                </a:cubicBezTo>
                <a:lnTo>
                  <a:pt x="197255" y="19896"/>
                </a:lnTo>
                <a:close/>
                <a:moveTo>
                  <a:pt x="370149" y="83803"/>
                </a:moveTo>
                <a:lnTo>
                  <a:pt x="370149" y="68216"/>
                </a:lnTo>
                <a:lnTo>
                  <a:pt x="427087" y="68124"/>
                </a:lnTo>
                <a:lnTo>
                  <a:pt x="427087" y="117910"/>
                </a:lnTo>
                <a:cubicBezTo>
                  <a:pt x="418346" y="124909"/>
                  <a:pt x="409331" y="130174"/>
                  <a:pt x="400039" y="133704"/>
                </a:cubicBezTo>
                <a:cubicBezTo>
                  <a:pt x="390748" y="137234"/>
                  <a:pt x="381213" y="138999"/>
                  <a:pt x="371433" y="138999"/>
                </a:cubicBezTo>
                <a:cubicBezTo>
                  <a:pt x="358230" y="138999"/>
                  <a:pt x="346234" y="136172"/>
                  <a:pt x="335445" y="130518"/>
                </a:cubicBezTo>
                <a:cubicBezTo>
                  <a:pt x="324657" y="124863"/>
                  <a:pt x="316512" y="116688"/>
                  <a:pt x="311011" y="105991"/>
                </a:cubicBezTo>
                <a:cubicBezTo>
                  <a:pt x="305509" y="95294"/>
                  <a:pt x="302759" y="83344"/>
                  <a:pt x="302759" y="70141"/>
                </a:cubicBezTo>
                <a:cubicBezTo>
                  <a:pt x="302759" y="57060"/>
                  <a:pt x="305494" y="44851"/>
                  <a:pt x="310965" y="33512"/>
                </a:cubicBezTo>
                <a:cubicBezTo>
                  <a:pt x="316436" y="22173"/>
                  <a:pt x="324305" y="13753"/>
                  <a:pt x="334574" y="8252"/>
                </a:cubicBezTo>
                <a:cubicBezTo>
                  <a:pt x="344843" y="2751"/>
                  <a:pt x="356671" y="0"/>
                  <a:pt x="370058" y="0"/>
                </a:cubicBezTo>
                <a:cubicBezTo>
                  <a:pt x="379776" y="0"/>
                  <a:pt x="388563" y="1570"/>
                  <a:pt x="396418" y="4710"/>
                </a:cubicBezTo>
                <a:cubicBezTo>
                  <a:pt x="404272" y="7851"/>
                  <a:pt x="410431" y="12227"/>
                  <a:pt x="414893" y="17839"/>
                </a:cubicBezTo>
                <a:cubicBezTo>
                  <a:pt x="419355" y="23449"/>
                  <a:pt x="422747" y="30767"/>
                  <a:pt x="425070" y="39792"/>
                </a:cubicBezTo>
                <a:lnTo>
                  <a:pt x="409025" y="44193"/>
                </a:lnTo>
                <a:cubicBezTo>
                  <a:pt x="407008" y="37347"/>
                  <a:pt x="404502" y="31968"/>
                  <a:pt x="401507" y="28056"/>
                </a:cubicBezTo>
                <a:cubicBezTo>
                  <a:pt x="398511" y="24144"/>
                  <a:pt x="394233" y="21012"/>
                  <a:pt x="388670" y="18658"/>
                </a:cubicBezTo>
                <a:cubicBezTo>
                  <a:pt x="383108" y="16305"/>
                  <a:pt x="376934" y="15128"/>
                  <a:pt x="370149" y="15128"/>
                </a:cubicBezTo>
                <a:cubicBezTo>
                  <a:pt x="362020" y="15128"/>
                  <a:pt x="354990" y="16367"/>
                  <a:pt x="349061" y="18845"/>
                </a:cubicBezTo>
                <a:cubicBezTo>
                  <a:pt x="343132" y="21322"/>
                  <a:pt x="338349" y="24580"/>
                  <a:pt x="334712" y="28618"/>
                </a:cubicBezTo>
                <a:cubicBezTo>
                  <a:pt x="331075" y="32656"/>
                  <a:pt x="328248" y="37092"/>
                  <a:pt x="326231" y="41924"/>
                </a:cubicBezTo>
                <a:cubicBezTo>
                  <a:pt x="322808" y="50245"/>
                  <a:pt x="321096" y="59268"/>
                  <a:pt x="321096" y="68995"/>
                </a:cubicBezTo>
                <a:cubicBezTo>
                  <a:pt x="321096" y="80985"/>
                  <a:pt x="323159" y="91018"/>
                  <a:pt x="327285" y="99094"/>
                </a:cubicBezTo>
                <a:cubicBezTo>
                  <a:pt x="331411" y="107171"/>
                  <a:pt x="337417" y="113167"/>
                  <a:pt x="345302" y="117082"/>
                </a:cubicBezTo>
                <a:cubicBezTo>
                  <a:pt x="353187" y="120996"/>
                  <a:pt x="361561" y="122953"/>
                  <a:pt x="370424" y="122953"/>
                </a:cubicBezTo>
                <a:cubicBezTo>
                  <a:pt x="378126" y="122953"/>
                  <a:pt x="385645" y="121461"/>
                  <a:pt x="392980" y="118478"/>
                </a:cubicBezTo>
                <a:cubicBezTo>
                  <a:pt x="400315" y="115494"/>
                  <a:pt x="405877" y="112310"/>
                  <a:pt x="409667" y="108925"/>
                </a:cubicBezTo>
                <a:lnTo>
                  <a:pt x="409667" y="83803"/>
                </a:lnTo>
                <a:lnTo>
                  <a:pt x="370149" y="83803"/>
                </a:lnTo>
                <a:close/>
                <a:moveTo>
                  <a:pt x="452608" y="136798"/>
                </a:moveTo>
                <a:lnTo>
                  <a:pt x="452608" y="2384"/>
                </a:lnTo>
                <a:lnTo>
                  <a:pt x="503036" y="2384"/>
                </a:lnTo>
                <a:cubicBezTo>
                  <a:pt x="513306" y="2384"/>
                  <a:pt x="521542" y="3744"/>
                  <a:pt x="527746" y="6464"/>
                </a:cubicBezTo>
                <a:cubicBezTo>
                  <a:pt x="533951" y="9184"/>
                  <a:pt x="538810" y="13371"/>
                  <a:pt x="542325" y="19025"/>
                </a:cubicBezTo>
                <a:cubicBezTo>
                  <a:pt x="545839" y="24679"/>
                  <a:pt x="547597" y="30593"/>
                  <a:pt x="547597" y="36767"/>
                </a:cubicBezTo>
                <a:cubicBezTo>
                  <a:pt x="547597" y="42513"/>
                  <a:pt x="546038" y="47922"/>
                  <a:pt x="542921" y="52996"/>
                </a:cubicBezTo>
                <a:cubicBezTo>
                  <a:pt x="539803" y="58069"/>
                  <a:pt x="535097" y="62164"/>
                  <a:pt x="528801" y="65282"/>
                </a:cubicBezTo>
                <a:cubicBezTo>
                  <a:pt x="536930" y="67666"/>
                  <a:pt x="543180" y="71730"/>
                  <a:pt x="547551" y="77476"/>
                </a:cubicBezTo>
                <a:cubicBezTo>
                  <a:pt x="551921" y="83222"/>
                  <a:pt x="554107" y="90007"/>
                  <a:pt x="554107" y="97831"/>
                </a:cubicBezTo>
                <a:cubicBezTo>
                  <a:pt x="554107" y="104127"/>
                  <a:pt x="552777" y="109979"/>
                  <a:pt x="550118" y="115389"/>
                </a:cubicBezTo>
                <a:cubicBezTo>
                  <a:pt x="547459" y="120799"/>
                  <a:pt x="544174" y="124970"/>
                  <a:pt x="540262" y="127904"/>
                </a:cubicBezTo>
                <a:cubicBezTo>
                  <a:pt x="536350" y="130838"/>
                  <a:pt x="531444" y="133054"/>
                  <a:pt x="525546" y="134552"/>
                </a:cubicBezTo>
                <a:cubicBezTo>
                  <a:pt x="519647" y="136049"/>
                  <a:pt x="512419" y="136798"/>
                  <a:pt x="503862" y="136798"/>
                </a:cubicBezTo>
                <a:lnTo>
                  <a:pt x="452608" y="136798"/>
                </a:lnTo>
                <a:moveTo>
                  <a:pt x="470396" y="58864"/>
                </a:moveTo>
                <a:lnTo>
                  <a:pt x="499461" y="58864"/>
                </a:lnTo>
                <a:cubicBezTo>
                  <a:pt x="507346" y="58864"/>
                  <a:pt x="513000" y="58344"/>
                  <a:pt x="516423" y="57305"/>
                </a:cubicBezTo>
                <a:cubicBezTo>
                  <a:pt x="520946" y="55960"/>
                  <a:pt x="524354" y="53729"/>
                  <a:pt x="526646" y="50612"/>
                </a:cubicBezTo>
                <a:cubicBezTo>
                  <a:pt x="528938" y="47494"/>
                  <a:pt x="530084" y="43582"/>
                  <a:pt x="530084" y="38876"/>
                </a:cubicBezTo>
                <a:cubicBezTo>
                  <a:pt x="530084" y="34413"/>
                  <a:pt x="529015" y="30486"/>
                  <a:pt x="526875" y="27094"/>
                </a:cubicBezTo>
                <a:cubicBezTo>
                  <a:pt x="524736" y="23701"/>
                  <a:pt x="521680" y="21379"/>
                  <a:pt x="517707" y="20125"/>
                </a:cubicBezTo>
                <a:cubicBezTo>
                  <a:pt x="513733" y="18872"/>
                  <a:pt x="506918" y="18246"/>
                  <a:pt x="497260" y="18246"/>
                </a:cubicBezTo>
                <a:lnTo>
                  <a:pt x="470396" y="18246"/>
                </a:lnTo>
                <a:lnTo>
                  <a:pt x="470396" y="58864"/>
                </a:lnTo>
                <a:moveTo>
                  <a:pt x="470396" y="120936"/>
                </a:moveTo>
                <a:lnTo>
                  <a:pt x="503862" y="120936"/>
                </a:lnTo>
                <a:cubicBezTo>
                  <a:pt x="509607" y="120936"/>
                  <a:pt x="513642" y="120722"/>
                  <a:pt x="515964" y="120294"/>
                </a:cubicBezTo>
                <a:cubicBezTo>
                  <a:pt x="520060" y="119561"/>
                  <a:pt x="523483" y="118338"/>
                  <a:pt x="526233" y="116627"/>
                </a:cubicBezTo>
                <a:cubicBezTo>
                  <a:pt x="528984" y="114915"/>
                  <a:pt x="531246" y="112424"/>
                  <a:pt x="533018" y="109154"/>
                </a:cubicBezTo>
                <a:cubicBezTo>
                  <a:pt x="534791" y="105884"/>
                  <a:pt x="535677" y="102110"/>
                  <a:pt x="535677" y="97831"/>
                </a:cubicBezTo>
                <a:cubicBezTo>
                  <a:pt x="535677" y="92819"/>
                  <a:pt x="534394" y="88463"/>
                  <a:pt x="531826" y="84765"/>
                </a:cubicBezTo>
                <a:cubicBezTo>
                  <a:pt x="529259" y="81067"/>
                  <a:pt x="525699" y="78469"/>
                  <a:pt x="521145" y="76972"/>
                </a:cubicBezTo>
                <a:cubicBezTo>
                  <a:pt x="516591" y="75474"/>
                  <a:pt x="510035" y="74726"/>
                  <a:pt x="501478" y="74726"/>
                </a:cubicBezTo>
                <a:lnTo>
                  <a:pt x="470396" y="74726"/>
                </a:lnTo>
                <a:lnTo>
                  <a:pt x="470396" y="12093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" name="Text FullFuntuning">
            <a:extLst xmlns:a="http://schemas.openxmlformats.org/drawingml/2006/main">
              <a:ext uri="{FF2B5EF4-FFF2-40B4-BE49-F238E27FC236}">
                <a16:creationId xmlns:a16="http://schemas.microsoft.com/office/drawing/2014/main" id="{A75DF405-2563-4A05-8F41-EA8CB53EA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221" y="4439107"/>
            <a:ext cx="1161816" cy="174023"/>
          </a:xfrm>
          <a:custGeom xmlns:a="http://schemas.openxmlformats.org/drawingml/2006/main">
            <a:pathLst>
              <a:path w="1161816" h="174023">
                <a:moveTo>
                  <a:pt x="0" y="134414"/>
                </a:moveTo>
                <a:lnTo>
                  <a:pt x="0" y="0"/>
                </a:lnTo>
                <a:lnTo>
                  <a:pt x="90679" y="0"/>
                </a:lnTo>
                <a:lnTo>
                  <a:pt x="90679" y="15862"/>
                </a:lnTo>
                <a:lnTo>
                  <a:pt x="17787" y="15862"/>
                </a:lnTo>
                <a:lnTo>
                  <a:pt x="17787" y="57397"/>
                </a:lnTo>
                <a:lnTo>
                  <a:pt x="80869" y="57397"/>
                </a:lnTo>
                <a:lnTo>
                  <a:pt x="80869" y="73259"/>
                </a:lnTo>
                <a:lnTo>
                  <a:pt x="17787" y="73259"/>
                </a:lnTo>
                <a:lnTo>
                  <a:pt x="17787" y="134414"/>
                </a:lnTo>
                <a:lnTo>
                  <a:pt x="0" y="134414"/>
                </a:lnTo>
                <a:close/>
                <a:moveTo>
                  <a:pt x="175520" y="134414"/>
                </a:moveTo>
                <a:lnTo>
                  <a:pt x="175520" y="120111"/>
                </a:lnTo>
                <a:cubicBezTo>
                  <a:pt x="167941" y="131114"/>
                  <a:pt x="157641" y="136615"/>
                  <a:pt x="144622" y="136615"/>
                </a:cubicBezTo>
                <a:cubicBezTo>
                  <a:pt x="138876" y="136615"/>
                  <a:pt x="133512" y="135515"/>
                  <a:pt x="128530" y="133314"/>
                </a:cubicBezTo>
                <a:cubicBezTo>
                  <a:pt x="123549" y="131114"/>
                  <a:pt x="119851" y="128348"/>
                  <a:pt x="117436" y="125016"/>
                </a:cubicBezTo>
                <a:cubicBezTo>
                  <a:pt x="115022" y="121685"/>
                  <a:pt x="113326" y="117605"/>
                  <a:pt x="112348" y="112776"/>
                </a:cubicBezTo>
                <a:cubicBezTo>
                  <a:pt x="111675" y="109536"/>
                  <a:pt x="111339" y="104402"/>
                  <a:pt x="111339" y="97372"/>
                </a:cubicBezTo>
                <a:lnTo>
                  <a:pt x="111339" y="37042"/>
                </a:lnTo>
                <a:lnTo>
                  <a:pt x="127843" y="37042"/>
                </a:lnTo>
                <a:lnTo>
                  <a:pt x="127843" y="91046"/>
                </a:lnTo>
                <a:cubicBezTo>
                  <a:pt x="127843" y="99665"/>
                  <a:pt x="128179" y="105471"/>
                  <a:pt x="128851" y="108467"/>
                </a:cubicBezTo>
                <a:cubicBezTo>
                  <a:pt x="129890" y="112807"/>
                  <a:pt x="132091" y="116214"/>
                  <a:pt x="135453" y="118690"/>
                </a:cubicBezTo>
                <a:cubicBezTo>
                  <a:pt x="138815" y="121165"/>
                  <a:pt x="142971" y="122403"/>
                  <a:pt x="147922" y="122403"/>
                </a:cubicBezTo>
                <a:cubicBezTo>
                  <a:pt x="152874" y="122403"/>
                  <a:pt x="157519" y="121135"/>
                  <a:pt x="161859" y="118598"/>
                </a:cubicBezTo>
                <a:cubicBezTo>
                  <a:pt x="166199" y="116061"/>
                  <a:pt x="169270" y="112608"/>
                  <a:pt x="171074" y="108237"/>
                </a:cubicBezTo>
                <a:cubicBezTo>
                  <a:pt x="172877" y="103867"/>
                  <a:pt x="173778" y="97525"/>
                  <a:pt x="173778" y="89212"/>
                </a:cubicBezTo>
                <a:lnTo>
                  <a:pt x="173778" y="37042"/>
                </a:lnTo>
                <a:lnTo>
                  <a:pt x="190282" y="37042"/>
                </a:lnTo>
                <a:lnTo>
                  <a:pt x="190282" y="134414"/>
                </a:lnTo>
                <a:lnTo>
                  <a:pt x="175520" y="134414"/>
                </a:lnTo>
                <a:close/>
                <a:moveTo>
                  <a:pt x="215743" y="134414"/>
                </a:moveTo>
                <a:lnTo>
                  <a:pt x="215743" y="0"/>
                </a:lnTo>
                <a:lnTo>
                  <a:pt x="232247" y="0"/>
                </a:lnTo>
                <a:lnTo>
                  <a:pt x="232247" y="134414"/>
                </a:lnTo>
                <a:lnTo>
                  <a:pt x="215743" y="134414"/>
                </a:lnTo>
                <a:close/>
                <a:moveTo>
                  <a:pt x="257429" y="134414"/>
                </a:moveTo>
                <a:lnTo>
                  <a:pt x="257429" y="0"/>
                </a:lnTo>
                <a:lnTo>
                  <a:pt x="273933" y="0"/>
                </a:lnTo>
                <a:lnTo>
                  <a:pt x="273933" y="134414"/>
                </a:lnTo>
                <a:lnTo>
                  <a:pt x="257429" y="134414"/>
                </a:lnTo>
                <a:close/>
                <a:moveTo>
                  <a:pt x="354710" y="134414"/>
                </a:moveTo>
                <a:lnTo>
                  <a:pt x="354710" y="0"/>
                </a:lnTo>
                <a:lnTo>
                  <a:pt x="445389" y="0"/>
                </a:lnTo>
                <a:lnTo>
                  <a:pt x="445389" y="15862"/>
                </a:lnTo>
                <a:lnTo>
                  <a:pt x="372497" y="15862"/>
                </a:lnTo>
                <a:lnTo>
                  <a:pt x="372497" y="57397"/>
                </a:lnTo>
                <a:lnTo>
                  <a:pt x="435578" y="57397"/>
                </a:lnTo>
                <a:lnTo>
                  <a:pt x="435578" y="73259"/>
                </a:lnTo>
                <a:lnTo>
                  <a:pt x="372497" y="73259"/>
                </a:lnTo>
                <a:lnTo>
                  <a:pt x="372497" y="134414"/>
                </a:lnTo>
                <a:lnTo>
                  <a:pt x="354710" y="134414"/>
                </a:lnTo>
                <a:close/>
                <a:moveTo>
                  <a:pt x="530230" y="134414"/>
                </a:moveTo>
                <a:lnTo>
                  <a:pt x="530230" y="120111"/>
                </a:lnTo>
                <a:cubicBezTo>
                  <a:pt x="522651" y="131114"/>
                  <a:pt x="512351" y="136615"/>
                  <a:pt x="499332" y="136615"/>
                </a:cubicBezTo>
                <a:cubicBezTo>
                  <a:pt x="493586" y="136615"/>
                  <a:pt x="488222" y="135515"/>
                  <a:pt x="483240" y="133314"/>
                </a:cubicBezTo>
                <a:cubicBezTo>
                  <a:pt x="478259" y="131114"/>
                  <a:pt x="474561" y="128348"/>
                  <a:pt x="472146" y="125016"/>
                </a:cubicBezTo>
                <a:cubicBezTo>
                  <a:pt x="469732" y="121685"/>
                  <a:pt x="468035" y="117605"/>
                  <a:pt x="467057" y="112776"/>
                </a:cubicBezTo>
                <a:cubicBezTo>
                  <a:pt x="466385" y="109536"/>
                  <a:pt x="466049" y="104402"/>
                  <a:pt x="466049" y="97372"/>
                </a:cubicBezTo>
                <a:lnTo>
                  <a:pt x="466049" y="37042"/>
                </a:lnTo>
                <a:lnTo>
                  <a:pt x="482553" y="37042"/>
                </a:lnTo>
                <a:lnTo>
                  <a:pt x="482553" y="91046"/>
                </a:lnTo>
                <a:cubicBezTo>
                  <a:pt x="482553" y="99665"/>
                  <a:pt x="482889" y="105471"/>
                  <a:pt x="483561" y="108467"/>
                </a:cubicBezTo>
                <a:cubicBezTo>
                  <a:pt x="484600" y="112807"/>
                  <a:pt x="486801" y="116214"/>
                  <a:pt x="490163" y="118690"/>
                </a:cubicBezTo>
                <a:cubicBezTo>
                  <a:pt x="493525" y="121165"/>
                  <a:pt x="497681" y="122403"/>
                  <a:pt x="502632" y="122403"/>
                </a:cubicBezTo>
                <a:cubicBezTo>
                  <a:pt x="507583" y="122403"/>
                  <a:pt x="512229" y="121135"/>
                  <a:pt x="516569" y="118598"/>
                </a:cubicBezTo>
                <a:cubicBezTo>
                  <a:pt x="520909" y="116061"/>
                  <a:pt x="523980" y="112608"/>
                  <a:pt x="525783" y="108237"/>
                </a:cubicBezTo>
                <a:cubicBezTo>
                  <a:pt x="527587" y="103867"/>
                  <a:pt x="528488" y="97525"/>
                  <a:pt x="528488" y="89212"/>
                </a:cubicBezTo>
                <a:lnTo>
                  <a:pt x="528488" y="37042"/>
                </a:lnTo>
                <a:lnTo>
                  <a:pt x="544992" y="37042"/>
                </a:lnTo>
                <a:lnTo>
                  <a:pt x="544992" y="134414"/>
                </a:lnTo>
                <a:lnTo>
                  <a:pt x="530230" y="134414"/>
                </a:lnTo>
                <a:close/>
                <a:moveTo>
                  <a:pt x="570819" y="134414"/>
                </a:moveTo>
                <a:lnTo>
                  <a:pt x="570819" y="37042"/>
                </a:lnTo>
                <a:lnTo>
                  <a:pt x="585673" y="37042"/>
                </a:lnTo>
                <a:lnTo>
                  <a:pt x="585673" y="50795"/>
                </a:lnTo>
                <a:cubicBezTo>
                  <a:pt x="592825" y="40159"/>
                  <a:pt x="603155" y="34841"/>
                  <a:pt x="616663" y="34841"/>
                </a:cubicBezTo>
                <a:cubicBezTo>
                  <a:pt x="622531" y="34841"/>
                  <a:pt x="627926" y="35896"/>
                  <a:pt x="632846" y="38005"/>
                </a:cubicBezTo>
                <a:cubicBezTo>
                  <a:pt x="637767" y="40113"/>
                  <a:pt x="641450" y="42879"/>
                  <a:pt x="643895" y="46302"/>
                </a:cubicBezTo>
                <a:cubicBezTo>
                  <a:pt x="646340" y="49725"/>
                  <a:pt x="648051" y="53790"/>
                  <a:pt x="649029" y="58497"/>
                </a:cubicBezTo>
                <a:cubicBezTo>
                  <a:pt x="649640" y="61553"/>
                  <a:pt x="649946" y="66902"/>
                  <a:pt x="649946" y="74542"/>
                </a:cubicBezTo>
                <a:lnTo>
                  <a:pt x="649946" y="134414"/>
                </a:lnTo>
                <a:lnTo>
                  <a:pt x="633442" y="134414"/>
                </a:lnTo>
                <a:lnTo>
                  <a:pt x="633442" y="75121"/>
                </a:lnTo>
                <a:cubicBezTo>
                  <a:pt x="633442" y="68390"/>
                  <a:pt x="632800" y="63356"/>
                  <a:pt x="631517" y="60021"/>
                </a:cubicBezTo>
                <a:cubicBezTo>
                  <a:pt x="630233" y="56686"/>
                  <a:pt x="627956" y="54024"/>
                  <a:pt x="624686" y="52036"/>
                </a:cubicBezTo>
                <a:cubicBezTo>
                  <a:pt x="621416" y="50047"/>
                  <a:pt x="617580" y="49053"/>
                  <a:pt x="613179" y="49053"/>
                </a:cubicBezTo>
                <a:cubicBezTo>
                  <a:pt x="606150" y="49053"/>
                  <a:pt x="600083" y="51287"/>
                  <a:pt x="594979" y="55755"/>
                </a:cubicBezTo>
                <a:cubicBezTo>
                  <a:pt x="589875" y="60221"/>
                  <a:pt x="587323" y="68695"/>
                  <a:pt x="587323" y="81178"/>
                </a:cubicBezTo>
                <a:lnTo>
                  <a:pt x="587323" y="134414"/>
                </a:lnTo>
                <a:lnTo>
                  <a:pt x="570819" y="134414"/>
                </a:lnTo>
                <a:close/>
                <a:moveTo>
                  <a:pt x="711256" y="119836"/>
                </a:moveTo>
                <a:lnTo>
                  <a:pt x="713640" y="134414"/>
                </a:lnTo>
                <a:cubicBezTo>
                  <a:pt x="708995" y="135270"/>
                  <a:pt x="704838" y="135698"/>
                  <a:pt x="701171" y="135698"/>
                </a:cubicBezTo>
                <a:cubicBezTo>
                  <a:pt x="695180" y="135698"/>
                  <a:pt x="690535" y="134750"/>
                  <a:pt x="687234" y="132856"/>
                </a:cubicBezTo>
                <a:cubicBezTo>
                  <a:pt x="683933" y="130961"/>
                  <a:pt x="681611" y="128470"/>
                  <a:pt x="680266" y="125383"/>
                </a:cubicBezTo>
                <a:cubicBezTo>
                  <a:pt x="678921" y="122296"/>
                  <a:pt x="678249" y="115802"/>
                  <a:pt x="678249" y="105899"/>
                </a:cubicBezTo>
                <a:lnTo>
                  <a:pt x="678249" y="49878"/>
                </a:lnTo>
                <a:lnTo>
                  <a:pt x="666146" y="49878"/>
                </a:lnTo>
                <a:lnTo>
                  <a:pt x="666146" y="37042"/>
                </a:lnTo>
                <a:lnTo>
                  <a:pt x="678249" y="37042"/>
                </a:lnTo>
                <a:lnTo>
                  <a:pt x="678249" y="12862"/>
                </a:lnTo>
                <a:lnTo>
                  <a:pt x="694661" y="2934"/>
                </a:lnTo>
                <a:lnTo>
                  <a:pt x="694661" y="37042"/>
                </a:lnTo>
                <a:lnTo>
                  <a:pt x="711256" y="37042"/>
                </a:lnTo>
                <a:lnTo>
                  <a:pt x="711256" y="49878"/>
                </a:lnTo>
                <a:lnTo>
                  <a:pt x="694661" y="49878"/>
                </a:lnTo>
                <a:lnTo>
                  <a:pt x="694661" y="106816"/>
                </a:lnTo>
                <a:cubicBezTo>
                  <a:pt x="694661" y="111523"/>
                  <a:pt x="694951" y="114549"/>
                  <a:pt x="695532" y="115893"/>
                </a:cubicBezTo>
                <a:cubicBezTo>
                  <a:pt x="696113" y="117238"/>
                  <a:pt x="697060" y="118308"/>
                  <a:pt x="698374" y="119102"/>
                </a:cubicBezTo>
                <a:cubicBezTo>
                  <a:pt x="699688" y="119897"/>
                  <a:pt x="701568" y="120294"/>
                  <a:pt x="704013" y="120294"/>
                </a:cubicBezTo>
                <a:cubicBezTo>
                  <a:pt x="705847" y="120294"/>
                  <a:pt x="708261" y="120142"/>
                  <a:pt x="711256" y="119836"/>
                </a:cubicBezTo>
                <a:close/>
                <a:moveTo>
                  <a:pt x="791240" y="134414"/>
                </a:moveTo>
                <a:lnTo>
                  <a:pt x="791240" y="120111"/>
                </a:lnTo>
                <a:cubicBezTo>
                  <a:pt x="783660" y="131114"/>
                  <a:pt x="773360" y="136615"/>
                  <a:pt x="760341" y="136615"/>
                </a:cubicBezTo>
                <a:cubicBezTo>
                  <a:pt x="754595" y="136615"/>
                  <a:pt x="749231" y="135515"/>
                  <a:pt x="744250" y="133314"/>
                </a:cubicBezTo>
                <a:cubicBezTo>
                  <a:pt x="739268" y="131114"/>
                  <a:pt x="735570" y="128348"/>
                  <a:pt x="733155" y="125016"/>
                </a:cubicBezTo>
                <a:cubicBezTo>
                  <a:pt x="730741" y="121685"/>
                  <a:pt x="729045" y="117605"/>
                  <a:pt x="728067" y="112776"/>
                </a:cubicBezTo>
                <a:cubicBezTo>
                  <a:pt x="727394" y="109536"/>
                  <a:pt x="727058" y="104402"/>
                  <a:pt x="727058" y="97372"/>
                </a:cubicBezTo>
                <a:lnTo>
                  <a:pt x="727058" y="37042"/>
                </a:lnTo>
                <a:lnTo>
                  <a:pt x="743562" y="37042"/>
                </a:lnTo>
                <a:lnTo>
                  <a:pt x="743562" y="91046"/>
                </a:lnTo>
                <a:cubicBezTo>
                  <a:pt x="743562" y="99665"/>
                  <a:pt x="743898" y="105471"/>
                  <a:pt x="744571" y="108467"/>
                </a:cubicBezTo>
                <a:cubicBezTo>
                  <a:pt x="745610" y="112807"/>
                  <a:pt x="747810" y="116214"/>
                  <a:pt x="751172" y="118690"/>
                </a:cubicBezTo>
                <a:cubicBezTo>
                  <a:pt x="754534" y="121165"/>
                  <a:pt x="758690" y="122403"/>
                  <a:pt x="763642" y="122403"/>
                </a:cubicBezTo>
                <a:cubicBezTo>
                  <a:pt x="768593" y="122403"/>
                  <a:pt x="773238" y="121135"/>
                  <a:pt x="777578" y="118598"/>
                </a:cubicBezTo>
                <a:cubicBezTo>
                  <a:pt x="781918" y="116061"/>
                  <a:pt x="784990" y="112608"/>
                  <a:pt x="786793" y="108237"/>
                </a:cubicBezTo>
                <a:cubicBezTo>
                  <a:pt x="788596" y="103867"/>
                  <a:pt x="789498" y="97525"/>
                  <a:pt x="789498" y="89212"/>
                </a:cubicBezTo>
                <a:lnTo>
                  <a:pt x="789498" y="37042"/>
                </a:lnTo>
                <a:lnTo>
                  <a:pt x="806001" y="37042"/>
                </a:lnTo>
                <a:lnTo>
                  <a:pt x="806001" y="134414"/>
                </a:lnTo>
                <a:lnTo>
                  <a:pt x="791240" y="134414"/>
                </a:lnTo>
                <a:close/>
                <a:moveTo>
                  <a:pt x="831828" y="134414"/>
                </a:moveTo>
                <a:lnTo>
                  <a:pt x="831828" y="37042"/>
                </a:lnTo>
                <a:lnTo>
                  <a:pt x="846682" y="37042"/>
                </a:lnTo>
                <a:lnTo>
                  <a:pt x="846682" y="50795"/>
                </a:lnTo>
                <a:cubicBezTo>
                  <a:pt x="853834" y="40159"/>
                  <a:pt x="864164" y="34841"/>
                  <a:pt x="877672" y="34841"/>
                </a:cubicBezTo>
                <a:cubicBezTo>
                  <a:pt x="883540" y="34841"/>
                  <a:pt x="888935" y="35896"/>
                  <a:pt x="893855" y="38005"/>
                </a:cubicBezTo>
                <a:cubicBezTo>
                  <a:pt x="898776" y="40113"/>
                  <a:pt x="902459" y="42879"/>
                  <a:pt x="904904" y="46302"/>
                </a:cubicBezTo>
                <a:cubicBezTo>
                  <a:pt x="907349" y="49725"/>
                  <a:pt x="909060" y="53790"/>
                  <a:pt x="910038" y="58497"/>
                </a:cubicBezTo>
                <a:cubicBezTo>
                  <a:pt x="910649" y="61553"/>
                  <a:pt x="910955" y="66902"/>
                  <a:pt x="910955" y="74542"/>
                </a:cubicBezTo>
                <a:lnTo>
                  <a:pt x="910955" y="134414"/>
                </a:lnTo>
                <a:lnTo>
                  <a:pt x="894451" y="134414"/>
                </a:lnTo>
                <a:lnTo>
                  <a:pt x="894451" y="75121"/>
                </a:lnTo>
                <a:cubicBezTo>
                  <a:pt x="894451" y="68390"/>
                  <a:pt x="893809" y="63356"/>
                  <a:pt x="892526" y="60021"/>
                </a:cubicBezTo>
                <a:cubicBezTo>
                  <a:pt x="891242" y="56686"/>
                  <a:pt x="888965" y="54024"/>
                  <a:pt x="885695" y="52036"/>
                </a:cubicBezTo>
                <a:cubicBezTo>
                  <a:pt x="882425" y="50047"/>
                  <a:pt x="878589" y="49053"/>
                  <a:pt x="874188" y="49053"/>
                </a:cubicBezTo>
                <a:cubicBezTo>
                  <a:pt x="867159" y="49053"/>
                  <a:pt x="861092" y="51287"/>
                  <a:pt x="855988" y="55755"/>
                </a:cubicBezTo>
                <a:cubicBezTo>
                  <a:pt x="850884" y="60221"/>
                  <a:pt x="848332" y="68695"/>
                  <a:pt x="848332" y="81178"/>
                </a:cubicBezTo>
                <a:lnTo>
                  <a:pt x="848332" y="134414"/>
                </a:lnTo>
                <a:lnTo>
                  <a:pt x="831828" y="134414"/>
                </a:lnTo>
                <a:close/>
                <a:moveTo>
                  <a:pt x="936324" y="19071"/>
                </a:moveTo>
                <a:lnTo>
                  <a:pt x="936324" y="0"/>
                </a:lnTo>
                <a:lnTo>
                  <a:pt x="952828" y="0"/>
                </a:lnTo>
                <a:lnTo>
                  <a:pt x="952828" y="19071"/>
                </a:lnTo>
                <a:lnTo>
                  <a:pt x="936324" y="19071"/>
                </a:lnTo>
                <a:moveTo>
                  <a:pt x="936324" y="134414"/>
                </a:moveTo>
                <a:lnTo>
                  <a:pt x="936324" y="37042"/>
                </a:lnTo>
                <a:lnTo>
                  <a:pt x="952828" y="37042"/>
                </a:lnTo>
                <a:lnTo>
                  <a:pt x="952828" y="134414"/>
                </a:lnTo>
                <a:lnTo>
                  <a:pt x="936324" y="134414"/>
                </a:lnTo>
                <a:close/>
                <a:moveTo>
                  <a:pt x="977919" y="134414"/>
                </a:moveTo>
                <a:lnTo>
                  <a:pt x="977919" y="37042"/>
                </a:lnTo>
                <a:lnTo>
                  <a:pt x="992772" y="37042"/>
                </a:lnTo>
                <a:lnTo>
                  <a:pt x="992772" y="50795"/>
                </a:lnTo>
                <a:cubicBezTo>
                  <a:pt x="999924" y="40159"/>
                  <a:pt x="1010254" y="34841"/>
                  <a:pt x="1023763" y="34841"/>
                </a:cubicBezTo>
                <a:cubicBezTo>
                  <a:pt x="1029631" y="34841"/>
                  <a:pt x="1035025" y="35896"/>
                  <a:pt x="1039945" y="38005"/>
                </a:cubicBezTo>
                <a:cubicBezTo>
                  <a:pt x="1044866" y="40113"/>
                  <a:pt x="1048549" y="42879"/>
                  <a:pt x="1050994" y="46302"/>
                </a:cubicBezTo>
                <a:cubicBezTo>
                  <a:pt x="1053439" y="49725"/>
                  <a:pt x="1055150" y="53790"/>
                  <a:pt x="1056128" y="58497"/>
                </a:cubicBezTo>
                <a:cubicBezTo>
                  <a:pt x="1056740" y="61553"/>
                  <a:pt x="1057045" y="66902"/>
                  <a:pt x="1057045" y="74542"/>
                </a:cubicBezTo>
                <a:lnTo>
                  <a:pt x="1057045" y="134414"/>
                </a:lnTo>
                <a:lnTo>
                  <a:pt x="1040541" y="134414"/>
                </a:lnTo>
                <a:lnTo>
                  <a:pt x="1040541" y="75121"/>
                </a:lnTo>
                <a:cubicBezTo>
                  <a:pt x="1040541" y="68390"/>
                  <a:pt x="1039900" y="63356"/>
                  <a:pt x="1038616" y="60021"/>
                </a:cubicBezTo>
                <a:cubicBezTo>
                  <a:pt x="1037332" y="56686"/>
                  <a:pt x="1035055" y="54024"/>
                  <a:pt x="1031785" y="52036"/>
                </a:cubicBezTo>
                <a:cubicBezTo>
                  <a:pt x="1028515" y="50047"/>
                  <a:pt x="1024679" y="49053"/>
                  <a:pt x="1020278" y="49053"/>
                </a:cubicBezTo>
                <a:cubicBezTo>
                  <a:pt x="1013249" y="49053"/>
                  <a:pt x="1007182" y="51287"/>
                  <a:pt x="1002078" y="55755"/>
                </a:cubicBezTo>
                <a:cubicBezTo>
                  <a:pt x="996974" y="60221"/>
                  <a:pt x="994423" y="68695"/>
                  <a:pt x="994423" y="81178"/>
                </a:cubicBezTo>
                <a:lnTo>
                  <a:pt x="994423" y="134414"/>
                </a:lnTo>
                <a:lnTo>
                  <a:pt x="977919" y="134414"/>
                </a:lnTo>
                <a:close/>
                <a:moveTo>
                  <a:pt x="1079297" y="142483"/>
                </a:moveTo>
                <a:lnTo>
                  <a:pt x="1095342" y="144867"/>
                </a:lnTo>
                <a:cubicBezTo>
                  <a:pt x="1096014" y="149818"/>
                  <a:pt x="1097879" y="153424"/>
                  <a:pt x="1100935" y="155686"/>
                </a:cubicBezTo>
                <a:cubicBezTo>
                  <a:pt x="1105030" y="158742"/>
                  <a:pt x="1110623" y="160270"/>
                  <a:pt x="1117714" y="160270"/>
                </a:cubicBezTo>
                <a:cubicBezTo>
                  <a:pt x="1125354" y="160270"/>
                  <a:pt x="1131253" y="158738"/>
                  <a:pt x="1135410" y="155674"/>
                </a:cubicBezTo>
                <a:cubicBezTo>
                  <a:pt x="1139566" y="152612"/>
                  <a:pt x="1142378" y="148324"/>
                  <a:pt x="1143845" y="142809"/>
                </a:cubicBezTo>
                <a:cubicBezTo>
                  <a:pt x="1144701" y="139442"/>
                  <a:pt x="1145098" y="132367"/>
                  <a:pt x="1145037" y="121584"/>
                </a:cubicBezTo>
                <a:cubicBezTo>
                  <a:pt x="1137824" y="130137"/>
                  <a:pt x="1128839" y="134414"/>
                  <a:pt x="1118081" y="134414"/>
                </a:cubicBezTo>
                <a:cubicBezTo>
                  <a:pt x="1104694" y="134414"/>
                  <a:pt x="1094333" y="129585"/>
                  <a:pt x="1086998" y="119928"/>
                </a:cubicBezTo>
                <a:cubicBezTo>
                  <a:pt x="1079663" y="110270"/>
                  <a:pt x="1075996" y="98687"/>
                  <a:pt x="1075996" y="85178"/>
                </a:cubicBezTo>
                <a:cubicBezTo>
                  <a:pt x="1075996" y="75887"/>
                  <a:pt x="1077677" y="67314"/>
                  <a:pt x="1081039" y="59460"/>
                </a:cubicBezTo>
                <a:cubicBezTo>
                  <a:pt x="1084401" y="51605"/>
                  <a:pt x="1089275" y="45538"/>
                  <a:pt x="1095663" y="41259"/>
                </a:cubicBezTo>
                <a:cubicBezTo>
                  <a:pt x="1102050" y="36981"/>
                  <a:pt x="1109554" y="34841"/>
                  <a:pt x="1118172" y="34841"/>
                </a:cubicBezTo>
                <a:cubicBezTo>
                  <a:pt x="1129664" y="34841"/>
                  <a:pt x="1139138" y="39517"/>
                  <a:pt x="1146595" y="48870"/>
                </a:cubicBezTo>
                <a:lnTo>
                  <a:pt x="1146595" y="37042"/>
                </a:lnTo>
                <a:lnTo>
                  <a:pt x="1161816" y="37042"/>
                </a:lnTo>
                <a:lnTo>
                  <a:pt x="1161816" y="121269"/>
                </a:lnTo>
                <a:cubicBezTo>
                  <a:pt x="1161816" y="136437"/>
                  <a:pt x="1160272" y="147187"/>
                  <a:pt x="1157185" y="153517"/>
                </a:cubicBezTo>
                <a:cubicBezTo>
                  <a:pt x="1154099" y="159847"/>
                  <a:pt x="1149209" y="164847"/>
                  <a:pt x="1142515" y="168516"/>
                </a:cubicBezTo>
                <a:cubicBezTo>
                  <a:pt x="1135822" y="172188"/>
                  <a:pt x="1127586" y="174023"/>
                  <a:pt x="1117805" y="174023"/>
                </a:cubicBezTo>
                <a:cubicBezTo>
                  <a:pt x="1106192" y="174023"/>
                  <a:pt x="1096809" y="171403"/>
                  <a:pt x="1089657" y="166161"/>
                </a:cubicBezTo>
                <a:cubicBezTo>
                  <a:pt x="1082506" y="160920"/>
                  <a:pt x="1079052" y="153027"/>
                  <a:pt x="1079297" y="142483"/>
                </a:cubicBezTo>
                <a:moveTo>
                  <a:pt x="1092958" y="83989"/>
                </a:moveTo>
                <a:cubicBezTo>
                  <a:pt x="1092958" y="96732"/>
                  <a:pt x="1095495" y="106029"/>
                  <a:pt x="1100568" y="111882"/>
                </a:cubicBezTo>
                <a:cubicBezTo>
                  <a:pt x="1105642" y="117735"/>
                  <a:pt x="1111999" y="120661"/>
                  <a:pt x="1119639" y="120661"/>
                </a:cubicBezTo>
                <a:cubicBezTo>
                  <a:pt x="1127219" y="120661"/>
                  <a:pt x="1133576" y="117750"/>
                  <a:pt x="1138710" y="111928"/>
                </a:cubicBezTo>
                <a:cubicBezTo>
                  <a:pt x="1143845" y="106106"/>
                  <a:pt x="1146412" y="96975"/>
                  <a:pt x="1146412" y="84536"/>
                </a:cubicBezTo>
                <a:cubicBezTo>
                  <a:pt x="1146412" y="72647"/>
                  <a:pt x="1143768" y="63685"/>
                  <a:pt x="1138481" y="57649"/>
                </a:cubicBezTo>
                <a:cubicBezTo>
                  <a:pt x="1133194" y="51613"/>
                  <a:pt x="1126821" y="48595"/>
                  <a:pt x="1119364" y="48595"/>
                </a:cubicBezTo>
                <a:cubicBezTo>
                  <a:pt x="1112029" y="48595"/>
                  <a:pt x="1105794" y="51567"/>
                  <a:pt x="1100660" y="57511"/>
                </a:cubicBezTo>
                <a:cubicBezTo>
                  <a:pt x="1095525" y="63456"/>
                  <a:pt x="1092958" y="72281"/>
                  <a:pt x="1092958" y="8398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C0CBDC3-93B2-4370-88EA-A5505F918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4652" y="3692015"/>
            <a:ext cx="834562" cy="521602"/>
          </a:xfrm>
          <a:custGeom xmlns:a="http://schemas.openxmlformats.org/drawingml/2006/main">
            <a:pathLst>
              <a:path w="834562" h="521602">
                <a:moveTo>
                  <a:pt x="0" y="0"/>
                </a:moveTo>
                <a:lnTo>
                  <a:pt x="834562" y="0"/>
                </a:lnTo>
                <a:lnTo>
                  <a:pt x="834562" y="521602"/>
                </a:lnTo>
                <a:lnTo>
                  <a:pt x="0" y="52160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AE8F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2E5C9AF-92D8-4D4B-98C4-B4790671D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4652" y="3692015"/>
            <a:ext cx="834562" cy="521602"/>
          </a:xfrm>
          <a:custGeom xmlns:a="http://schemas.openxmlformats.org/drawingml/2006/main">
            <a:pathLst>
              <a:path w="834562" h="521602" fill="none">
                <a:moveTo>
                  <a:pt x="0" y="0"/>
                </a:moveTo>
                <a:lnTo>
                  <a:pt x="834562" y="0"/>
                </a:lnTo>
                <a:lnTo>
                  <a:pt x="834562" y="521602"/>
                </a:lnTo>
                <a:lnTo>
                  <a:pt x="0" y="521602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0432" cap="flat">
            <a:solidFill>
              <a:srgbClr val="6C8EBF"/>
            </a:solidFill>
            <a:miter/>
          </a:ln>
        </p:spPr>
      </p:sp>
      <p:sp>
        <p:nvSpPr>
          <p:cNvPr id="19" name="Text 36GB">
            <a:extLst xmlns:a="http://schemas.openxmlformats.org/drawingml/2006/main">
              <a:ext uri="{FF2B5EF4-FFF2-40B4-BE49-F238E27FC236}">
                <a16:creationId xmlns:a16="http://schemas.microsoft.com/office/drawing/2014/main" id="{AF6CCBC7-9A30-4FC8-B4AD-B6A3A69BE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502" y="3873394"/>
            <a:ext cx="462264" cy="138999"/>
          </a:xfrm>
          <a:custGeom xmlns:a="http://schemas.openxmlformats.org/drawingml/2006/main">
            <a:pathLst>
              <a:path w="462264" h="138999">
                <a:moveTo>
                  <a:pt x="0" y="101040"/>
                </a:moveTo>
                <a:lnTo>
                  <a:pt x="16504" y="98839"/>
                </a:lnTo>
                <a:cubicBezTo>
                  <a:pt x="18399" y="108192"/>
                  <a:pt x="21623" y="114931"/>
                  <a:pt x="26177" y="119057"/>
                </a:cubicBezTo>
                <a:cubicBezTo>
                  <a:pt x="30731" y="123183"/>
                  <a:pt x="36278" y="125245"/>
                  <a:pt x="42818" y="125245"/>
                </a:cubicBezTo>
                <a:cubicBezTo>
                  <a:pt x="50581" y="125245"/>
                  <a:pt x="57137" y="122561"/>
                  <a:pt x="62485" y="117191"/>
                </a:cubicBezTo>
                <a:cubicBezTo>
                  <a:pt x="67834" y="111822"/>
                  <a:pt x="70508" y="105171"/>
                  <a:pt x="70508" y="97238"/>
                </a:cubicBezTo>
                <a:cubicBezTo>
                  <a:pt x="70508" y="89670"/>
                  <a:pt x="68032" y="83430"/>
                  <a:pt x="63081" y="78519"/>
                </a:cubicBezTo>
                <a:cubicBezTo>
                  <a:pt x="58130" y="73606"/>
                  <a:pt x="51834" y="71150"/>
                  <a:pt x="44194" y="71150"/>
                </a:cubicBezTo>
                <a:cubicBezTo>
                  <a:pt x="41076" y="71150"/>
                  <a:pt x="37195" y="71761"/>
                  <a:pt x="32549" y="72983"/>
                </a:cubicBezTo>
                <a:lnTo>
                  <a:pt x="34383" y="58497"/>
                </a:lnTo>
                <a:cubicBezTo>
                  <a:pt x="35483" y="58619"/>
                  <a:pt x="36369" y="58680"/>
                  <a:pt x="37042" y="58680"/>
                </a:cubicBezTo>
                <a:cubicBezTo>
                  <a:pt x="44071" y="58680"/>
                  <a:pt x="50398" y="56862"/>
                  <a:pt x="56021" y="53225"/>
                </a:cubicBezTo>
                <a:cubicBezTo>
                  <a:pt x="61645" y="49588"/>
                  <a:pt x="64457" y="43981"/>
                  <a:pt x="64457" y="36406"/>
                </a:cubicBezTo>
                <a:cubicBezTo>
                  <a:pt x="64457" y="30406"/>
                  <a:pt x="62409" y="25437"/>
                  <a:pt x="58313" y="21498"/>
                </a:cubicBezTo>
                <a:cubicBezTo>
                  <a:pt x="54218" y="17557"/>
                  <a:pt x="48931" y="15587"/>
                  <a:pt x="42451" y="15587"/>
                </a:cubicBezTo>
                <a:cubicBezTo>
                  <a:pt x="36033" y="15587"/>
                  <a:pt x="30685" y="17604"/>
                  <a:pt x="26406" y="21638"/>
                </a:cubicBezTo>
                <a:cubicBezTo>
                  <a:pt x="22127" y="25673"/>
                  <a:pt x="19377" y="31724"/>
                  <a:pt x="18154" y="39792"/>
                </a:cubicBezTo>
                <a:lnTo>
                  <a:pt x="1650" y="36858"/>
                </a:lnTo>
                <a:cubicBezTo>
                  <a:pt x="3668" y="25738"/>
                  <a:pt x="8252" y="17120"/>
                  <a:pt x="15404" y="11005"/>
                </a:cubicBezTo>
                <a:cubicBezTo>
                  <a:pt x="22555" y="4891"/>
                  <a:pt x="31449" y="1834"/>
                  <a:pt x="42085" y="1834"/>
                </a:cubicBezTo>
                <a:cubicBezTo>
                  <a:pt x="49420" y="1834"/>
                  <a:pt x="56174" y="3403"/>
                  <a:pt x="62348" y="6541"/>
                </a:cubicBezTo>
                <a:cubicBezTo>
                  <a:pt x="68521" y="9680"/>
                  <a:pt x="73243" y="13961"/>
                  <a:pt x="76513" y="19386"/>
                </a:cubicBezTo>
                <a:cubicBezTo>
                  <a:pt x="79784" y="24809"/>
                  <a:pt x="81419" y="30568"/>
                  <a:pt x="81419" y="36664"/>
                </a:cubicBezTo>
                <a:cubicBezTo>
                  <a:pt x="81419" y="42453"/>
                  <a:pt x="79860" y="47725"/>
                  <a:pt x="76743" y="52480"/>
                </a:cubicBezTo>
                <a:cubicBezTo>
                  <a:pt x="73625" y="57232"/>
                  <a:pt x="69010" y="61011"/>
                  <a:pt x="62898" y="63815"/>
                </a:cubicBezTo>
                <a:cubicBezTo>
                  <a:pt x="70844" y="65648"/>
                  <a:pt x="77018" y="69453"/>
                  <a:pt x="81419" y="75230"/>
                </a:cubicBezTo>
                <a:cubicBezTo>
                  <a:pt x="85820" y="81006"/>
                  <a:pt x="88020" y="88234"/>
                  <a:pt x="88020" y="96914"/>
                </a:cubicBezTo>
                <a:cubicBezTo>
                  <a:pt x="88020" y="108650"/>
                  <a:pt x="83741" y="118598"/>
                  <a:pt x="75184" y="126758"/>
                </a:cubicBezTo>
                <a:cubicBezTo>
                  <a:pt x="66626" y="134919"/>
                  <a:pt x="55807" y="138999"/>
                  <a:pt x="42727" y="138999"/>
                </a:cubicBezTo>
                <a:cubicBezTo>
                  <a:pt x="30929" y="138999"/>
                  <a:pt x="21134" y="135475"/>
                  <a:pt x="13341" y="128429"/>
                </a:cubicBezTo>
                <a:cubicBezTo>
                  <a:pt x="5547" y="121382"/>
                  <a:pt x="1100" y="112253"/>
                  <a:pt x="0" y="101040"/>
                </a:cubicBezTo>
                <a:close/>
                <a:moveTo>
                  <a:pt x="189948" y="35389"/>
                </a:moveTo>
                <a:lnTo>
                  <a:pt x="173536" y="36675"/>
                </a:lnTo>
                <a:cubicBezTo>
                  <a:pt x="172069" y="30224"/>
                  <a:pt x="169991" y="25538"/>
                  <a:pt x="167301" y="22615"/>
                </a:cubicBezTo>
                <a:cubicBezTo>
                  <a:pt x="162839" y="17930"/>
                  <a:pt x="157338" y="15587"/>
                  <a:pt x="150798" y="15587"/>
                </a:cubicBezTo>
                <a:cubicBezTo>
                  <a:pt x="145541" y="15587"/>
                  <a:pt x="140926" y="17046"/>
                  <a:pt x="136953" y="19965"/>
                </a:cubicBezTo>
                <a:cubicBezTo>
                  <a:pt x="131757" y="23734"/>
                  <a:pt x="127662" y="29236"/>
                  <a:pt x="124667" y="36472"/>
                </a:cubicBezTo>
                <a:cubicBezTo>
                  <a:pt x="121671" y="43707"/>
                  <a:pt x="120113" y="54014"/>
                  <a:pt x="119991" y="67391"/>
                </a:cubicBezTo>
                <a:cubicBezTo>
                  <a:pt x="123964" y="61339"/>
                  <a:pt x="128823" y="56846"/>
                  <a:pt x="134569" y="53912"/>
                </a:cubicBezTo>
                <a:cubicBezTo>
                  <a:pt x="140315" y="50978"/>
                  <a:pt x="146335" y="49511"/>
                  <a:pt x="152631" y="49511"/>
                </a:cubicBezTo>
                <a:cubicBezTo>
                  <a:pt x="163634" y="49511"/>
                  <a:pt x="173001" y="53561"/>
                  <a:pt x="180734" y="61660"/>
                </a:cubicBezTo>
                <a:cubicBezTo>
                  <a:pt x="188466" y="69759"/>
                  <a:pt x="192332" y="80227"/>
                  <a:pt x="192332" y="93063"/>
                </a:cubicBezTo>
                <a:cubicBezTo>
                  <a:pt x="192332" y="101498"/>
                  <a:pt x="190514" y="109338"/>
                  <a:pt x="186877" y="116581"/>
                </a:cubicBezTo>
                <a:cubicBezTo>
                  <a:pt x="183240" y="123824"/>
                  <a:pt x="178243" y="129371"/>
                  <a:pt x="171886" y="133222"/>
                </a:cubicBezTo>
                <a:cubicBezTo>
                  <a:pt x="165529" y="137073"/>
                  <a:pt x="158316" y="138999"/>
                  <a:pt x="150248" y="138999"/>
                </a:cubicBezTo>
                <a:cubicBezTo>
                  <a:pt x="136494" y="138999"/>
                  <a:pt x="125278" y="133944"/>
                  <a:pt x="116598" y="123836"/>
                </a:cubicBezTo>
                <a:cubicBezTo>
                  <a:pt x="107918" y="113725"/>
                  <a:pt x="103578" y="97064"/>
                  <a:pt x="103578" y="73852"/>
                </a:cubicBezTo>
                <a:cubicBezTo>
                  <a:pt x="103578" y="47891"/>
                  <a:pt x="108377" y="29015"/>
                  <a:pt x="117973" y="17226"/>
                </a:cubicBezTo>
                <a:cubicBezTo>
                  <a:pt x="126348" y="6964"/>
                  <a:pt x="137625" y="1834"/>
                  <a:pt x="151806" y="1834"/>
                </a:cubicBezTo>
                <a:cubicBezTo>
                  <a:pt x="162381" y="1834"/>
                  <a:pt x="171045" y="4806"/>
                  <a:pt x="177800" y="10750"/>
                </a:cubicBezTo>
                <a:cubicBezTo>
                  <a:pt x="184554" y="16695"/>
                  <a:pt x="188604" y="24908"/>
                  <a:pt x="189948" y="35389"/>
                </a:cubicBezTo>
                <a:moveTo>
                  <a:pt x="122558" y="93069"/>
                </a:moveTo>
                <a:cubicBezTo>
                  <a:pt x="122558" y="98736"/>
                  <a:pt x="123765" y="104160"/>
                  <a:pt x="126179" y="109341"/>
                </a:cubicBezTo>
                <a:cubicBezTo>
                  <a:pt x="128594" y="114521"/>
                  <a:pt x="131971" y="118467"/>
                  <a:pt x="136311" y="121180"/>
                </a:cubicBezTo>
                <a:cubicBezTo>
                  <a:pt x="140651" y="123890"/>
                  <a:pt x="145205" y="125245"/>
                  <a:pt x="149972" y="125245"/>
                </a:cubicBezTo>
                <a:cubicBezTo>
                  <a:pt x="156941" y="125245"/>
                  <a:pt x="162931" y="122442"/>
                  <a:pt x="167943" y="116836"/>
                </a:cubicBezTo>
                <a:cubicBezTo>
                  <a:pt x="172956" y="111230"/>
                  <a:pt x="175462" y="103612"/>
                  <a:pt x="175462" y="93983"/>
                </a:cubicBezTo>
                <a:cubicBezTo>
                  <a:pt x="175462" y="84719"/>
                  <a:pt x="172986" y="77421"/>
                  <a:pt x="168035" y="72090"/>
                </a:cubicBezTo>
                <a:cubicBezTo>
                  <a:pt x="163084" y="66756"/>
                  <a:pt x="156849" y="64090"/>
                  <a:pt x="149331" y="64090"/>
                </a:cubicBezTo>
                <a:cubicBezTo>
                  <a:pt x="141873" y="64090"/>
                  <a:pt x="135547" y="66756"/>
                  <a:pt x="130351" y="72090"/>
                </a:cubicBezTo>
                <a:cubicBezTo>
                  <a:pt x="125156" y="77421"/>
                  <a:pt x="122558" y="84414"/>
                  <a:pt x="122558" y="93069"/>
                </a:cubicBezTo>
                <a:close/>
                <a:moveTo>
                  <a:pt x="278307" y="83803"/>
                </a:moveTo>
                <a:lnTo>
                  <a:pt x="278307" y="68216"/>
                </a:lnTo>
                <a:lnTo>
                  <a:pt x="335245" y="68124"/>
                </a:lnTo>
                <a:lnTo>
                  <a:pt x="335245" y="117910"/>
                </a:lnTo>
                <a:cubicBezTo>
                  <a:pt x="326504" y="124909"/>
                  <a:pt x="317488" y="130174"/>
                  <a:pt x="308197" y="133704"/>
                </a:cubicBezTo>
                <a:cubicBezTo>
                  <a:pt x="298906" y="137234"/>
                  <a:pt x="289370" y="138999"/>
                  <a:pt x="279590" y="138999"/>
                </a:cubicBezTo>
                <a:cubicBezTo>
                  <a:pt x="266387" y="138999"/>
                  <a:pt x="254391" y="136172"/>
                  <a:pt x="243603" y="130518"/>
                </a:cubicBezTo>
                <a:cubicBezTo>
                  <a:pt x="232814" y="124863"/>
                  <a:pt x="224669" y="116688"/>
                  <a:pt x="219168" y="105991"/>
                </a:cubicBezTo>
                <a:cubicBezTo>
                  <a:pt x="213667" y="95294"/>
                  <a:pt x="210916" y="83344"/>
                  <a:pt x="210916" y="70141"/>
                </a:cubicBezTo>
                <a:cubicBezTo>
                  <a:pt x="210916" y="57060"/>
                  <a:pt x="213651" y="44851"/>
                  <a:pt x="219122" y="33512"/>
                </a:cubicBezTo>
                <a:cubicBezTo>
                  <a:pt x="224593" y="22173"/>
                  <a:pt x="232463" y="13753"/>
                  <a:pt x="242732" y="8252"/>
                </a:cubicBezTo>
                <a:cubicBezTo>
                  <a:pt x="253001" y="2751"/>
                  <a:pt x="264828" y="0"/>
                  <a:pt x="278215" y="0"/>
                </a:cubicBezTo>
                <a:cubicBezTo>
                  <a:pt x="287934" y="0"/>
                  <a:pt x="296721" y="1570"/>
                  <a:pt x="304575" y="4710"/>
                </a:cubicBezTo>
                <a:cubicBezTo>
                  <a:pt x="312430" y="7851"/>
                  <a:pt x="318588" y="12227"/>
                  <a:pt x="323050" y="17839"/>
                </a:cubicBezTo>
                <a:cubicBezTo>
                  <a:pt x="327512" y="23449"/>
                  <a:pt x="330905" y="30767"/>
                  <a:pt x="333228" y="39792"/>
                </a:cubicBezTo>
                <a:lnTo>
                  <a:pt x="317182" y="44193"/>
                </a:lnTo>
                <a:cubicBezTo>
                  <a:pt x="315165" y="37347"/>
                  <a:pt x="312659" y="31968"/>
                  <a:pt x="309664" y="28056"/>
                </a:cubicBezTo>
                <a:cubicBezTo>
                  <a:pt x="306669" y="24144"/>
                  <a:pt x="302390" y="21012"/>
                  <a:pt x="296828" y="18658"/>
                </a:cubicBezTo>
                <a:cubicBezTo>
                  <a:pt x="291265" y="16305"/>
                  <a:pt x="285091" y="15128"/>
                  <a:pt x="278307" y="15128"/>
                </a:cubicBezTo>
                <a:cubicBezTo>
                  <a:pt x="270177" y="15128"/>
                  <a:pt x="263148" y="16367"/>
                  <a:pt x="257218" y="18845"/>
                </a:cubicBezTo>
                <a:cubicBezTo>
                  <a:pt x="251289" y="21322"/>
                  <a:pt x="246506" y="24580"/>
                  <a:pt x="242869" y="28618"/>
                </a:cubicBezTo>
                <a:cubicBezTo>
                  <a:pt x="239232" y="32656"/>
                  <a:pt x="236405" y="37092"/>
                  <a:pt x="234388" y="41924"/>
                </a:cubicBezTo>
                <a:cubicBezTo>
                  <a:pt x="230965" y="50245"/>
                  <a:pt x="229254" y="59268"/>
                  <a:pt x="229254" y="68995"/>
                </a:cubicBezTo>
                <a:cubicBezTo>
                  <a:pt x="229254" y="80985"/>
                  <a:pt x="231317" y="91018"/>
                  <a:pt x="235443" y="99094"/>
                </a:cubicBezTo>
                <a:cubicBezTo>
                  <a:pt x="239568" y="107171"/>
                  <a:pt x="245574" y="113167"/>
                  <a:pt x="253459" y="117082"/>
                </a:cubicBezTo>
                <a:cubicBezTo>
                  <a:pt x="261344" y="120996"/>
                  <a:pt x="269718" y="122953"/>
                  <a:pt x="278582" y="122953"/>
                </a:cubicBezTo>
                <a:cubicBezTo>
                  <a:pt x="286283" y="122953"/>
                  <a:pt x="293802" y="121461"/>
                  <a:pt x="301137" y="118478"/>
                </a:cubicBezTo>
                <a:cubicBezTo>
                  <a:pt x="308472" y="115494"/>
                  <a:pt x="314034" y="112310"/>
                  <a:pt x="317824" y="108925"/>
                </a:cubicBezTo>
                <a:lnTo>
                  <a:pt x="317824" y="83803"/>
                </a:lnTo>
                <a:lnTo>
                  <a:pt x="278307" y="83803"/>
                </a:lnTo>
                <a:close/>
                <a:moveTo>
                  <a:pt x="360766" y="136798"/>
                </a:moveTo>
                <a:lnTo>
                  <a:pt x="360766" y="2384"/>
                </a:lnTo>
                <a:lnTo>
                  <a:pt x="411194" y="2384"/>
                </a:lnTo>
                <a:cubicBezTo>
                  <a:pt x="421463" y="2384"/>
                  <a:pt x="429699" y="3744"/>
                  <a:pt x="435904" y="6464"/>
                </a:cubicBezTo>
                <a:cubicBezTo>
                  <a:pt x="442108" y="9184"/>
                  <a:pt x="446967" y="13371"/>
                  <a:pt x="450482" y="19025"/>
                </a:cubicBezTo>
                <a:cubicBezTo>
                  <a:pt x="453997" y="24679"/>
                  <a:pt x="455754" y="30593"/>
                  <a:pt x="455754" y="36767"/>
                </a:cubicBezTo>
                <a:cubicBezTo>
                  <a:pt x="455754" y="42513"/>
                  <a:pt x="454195" y="47922"/>
                  <a:pt x="451078" y="52996"/>
                </a:cubicBezTo>
                <a:cubicBezTo>
                  <a:pt x="447961" y="58069"/>
                  <a:pt x="443254" y="62164"/>
                  <a:pt x="436958" y="65282"/>
                </a:cubicBezTo>
                <a:cubicBezTo>
                  <a:pt x="445088" y="67666"/>
                  <a:pt x="451338" y="71730"/>
                  <a:pt x="455708" y="77476"/>
                </a:cubicBezTo>
                <a:cubicBezTo>
                  <a:pt x="460079" y="83222"/>
                  <a:pt x="462264" y="90007"/>
                  <a:pt x="462264" y="97831"/>
                </a:cubicBezTo>
                <a:cubicBezTo>
                  <a:pt x="462264" y="104127"/>
                  <a:pt x="460934" y="109979"/>
                  <a:pt x="458275" y="115389"/>
                </a:cubicBezTo>
                <a:cubicBezTo>
                  <a:pt x="455617" y="120799"/>
                  <a:pt x="452331" y="124970"/>
                  <a:pt x="448419" y="127904"/>
                </a:cubicBezTo>
                <a:cubicBezTo>
                  <a:pt x="444507" y="130838"/>
                  <a:pt x="439602" y="133054"/>
                  <a:pt x="433703" y="134552"/>
                </a:cubicBezTo>
                <a:cubicBezTo>
                  <a:pt x="427805" y="136049"/>
                  <a:pt x="420577" y="136798"/>
                  <a:pt x="412019" y="136798"/>
                </a:cubicBezTo>
                <a:lnTo>
                  <a:pt x="360766" y="136798"/>
                </a:lnTo>
                <a:moveTo>
                  <a:pt x="378553" y="58864"/>
                </a:moveTo>
                <a:lnTo>
                  <a:pt x="407618" y="58864"/>
                </a:lnTo>
                <a:cubicBezTo>
                  <a:pt x="415503" y="58864"/>
                  <a:pt x="421157" y="58344"/>
                  <a:pt x="424580" y="57305"/>
                </a:cubicBezTo>
                <a:cubicBezTo>
                  <a:pt x="429103" y="55960"/>
                  <a:pt x="432511" y="53729"/>
                  <a:pt x="434803" y="50612"/>
                </a:cubicBezTo>
                <a:cubicBezTo>
                  <a:pt x="437096" y="47494"/>
                  <a:pt x="438242" y="43582"/>
                  <a:pt x="438242" y="38876"/>
                </a:cubicBezTo>
                <a:cubicBezTo>
                  <a:pt x="438242" y="34413"/>
                  <a:pt x="437172" y="30486"/>
                  <a:pt x="435033" y="27094"/>
                </a:cubicBezTo>
                <a:cubicBezTo>
                  <a:pt x="432893" y="23701"/>
                  <a:pt x="429837" y="21379"/>
                  <a:pt x="425864" y="20125"/>
                </a:cubicBezTo>
                <a:cubicBezTo>
                  <a:pt x="421891" y="18872"/>
                  <a:pt x="415075" y="18246"/>
                  <a:pt x="405417" y="18246"/>
                </a:cubicBezTo>
                <a:lnTo>
                  <a:pt x="378553" y="18246"/>
                </a:lnTo>
                <a:lnTo>
                  <a:pt x="378553" y="58864"/>
                </a:lnTo>
                <a:moveTo>
                  <a:pt x="378553" y="120936"/>
                </a:moveTo>
                <a:lnTo>
                  <a:pt x="412019" y="120936"/>
                </a:lnTo>
                <a:cubicBezTo>
                  <a:pt x="417765" y="120936"/>
                  <a:pt x="421799" y="120722"/>
                  <a:pt x="424122" y="120294"/>
                </a:cubicBezTo>
                <a:cubicBezTo>
                  <a:pt x="428217" y="119561"/>
                  <a:pt x="431640" y="118338"/>
                  <a:pt x="434391" y="116627"/>
                </a:cubicBezTo>
                <a:cubicBezTo>
                  <a:pt x="437141" y="114915"/>
                  <a:pt x="439403" y="112424"/>
                  <a:pt x="441176" y="109154"/>
                </a:cubicBezTo>
                <a:cubicBezTo>
                  <a:pt x="442948" y="105884"/>
                  <a:pt x="443835" y="102110"/>
                  <a:pt x="443835" y="97831"/>
                </a:cubicBezTo>
                <a:cubicBezTo>
                  <a:pt x="443835" y="92819"/>
                  <a:pt x="442551" y="88463"/>
                  <a:pt x="439984" y="84765"/>
                </a:cubicBezTo>
                <a:cubicBezTo>
                  <a:pt x="437416" y="81067"/>
                  <a:pt x="433856" y="78469"/>
                  <a:pt x="429302" y="76972"/>
                </a:cubicBezTo>
                <a:cubicBezTo>
                  <a:pt x="424748" y="75474"/>
                  <a:pt x="418193" y="74726"/>
                  <a:pt x="409635" y="74726"/>
                </a:cubicBezTo>
                <a:lnTo>
                  <a:pt x="378553" y="74726"/>
                </a:lnTo>
                <a:lnTo>
                  <a:pt x="378553" y="12093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74071EA-8463-43CF-AB4B-6EE3239A9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4652" y="3389486"/>
            <a:ext cx="834562" cy="292097"/>
          </a:xfrm>
          <a:custGeom xmlns:a="http://schemas.openxmlformats.org/drawingml/2006/main">
            <a:pathLst>
              <a:path w="834562" h="292097">
                <a:moveTo>
                  <a:pt x="0" y="0"/>
                </a:moveTo>
                <a:lnTo>
                  <a:pt x="834562" y="0"/>
                </a:lnTo>
                <a:lnTo>
                  <a:pt x="834562" y="292097"/>
                </a:lnTo>
                <a:lnTo>
                  <a:pt x="0" y="29209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8CE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12FDF88-DCD1-40BD-A043-5F72AADD7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4652" y="3389486"/>
            <a:ext cx="834562" cy="292097"/>
          </a:xfrm>
          <a:custGeom xmlns:a="http://schemas.openxmlformats.org/drawingml/2006/main">
            <a:pathLst>
              <a:path w="834562" h="292097" fill="none">
                <a:moveTo>
                  <a:pt x="0" y="0"/>
                </a:moveTo>
                <a:lnTo>
                  <a:pt x="834562" y="0"/>
                </a:lnTo>
                <a:lnTo>
                  <a:pt x="834562" y="292097"/>
                </a:lnTo>
                <a:lnTo>
                  <a:pt x="0" y="292097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0432" cap="flat">
            <a:solidFill>
              <a:srgbClr val="B85450"/>
            </a:solidFill>
            <a:miter/>
          </a:ln>
        </p:spPr>
      </p:sp>
      <p:sp>
        <p:nvSpPr>
          <p:cNvPr id="22" name="Text 13GB">
            <a:extLst xmlns:a="http://schemas.openxmlformats.org/drawingml/2006/main">
              <a:ext uri="{FF2B5EF4-FFF2-40B4-BE49-F238E27FC236}">
                <a16:creationId xmlns:a16="http://schemas.microsoft.com/office/drawing/2014/main" id="{E3BFDFA6-2D14-4D24-9FA5-8D0209D28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7064" y="3456112"/>
            <a:ext cx="449703" cy="138999"/>
          </a:xfrm>
          <a:custGeom xmlns:a="http://schemas.openxmlformats.org/drawingml/2006/main">
            <a:pathLst>
              <a:path w="449703" h="138999">
                <a:moveTo>
                  <a:pt x="49511" y="136798"/>
                </a:moveTo>
                <a:lnTo>
                  <a:pt x="33008" y="136798"/>
                </a:lnTo>
                <a:lnTo>
                  <a:pt x="33008" y="31632"/>
                </a:lnTo>
                <a:cubicBezTo>
                  <a:pt x="29034" y="35422"/>
                  <a:pt x="23824" y="39212"/>
                  <a:pt x="17375" y="43002"/>
                </a:cubicBezTo>
                <a:cubicBezTo>
                  <a:pt x="10926" y="46791"/>
                  <a:pt x="5135" y="49634"/>
                  <a:pt x="0" y="51529"/>
                </a:cubicBezTo>
                <a:lnTo>
                  <a:pt x="0" y="35575"/>
                </a:lnTo>
                <a:cubicBezTo>
                  <a:pt x="9230" y="31235"/>
                  <a:pt x="17298" y="25978"/>
                  <a:pt x="24206" y="19805"/>
                </a:cubicBezTo>
                <a:cubicBezTo>
                  <a:pt x="31113" y="13631"/>
                  <a:pt x="36003" y="7641"/>
                  <a:pt x="38876" y="1834"/>
                </a:cubicBezTo>
                <a:lnTo>
                  <a:pt x="49511" y="1834"/>
                </a:lnTo>
                <a:lnTo>
                  <a:pt x="49511" y="136798"/>
                </a:lnTo>
                <a:close/>
                <a:moveTo>
                  <a:pt x="91842" y="101040"/>
                </a:moveTo>
                <a:lnTo>
                  <a:pt x="108346" y="98839"/>
                </a:lnTo>
                <a:cubicBezTo>
                  <a:pt x="110241" y="108192"/>
                  <a:pt x="113465" y="114931"/>
                  <a:pt x="118019" y="119057"/>
                </a:cubicBezTo>
                <a:cubicBezTo>
                  <a:pt x="122573" y="123183"/>
                  <a:pt x="128120" y="125245"/>
                  <a:pt x="134661" y="125245"/>
                </a:cubicBezTo>
                <a:cubicBezTo>
                  <a:pt x="142423" y="125245"/>
                  <a:pt x="148979" y="122561"/>
                  <a:pt x="154328" y="117191"/>
                </a:cubicBezTo>
                <a:cubicBezTo>
                  <a:pt x="159676" y="111822"/>
                  <a:pt x="162350" y="105171"/>
                  <a:pt x="162350" y="97238"/>
                </a:cubicBezTo>
                <a:cubicBezTo>
                  <a:pt x="162350" y="89670"/>
                  <a:pt x="159875" y="83430"/>
                  <a:pt x="154924" y="78519"/>
                </a:cubicBezTo>
                <a:cubicBezTo>
                  <a:pt x="149972" y="73606"/>
                  <a:pt x="143677" y="71150"/>
                  <a:pt x="136036" y="71150"/>
                </a:cubicBezTo>
                <a:cubicBezTo>
                  <a:pt x="132919" y="71150"/>
                  <a:pt x="129037" y="71761"/>
                  <a:pt x="124392" y="72983"/>
                </a:cubicBezTo>
                <a:lnTo>
                  <a:pt x="126225" y="58497"/>
                </a:lnTo>
                <a:cubicBezTo>
                  <a:pt x="127326" y="58619"/>
                  <a:pt x="128212" y="58680"/>
                  <a:pt x="128884" y="58680"/>
                </a:cubicBezTo>
                <a:cubicBezTo>
                  <a:pt x="135914" y="58680"/>
                  <a:pt x="142240" y="56862"/>
                  <a:pt x="147864" y="53225"/>
                </a:cubicBezTo>
                <a:cubicBezTo>
                  <a:pt x="153487" y="49588"/>
                  <a:pt x="156299" y="43981"/>
                  <a:pt x="156299" y="36406"/>
                </a:cubicBezTo>
                <a:cubicBezTo>
                  <a:pt x="156299" y="30406"/>
                  <a:pt x="154251" y="25437"/>
                  <a:pt x="150156" y="21498"/>
                </a:cubicBezTo>
                <a:cubicBezTo>
                  <a:pt x="146060" y="17557"/>
                  <a:pt x="140773" y="15587"/>
                  <a:pt x="134294" y="15587"/>
                </a:cubicBezTo>
                <a:cubicBezTo>
                  <a:pt x="127876" y="15587"/>
                  <a:pt x="122527" y="17604"/>
                  <a:pt x="118248" y="21638"/>
                </a:cubicBezTo>
                <a:cubicBezTo>
                  <a:pt x="113970" y="25673"/>
                  <a:pt x="111219" y="31724"/>
                  <a:pt x="109997" y="39792"/>
                </a:cubicBezTo>
                <a:lnTo>
                  <a:pt x="93493" y="36858"/>
                </a:lnTo>
                <a:cubicBezTo>
                  <a:pt x="95510" y="25738"/>
                  <a:pt x="100094" y="17120"/>
                  <a:pt x="107246" y="11005"/>
                </a:cubicBezTo>
                <a:cubicBezTo>
                  <a:pt x="114398" y="4891"/>
                  <a:pt x="123291" y="1834"/>
                  <a:pt x="133927" y="1834"/>
                </a:cubicBezTo>
                <a:cubicBezTo>
                  <a:pt x="141262" y="1834"/>
                  <a:pt x="148016" y="3403"/>
                  <a:pt x="154190" y="6541"/>
                </a:cubicBezTo>
                <a:cubicBezTo>
                  <a:pt x="160364" y="9680"/>
                  <a:pt x="165086" y="13961"/>
                  <a:pt x="168356" y="19386"/>
                </a:cubicBezTo>
                <a:cubicBezTo>
                  <a:pt x="171626" y="24809"/>
                  <a:pt x="173261" y="30568"/>
                  <a:pt x="173261" y="36664"/>
                </a:cubicBezTo>
                <a:cubicBezTo>
                  <a:pt x="173261" y="42453"/>
                  <a:pt x="171702" y="47725"/>
                  <a:pt x="168585" y="52480"/>
                </a:cubicBezTo>
                <a:cubicBezTo>
                  <a:pt x="165468" y="57232"/>
                  <a:pt x="160853" y="61011"/>
                  <a:pt x="154740" y="63815"/>
                </a:cubicBezTo>
                <a:cubicBezTo>
                  <a:pt x="162686" y="65648"/>
                  <a:pt x="168860" y="69453"/>
                  <a:pt x="173261" y="75230"/>
                </a:cubicBezTo>
                <a:cubicBezTo>
                  <a:pt x="177662" y="81006"/>
                  <a:pt x="179863" y="88234"/>
                  <a:pt x="179863" y="96914"/>
                </a:cubicBezTo>
                <a:cubicBezTo>
                  <a:pt x="179863" y="108650"/>
                  <a:pt x="175584" y="118598"/>
                  <a:pt x="167026" y="126758"/>
                </a:cubicBezTo>
                <a:cubicBezTo>
                  <a:pt x="158469" y="134919"/>
                  <a:pt x="147650" y="138999"/>
                  <a:pt x="134569" y="138999"/>
                </a:cubicBezTo>
                <a:cubicBezTo>
                  <a:pt x="122772" y="138999"/>
                  <a:pt x="112976" y="135475"/>
                  <a:pt x="105183" y="128429"/>
                </a:cubicBezTo>
                <a:cubicBezTo>
                  <a:pt x="97390" y="121382"/>
                  <a:pt x="92943" y="112253"/>
                  <a:pt x="91842" y="101040"/>
                </a:cubicBezTo>
                <a:close/>
                <a:moveTo>
                  <a:pt x="265745" y="83803"/>
                </a:moveTo>
                <a:lnTo>
                  <a:pt x="265745" y="68216"/>
                </a:lnTo>
                <a:lnTo>
                  <a:pt x="322683" y="68124"/>
                </a:lnTo>
                <a:lnTo>
                  <a:pt x="322683" y="117910"/>
                </a:lnTo>
                <a:cubicBezTo>
                  <a:pt x="313943" y="124909"/>
                  <a:pt x="304927" y="130174"/>
                  <a:pt x="295636" y="133704"/>
                </a:cubicBezTo>
                <a:cubicBezTo>
                  <a:pt x="286345" y="137234"/>
                  <a:pt x="276809" y="138999"/>
                  <a:pt x="267029" y="138999"/>
                </a:cubicBezTo>
                <a:cubicBezTo>
                  <a:pt x="253826" y="138999"/>
                  <a:pt x="241830" y="136172"/>
                  <a:pt x="231042" y="130518"/>
                </a:cubicBezTo>
                <a:cubicBezTo>
                  <a:pt x="220253" y="124863"/>
                  <a:pt x="212108" y="116688"/>
                  <a:pt x="206607" y="105991"/>
                </a:cubicBezTo>
                <a:cubicBezTo>
                  <a:pt x="201105" y="95294"/>
                  <a:pt x="198355" y="83344"/>
                  <a:pt x="198355" y="70141"/>
                </a:cubicBezTo>
                <a:cubicBezTo>
                  <a:pt x="198355" y="57060"/>
                  <a:pt x="201090" y="44851"/>
                  <a:pt x="206561" y="33512"/>
                </a:cubicBezTo>
                <a:cubicBezTo>
                  <a:pt x="212032" y="22173"/>
                  <a:pt x="219901" y="13753"/>
                  <a:pt x="230170" y="8252"/>
                </a:cubicBezTo>
                <a:cubicBezTo>
                  <a:pt x="240440" y="2751"/>
                  <a:pt x="252267" y="0"/>
                  <a:pt x="265654" y="0"/>
                </a:cubicBezTo>
                <a:cubicBezTo>
                  <a:pt x="275373" y="0"/>
                  <a:pt x="284159" y="1570"/>
                  <a:pt x="292014" y="4710"/>
                </a:cubicBezTo>
                <a:cubicBezTo>
                  <a:pt x="299868" y="7851"/>
                  <a:pt x="306027" y="12227"/>
                  <a:pt x="310489" y="17839"/>
                </a:cubicBezTo>
                <a:cubicBezTo>
                  <a:pt x="314951" y="23449"/>
                  <a:pt x="318344" y="30767"/>
                  <a:pt x="320666" y="39792"/>
                </a:cubicBezTo>
                <a:lnTo>
                  <a:pt x="304621" y="44193"/>
                </a:lnTo>
                <a:cubicBezTo>
                  <a:pt x="302604" y="37347"/>
                  <a:pt x="300098" y="31968"/>
                  <a:pt x="297103" y="28056"/>
                </a:cubicBezTo>
                <a:cubicBezTo>
                  <a:pt x="294107" y="24144"/>
                  <a:pt x="289829" y="21012"/>
                  <a:pt x="284266" y="18658"/>
                </a:cubicBezTo>
                <a:cubicBezTo>
                  <a:pt x="278704" y="16305"/>
                  <a:pt x="272530" y="15128"/>
                  <a:pt x="265745" y="15128"/>
                </a:cubicBezTo>
                <a:cubicBezTo>
                  <a:pt x="257616" y="15128"/>
                  <a:pt x="250586" y="16367"/>
                  <a:pt x="244657" y="18845"/>
                </a:cubicBezTo>
                <a:cubicBezTo>
                  <a:pt x="238728" y="21322"/>
                  <a:pt x="233945" y="24580"/>
                  <a:pt x="230308" y="28618"/>
                </a:cubicBezTo>
                <a:cubicBezTo>
                  <a:pt x="226671" y="32656"/>
                  <a:pt x="223844" y="37092"/>
                  <a:pt x="221827" y="41924"/>
                </a:cubicBezTo>
                <a:cubicBezTo>
                  <a:pt x="218404" y="50245"/>
                  <a:pt x="216692" y="59268"/>
                  <a:pt x="216692" y="68995"/>
                </a:cubicBezTo>
                <a:cubicBezTo>
                  <a:pt x="216692" y="80985"/>
                  <a:pt x="218755" y="91018"/>
                  <a:pt x="222881" y="99094"/>
                </a:cubicBezTo>
                <a:cubicBezTo>
                  <a:pt x="227007" y="107171"/>
                  <a:pt x="233013" y="113167"/>
                  <a:pt x="240898" y="117082"/>
                </a:cubicBezTo>
                <a:cubicBezTo>
                  <a:pt x="248783" y="120996"/>
                  <a:pt x="257157" y="122953"/>
                  <a:pt x="266020" y="122953"/>
                </a:cubicBezTo>
                <a:cubicBezTo>
                  <a:pt x="273722" y="122953"/>
                  <a:pt x="281241" y="121461"/>
                  <a:pt x="288576" y="118478"/>
                </a:cubicBezTo>
                <a:cubicBezTo>
                  <a:pt x="295911" y="115494"/>
                  <a:pt x="301473" y="112310"/>
                  <a:pt x="305263" y="108925"/>
                </a:cubicBezTo>
                <a:lnTo>
                  <a:pt x="305263" y="83803"/>
                </a:lnTo>
                <a:lnTo>
                  <a:pt x="265745" y="83803"/>
                </a:lnTo>
                <a:close/>
                <a:moveTo>
                  <a:pt x="348204" y="136798"/>
                </a:moveTo>
                <a:lnTo>
                  <a:pt x="348204" y="2384"/>
                </a:lnTo>
                <a:lnTo>
                  <a:pt x="398633" y="2384"/>
                </a:lnTo>
                <a:cubicBezTo>
                  <a:pt x="408902" y="2384"/>
                  <a:pt x="417138" y="3744"/>
                  <a:pt x="423342" y="6464"/>
                </a:cubicBezTo>
                <a:cubicBezTo>
                  <a:pt x="429547" y="9184"/>
                  <a:pt x="434406" y="13371"/>
                  <a:pt x="437921" y="19025"/>
                </a:cubicBezTo>
                <a:cubicBezTo>
                  <a:pt x="441435" y="24679"/>
                  <a:pt x="443193" y="30593"/>
                  <a:pt x="443193" y="36767"/>
                </a:cubicBezTo>
                <a:cubicBezTo>
                  <a:pt x="443193" y="42513"/>
                  <a:pt x="441634" y="47922"/>
                  <a:pt x="438517" y="52996"/>
                </a:cubicBezTo>
                <a:cubicBezTo>
                  <a:pt x="435399" y="58069"/>
                  <a:pt x="430693" y="62164"/>
                  <a:pt x="424397" y="65282"/>
                </a:cubicBezTo>
                <a:cubicBezTo>
                  <a:pt x="432526" y="67666"/>
                  <a:pt x="438777" y="71730"/>
                  <a:pt x="443147" y="77476"/>
                </a:cubicBezTo>
                <a:cubicBezTo>
                  <a:pt x="447517" y="83222"/>
                  <a:pt x="449703" y="90007"/>
                  <a:pt x="449703" y="97831"/>
                </a:cubicBezTo>
                <a:cubicBezTo>
                  <a:pt x="449703" y="104127"/>
                  <a:pt x="448373" y="109979"/>
                  <a:pt x="445714" y="115389"/>
                </a:cubicBezTo>
                <a:cubicBezTo>
                  <a:pt x="443055" y="120799"/>
                  <a:pt x="439770" y="124970"/>
                  <a:pt x="435858" y="127904"/>
                </a:cubicBezTo>
                <a:cubicBezTo>
                  <a:pt x="431946" y="130838"/>
                  <a:pt x="427040" y="133054"/>
                  <a:pt x="421142" y="134552"/>
                </a:cubicBezTo>
                <a:cubicBezTo>
                  <a:pt x="415243" y="136049"/>
                  <a:pt x="408015" y="136798"/>
                  <a:pt x="399458" y="136798"/>
                </a:cubicBezTo>
                <a:lnTo>
                  <a:pt x="348204" y="136798"/>
                </a:lnTo>
                <a:moveTo>
                  <a:pt x="365992" y="58864"/>
                </a:moveTo>
                <a:lnTo>
                  <a:pt x="395057" y="58864"/>
                </a:lnTo>
                <a:cubicBezTo>
                  <a:pt x="402942" y="58864"/>
                  <a:pt x="408596" y="58344"/>
                  <a:pt x="412019" y="57305"/>
                </a:cubicBezTo>
                <a:cubicBezTo>
                  <a:pt x="416542" y="55960"/>
                  <a:pt x="419950" y="53729"/>
                  <a:pt x="422242" y="50612"/>
                </a:cubicBezTo>
                <a:cubicBezTo>
                  <a:pt x="424534" y="47494"/>
                  <a:pt x="425680" y="43582"/>
                  <a:pt x="425680" y="38876"/>
                </a:cubicBezTo>
                <a:cubicBezTo>
                  <a:pt x="425680" y="34413"/>
                  <a:pt x="424611" y="30486"/>
                  <a:pt x="422471" y="27094"/>
                </a:cubicBezTo>
                <a:cubicBezTo>
                  <a:pt x="420332" y="23701"/>
                  <a:pt x="417276" y="21379"/>
                  <a:pt x="413303" y="20125"/>
                </a:cubicBezTo>
                <a:cubicBezTo>
                  <a:pt x="409329" y="18872"/>
                  <a:pt x="402514" y="18246"/>
                  <a:pt x="392856" y="18246"/>
                </a:cubicBezTo>
                <a:lnTo>
                  <a:pt x="365992" y="18246"/>
                </a:lnTo>
                <a:lnTo>
                  <a:pt x="365992" y="58864"/>
                </a:lnTo>
                <a:moveTo>
                  <a:pt x="365992" y="120936"/>
                </a:moveTo>
                <a:lnTo>
                  <a:pt x="399458" y="120936"/>
                </a:lnTo>
                <a:cubicBezTo>
                  <a:pt x="405204" y="120936"/>
                  <a:pt x="409238" y="120722"/>
                  <a:pt x="411561" y="120294"/>
                </a:cubicBezTo>
                <a:cubicBezTo>
                  <a:pt x="415656" y="119561"/>
                  <a:pt x="419079" y="118338"/>
                  <a:pt x="421830" y="116627"/>
                </a:cubicBezTo>
                <a:cubicBezTo>
                  <a:pt x="424580" y="114915"/>
                  <a:pt x="426842" y="112424"/>
                  <a:pt x="428614" y="109154"/>
                </a:cubicBezTo>
                <a:cubicBezTo>
                  <a:pt x="430387" y="105884"/>
                  <a:pt x="431273" y="102110"/>
                  <a:pt x="431273" y="97831"/>
                </a:cubicBezTo>
                <a:cubicBezTo>
                  <a:pt x="431273" y="92819"/>
                  <a:pt x="429990" y="88463"/>
                  <a:pt x="427423" y="84765"/>
                </a:cubicBezTo>
                <a:cubicBezTo>
                  <a:pt x="424855" y="81067"/>
                  <a:pt x="421295" y="78469"/>
                  <a:pt x="416741" y="76972"/>
                </a:cubicBezTo>
                <a:cubicBezTo>
                  <a:pt x="412187" y="75474"/>
                  <a:pt x="405631" y="74726"/>
                  <a:pt x="397074" y="74726"/>
                </a:cubicBezTo>
                <a:lnTo>
                  <a:pt x="365992" y="74726"/>
                </a:lnTo>
                <a:lnTo>
                  <a:pt x="365992" y="12093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7ABFD35-DC72-4DC7-865F-23A79AAF3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1596" y="233797"/>
            <a:ext cx="10" cy="1270204"/>
          </a:xfrm>
          <a:custGeom xmlns:a="http://schemas.openxmlformats.org/drawingml/2006/main">
            <a:pathLst>
              <a:path w="1" h="1270204" fill="none">
                <a:moveTo>
                  <a:pt x="0" y="0"/>
                </a:moveTo>
                <a:lnTo>
                  <a:pt x="0" y="1270204"/>
                </a:lnTo>
              </a:path>
            </a:pathLst>
          </a:custGeom>
          <a:noFill xmlns:a="http://schemas.openxmlformats.org/drawingml/2006/main"/>
          <a:ln xmlns:a="http://schemas.openxmlformats.org/drawingml/2006/main" w="20864" cap="flat">
            <a:solidFill>
              <a:srgbClr val="6C8EBF"/>
            </a:solidFill>
            <a:miter/>
          </a:ln>
        </p:spPr>
      </p:sp>
      <p:sp>
        <p:nvSpPr>
          <p:cNvPr id="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729B4E2-7FFB-444B-9A77-E6C1D2A0E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9868" y="1483137"/>
            <a:ext cx="83456" cy="83456"/>
          </a:xfrm>
          <a:custGeom xmlns:a="http://schemas.openxmlformats.org/drawingml/2006/main">
            <a:pathLst>
              <a:path w="83456" h="83456">
                <a:moveTo>
                  <a:pt x="41728" y="83456"/>
                </a:moveTo>
                <a:lnTo>
                  <a:pt x="0" y="0"/>
                </a:lnTo>
                <a:lnTo>
                  <a:pt x="41728" y="20864"/>
                </a:lnTo>
                <a:lnTo>
                  <a:pt x="83456" y="0"/>
                </a:lnTo>
                <a:lnTo>
                  <a:pt x="41728" y="83456"/>
                </a:lnTo>
                <a:close/>
              </a:path>
            </a:pathLst>
          </a:custGeom>
          <a:solidFill xmlns:a="http://schemas.openxmlformats.org/drawingml/2006/main">
            <a:srgbClr val="6C8EB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1DF79AC-905A-4D21-B63B-7F32E0B10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9868" y="1483137"/>
            <a:ext cx="83456" cy="83456"/>
          </a:xfrm>
          <a:custGeom xmlns:a="http://schemas.openxmlformats.org/drawingml/2006/main">
            <a:pathLst>
              <a:path w="83456" h="83456" fill="none">
                <a:moveTo>
                  <a:pt x="41728" y="83456"/>
                </a:moveTo>
                <a:lnTo>
                  <a:pt x="0" y="0"/>
                </a:lnTo>
                <a:lnTo>
                  <a:pt x="41728" y="20864"/>
                </a:lnTo>
                <a:lnTo>
                  <a:pt x="83456" y="0"/>
                </a:lnTo>
                <a:lnTo>
                  <a:pt x="41728" y="83456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0864" cap="flat">
            <a:solidFill>
              <a:srgbClr val="6C8EBF"/>
            </a:solidFill>
            <a:miter/>
          </a:ln>
        </p:spPr>
      </p:sp>
      <p:sp>
        <p:nvSpPr>
          <p:cNvPr id="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082C814-7A98-44F2-9AE5-EEEB3859E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8076" y="233797"/>
            <a:ext cx="10" cy="1270204"/>
          </a:xfrm>
          <a:custGeom xmlns:a="http://schemas.openxmlformats.org/drawingml/2006/main">
            <a:pathLst>
              <a:path w="1" h="1270204" fill="none">
                <a:moveTo>
                  <a:pt x="0" y="0"/>
                </a:moveTo>
                <a:lnTo>
                  <a:pt x="0" y="1270204"/>
                </a:lnTo>
              </a:path>
            </a:pathLst>
          </a:custGeom>
          <a:noFill xmlns:a="http://schemas.openxmlformats.org/drawingml/2006/main"/>
          <a:ln xmlns:a="http://schemas.openxmlformats.org/drawingml/2006/main" w="20864" cap="flat">
            <a:solidFill>
              <a:srgbClr val="FF9999"/>
            </a:solidFill>
            <a:miter/>
          </a:ln>
        </p:spPr>
      </p:sp>
      <p:sp>
        <p:nvSpPr>
          <p:cNvPr id="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80D7D8A-B8E6-4384-93E4-A1D63CC8D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6348" y="1483137"/>
            <a:ext cx="83456" cy="83456"/>
          </a:xfrm>
          <a:custGeom xmlns:a="http://schemas.openxmlformats.org/drawingml/2006/main">
            <a:pathLst>
              <a:path w="83456" h="83456">
                <a:moveTo>
                  <a:pt x="41728" y="83456"/>
                </a:moveTo>
                <a:lnTo>
                  <a:pt x="0" y="0"/>
                </a:lnTo>
                <a:lnTo>
                  <a:pt x="41728" y="20864"/>
                </a:lnTo>
                <a:lnTo>
                  <a:pt x="83456" y="0"/>
                </a:lnTo>
                <a:lnTo>
                  <a:pt x="41728" y="83456"/>
                </a:lnTo>
                <a:close/>
              </a:path>
            </a:pathLst>
          </a:custGeom>
          <a:solidFill xmlns:a="http://schemas.openxmlformats.org/drawingml/2006/main">
            <a:srgbClr val="FF999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85688F6-DB87-4305-9C32-16B7A7C1A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6348" y="1483137"/>
            <a:ext cx="83456" cy="83456"/>
          </a:xfrm>
          <a:custGeom xmlns:a="http://schemas.openxmlformats.org/drawingml/2006/main">
            <a:pathLst>
              <a:path w="83456" h="83456" fill="none">
                <a:moveTo>
                  <a:pt x="41728" y="83456"/>
                </a:moveTo>
                <a:lnTo>
                  <a:pt x="0" y="0"/>
                </a:lnTo>
                <a:lnTo>
                  <a:pt x="41728" y="20864"/>
                </a:lnTo>
                <a:lnTo>
                  <a:pt x="83456" y="0"/>
                </a:lnTo>
                <a:lnTo>
                  <a:pt x="41728" y="83456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0864" cap="flat">
            <a:solidFill>
              <a:srgbClr val="FF9999"/>
            </a:solidFill>
            <a:miter/>
          </a:ln>
        </p:spPr>
      </p:sp>
      <p:sp>
        <p:nvSpPr>
          <p:cNvPr id="29" name="Text Reducethe">
            <a:extLst xmlns:a="http://schemas.openxmlformats.org/drawingml/2006/main">
              <a:ext uri="{FF2B5EF4-FFF2-40B4-BE49-F238E27FC236}">
                <a16:creationId xmlns:a16="http://schemas.microsoft.com/office/drawing/2014/main" id="{2E06817F-D377-420D-90EA-9921FBA11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5936" y="443639"/>
            <a:ext cx="937763" cy="136615"/>
          </a:xfrm>
          <a:custGeom xmlns:a="http://schemas.openxmlformats.org/drawingml/2006/main">
            <a:pathLst>
              <a:path w="937763" h="136615">
                <a:moveTo>
                  <a:pt x="0" y="134414"/>
                </a:moveTo>
                <a:lnTo>
                  <a:pt x="0" y="0"/>
                </a:lnTo>
                <a:lnTo>
                  <a:pt x="59597" y="0"/>
                </a:lnTo>
                <a:cubicBezTo>
                  <a:pt x="71578" y="0"/>
                  <a:pt x="80685" y="1206"/>
                  <a:pt x="86920" y="3619"/>
                </a:cubicBezTo>
                <a:cubicBezTo>
                  <a:pt x="93155" y="6029"/>
                  <a:pt x="98136" y="10287"/>
                  <a:pt x="101865" y="16392"/>
                </a:cubicBezTo>
                <a:cubicBezTo>
                  <a:pt x="105594" y="22497"/>
                  <a:pt x="107458" y="29243"/>
                  <a:pt x="107458" y="36629"/>
                </a:cubicBezTo>
                <a:cubicBezTo>
                  <a:pt x="107458" y="46153"/>
                  <a:pt x="104371" y="54182"/>
                  <a:pt x="98198" y="60714"/>
                </a:cubicBezTo>
                <a:cubicBezTo>
                  <a:pt x="92024" y="67245"/>
                  <a:pt x="82488" y="71396"/>
                  <a:pt x="69591" y="73167"/>
                </a:cubicBezTo>
                <a:cubicBezTo>
                  <a:pt x="74298" y="75432"/>
                  <a:pt x="77873" y="77667"/>
                  <a:pt x="80318" y="79872"/>
                </a:cubicBezTo>
                <a:cubicBezTo>
                  <a:pt x="85514" y="84645"/>
                  <a:pt x="90435" y="90613"/>
                  <a:pt x="95080" y="97776"/>
                </a:cubicBezTo>
                <a:lnTo>
                  <a:pt x="118461" y="134414"/>
                </a:lnTo>
                <a:lnTo>
                  <a:pt x="96089" y="134414"/>
                </a:lnTo>
                <a:lnTo>
                  <a:pt x="78301" y="106407"/>
                </a:lnTo>
                <a:cubicBezTo>
                  <a:pt x="73106" y="98327"/>
                  <a:pt x="68827" y="92144"/>
                  <a:pt x="65465" y="87860"/>
                </a:cubicBezTo>
                <a:cubicBezTo>
                  <a:pt x="62103" y="83573"/>
                  <a:pt x="59093" y="80573"/>
                  <a:pt x="56434" y="78860"/>
                </a:cubicBezTo>
                <a:cubicBezTo>
                  <a:pt x="53775" y="77145"/>
                  <a:pt x="51070" y="75950"/>
                  <a:pt x="48319" y="75276"/>
                </a:cubicBezTo>
                <a:cubicBezTo>
                  <a:pt x="46302" y="74848"/>
                  <a:pt x="43002" y="74634"/>
                  <a:pt x="38417" y="74634"/>
                </a:cubicBezTo>
                <a:lnTo>
                  <a:pt x="17787" y="74634"/>
                </a:lnTo>
                <a:lnTo>
                  <a:pt x="17787" y="134414"/>
                </a:lnTo>
                <a:lnTo>
                  <a:pt x="0" y="134414"/>
                </a:lnTo>
                <a:moveTo>
                  <a:pt x="17787" y="59230"/>
                </a:moveTo>
                <a:lnTo>
                  <a:pt x="56021" y="59230"/>
                </a:lnTo>
                <a:cubicBezTo>
                  <a:pt x="64151" y="59230"/>
                  <a:pt x="70508" y="58392"/>
                  <a:pt x="75092" y="56715"/>
                </a:cubicBezTo>
                <a:cubicBezTo>
                  <a:pt x="79677" y="55037"/>
                  <a:pt x="83161" y="52354"/>
                  <a:pt x="85545" y="48663"/>
                </a:cubicBezTo>
                <a:cubicBezTo>
                  <a:pt x="87929" y="44973"/>
                  <a:pt x="89121" y="40962"/>
                  <a:pt x="89121" y="36629"/>
                </a:cubicBezTo>
                <a:cubicBezTo>
                  <a:pt x="89121" y="30286"/>
                  <a:pt x="86813" y="25071"/>
                  <a:pt x="82198" y="20985"/>
                </a:cubicBezTo>
                <a:cubicBezTo>
                  <a:pt x="77583" y="16897"/>
                  <a:pt x="70294" y="14853"/>
                  <a:pt x="60331" y="14853"/>
                </a:cubicBezTo>
                <a:lnTo>
                  <a:pt x="17787" y="14853"/>
                </a:lnTo>
                <a:lnTo>
                  <a:pt x="17787" y="59230"/>
                </a:lnTo>
                <a:close/>
                <a:moveTo>
                  <a:pt x="199848" y="103057"/>
                </a:moveTo>
                <a:lnTo>
                  <a:pt x="216902" y="105166"/>
                </a:lnTo>
                <a:cubicBezTo>
                  <a:pt x="214212" y="115129"/>
                  <a:pt x="209231" y="122862"/>
                  <a:pt x="201957" y="128363"/>
                </a:cubicBezTo>
                <a:cubicBezTo>
                  <a:pt x="194683" y="133864"/>
                  <a:pt x="185392" y="136615"/>
                  <a:pt x="174084" y="136615"/>
                </a:cubicBezTo>
                <a:cubicBezTo>
                  <a:pt x="159841" y="136615"/>
                  <a:pt x="148549" y="132229"/>
                  <a:pt x="140205" y="123458"/>
                </a:cubicBezTo>
                <a:cubicBezTo>
                  <a:pt x="131861" y="114686"/>
                  <a:pt x="127690" y="102385"/>
                  <a:pt x="127690" y="86553"/>
                </a:cubicBezTo>
                <a:cubicBezTo>
                  <a:pt x="127690" y="70172"/>
                  <a:pt x="131907" y="57458"/>
                  <a:pt x="140342" y="48411"/>
                </a:cubicBezTo>
                <a:cubicBezTo>
                  <a:pt x="148778" y="39365"/>
                  <a:pt x="159719" y="34841"/>
                  <a:pt x="173167" y="34841"/>
                </a:cubicBezTo>
                <a:cubicBezTo>
                  <a:pt x="186186" y="34841"/>
                  <a:pt x="196822" y="39266"/>
                  <a:pt x="205074" y="48116"/>
                </a:cubicBezTo>
                <a:cubicBezTo>
                  <a:pt x="213326" y="56964"/>
                  <a:pt x="217452" y="69412"/>
                  <a:pt x="217452" y="85462"/>
                </a:cubicBezTo>
                <a:cubicBezTo>
                  <a:pt x="217452" y="86438"/>
                  <a:pt x="217421" y="87902"/>
                  <a:pt x="217360" y="89854"/>
                </a:cubicBezTo>
                <a:lnTo>
                  <a:pt x="144743" y="89854"/>
                </a:lnTo>
                <a:cubicBezTo>
                  <a:pt x="145355" y="100520"/>
                  <a:pt x="148380" y="108688"/>
                  <a:pt x="153821" y="114358"/>
                </a:cubicBezTo>
                <a:cubicBezTo>
                  <a:pt x="159261" y="120027"/>
                  <a:pt x="166046" y="122862"/>
                  <a:pt x="174175" y="122862"/>
                </a:cubicBezTo>
                <a:cubicBezTo>
                  <a:pt x="180227" y="122862"/>
                  <a:pt x="185392" y="121288"/>
                  <a:pt x="189670" y="118140"/>
                </a:cubicBezTo>
                <a:cubicBezTo>
                  <a:pt x="193949" y="114990"/>
                  <a:pt x="197342" y="109962"/>
                  <a:pt x="199848" y="103057"/>
                </a:cubicBezTo>
                <a:moveTo>
                  <a:pt x="145660" y="76101"/>
                </a:moveTo>
                <a:lnTo>
                  <a:pt x="200031" y="76101"/>
                </a:lnTo>
                <a:cubicBezTo>
                  <a:pt x="199298" y="68044"/>
                  <a:pt x="197219" y="62001"/>
                  <a:pt x="193796" y="57972"/>
                </a:cubicBezTo>
                <a:cubicBezTo>
                  <a:pt x="188540" y="51720"/>
                  <a:pt x="181724" y="48595"/>
                  <a:pt x="173350" y="48595"/>
                </a:cubicBezTo>
                <a:cubicBezTo>
                  <a:pt x="165771" y="48595"/>
                  <a:pt x="159398" y="51090"/>
                  <a:pt x="154233" y="56081"/>
                </a:cubicBezTo>
                <a:cubicBezTo>
                  <a:pt x="149068" y="61071"/>
                  <a:pt x="146210" y="67744"/>
                  <a:pt x="145660" y="76101"/>
                </a:cubicBezTo>
                <a:close/>
                <a:moveTo>
                  <a:pt x="300767" y="134414"/>
                </a:moveTo>
                <a:lnTo>
                  <a:pt x="300767" y="122128"/>
                </a:lnTo>
                <a:cubicBezTo>
                  <a:pt x="294594" y="131786"/>
                  <a:pt x="285517" y="136615"/>
                  <a:pt x="273536" y="136615"/>
                </a:cubicBezTo>
                <a:cubicBezTo>
                  <a:pt x="265773" y="136615"/>
                  <a:pt x="258637" y="134475"/>
                  <a:pt x="252127" y="130197"/>
                </a:cubicBezTo>
                <a:cubicBezTo>
                  <a:pt x="245617" y="125918"/>
                  <a:pt x="240574" y="119943"/>
                  <a:pt x="236998" y="112272"/>
                </a:cubicBezTo>
                <a:cubicBezTo>
                  <a:pt x="233423" y="104600"/>
                  <a:pt x="231635" y="95783"/>
                  <a:pt x="231635" y="85820"/>
                </a:cubicBezTo>
                <a:cubicBezTo>
                  <a:pt x="231635" y="76101"/>
                  <a:pt x="233255" y="67284"/>
                  <a:pt x="236494" y="59368"/>
                </a:cubicBezTo>
                <a:cubicBezTo>
                  <a:pt x="239734" y="51452"/>
                  <a:pt x="244593" y="45385"/>
                  <a:pt x="251073" y="41168"/>
                </a:cubicBezTo>
                <a:cubicBezTo>
                  <a:pt x="257552" y="36950"/>
                  <a:pt x="264795" y="34841"/>
                  <a:pt x="272803" y="34841"/>
                </a:cubicBezTo>
                <a:cubicBezTo>
                  <a:pt x="278671" y="34841"/>
                  <a:pt x="283897" y="36079"/>
                  <a:pt x="288481" y="38555"/>
                </a:cubicBezTo>
                <a:cubicBezTo>
                  <a:pt x="293066" y="41030"/>
                  <a:pt x="296794" y="44255"/>
                  <a:pt x="299667" y="48228"/>
                </a:cubicBezTo>
                <a:lnTo>
                  <a:pt x="299667" y="0"/>
                </a:lnTo>
                <a:lnTo>
                  <a:pt x="316079" y="0"/>
                </a:lnTo>
                <a:lnTo>
                  <a:pt x="316079" y="134414"/>
                </a:lnTo>
                <a:lnTo>
                  <a:pt x="300767" y="134414"/>
                </a:lnTo>
                <a:moveTo>
                  <a:pt x="248597" y="85774"/>
                </a:moveTo>
                <a:cubicBezTo>
                  <a:pt x="248597" y="98198"/>
                  <a:pt x="251225" y="107485"/>
                  <a:pt x="256482" y="113636"/>
                </a:cubicBezTo>
                <a:cubicBezTo>
                  <a:pt x="261739" y="119786"/>
                  <a:pt x="267943" y="122862"/>
                  <a:pt x="275095" y="122862"/>
                </a:cubicBezTo>
                <a:cubicBezTo>
                  <a:pt x="282307" y="122862"/>
                  <a:pt x="288435" y="119924"/>
                  <a:pt x="293478" y="114048"/>
                </a:cubicBezTo>
                <a:cubicBezTo>
                  <a:pt x="298521" y="108171"/>
                  <a:pt x="301042" y="99202"/>
                  <a:pt x="301042" y="87143"/>
                </a:cubicBezTo>
                <a:cubicBezTo>
                  <a:pt x="301042" y="73868"/>
                  <a:pt x="298475" y="64124"/>
                  <a:pt x="293341" y="57912"/>
                </a:cubicBezTo>
                <a:cubicBezTo>
                  <a:pt x="288206" y="51700"/>
                  <a:pt x="281880" y="48595"/>
                  <a:pt x="274361" y="48595"/>
                </a:cubicBezTo>
                <a:cubicBezTo>
                  <a:pt x="267026" y="48595"/>
                  <a:pt x="260898" y="51579"/>
                  <a:pt x="255978" y="57548"/>
                </a:cubicBezTo>
                <a:cubicBezTo>
                  <a:pt x="251057" y="63516"/>
                  <a:pt x="248597" y="72924"/>
                  <a:pt x="248597" y="85774"/>
                </a:cubicBezTo>
                <a:close/>
                <a:moveTo>
                  <a:pt x="405813" y="134414"/>
                </a:moveTo>
                <a:lnTo>
                  <a:pt x="405813" y="120111"/>
                </a:lnTo>
                <a:cubicBezTo>
                  <a:pt x="398233" y="131114"/>
                  <a:pt x="387934" y="136615"/>
                  <a:pt x="374914" y="136615"/>
                </a:cubicBezTo>
                <a:cubicBezTo>
                  <a:pt x="369168" y="136615"/>
                  <a:pt x="363805" y="135515"/>
                  <a:pt x="358823" y="133314"/>
                </a:cubicBezTo>
                <a:cubicBezTo>
                  <a:pt x="353841" y="131114"/>
                  <a:pt x="350143" y="128348"/>
                  <a:pt x="347729" y="125016"/>
                </a:cubicBezTo>
                <a:cubicBezTo>
                  <a:pt x="345314" y="121685"/>
                  <a:pt x="343618" y="117605"/>
                  <a:pt x="342640" y="112776"/>
                </a:cubicBezTo>
                <a:cubicBezTo>
                  <a:pt x="341968" y="109536"/>
                  <a:pt x="341632" y="104402"/>
                  <a:pt x="341632" y="97372"/>
                </a:cubicBezTo>
                <a:lnTo>
                  <a:pt x="341632" y="37042"/>
                </a:lnTo>
                <a:lnTo>
                  <a:pt x="358135" y="37042"/>
                </a:lnTo>
                <a:lnTo>
                  <a:pt x="358135" y="91046"/>
                </a:lnTo>
                <a:cubicBezTo>
                  <a:pt x="358135" y="99665"/>
                  <a:pt x="358472" y="105471"/>
                  <a:pt x="359144" y="108467"/>
                </a:cubicBezTo>
                <a:cubicBezTo>
                  <a:pt x="360183" y="112807"/>
                  <a:pt x="362384" y="116214"/>
                  <a:pt x="365745" y="118690"/>
                </a:cubicBezTo>
                <a:cubicBezTo>
                  <a:pt x="369107" y="121165"/>
                  <a:pt x="373264" y="122403"/>
                  <a:pt x="378215" y="122403"/>
                </a:cubicBezTo>
                <a:cubicBezTo>
                  <a:pt x="383166" y="122403"/>
                  <a:pt x="387812" y="121135"/>
                  <a:pt x="392152" y="118598"/>
                </a:cubicBezTo>
                <a:cubicBezTo>
                  <a:pt x="396491" y="116061"/>
                  <a:pt x="399563" y="112608"/>
                  <a:pt x="401366" y="108237"/>
                </a:cubicBezTo>
                <a:cubicBezTo>
                  <a:pt x="403169" y="103867"/>
                  <a:pt x="404071" y="97525"/>
                  <a:pt x="404071" y="89212"/>
                </a:cubicBezTo>
                <a:lnTo>
                  <a:pt x="404071" y="37042"/>
                </a:lnTo>
                <a:lnTo>
                  <a:pt x="420575" y="37042"/>
                </a:lnTo>
                <a:lnTo>
                  <a:pt x="420575" y="134414"/>
                </a:lnTo>
                <a:lnTo>
                  <a:pt x="405813" y="134414"/>
                </a:lnTo>
                <a:close/>
                <a:moveTo>
                  <a:pt x="509942" y="98656"/>
                </a:moveTo>
                <a:lnTo>
                  <a:pt x="526170" y="100765"/>
                </a:lnTo>
                <a:cubicBezTo>
                  <a:pt x="524398" y="111979"/>
                  <a:pt x="519859" y="120759"/>
                  <a:pt x="512555" y="127102"/>
                </a:cubicBezTo>
                <a:cubicBezTo>
                  <a:pt x="505250" y="133444"/>
                  <a:pt x="496280" y="136615"/>
                  <a:pt x="485644" y="136615"/>
                </a:cubicBezTo>
                <a:cubicBezTo>
                  <a:pt x="472319" y="136615"/>
                  <a:pt x="461607" y="132260"/>
                  <a:pt x="453508" y="123549"/>
                </a:cubicBezTo>
                <a:cubicBezTo>
                  <a:pt x="445409" y="114839"/>
                  <a:pt x="441359" y="102354"/>
                  <a:pt x="441359" y="86095"/>
                </a:cubicBezTo>
                <a:cubicBezTo>
                  <a:pt x="441359" y="75581"/>
                  <a:pt x="443101" y="66382"/>
                  <a:pt x="446585" y="58497"/>
                </a:cubicBezTo>
                <a:cubicBezTo>
                  <a:pt x="450069" y="50612"/>
                  <a:pt x="455372" y="44698"/>
                  <a:pt x="462493" y="40755"/>
                </a:cubicBezTo>
                <a:cubicBezTo>
                  <a:pt x="469614" y="36813"/>
                  <a:pt x="477362" y="34841"/>
                  <a:pt x="485736" y="34841"/>
                </a:cubicBezTo>
                <a:cubicBezTo>
                  <a:pt x="496311" y="34841"/>
                  <a:pt x="504960" y="37524"/>
                  <a:pt x="511684" y="42890"/>
                </a:cubicBezTo>
                <a:cubicBezTo>
                  <a:pt x="518407" y="48254"/>
                  <a:pt x="522717" y="55870"/>
                  <a:pt x="524612" y="65740"/>
                </a:cubicBezTo>
                <a:lnTo>
                  <a:pt x="508566" y="68216"/>
                </a:lnTo>
                <a:cubicBezTo>
                  <a:pt x="507038" y="61706"/>
                  <a:pt x="504333" y="56808"/>
                  <a:pt x="500452" y="53523"/>
                </a:cubicBezTo>
                <a:cubicBezTo>
                  <a:pt x="496570" y="50237"/>
                  <a:pt x="491879" y="48595"/>
                  <a:pt x="486378" y="48595"/>
                </a:cubicBezTo>
                <a:cubicBezTo>
                  <a:pt x="478065" y="48595"/>
                  <a:pt x="471310" y="51560"/>
                  <a:pt x="466115" y="57491"/>
                </a:cubicBezTo>
                <a:cubicBezTo>
                  <a:pt x="460919" y="63420"/>
                  <a:pt x="458321" y="72802"/>
                  <a:pt x="458321" y="85636"/>
                </a:cubicBezTo>
                <a:cubicBezTo>
                  <a:pt x="458321" y="98654"/>
                  <a:pt x="460827" y="108113"/>
                  <a:pt x="465840" y="114014"/>
                </a:cubicBezTo>
                <a:cubicBezTo>
                  <a:pt x="470852" y="119912"/>
                  <a:pt x="477392" y="122862"/>
                  <a:pt x="485461" y="122862"/>
                </a:cubicBezTo>
                <a:cubicBezTo>
                  <a:pt x="491940" y="122862"/>
                  <a:pt x="497350" y="120883"/>
                  <a:pt x="501690" y="116925"/>
                </a:cubicBezTo>
                <a:cubicBezTo>
                  <a:pt x="506030" y="112967"/>
                  <a:pt x="508780" y="106877"/>
                  <a:pt x="509942" y="98656"/>
                </a:cubicBezTo>
                <a:close/>
                <a:moveTo>
                  <a:pt x="606947" y="103057"/>
                </a:moveTo>
                <a:lnTo>
                  <a:pt x="624001" y="105166"/>
                </a:lnTo>
                <a:cubicBezTo>
                  <a:pt x="621312" y="115129"/>
                  <a:pt x="616330" y="122862"/>
                  <a:pt x="609056" y="128363"/>
                </a:cubicBezTo>
                <a:cubicBezTo>
                  <a:pt x="601782" y="133864"/>
                  <a:pt x="592491" y="136615"/>
                  <a:pt x="581183" y="136615"/>
                </a:cubicBezTo>
                <a:cubicBezTo>
                  <a:pt x="566941" y="136615"/>
                  <a:pt x="555648" y="132229"/>
                  <a:pt x="547304" y="123458"/>
                </a:cubicBezTo>
                <a:cubicBezTo>
                  <a:pt x="538961" y="114686"/>
                  <a:pt x="534789" y="102385"/>
                  <a:pt x="534789" y="86553"/>
                </a:cubicBezTo>
                <a:cubicBezTo>
                  <a:pt x="534789" y="70172"/>
                  <a:pt x="539007" y="57458"/>
                  <a:pt x="547442" y="48411"/>
                </a:cubicBezTo>
                <a:cubicBezTo>
                  <a:pt x="555877" y="39365"/>
                  <a:pt x="566819" y="34841"/>
                  <a:pt x="580266" y="34841"/>
                </a:cubicBezTo>
                <a:cubicBezTo>
                  <a:pt x="593286" y="34841"/>
                  <a:pt x="603921" y="39266"/>
                  <a:pt x="612173" y="48116"/>
                </a:cubicBezTo>
                <a:cubicBezTo>
                  <a:pt x="620425" y="56964"/>
                  <a:pt x="624551" y="69412"/>
                  <a:pt x="624551" y="85462"/>
                </a:cubicBezTo>
                <a:cubicBezTo>
                  <a:pt x="624551" y="86438"/>
                  <a:pt x="624521" y="87902"/>
                  <a:pt x="624460" y="89854"/>
                </a:cubicBezTo>
                <a:lnTo>
                  <a:pt x="551843" y="89854"/>
                </a:lnTo>
                <a:cubicBezTo>
                  <a:pt x="552454" y="100520"/>
                  <a:pt x="555480" y="108688"/>
                  <a:pt x="560920" y="114358"/>
                </a:cubicBezTo>
                <a:cubicBezTo>
                  <a:pt x="566360" y="120027"/>
                  <a:pt x="573145" y="122862"/>
                  <a:pt x="581275" y="122862"/>
                </a:cubicBezTo>
                <a:cubicBezTo>
                  <a:pt x="587326" y="122862"/>
                  <a:pt x="592491" y="121288"/>
                  <a:pt x="596770" y="118140"/>
                </a:cubicBezTo>
                <a:cubicBezTo>
                  <a:pt x="601049" y="114990"/>
                  <a:pt x="604441" y="109962"/>
                  <a:pt x="606947" y="103057"/>
                </a:cubicBezTo>
                <a:moveTo>
                  <a:pt x="552760" y="76101"/>
                </a:moveTo>
                <a:lnTo>
                  <a:pt x="607131" y="76101"/>
                </a:lnTo>
                <a:cubicBezTo>
                  <a:pt x="606397" y="68044"/>
                  <a:pt x="604319" y="62001"/>
                  <a:pt x="600896" y="57972"/>
                </a:cubicBezTo>
                <a:cubicBezTo>
                  <a:pt x="595639" y="51720"/>
                  <a:pt x="588824" y="48595"/>
                  <a:pt x="580449" y="48595"/>
                </a:cubicBezTo>
                <a:cubicBezTo>
                  <a:pt x="572870" y="48595"/>
                  <a:pt x="566498" y="51090"/>
                  <a:pt x="561333" y="56081"/>
                </a:cubicBezTo>
                <a:cubicBezTo>
                  <a:pt x="556167" y="61071"/>
                  <a:pt x="553310" y="67744"/>
                  <a:pt x="552760" y="76101"/>
                </a:cubicBezTo>
                <a:close/>
                <a:moveTo>
                  <a:pt x="732929" y="119836"/>
                </a:moveTo>
                <a:lnTo>
                  <a:pt x="735313" y="134414"/>
                </a:lnTo>
                <a:cubicBezTo>
                  <a:pt x="730667" y="135270"/>
                  <a:pt x="726511" y="135698"/>
                  <a:pt x="722843" y="135698"/>
                </a:cubicBezTo>
                <a:cubicBezTo>
                  <a:pt x="716853" y="135698"/>
                  <a:pt x="712208" y="134750"/>
                  <a:pt x="708907" y="132856"/>
                </a:cubicBezTo>
                <a:cubicBezTo>
                  <a:pt x="705606" y="130961"/>
                  <a:pt x="703283" y="128470"/>
                  <a:pt x="701939" y="125383"/>
                </a:cubicBezTo>
                <a:cubicBezTo>
                  <a:pt x="700594" y="122296"/>
                  <a:pt x="699922" y="115802"/>
                  <a:pt x="699922" y="105899"/>
                </a:cubicBezTo>
                <a:lnTo>
                  <a:pt x="699922" y="49878"/>
                </a:lnTo>
                <a:lnTo>
                  <a:pt x="687819" y="49878"/>
                </a:lnTo>
                <a:lnTo>
                  <a:pt x="687819" y="37042"/>
                </a:lnTo>
                <a:lnTo>
                  <a:pt x="699922" y="37042"/>
                </a:lnTo>
                <a:lnTo>
                  <a:pt x="699922" y="12862"/>
                </a:lnTo>
                <a:lnTo>
                  <a:pt x="716334" y="2934"/>
                </a:lnTo>
                <a:lnTo>
                  <a:pt x="716334" y="37042"/>
                </a:lnTo>
                <a:lnTo>
                  <a:pt x="732929" y="37042"/>
                </a:lnTo>
                <a:lnTo>
                  <a:pt x="732929" y="49878"/>
                </a:lnTo>
                <a:lnTo>
                  <a:pt x="716334" y="49878"/>
                </a:lnTo>
                <a:lnTo>
                  <a:pt x="716334" y="106816"/>
                </a:lnTo>
                <a:cubicBezTo>
                  <a:pt x="716334" y="111523"/>
                  <a:pt x="716624" y="114549"/>
                  <a:pt x="717205" y="115893"/>
                </a:cubicBezTo>
                <a:cubicBezTo>
                  <a:pt x="717785" y="117238"/>
                  <a:pt x="718733" y="118308"/>
                  <a:pt x="720047" y="119102"/>
                </a:cubicBezTo>
                <a:cubicBezTo>
                  <a:pt x="721361" y="119897"/>
                  <a:pt x="723241" y="120294"/>
                  <a:pt x="725686" y="120294"/>
                </a:cubicBezTo>
                <a:cubicBezTo>
                  <a:pt x="727520" y="120294"/>
                  <a:pt x="729934" y="120142"/>
                  <a:pt x="732929" y="119836"/>
                </a:cubicBezTo>
                <a:close/>
                <a:moveTo>
                  <a:pt x="749097" y="134414"/>
                </a:moveTo>
                <a:lnTo>
                  <a:pt x="749097" y="0"/>
                </a:lnTo>
                <a:lnTo>
                  <a:pt x="765601" y="0"/>
                </a:lnTo>
                <a:lnTo>
                  <a:pt x="765601" y="48228"/>
                </a:lnTo>
                <a:cubicBezTo>
                  <a:pt x="773303" y="39303"/>
                  <a:pt x="783022" y="34841"/>
                  <a:pt x="794758" y="34841"/>
                </a:cubicBezTo>
                <a:cubicBezTo>
                  <a:pt x="801970" y="34841"/>
                  <a:pt x="808236" y="36263"/>
                  <a:pt x="813554" y="39105"/>
                </a:cubicBezTo>
                <a:cubicBezTo>
                  <a:pt x="818872" y="41947"/>
                  <a:pt x="822677" y="45874"/>
                  <a:pt x="824969" y="50887"/>
                </a:cubicBezTo>
                <a:cubicBezTo>
                  <a:pt x="827261" y="55899"/>
                  <a:pt x="828407" y="63173"/>
                  <a:pt x="828407" y="72708"/>
                </a:cubicBezTo>
                <a:lnTo>
                  <a:pt x="828407" y="134414"/>
                </a:lnTo>
                <a:lnTo>
                  <a:pt x="811903" y="134414"/>
                </a:lnTo>
                <a:lnTo>
                  <a:pt x="811903" y="72708"/>
                </a:lnTo>
                <a:cubicBezTo>
                  <a:pt x="811903" y="64456"/>
                  <a:pt x="810115" y="58451"/>
                  <a:pt x="806540" y="54692"/>
                </a:cubicBezTo>
                <a:cubicBezTo>
                  <a:pt x="802964" y="50933"/>
                  <a:pt x="797906" y="49053"/>
                  <a:pt x="791365" y="49053"/>
                </a:cubicBezTo>
                <a:cubicBezTo>
                  <a:pt x="786475" y="49053"/>
                  <a:pt x="781876" y="50321"/>
                  <a:pt x="777566" y="52858"/>
                </a:cubicBezTo>
                <a:cubicBezTo>
                  <a:pt x="773257" y="55395"/>
                  <a:pt x="770185" y="58833"/>
                  <a:pt x="768352" y="63173"/>
                </a:cubicBezTo>
                <a:cubicBezTo>
                  <a:pt x="766518" y="67513"/>
                  <a:pt x="765601" y="73503"/>
                  <a:pt x="765601" y="81144"/>
                </a:cubicBezTo>
                <a:lnTo>
                  <a:pt x="765601" y="134414"/>
                </a:lnTo>
                <a:lnTo>
                  <a:pt x="749097" y="134414"/>
                </a:lnTo>
                <a:close/>
                <a:moveTo>
                  <a:pt x="920159" y="103057"/>
                </a:moveTo>
                <a:lnTo>
                  <a:pt x="937213" y="105166"/>
                </a:lnTo>
                <a:cubicBezTo>
                  <a:pt x="934523" y="115129"/>
                  <a:pt x="929541" y="122862"/>
                  <a:pt x="922268" y="128363"/>
                </a:cubicBezTo>
                <a:cubicBezTo>
                  <a:pt x="914994" y="133864"/>
                  <a:pt x="905703" y="136615"/>
                  <a:pt x="894394" y="136615"/>
                </a:cubicBezTo>
                <a:cubicBezTo>
                  <a:pt x="880152" y="136615"/>
                  <a:pt x="868859" y="132229"/>
                  <a:pt x="860516" y="123458"/>
                </a:cubicBezTo>
                <a:cubicBezTo>
                  <a:pt x="852172" y="114686"/>
                  <a:pt x="848000" y="102385"/>
                  <a:pt x="848000" y="86553"/>
                </a:cubicBezTo>
                <a:cubicBezTo>
                  <a:pt x="848000" y="70172"/>
                  <a:pt x="852218" y="57458"/>
                  <a:pt x="860653" y="48411"/>
                </a:cubicBezTo>
                <a:cubicBezTo>
                  <a:pt x="869089" y="39365"/>
                  <a:pt x="880030" y="34841"/>
                  <a:pt x="893478" y="34841"/>
                </a:cubicBezTo>
                <a:cubicBezTo>
                  <a:pt x="906497" y="34841"/>
                  <a:pt x="917133" y="39266"/>
                  <a:pt x="925385" y="48116"/>
                </a:cubicBezTo>
                <a:cubicBezTo>
                  <a:pt x="933637" y="56964"/>
                  <a:pt x="937763" y="69412"/>
                  <a:pt x="937763" y="85462"/>
                </a:cubicBezTo>
                <a:cubicBezTo>
                  <a:pt x="937763" y="86438"/>
                  <a:pt x="937732" y="87902"/>
                  <a:pt x="937671" y="89854"/>
                </a:cubicBezTo>
                <a:lnTo>
                  <a:pt x="865054" y="89854"/>
                </a:lnTo>
                <a:cubicBezTo>
                  <a:pt x="865666" y="100520"/>
                  <a:pt x="868691" y="108688"/>
                  <a:pt x="874131" y="114358"/>
                </a:cubicBezTo>
                <a:cubicBezTo>
                  <a:pt x="879572" y="120027"/>
                  <a:pt x="886356" y="122862"/>
                  <a:pt x="894486" y="122862"/>
                </a:cubicBezTo>
                <a:cubicBezTo>
                  <a:pt x="900538" y="122862"/>
                  <a:pt x="905703" y="121288"/>
                  <a:pt x="909981" y="118140"/>
                </a:cubicBezTo>
                <a:cubicBezTo>
                  <a:pt x="914260" y="114990"/>
                  <a:pt x="917653" y="109962"/>
                  <a:pt x="920159" y="103057"/>
                </a:cubicBezTo>
                <a:moveTo>
                  <a:pt x="865971" y="76101"/>
                </a:moveTo>
                <a:lnTo>
                  <a:pt x="920342" y="76101"/>
                </a:lnTo>
                <a:cubicBezTo>
                  <a:pt x="919609" y="68044"/>
                  <a:pt x="917530" y="62001"/>
                  <a:pt x="914107" y="57972"/>
                </a:cubicBezTo>
                <a:cubicBezTo>
                  <a:pt x="908851" y="51720"/>
                  <a:pt x="902035" y="48595"/>
                  <a:pt x="893661" y="48595"/>
                </a:cubicBezTo>
                <a:cubicBezTo>
                  <a:pt x="886081" y="48595"/>
                  <a:pt x="879709" y="51090"/>
                  <a:pt x="874544" y="56081"/>
                </a:cubicBezTo>
                <a:cubicBezTo>
                  <a:pt x="869379" y="61071"/>
                  <a:pt x="866521" y="67744"/>
                  <a:pt x="865971" y="7610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" name="Text weights">
            <a:extLst xmlns:a="http://schemas.openxmlformats.org/drawingml/2006/main">
              <a:ext uri="{FF2B5EF4-FFF2-40B4-BE49-F238E27FC236}">
                <a16:creationId xmlns:a16="http://schemas.microsoft.com/office/drawing/2014/main" id="{89854FE8-BA39-4D25-96C0-503782B11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3584" y="673144"/>
            <a:ext cx="628769" cy="174023"/>
          </a:xfrm>
          <a:custGeom xmlns:a="http://schemas.openxmlformats.org/drawingml/2006/main">
            <a:pathLst>
              <a:path w="628769" h="174023">
                <a:moveTo>
                  <a:pt x="29799" y="134414"/>
                </a:moveTo>
                <a:lnTo>
                  <a:pt x="0" y="37042"/>
                </a:lnTo>
                <a:lnTo>
                  <a:pt x="17054" y="37042"/>
                </a:lnTo>
                <a:lnTo>
                  <a:pt x="32549" y="93238"/>
                </a:lnTo>
                <a:lnTo>
                  <a:pt x="38325" y="114151"/>
                </a:lnTo>
                <a:cubicBezTo>
                  <a:pt x="38570" y="113114"/>
                  <a:pt x="40251" y="106428"/>
                  <a:pt x="43368" y="94092"/>
                </a:cubicBezTo>
                <a:lnTo>
                  <a:pt x="58864" y="37042"/>
                </a:lnTo>
                <a:lnTo>
                  <a:pt x="75826" y="37042"/>
                </a:lnTo>
                <a:lnTo>
                  <a:pt x="90404" y="93510"/>
                </a:lnTo>
                <a:lnTo>
                  <a:pt x="95264" y="112134"/>
                </a:lnTo>
                <a:lnTo>
                  <a:pt x="100857" y="93335"/>
                </a:lnTo>
                <a:lnTo>
                  <a:pt x="117544" y="37042"/>
                </a:lnTo>
                <a:lnTo>
                  <a:pt x="133589" y="37042"/>
                </a:lnTo>
                <a:lnTo>
                  <a:pt x="103149" y="134414"/>
                </a:lnTo>
                <a:lnTo>
                  <a:pt x="86003" y="134414"/>
                </a:lnTo>
                <a:lnTo>
                  <a:pt x="70508" y="76069"/>
                </a:lnTo>
                <a:lnTo>
                  <a:pt x="66749" y="59505"/>
                </a:lnTo>
                <a:lnTo>
                  <a:pt x="47036" y="134414"/>
                </a:lnTo>
                <a:lnTo>
                  <a:pt x="29799" y="134414"/>
                </a:lnTo>
                <a:close/>
                <a:moveTo>
                  <a:pt x="214059" y="103057"/>
                </a:moveTo>
                <a:lnTo>
                  <a:pt x="231113" y="105166"/>
                </a:lnTo>
                <a:cubicBezTo>
                  <a:pt x="228424" y="115129"/>
                  <a:pt x="223442" y="122862"/>
                  <a:pt x="216168" y="128363"/>
                </a:cubicBezTo>
                <a:cubicBezTo>
                  <a:pt x="208894" y="133864"/>
                  <a:pt x="199603" y="136615"/>
                  <a:pt x="188295" y="136615"/>
                </a:cubicBezTo>
                <a:cubicBezTo>
                  <a:pt x="174053" y="136615"/>
                  <a:pt x="162760" y="132229"/>
                  <a:pt x="154416" y="123458"/>
                </a:cubicBezTo>
                <a:cubicBezTo>
                  <a:pt x="146073" y="114686"/>
                  <a:pt x="141901" y="102385"/>
                  <a:pt x="141901" y="86553"/>
                </a:cubicBezTo>
                <a:cubicBezTo>
                  <a:pt x="141901" y="70172"/>
                  <a:pt x="146119" y="57458"/>
                  <a:pt x="154554" y="48411"/>
                </a:cubicBezTo>
                <a:cubicBezTo>
                  <a:pt x="162989" y="39365"/>
                  <a:pt x="173931" y="34841"/>
                  <a:pt x="187378" y="34841"/>
                </a:cubicBezTo>
                <a:cubicBezTo>
                  <a:pt x="200398" y="34841"/>
                  <a:pt x="211034" y="39266"/>
                  <a:pt x="219286" y="48116"/>
                </a:cubicBezTo>
                <a:cubicBezTo>
                  <a:pt x="227537" y="56964"/>
                  <a:pt x="231663" y="69412"/>
                  <a:pt x="231663" y="85462"/>
                </a:cubicBezTo>
                <a:cubicBezTo>
                  <a:pt x="231663" y="86438"/>
                  <a:pt x="231633" y="87902"/>
                  <a:pt x="231572" y="89854"/>
                </a:cubicBezTo>
                <a:lnTo>
                  <a:pt x="158955" y="89854"/>
                </a:lnTo>
                <a:cubicBezTo>
                  <a:pt x="159566" y="100520"/>
                  <a:pt x="162592" y="108688"/>
                  <a:pt x="168032" y="114358"/>
                </a:cubicBezTo>
                <a:cubicBezTo>
                  <a:pt x="173472" y="120027"/>
                  <a:pt x="180257" y="122862"/>
                  <a:pt x="188387" y="122862"/>
                </a:cubicBezTo>
                <a:cubicBezTo>
                  <a:pt x="194438" y="122862"/>
                  <a:pt x="199603" y="121288"/>
                  <a:pt x="203882" y="118140"/>
                </a:cubicBezTo>
                <a:cubicBezTo>
                  <a:pt x="208161" y="114990"/>
                  <a:pt x="211553" y="109962"/>
                  <a:pt x="214059" y="103057"/>
                </a:cubicBezTo>
                <a:moveTo>
                  <a:pt x="159872" y="76101"/>
                </a:moveTo>
                <a:lnTo>
                  <a:pt x="214243" y="76101"/>
                </a:lnTo>
                <a:cubicBezTo>
                  <a:pt x="213509" y="68044"/>
                  <a:pt x="211431" y="62001"/>
                  <a:pt x="208008" y="57972"/>
                </a:cubicBezTo>
                <a:cubicBezTo>
                  <a:pt x="202751" y="51720"/>
                  <a:pt x="195936" y="48595"/>
                  <a:pt x="187562" y="48595"/>
                </a:cubicBezTo>
                <a:cubicBezTo>
                  <a:pt x="179982" y="48595"/>
                  <a:pt x="173610" y="51090"/>
                  <a:pt x="168445" y="56081"/>
                </a:cubicBezTo>
                <a:cubicBezTo>
                  <a:pt x="163280" y="61071"/>
                  <a:pt x="160422" y="67744"/>
                  <a:pt x="159872" y="76101"/>
                </a:cubicBezTo>
                <a:close/>
                <a:moveTo>
                  <a:pt x="251898" y="19071"/>
                </a:moveTo>
                <a:lnTo>
                  <a:pt x="251898" y="0"/>
                </a:lnTo>
                <a:lnTo>
                  <a:pt x="268402" y="0"/>
                </a:lnTo>
                <a:lnTo>
                  <a:pt x="268402" y="19071"/>
                </a:lnTo>
                <a:lnTo>
                  <a:pt x="251898" y="19071"/>
                </a:lnTo>
                <a:moveTo>
                  <a:pt x="251898" y="134414"/>
                </a:moveTo>
                <a:lnTo>
                  <a:pt x="251898" y="37042"/>
                </a:lnTo>
                <a:lnTo>
                  <a:pt x="268402" y="37042"/>
                </a:lnTo>
                <a:lnTo>
                  <a:pt x="268402" y="134414"/>
                </a:lnTo>
                <a:lnTo>
                  <a:pt x="251898" y="134414"/>
                </a:lnTo>
                <a:close/>
                <a:moveTo>
                  <a:pt x="290467" y="142483"/>
                </a:moveTo>
                <a:lnTo>
                  <a:pt x="306512" y="144867"/>
                </a:lnTo>
                <a:cubicBezTo>
                  <a:pt x="307185" y="149818"/>
                  <a:pt x="309049" y="153424"/>
                  <a:pt x="312105" y="155686"/>
                </a:cubicBezTo>
                <a:cubicBezTo>
                  <a:pt x="316201" y="158742"/>
                  <a:pt x="321794" y="160270"/>
                  <a:pt x="328884" y="160270"/>
                </a:cubicBezTo>
                <a:cubicBezTo>
                  <a:pt x="336525" y="160270"/>
                  <a:pt x="342423" y="158738"/>
                  <a:pt x="346580" y="155674"/>
                </a:cubicBezTo>
                <a:cubicBezTo>
                  <a:pt x="350736" y="152612"/>
                  <a:pt x="353548" y="148324"/>
                  <a:pt x="355015" y="142809"/>
                </a:cubicBezTo>
                <a:cubicBezTo>
                  <a:pt x="355871" y="139442"/>
                  <a:pt x="356268" y="132367"/>
                  <a:pt x="356207" y="121584"/>
                </a:cubicBezTo>
                <a:cubicBezTo>
                  <a:pt x="348994" y="130137"/>
                  <a:pt x="340009" y="134414"/>
                  <a:pt x="329251" y="134414"/>
                </a:cubicBezTo>
                <a:cubicBezTo>
                  <a:pt x="315864" y="134414"/>
                  <a:pt x="305504" y="129585"/>
                  <a:pt x="298169" y="119928"/>
                </a:cubicBezTo>
                <a:cubicBezTo>
                  <a:pt x="290834" y="110270"/>
                  <a:pt x="287166" y="98687"/>
                  <a:pt x="287166" y="85178"/>
                </a:cubicBezTo>
                <a:cubicBezTo>
                  <a:pt x="287166" y="75887"/>
                  <a:pt x="288847" y="67314"/>
                  <a:pt x="292209" y="59460"/>
                </a:cubicBezTo>
                <a:cubicBezTo>
                  <a:pt x="295571" y="51605"/>
                  <a:pt x="300446" y="45538"/>
                  <a:pt x="306833" y="41259"/>
                </a:cubicBezTo>
                <a:cubicBezTo>
                  <a:pt x="313221" y="36981"/>
                  <a:pt x="320724" y="34841"/>
                  <a:pt x="329343" y="34841"/>
                </a:cubicBezTo>
                <a:cubicBezTo>
                  <a:pt x="340834" y="34841"/>
                  <a:pt x="350308" y="39517"/>
                  <a:pt x="357766" y="48870"/>
                </a:cubicBezTo>
                <a:lnTo>
                  <a:pt x="357766" y="37042"/>
                </a:lnTo>
                <a:lnTo>
                  <a:pt x="372986" y="37042"/>
                </a:lnTo>
                <a:lnTo>
                  <a:pt x="372986" y="121269"/>
                </a:lnTo>
                <a:cubicBezTo>
                  <a:pt x="372986" y="136437"/>
                  <a:pt x="371443" y="147187"/>
                  <a:pt x="368356" y="153517"/>
                </a:cubicBezTo>
                <a:cubicBezTo>
                  <a:pt x="365269" y="159847"/>
                  <a:pt x="360379" y="164847"/>
                  <a:pt x="353686" y="168516"/>
                </a:cubicBezTo>
                <a:cubicBezTo>
                  <a:pt x="346992" y="172188"/>
                  <a:pt x="338756" y="174023"/>
                  <a:pt x="328976" y="174023"/>
                </a:cubicBezTo>
                <a:cubicBezTo>
                  <a:pt x="317362" y="174023"/>
                  <a:pt x="307979" y="171403"/>
                  <a:pt x="300828" y="166161"/>
                </a:cubicBezTo>
                <a:cubicBezTo>
                  <a:pt x="293676" y="160920"/>
                  <a:pt x="290222" y="153027"/>
                  <a:pt x="290467" y="142483"/>
                </a:cubicBezTo>
                <a:moveTo>
                  <a:pt x="304128" y="83989"/>
                </a:moveTo>
                <a:cubicBezTo>
                  <a:pt x="304128" y="96732"/>
                  <a:pt x="306665" y="106029"/>
                  <a:pt x="311739" y="111882"/>
                </a:cubicBezTo>
                <a:cubicBezTo>
                  <a:pt x="316812" y="117735"/>
                  <a:pt x="323169" y="120661"/>
                  <a:pt x="330810" y="120661"/>
                </a:cubicBezTo>
                <a:cubicBezTo>
                  <a:pt x="338389" y="120661"/>
                  <a:pt x="344746" y="117750"/>
                  <a:pt x="349881" y="111928"/>
                </a:cubicBezTo>
                <a:cubicBezTo>
                  <a:pt x="355015" y="106106"/>
                  <a:pt x="357582" y="96975"/>
                  <a:pt x="357582" y="84536"/>
                </a:cubicBezTo>
                <a:cubicBezTo>
                  <a:pt x="357582" y="72647"/>
                  <a:pt x="354939" y="63685"/>
                  <a:pt x="349651" y="57649"/>
                </a:cubicBezTo>
                <a:cubicBezTo>
                  <a:pt x="344364" y="51613"/>
                  <a:pt x="337992" y="48595"/>
                  <a:pt x="330535" y="48595"/>
                </a:cubicBezTo>
                <a:cubicBezTo>
                  <a:pt x="323199" y="48595"/>
                  <a:pt x="316965" y="51567"/>
                  <a:pt x="311830" y="57511"/>
                </a:cubicBezTo>
                <a:cubicBezTo>
                  <a:pt x="306696" y="63456"/>
                  <a:pt x="304128" y="72281"/>
                  <a:pt x="304128" y="83989"/>
                </a:cubicBezTo>
                <a:close/>
                <a:moveTo>
                  <a:pt x="397896" y="134414"/>
                </a:moveTo>
                <a:lnTo>
                  <a:pt x="397896" y="0"/>
                </a:lnTo>
                <a:lnTo>
                  <a:pt x="414400" y="0"/>
                </a:lnTo>
                <a:lnTo>
                  <a:pt x="414400" y="48228"/>
                </a:lnTo>
                <a:cubicBezTo>
                  <a:pt x="422102" y="39303"/>
                  <a:pt x="431821" y="34841"/>
                  <a:pt x="443557" y="34841"/>
                </a:cubicBezTo>
                <a:cubicBezTo>
                  <a:pt x="450770" y="34841"/>
                  <a:pt x="457035" y="36263"/>
                  <a:pt x="462353" y="39105"/>
                </a:cubicBezTo>
                <a:cubicBezTo>
                  <a:pt x="467671" y="41947"/>
                  <a:pt x="471476" y="45874"/>
                  <a:pt x="473768" y="50887"/>
                </a:cubicBezTo>
                <a:cubicBezTo>
                  <a:pt x="476060" y="55899"/>
                  <a:pt x="477206" y="63173"/>
                  <a:pt x="477206" y="72708"/>
                </a:cubicBezTo>
                <a:lnTo>
                  <a:pt x="477206" y="134414"/>
                </a:lnTo>
                <a:lnTo>
                  <a:pt x="460702" y="134414"/>
                </a:lnTo>
                <a:lnTo>
                  <a:pt x="460702" y="72708"/>
                </a:lnTo>
                <a:cubicBezTo>
                  <a:pt x="460702" y="64456"/>
                  <a:pt x="458914" y="58451"/>
                  <a:pt x="455339" y="54692"/>
                </a:cubicBezTo>
                <a:cubicBezTo>
                  <a:pt x="451763" y="50933"/>
                  <a:pt x="446705" y="49053"/>
                  <a:pt x="440164" y="49053"/>
                </a:cubicBezTo>
                <a:cubicBezTo>
                  <a:pt x="435274" y="49053"/>
                  <a:pt x="430675" y="50321"/>
                  <a:pt x="426365" y="52858"/>
                </a:cubicBezTo>
                <a:cubicBezTo>
                  <a:pt x="422056" y="55395"/>
                  <a:pt x="418984" y="58833"/>
                  <a:pt x="417151" y="63173"/>
                </a:cubicBezTo>
                <a:cubicBezTo>
                  <a:pt x="415317" y="67513"/>
                  <a:pt x="414400" y="73503"/>
                  <a:pt x="414400" y="81144"/>
                </a:cubicBezTo>
                <a:lnTo>
                  <a:pt x="414400" y="134414"/>
                </a:lnTo>
                <a:lnTo>
                  <a:pt x="397896" y="134414"/>
                </a:lnTo>
                <a:close/>
                <a:moveTo>
                  <a:pt x="538333" y="119836"/>
                </a:moveTo>
                <a:lnTo>
                  <a:pt x="540717" y="134414"/>
                </a:lnTo>
                <a:cubicBezTo>
                  <a:pt x="536072" y="135270"/>
                  <a:pt x="531915" y="135698"/>
                  <a:pt x="528248" y="135698"/>
                </a:cubicBezTo>
                <a:cubicBezTo>
                  <a:pt x="522257" y="135698"/>
                  <a:pt x="517612" y="134750"/>
                  <a:pt x="514311" y="132856"/>
                </a:cubicBezTo>
                <a:cubicBezTo>
                  <a:pt x="511010" y="130961"/>
                  <a:pt x="508687" y="128470"/>
                  <a:pt x="507343" y="125383"/>
                </a:cubicBezTo>
                <a:cubicBezTo>
                  <a:pt x="505998" y="122296"/>
                  <a:pt x="505326" y="115802"/>
                  <a:pt x="505326" y="105899"/>
                </a:cubicBezTo>
                <a:lnTo>
                  <a:pt x="505326" y="49878"/>
                </a:lnTo>
                <a:lnTo>
                  <a:pt x="493223" y="49878"/>
                </a:lnTo>
                <a:lnTo>
                  <a:pt x="493223" y="37042"/>
                </a:lnTo>
                <a:lnTo>
                  <a:pt x="505326" y="37042"/>
                </a:lnTo>
                <a:lnTo>
                  <a:pt x="505326" y="12862"/>
                </a:lnTo>
                <a:lnTo>
                  <a:pt x="521738" y="2934"/>
                </a:lnTo>
                <a:lnTo>
                  <a:pt x="521738" y="37042"/>
                </a:lnTo>
                <a:lnTo>
                  <a:pt x="538333" y="37042"/>
                </a:lnTo>
                <a:lnTo>
                  <a:pt x="538333" y="49878"/>
                </a:lnTo>
                <a:lnTo>
                  <a:pt x="521738" y="49878"/>
                </a:lnTo>
                <a:lnTo>
                  <a:pt x="521738" y="106816"/>
                </a:lnTo>
                <a:cubicBezTo>
                  <a:pt x="521738" y="111523"/>
                  <a:pt x="522028" y="114549"/>
                  <a:pt x="522609" y="115893"/>
                </a:cubicBezTo>
                <a:cubicBezTo>
                  <a:pt x="523189" y="117238"/>
                  <a:pt x="524137" y="118308"/>
                  <a:pt x="525451" y="119102"/>
                </a:cubicBezTo>
                <a:cubicBezTo>
                  <a:pt x="526765" y="119897"/>
                  <a:pt x="528645" y="120294"/>
                  <a:pt x="531090" y="120294"/>
                </a:cubicBezTo>
                <a:cubicBezTo>
                  <a:pt x="532924" y="120294"/>
                  <a:pt x="535338" y="120142"/>
                  <a:pt x="538333" y="119836"/>
                </a:cubicBezTo>
                <a:close/>
                <a:moveTo>
                  <a:pt x="547901" y="105258"/>
                </a:moveTo>
                <a:lnTo>
                  <a:pt x="564221" y="102690"/>
                </a:lnTo>
                <a:cubicBezTo>
                  <a:pt x="565138" y="109202"/>
                  <a:pt x="567690" y="114192"/>
                  <a:pt x="571877" y="117661"/>
                </a:cubicBezTo>
                <a:cubicBezTo>
                  <a:pt x="576064" y="121128"/>
                  <a:pt x="581917" y="122862"/>
                  <a:pt x="589435" y="122862"/>
                </a:cubicBezTo>
                <a:cubicBezTo>
                  <a:pt x="597015" y="122862"/>
                  <a:pt x="602638" y="121331"/>
                  <a:pt x="606306" y="118269"/>
                </a:cubicBezTo>
                <a:cubicBezTo>
                  <a:pt x="609973" y="115205"/>
                  <a:pt x="611807" y="111612"/>
                  <a:pt x="611807" y="107490"/>
                </a:cubicBezTo>
                <a:cubicBezTo>
                  <a:pt x="611807" y="103790"/>
                  <a:pt x="610187" y="100879"/>
                  <a:pt x="606948" y="98756"/>
                </a:cubicBezTo>
                <a:cubicBezTo>
                  <a:pt x="604686" y="97301"/>
                  <a:pt x="599062" y="95451"/>
                  <a:pt x="590077" y="93206"/>
                </a:cubicBezTo>
                <a:cubicBezTo>
                  <a:pt x="577974" y="90148"/>
                  <a:pt x="569585" y="87503"/>
                  <a:pt x="564909" y="85270"/>
                </a:cubicBezTo>
                <a:cubicBezTo>
                  <a:pt x="560233" y="83037"/>
                  <a:pt x="556687" y="79947"/>
                  <a:pt x="554273" y="76001"/>
                </a:cubicBezTo>
                <a:cubicBezTo>
                  <a:pt x="551858" y="72054"/>
                  <a:pt x="550651" y="67695"/>
                  <a:pt x="550651" y="62924"/>
                </a:cubicBezTo>
                <a:cubicBezTo>
                  <a:pt x="550651" y="58580"/>
                  <a:pt x="551645" y="54557"/>
                  <a:pt x="553631" y="50855"/>
                </a:cubicBezTo>
                <a:cubicBezTo>
                  <a:pt x="555618" y="47153"/>
                  <a:pt x="558322" y="44079"/>
                  <a:pt x="561745" y="41632"/>
                </a:cubicBezTo>
                <a:cubicBezTo>
                  <a:pt x="564313" y="39735"/>
                  <a:pt x="567812" y="38130"/>
                  <a:pt x="572244" y="36815"/>
                </a:cubicBezTo>
                <a:cubicBezTo>
                  <a:pt x="576675" y="35499"/>
                  <a:pt x="581428" y="34841"/>
                  <a:pt x="586501" y="34841"/>
                </a:cubicBezTo>
                <a:cubicBezTo>
                  <a:pt x="594142" y="34841"/>
                  <a:pt x="600850" y="35949"/>
                  <a:pt x="606627" y="38165"/>
                </a:cubicBezTo>
                <a:cubicBezTo>
                  <a:pt x="612403" y="40379"/>
                  <a:pt x="616666" y="43379"/>
                  <a:pt x="619417" y="47165"/>
                </a:cubicBezTo>
                <a:cubicBezTo>
                  <a:pt x="622168" y="50949"/>
                  <a:pt x="624063" y="56010"/>
                  <a:pt x="625102" y="62348"/>
                </a:cubicBezTo>
                <a:lnTo>
                  <a:pt x="608965" y="64548"/>
                </a:lnTo>
                <a:cubicBezTo>
                  <a:pt x="608231" y="59536"/>
                  <a:pt x="606107" y="55624"/>
                  <a:pt x="602592" y="52812"/>
                </a:cubicBezTo>
                <a:cubicBezTo>
                  <a:pt x="599078" y="50000"/>
                  <a:pt x="594111" y="48595"/>
                  <a:pt x="587693" y="48595"/>
                </a:cubicBezTo>
                <a:cubicBezTo>
                  <a:pt x="580114" y="48595"/>
                  <a:pt x="574704" y="49842"/>
                  <a:pt x="571464" y="52337"/>
                </a:cubicBezTo>
                <a:cubicBezTo>
                  <a:pt x="568225" y="54829"/>
                  <a:pt x="566605" y="57749"/>
                  <a:pt x="566605" y="61096"/>
                </a:cubicBezTo>
                <a:cubicBezTo>
                  <a:pt x="566605" y="63223"/>
                  <a:pt x="567277" y="65139"/>
                  <a:pt x="568622" y="66843"/>
                </a:cubicBezTo>
                <a:cubicBezTo>
                  <a:pt x="569967" y="68606"/>
                  <a:pt x="572076" y="70066"/>
                  <a:pt x="574948" y="71221"/>
                </a:cubicBezTo>
                <a:cubicBezTo>
                  <a:pt x="576599" y="71831"/>
                  <a:pt x="581458" y="73230"/>
                  <a:pt x="589527" y="75419"/>
                </a:cubicBezTo>
                <a:cubicBezTo>
                  <a:pt x="601202" y="78534"/>
                  <a:pt x="609347" y="81084"/>
                  <a:pt x="613962" y="83069"/>
                </a:cubicBezTo>
                <a:cubicBezTo>
                  <a:pt x="618577" y="85054"/>
                  <a:pt x="622198" y="87940"/>
                  <a:pt x="624827" y="91728"/>
                </a:cubicBezTo>
                <a:cubicBezTo>
                  <a:pt x="627455" y="95514"/>
                  <a:pt x="628769" y="100216"/>
                  <a:pt x="628769" y="105833"/>
                </a:cubicBezTo>
                <a:cubicBezTo>
                  <a:pt x="628769" y="111331"/>
                  <a:pt x="627165" y="116507"/>
                  <a:pt x="623956" y="121363"/>
                </a:cubicBezTo>
                <a:cubicBezTo>
                  <a:pt x="620747" y="126217"/>
                  <a:pt x="616116" y="129972"/>
                  <a:pt x="610065" y="132629"/>
                </a:cubicBezTo>
                <a:cubicBezTo>
                  <a:pt x="604014" y="135286"/>
                  <a:pt x="597167" y="136615"/>
                  <a:pt x="589527" y="136615"/>
                </a:cubicBezTo>
                <a:cubicBezTo>
                  <a:pt x="576874" y="136615"/>
                  <a:pt x="567231" y="133979"/>
                  <a:pt x="560599" y="128707"/>
                </a:cubicBezTo>
                <a:cubicBezTo>
                  <a:pt x="553967" y="123435"/>
                  <a:pt x="549734" y="115618"/>
                  <a:pt x="547901" y="10525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" name="Text andthe">
            <a:extLst xmlns:a="http://schemas.openxmlformats.org/drawingml/2006/main">
              <a:ext uri="{FF2B5EF4-FFF2-40B4-BE49-F238E27FC236}">
                <a16:creationId xmlns:a16="http://schemas.microsoft.com/office/drawing/2014/main" id="{F5254392-F277-483B-9AF8-0332B44AE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872" y="902649"/>
            <a:ext cx="611873" cy="136615"/>
          </a:xfrm>
          <a:custGeom xmlns:a="http://schemas.openxmlformats.org/drawingml/2006/main">
            <a:pathLst>
              <a:path w="611873" h="136615">
                <a:moveTo>
                  <a:pt x="69133" y="122392"/>
                </a:moveTo>
                <a:cubicBezTo>
                  <a:pt x="63020" y="127591"/>
                  <a:pt x="57137" y="131262"/>
                  <a:pt x="51483" y="133403"/>
                </a:cubicBezTo>
                <a:cubicBezTo>
                  <a:pt x="45829" y="135544"/>
                  <a:pt x="39762" y="136615"/>
                  <a:pt x="33283" y="136615"/>
                </a:cubicBezTo>
                <a:cubicBezTo>
                  <a:pt x="22586" y="136615"/>
                  <a:pt x="14364" y="134000"/>
                  <a:pt x="8619" y="128770"/>
                </a:cubicBezTo>
                <a:cubicBezTo>
                  <a:pt x="2873" y="123540"/>
                  <a:pt x="0" y="116857"/>
                  <a:pt x="0" y="108722"/>
                </a:cubicBezTo>
                <a:cubicBezTo>
                  <a:pt x="0" y="103952"/>
                  <a:pt x="1085" y="99595"/>
                  <a:pt x="3255" y="95650"/>
                </a:cubicBezTo>
                <a:cubicBezTo>
                  <a:pt x="5425" y="91704"/>
                  <a:pt x="8267" y="88538"/>
                  <a:pt x="11782" y="86152"/>
                </a:cubicBezTo>
                <a:cubicBezTo>
                  <a:pt x="15297" y="83766"/>
                  <a:pt x="19254" y="81962"/>
                  <a:pt x="23655" y="80740"/>
                </a:cubicBezTo>
                <a:cubicBezTo>
                  <a:pt x="26895" y="79882"/>
                  <a:pt x="31785" y="79056"/>
                  <a:pt x="38325" y="78261"/>
                </a:cubicBezTo>
                <a:cubicBezTo>
                  <a:pt x="51651" y="76683"/>
                  <a:pt x="61461" y="74802"/>
                  <a:pt x="67757" y="72617"/>
                </a:cubicBezTo>
                <a:cubicBezTo>
                  <a:pt x="67818" y="70365"/>
                  <a:pt x="67849" y="68934"/>
                  <a:pt x="67849" y="68325"/>
                </a:cubicBezTo>
                <a:cubicBezTo>
                  <a:pt x="67849" y="61626"/>
                  <a:pt x="66290" y="56907"/>
                  <a:pt x="63173" y="54167"/>
                </a:cubicBezTo>
                <a:cubicBezTo>
                  <a:pt x="58955" y="50452"/>
                  <a:pt x="52690" y="48595"/>
                  <a:pt x="44377" y="48595"/>
                </a:cubicBezTo>
                <a:cubicBezTo>
                  <a:pt x="36614" y="48595"/>
                  <a:pt x="30883" y="49955"/>
                  <a:pt x="27185" y="52675"/>
                </a:cubicBezTo>
                <a:cubicBezTo>
                  <a:pt x="23487" y="55395"/>
                  <a:pt x="20752" y="60208"/>
                  <a:pt x="18979" y="67115"/>
                </a:cubicBezTo>
                <a:lnTo>
                  <a:pt x="2842" y="64915"/>
                </a:lnTo>
                <a:cubicBezTo>
                  <a:pt x="4309" y="57987"/>
                  <a:pt x="6724" y="52392"/>
                  <a:pt x="10086" y="48130"/>
                </a:cubicBezTo>
                <a:cubicBezTo>
                  <a:pt x="13448" y="43869"/>
                  <a:pt x="18307" y="40589"/>
                  <a:pt x="24664" y="38291"/>
                </a:cubicBezTo>
                <a:cubicBezTo>
                  <a:pt x="31021" y="35991"/>
                  <a:pt x="38387" y="34841"/>
                  <a:pt x="46761" y="34841"/>
                </a:cubicBezTo>
                <a:cubicBezTo>
                  <a:pt x="55074" y="34841"/>
                  <a:pt x="61828" y="35819"/>
                  <a:pt x="67024" y="37775"/>
                </a:cubicBezTo>
                <a:cubicBezTo>
                  <a:pt x="72219" y="39731"/>
                  <a:pt x="76040" y="42192"/>
                  <a:pt x="78485" y="45156"/>
                </a:cubicBezTo>
                <a:cubicBezTo>
                  <a:pt x="80930" y="48121"/>
                  <a:pt x="82641" y="51865"/>
                  <a:pt x="83619" y="56388"/>
                </a:cubicBezTo>
                <a:cubicBezTo>
                  <a:pt x="84169" y="59200"/>
                  <a:pt x="84444" y="64273"/>
                  <a:pt x="84444" y="71608"/>
                </a:cubicBezTo>
                <a:lnTo>
                  <a:pt x="84444" y="93613"/>
                </a:lnTo>
                <a:cubicBezTo>
                  <a:pt x="84444" y="108956"/>
                  <a:pt x="84796" y="118659"/>
                  <a:pt x="85499" y="122724"/>
                </a:cubicBezTo>
                <a:cubicBezTo>
                  <a:pt x="86202" y="126789"/>
                  <a:pt x="87592" y="130686"/>
                  <a:pt x="89671" y="134414"/>
                </a:cubicBezTo>
                <a:lnTo>
                  <a:pt x="72433" y="134414"/>
                </a:lnTo>
                <a:cubicBezTo>
                  <a:pt x="70722" y="130987"/>
                  <a:pt x="69622" y="126980"/>
                  <a:pt x="69133" y="122392"/>
                </a:cubicBezTo>
                <a:moveTo>
                  <a:pt x="67757" y="85453"/>
                </a:moveTo>
                <a:cubicBezTo>
                  <a:pt x="61767" y="87919"/>
                  <a:pt x="52782" y="90014"/>
                  <a:pt x="40801" y="91739"/>
                </a:cubicBezTo>
                <a:cubicBezTo>
                  <a:pt x="34016" y="92721"/>
                  <a:pt x="29218" y="93826"/>
                  <a:pt x="26406" y="95054"/>
                </a:cubicBezTo>
                <a:cubicBezTo>
                  <a:pt x="23594" y="96281"/>
                  <a:pt x="21424" y="98076"/>
                  <a:pt x="19896" y="100441"/>
                </a:cubicBezTo>
                <a:cubicBezTo>
                  <a:pt x="18368" y="102804"/>
                  <a:pt x="17604" y="105428"/>
                  <a:pt x="17604" y="108312"/>
                </a:cubicBezTo>
                <a:cubicBezTo>
                  <a:pt x="17604" y="112730"/>
                  <a:pt x="19270" y="116413"/>
                  <a:pt x="22601" y="119360"/>
                </a:cubicBezTo>
                <a:cubicBezTo>
                  <a:pt x="25932" y="122306"/>
                  <a:pt x="30807" y="123778"/>
                  <a:pt x="37225" y="123778"/>
                </a:cubicBezTo>
                <a:cubicBezTo>
                  <a:pt x="43582" y="123778"/>
                  <a:pt x="49236" y="122381"/>
                  <a:pt x="54187" y="119587"/>
                </a:cubicBezTo>
                <a:cubicBezTo>
                  <a:pt x="59139" y="116792"/>
                  <a:pt x="62776" y="112969"/>
                  <a:pt x="65098" y="108117"/>
                </a:cubicBezTo>
                <a:cubicBezTo>
                  <a:pt x="66871" y="104369"/>
                  <a:pt x="67757" y="98841"/>
                  <a:pt x="67757" y="91533"/>
                </a:cubicBezTo>
                <a:lnTo>
                  <a:pt x="67757" y="85453"/>
                </a:lnTo>
                <a:close/>
                <a:moveTo>
                  <a:pt x="109997" y="134414"/>
                </a:moveTo>
                <a:lnTo>
                  <a:pt x="109997" y="37042"/>
                </a:lnTo>
                <a:lnTo>
                  <a:pt x="124850" y="37042"/>
                </a:lnTo>
                <a:lnTo>
                  <a:pt x="124850" y="50795"/>
                </a:lnTo>
                <a:cubicBezTo>
                  <a:pt x="132002" y="40159"/>
                  <a:pt x="142332" y="34841"/>
                  <a:pt x="155841" y="34841"/>
                </a:cubicBezTo>
                <a:cubicBezTo>
                  <a:pt x="161709" y="34841"/>
                  <a:pt x="167103" y="35896"/>
                  <a:pt x="172023" y="38005"/>
                </a:cubicBezTo>
                <a:cubicBezTo>
                  <a:pt x="176944" y="40113"/>
                  <a:pt x="180627" y="42879"/>
                  <a:pt x="183072" y="46302"/>
                </a:cubicBezTo>
                <a:cubicBezTo>
                  <a:pt x="185517" y="49725"/>
                  <a:pt x="187228" y="53790"/>
                  <a:pt x="188206" y="58497"/>
                </a:cubicBezTo>
                <a:cubicBezTo>
                  <a:pt x="188818" y="61553"/>
                  <a:pt x="189123" y="66902"/>
                  <a:pt x="189123" y="74542"/>
                </a:cubicBezTo>
                <a:lnTo>
                  <a:pt x="189123" y="134414"/>
                </a:lnTo>
                <a:lnTo>
                  <a:pt x="172619" y="134414"/>
                </a:lnTo>
                <a:lnTo>
                  <a:pt x="172619" y="75121"/>
                </a:lnTo>
                <a:cubicBezTo>
                  <a:pt x="172619" y="68390"/>
                  <a:pt x="171978" y="63356"/>
                  <a:pt x="170694" y="60021"/>
                </a:cubicBezTo>
                <a:cubicBezTo>
                  <a:pt x="169410" y="56686"/>
                  <a:pt x="167133" y="54024"/>
                  <a:pt x="163863" y="52036"/>
                </a:cubicBezTo>
                <a:cubicBezTo>
                  <a:pt x="160593" y="50047"/>
                  <a:pt x="156757" y="49053"/>
                  <a:pt x="152356" y="49053"/>
                </a:cubicBezTo>
                <a:cubicBezTo>
                  <a:pt x="145327" y="49053"/>
                  <a:pt x="139260" y="51287"/>
                  <a:pt x="134156" y="55755"/>
                </a:cubicBezTo>
                <a:cubicBezTo>
                  <a:pt x="129052" y="60221"/>
                  <a:pt x="126500" y="68695"/>
                  <a:pt x="126500" y="81178"/>
                </a:cubicBezTo>
                <a:lnTo>
                  <a:pt x="126500" y="134414"/>
                </a:lnTo>
                <a:lnTo>
                  <a:pt x="109997" y="134414"/>
                </a:lnTo>
                <a:close/>
                <a:moveTo>
                  <a:pt x="277573" y="134414"/>
                </a:moveTo>
                <a:lnTo>
                  <a:pt x="277573" y="122128"/>
                </a:lnTo>
                <a:cubicBezTo>
                  <a:pt x="271399" y="131786"/>
                  <a:pt x="262322" y="136615"/>
                  <a:pt x="250342" y="136615"/>
                </a:cubicBezTo>
                <a:cubicBezTo>
                  <a:pt x="242579" y="136615"/>
                  <a:pt x="235443" y="134475"/>
                  <a:pt x="228933" y="130197"/>
                </a:cubicBezTo>
                <a:cubicBezTo>
                  <a:pt x="222423" y="125918"/>
                  <a:pt x="217380" y="119943"/>
                  <a:pt x="213804" y="112272"/>
                </a:cubicBezTo>
                <a:cubicBezTo>
                  <a:pt x="210228" y="104600"/>
                  <a:pt x="208441" y="95783"/>
                  <a:pt x="208441" y="85820"/>
                </a:cubicBezTo>
                <a:cubicBezTo>
                  <a:pt x="208441" y="76101"/>
                  <a:pt x="210060" y="67284"/>
                  <a:pt x="213300" y="59368"/>
                </a:cubicBezTo>
                <a:cubicBezTo>
                  <a:pt x="216540" y="51452"/>
                  <a:pt x="221399" y="45385"/>
                  <a:pt x="227878" y="41168"/>
                </a:cubicBezTo>
                <a:cubicBezTo>
                  <a:pt x="234358" y="36950"/>
                  <a:pt x="241601" y="34841"/>
                  <a:pt x="249608" y="34841"/>
                </a:cubicBezTo>
                <a:cubicBezTo>
                  <a:pt x="255476" y="34841"/>
                  <a:pt x="260703" y="36079"/>
                  <a:pt x="265287" y="38555"/>
                </a:cubicBezTo>
                <a:cubicBezTo>
                  <a:pt x="269871" y="41030"/>
                  <a:pt x="273600" y="44255"/>
                  <a:pt x="276473" y="48228"/>
                </a:cubicBezTo>
                <a:lnTo>
                  <a:pt x="276473" y="0"/>
                </a:lnTo>
                <a:lnTo>
                  <a:pt x="292885" y="0"/>
                </a:lnTo>
                <a:lnTo>
                  <a:pt x="292885" y="134414"/>
                </a:lnTo>
                <a:lnTo>
                  <a:pt x="277573" y="134414"/>
                </a:lnTo>
                <a:moveTo>
                  <a:pt x="225403" y="85774"/>
                </a:moveTo>
                <a:cubicBezTo>
                  <a:pt x="225403" y="98198"/>
                  <a:pt x="228031" y="107485"/>
                  <a:pt x="233288" y="113636"/>
                </a:cubicBezTo>
                <a:cubicBezTo>
                  <a:pt x="238545" y="119786"/>
                  <a:pt x="244749" y="122862"/>
                  <a:pt x="251901" y="122862"/>
                </a:cubicBezTo>
                <a:cubicBezTo>
                  <a:pt x="259113" y="122862"/>
                  <a:pt x="265241" y="119924"/>
                  <a:pt x="270284" y="114048"/>
                </a:cubicBezTo>
                <a:cubicBezTo>
                  <a:pt x="275327" y="108171"/>
                  <a:pt x="277848" y="99202"/>
                  <a:pt x="277848" y="87143"/>
                </a:cubicBezTo>
                <a:cubicBezTo>
                  <a:pt x="277848" y="73868"/>
                  <a:pt x="275281" y="64124"/>
                  <a:pt x="270146" y="57912"/>
                </a:cubicBezTo>
                <a:cubicBezTo>
                  <a:pt x="265012" y="51700"/>
                  <a:pt x="258685" y="48595"/>
                  <a:pt x="251167" y="48595"/>
                </a:cubicBezTo>
                <a:cubicBezTo>
                  <a:pt x="243832" y="48595"/>
                  <a:pt x="237704" y="51579"/>
                  <a:pt x="232784" y="57548"/>
                </a:cubicBezTo>
                <a:cubicBezTo>
                  <a:pt x="227863" y="63516"/>
                  <a:pt x="225403" y="72924"/>
                  <a:pt x="225403" y="85774"/>
                </a:cubicBezTo>
                <a:close/>
                <a:moveTo>
                  <a:pt x="407039" y="119836"/>
                </a:moveTo>
                <a:lnTo>
                  <a:pt x="409423" y="134414"/>
                </a:lnTo>
                <a:cubicBezTo>
                  <a:pt x="404777" y="135270"/>
                  <a:pt x="400621" y="135698"/>
                  <a:pt x="396953" y="135698"/>
                </a:cubicBezTo>
                <a:cubicBezTo>
                  <a:pt x="390963" y="135698"/>
                  <a:pt x="386318" y="134750"/>
                  <a:pt x="383017" y="132856"/>
                </a:cubicBezTo>
                <a:cubicBezTo>
                  <a:pt x="379716" y="130961"/>
                  <a:pt x="377393" y="128470"/>
                  <a:pt x="376049" y="125383"/>
                </a:cubicBezTo>
                <a:cubicBezTo>
                  <a:pt x="374704" y="122296"/>
                  <a:pt x="374032" y="115802"/>
                  <a:pt x="374032" y="105899"/>
                </a:cubicBezTo>
                <a:lnTo>
                  <a:pt x="374032" y="49878"/>
                </a:lnTo>
                <a:lnTo>
                  <a:pt x="361929" y="49878"/>
                </a:lnTo>
                <a:lnTo>
                  <a:pt x="361929" y="37042"/>
                </a:lnTo>
                <a:lnTo>
                  <a:pt x="374032" y="37042"/>
                </a:lnTo>
                <a:lnTo>
                  <a:pt x="374032" y="12862"/>
                </a:lnTo>
                <a:lnTo>
                  <a:pt x="390444" y="2934"/>
                </a:lnTo>
                <a:lnTo>
                  <a:pt x="390444" y="37042"/>
                </a:lnTo>
                <a:lnTo>
                  <a:pt x="407039" y="37042"/>
                </a:lnTo>
                <a:lnTo>
                  <a:pt x="407039" y="49878"/>
                </a:lnTo>
                <a:lnTo>
                  <a:pt x="390444" y="49878"/>
                </a:lnTo>
                <a:lnTo>
                  <a:pt x="390444" y="106816"/>
                </a:lnTo>
                <a:cubicBezTo>
                  <a:pt x="390444" y="111523"/>
                  <a:pt x="390734" y="114549"/>
                  <a:pt x="391315" y="115893"/>
                </a:cubicBezTo>
                <a:cubicBezTo>
                  <a:pt x="391895" y="117238"/>
                  <a:pt x="392843" y="118308"/>
                  <a:pt x="394157" y="119102"/>
                </a:cubicBezTo>
                <a:cubicBezTo>
                  <a:pt x="395471" y="119897"/>
                  <a:pt x="397351" y="120294"/>
                  <a:pt x="399796" y="120294"/>
                </a:cubicBezTo>
                <a:cubicBezTo>
                  <a:pt x="401630" y="120294"/>
                  <a:pt x="404044" y="120142"/>
                  <a:pt x="407039" y="119836"/>
                </a:cubicBezTo>
                <a:close/>
                <a:moveTo>
                  <a:pt x="423207" y="134414"/>
                </a:moveTo>
                <a:lnTo>
                  <a:pt x="423207" y="0"/>
                </a:lnTo>
                <a:lnTo>
                  <a:pt x="439711" y="0"/>
                </a:lnTo>
                <a:lnTo>
                  <a:pt x="439711" y="48228"/>
                </a:lnTo>
                <a:cubicBezTo>
                  <a:pt x="447413" y="39303"/>
                  <a:pt x="457132" y="34841"/>
                  <a:pt x="468868" y="34841"/>
                </a:cubicBezTo>
                <a:cubicBezTo>
                  <a:pt x="476081" y="34841"/>
                  <a:pt x="482346" y="36263"/>
                  <a:pt x="487664" y="39105"/>
                </a:cubicBezTo>
                <a:cubicBezTo>
                  <a:pt x="492982" y="41947"/>
                  <a:pt x="496787" y="45874"/>
                  <a:pt x="499079" y="50887"/>
                </a:cubicBezTo>
                <a:cubicBezTo>
                  <a:pt x="501371" y="55899"/>
                  <a:pt x="502517" y="63173"/>
                  <a:pt x="502517" y="72708"/>
                </a:cubicBezTo>
                <a:lnTo>
                  <a:pt x="502517" y="134414"/>
                </a:lnTo>
                <a:lnTo>
                  <a:pt x="486014" y="134414"/>
                </a:lnTo>
                <a:lnTo>
                  <a:pt x="486014" y="72708"/>
                </a:lnTo>
                <a:cubicBezTo>
                  <a:pt x="486014" y="64456"/>
                  <a:pt x="484226" y="58451"/>
                  <a:pt x="480650" y="54692"/>
                </a:cubicBezTo>
                <a:cubicBezTo>
                  <a:pt x="477074" y="50933"/>
                  <a:pt x="472016" y="49053"/>
                  <a:pt x="465476" y="49053"/>
                </a:cubicBezTo>
                <a:cubicBezTo>
                  <a:pt x="460586" y="49053"/>
                  <a:pt x="455986" y="50321"/>
                  <a:pt x="451677" y="52858"/>
                </a:cubicBezTo>
                <a:cubicBezTo>
                  <a:pt x="447367" y="55395"/>
                  <a:pt x="444296" y="58833"/>
                  <a:pt x="442462" y="63173"/>
                </a:cubicBezTo>
                <a:cubicBezTo>
                  <a:pt x="440628" y="67513"/>
                  <a:pt x="439711" y="73503"/>
                  <a:pt x="439711" y="81144"/>
                </a:cubicBezTo>
                <a:lnTo>
                  <a:pt x="439711" y="134414"/>
                </a:lnTo>
                <a:lnTo>
                  <a:pt x="423207" y="134414"/>
                </a:lnTo>
                <a:close/>
                <a:moveTo>
                  <a:pt x="594269" y="103057"/>
                </a:moveTo>
                <a:lnTo>
                  <a:pt x="611323" y="105166"/>
                </a:lnTo>
                <a:cubicBezTo>
                  <a:pt x="608633" y="115129"/>
                  <a:pt x="603651" y="122862"/>
                  <a:pt x="596378" y="128363"/>
                </a:cubicBezTo>
                <a:cubicBezTo>
                  <a:pt x="589104" y="133864"/>
                  <a:pt x="579813" y="136615"/>
                  <a:pt x="568504" y="136615"/>
                </a:cubicBezTo>
                <a:cubicBezTo>
                  <a:pt x="554262" y="136615"/>
                  <a:pt x="542969" y="132229"/>
                  <a:pt x="534626" y="123458"/>
                </a:cubicBezTo>
                <a:cubicBezTo>
                  <a:pt x="526282" y="114686"/>
                  <a:pt x="522110" y="102385"/>
                  <a:pt x="522110" y="86553"/>
                </a:cubicBezTo>
                <a:cubicBezTo>
                  <a:pt x="522110" y="70172"/>
                  <a:pt x="526328" y="57458"/>
                  <a:pt x="534763" y="48411"/>
                </a:cubicBezTo>
                <a:cubicBezTo>
                  <a:pt x="543199" y="39365"/>
                  <a:pt x="554140" y="34841"/>
                  <a:pt x="567588" y="34841"/>
                </a:cubicBezTo>
                <a:cubicBezTo>
                  <a:pt x="580607" y="34841"/>
                  <a:pt x="591243" y="39266"/>
                  <a:pt x="599495" y="48116"/>
                </a:cubicBezTo>
                <a:cubicBezTo>
                  <a:pt x="607747" y="56964"/>
                  <a:pt x="611873" y="69412"/>
                  <a:pt x="611873" y="85462"/>
                </a:cubicBezTo>
                <a:cubicBezTo>
                  <a:pt x="611873" y="86438"/>
                  <a:pt x="611842" y="87902"/>
                  <a:pt x="611781" y="89854"/>
                </a:cubicBezTo>
                <a:lnTo>
                  <a:pt x="539164" y="89854"/>
                </a:lnTo>
                <a:cubicBezTo>
                  <a:pt x="539776" y="100520"/>
                  <a:pt x="542801" y="108688"/>
                  <a:pt x="548241" y="114358"/>
                </a:cubicBezTo>
                <a:cubicBezTo>
                  <a:pt x="553682" y="120027"/>
                  <a:pt x="560466" y="122862"/>
                  <a:pt x="568596" y="122862"/>
                </a:cubicBezTo>
                <a:cubicBezTo>
                  <a:pt x="574648" y="122862"/>
                  <a:pt x="579813" y="121288"/>
                  <a:pt x="584091" y="118140"/>
                </a:cubicBezTo>
                <a:cubicBezTo>
                  <a:pt x="588370" y="114990"/>
                  <a:pt x="591763" y="109962"/>
                  <a:pt x="594269" y="103057"/>
                </a:cubicBezTo>
                <a:moveTo>
                  <a:pt x="540081" y="76101"/>
                </a:moveTo>
                <a:lnTo>
                  <a:pt x="594452" y="76101"/>
                </a:lnTo>
                <a:cubicBezTo>
                  <a:pt x="593719" y="68044"/>
                  <a:pt x="591640" y="62001"/>
                  <a:pt x="588217" y="57972"/>
                </a:cubicBezTo>
                <a:cubicBezTo>
                  <a:pt x="582961" y="51720"/>
                  <a:pt x="576145" y="48595"/>
                  <a:pt x="567771" y="48595"/>
                </a:cubicBezTo>
                <a:cubicBezTo>
                  <a:pt x="560191" y="48595"/>
                  <a:pt x="553819" y="51090"/>
                  <a:pt x="548654" y="56081"/>
                </a:cubicBezTo>
                <a:cubicBezTo>
                  <a:pt x="543489" y="61071"/>
                  <a:pt x="540631" y="67744"/>
                  <a:pt x="540081" y="7610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" name="Text optimzerstates">
            <a:extLst xmlns:a="http://schemas.openxmlformats.org/drawingml/2006/main">
              <a:ext uri="{FF2B5EF4-FFF2-40B4-BE49-F238E27FC236}">
                <a16:creationId xmlns:a16="http://schemas.microsoft.com/office/drawing/2014/main" id="{0D85BFCA-2B92-4743-8280-95AD04DD5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1092" y="1121722"/>
            <a:ext cx="1259646" cy="171823"/>
          </a:xfrm>
          <a:custGeom xmlns:a="http://schemas.openxmlformats.org/drawingml/2006/main">
            <a:pathLst>
              <a:path w="1259646" h="171823">
                <a:moveTo>
                  <a:pt x="0" y="85728"/>
                </a:moveTo>
                <a:cubicBezTo>
                  <a:pt x="0" y="67696"/>
                  <a:pt x="5012" y="54340"/>
                  <a:pt x="15037" y="45661"/>
                </a:cubicBezTo>
                <a:cubicBezTo>
                  <a:pt x="23411" y="38448"/>
                  <a:pt x="33619" y="34841"/>
                  <a:pt x="45661" y="34841"/>
                </a:cubicBezTo>
                <a:cubicBezTo>
                  <a:pt x="59047" y="34841"/>
                  <a:pt x="69988" y="39227"/>
                  <a:pt x="78485" y="47999"/>
                </a:cubicBezTo>
                <a:cubicBezTo>
                  <a:pt x="86981" y="56770"/>
                  <a:pt x="91229" y="68888"/>
                  <a:pt x="91229" y="84353"/>
                </a:cubicBezTo>
                <a:cubicBezTo>
                  <a:pt x="91229" y="96883"/>
                  <a:pt x="89350" y="106740"/>
                  <a:pt x="85591" y="113922"/>
                </a:cubicBezTo>
                <a:cubicBezTo>
                  <a:pt x="81831" y="121104"/>
                  <a:pt x="76361" y="126682"/>
                  <a:pt x="69178" y="130655"/>
                </a:cubicBezTo>
                <a:cubicBezTo>
                  <a:pt x="61996" y="134628"/>
                  <a:pt x="54157" y="136615"/>
                  <a:pt x="45661" y="136615"/>
                </a:cubicBezTo>
                <a:cubicBezTo>
                  <a:pt x="32030" y="136615"/>
                  <a:pt x="21012" y="132244"/>
                  <a:pt x="12607" y="123503"/>
                </a:cubicBezTo>
                <a:cubicBezTo>
                  <a:pt x="4202" y="114763"/>
                  <a:pt x="0" y="102171"/>
                  <a:pt x="0" y="85728"/>
                </a:cubicBezTo>
                <a:moveTo>
                  <a:pt x="16962" y="85682"/>
                </a:moveTo>
                <a:cubicBezTo>
                  <a:pt x="16962" y="98106"/>
                  <a:pt x="19682" y="107408"/>
                  <a:pt x="25122" y="113590"/>
                </a:cubicBezTo>
                <a:cubicBezTo>
                  <a:pt x="30563" y="119771"/>
                  <a:pt x="37409" y="122862"/>
                  <a:pt x="45661" y="122862"/>
                </a:cubicBezTo>
                <a:cubicBezTo>
                  <a:pt x="53851" y="122862"/>
                  <a:pt x="60667" y="119756"/>
                  <a:pt x="66107" y="113544"/>
                </a:cubicBezTo>
                <a:cubicBezTo>
                  <a:pt x="71547" y="107332"/>
                  <a:pt x="74267" y="97862"/>
                  <a:pt x="74267" y="85135"/>
                </a:cubicBezTo>
                <a:cubicBezTo>
                  <a:pt x="74267" y="73137"/>
                  <a:pt x="71532" y="64048"/>
                  <a:pt x="66061" y="57866"/>
                </a:cubicBezTo>
                <a:cubicBezTo>
                  <a:pt x="60590" y="51685"/>
                  <a:pt x="53790" y="48595"/>
                  <a:pt x="45661" y="48595"/>
                </a:cubicBezTo>
                <a:cubicBezTo>
                  <a:pt x="37409" y="48595"/>
                  <a:pt x="30563" y="51670"/>
                  <a:pt x="25122" y="57821"/>
                </a:cubicBezTo>
                <a:cubicBezTo>
                  <a:pt x="19682" y="63971"/>
                  <a:pt x="16962" y="73259"/>
                  <a:pt x="16962" y="85682"/>
                </a:cubicBezTo>
                <a:close/>
                <a:moveTo>
                  <a:pt x="110547" y="171823"/>
                </a:moveTo>
                <a:lnTo>
                  <a:pt x="110547" y="37042"/>
                </a:lnTo>
                <a:lnTo>
                  <a:pt x="125584" y="37042"/>
                </a:lnTo>
                <a:lnTo>
                  <a:pt x="125584" y="49603"/>
                </a:lnTo>
                <a:cubicBezTo>
                  <a:pt x="129129" y="44683"/>
                  <a:pt x="133133" y="40992"/>
                  <a:pt x="137595" y="38532"/>
                </a:cubicBezTo>
                <a:cubicBezTo>
                  <a:pt x="142057" y="36071"/>
                  <a:pt x="147467" y="34841"/>
                  <a:pt x="153824" y="34841"/>
                </a:cubicBezTo>
                <a:cubicBezTo>
                  <a:pt x="162137" y="34841"/>
                  <a:pt x="169472" y="36981"/>
                  <a:pt x="175829" y="41259"/>
                </a:cubicBezTo>
                <a:cubicBezTo>
                  <a:pt x="182186" y="45538"/>
                  <a:pt x="186984" y="51574"/>
                  <a:pt x="190224" y="59368"/>
                </a:cubicBezTo>
                <a:cubicBezTo>
                  <a:pt x="193463" y="67161"/>
                  <a:pt x="195083" y="75704"/>
                  <a:pt x="195083" y="84995"/>
                </a:cubicBezTo>
                <a:cubicBezTo>
                  <a:pt x="195083" y="94958"/>
                  <a:pt x="193295" y="103928"/>
                  <a:pt x="189719" y="111905"/>
                </a:cubicBezTo>
                <a:cubicBezTo>
                  <a:pt x="186144" y="119882"/>
                  <a:pt x="180948" y="125994"/>
                  <a:pt x="174132" y="130242"/>
                </a:cubicBezTo>
                <a:cubicBezTo>
                  <a:pt x="167317" y="134491"/>
                  <a:pt x="160150" y="136615"/>
                  <a:pt x="152632" y="136615"/>
                </a:cubicBezTo>
                <a:cubicBezTo>
                  <a:pt x="147130" y="136615"/>
                  <a:pt x="142195" y="135438"/>
                  <a:pt x="137824" y="133085"/>
                </a:cubicBezTo>
                <a:cubicBezTo>
                  <a:pt x="133454" y="130730"/>
                  <a:pt x="129863" y="127755"/>
                  <a:pt x="127051" y="124162"/>
                </a:cubicBezTo>
                <a:lnTo>
                  <a:pt x="127051" y="171823"/>
                </a:lnTo>
                <a:lnTo>
                  <a:pt x="110547" y="171823"/>
                </a:lnTo>
                <a:moveTo>
                  <a:pt x="125492" y="86141"/>
                </a:moveTo>
                <a:cubicBezTo>
                  <a:pt x="125492" y="98656"/>
                  <a:pt x="128029" y="107905"/>
                  <a:pt x="133102" y="113888"/>
                </a:cubicBezTo>
                <a:cubicBezTo>
                  <a:pt x="138176" y="119870"/>
                  <a:pt x="144319" y="122862"/>
                  <a:pt x="151531" y="122862"/>
                </a:cubicBezTo>
                <a:cubicBezTo>
                  <a:pt x="158866" y="122862"/>
                  <a:pt x="165147" y="119763"/>
                  <a:pt x="170373" y="113567"/>
                </a:cubicBezTo>
                <a:cubicBezTo>
                  <a:pt x="175599" y="107370"/>
                  <a:pt x="178213" y="97770"/>
                  <a:pt x="178213" y="84765"/>
                </a:cubicBezTo>
                <a:cubicBezTo>
                  <a:pt x="178213" y="72372"/>
                  <a:pt x="175661" y="63093"/>
                  <a:pt x="170557" y="56927"/>
                </a:cubicBezTo>
                <a:cubicBezTo>
                  <a:pt x="165453" y="50761"/>
                  <a:pt x="159355" y="47678"/>
                  <a:pt x="152265" y="47678"/>
                </a:cubicBezTo>
                <a:cubicBezTo>
                  <a:pt x="145235" y="47678"/>
                  <a:pt x="139016" y="50959"/>
                  <a:pt x="133606" y="57523"/>
                </a:cubicBezTo>
                <a:cubicBezTo>
                  <a:pt x="128197" y="64086"/>
                  <a:pt x="125492" y="73625"/>
                  <a:pt x="125492" y="86141"/>
                </a:cubicBezTo>
                <a:close/>
                <a:moveTo>
                  <a:pt x="250984" y="119836"/>
                </a:moveTo>
                <a:lnTo>
                  <a:pt x="253368" y="134414"/>
                </a:lnTo>
                <a:cubicBezTo>
                  <a:pt x="248722" y="135270"/>
                  <a:pt x="244566" y="135698"/>
                  <a:pt x="240898" y="135698"/>
                </a:cubicBezTo>
                <a:cubicBezTo>
                  <a:pt x="234908" y="135698"/>
                  <a:pt x="230262" y="134750"/>
                  <a:pt x="226962" y="132856"/>
                </a:cubicBezTo>
                <a:cubicBezTo>
                  <a:pt x="223661" y="130961"/>
                  <a:pt x="221338" y="128470"/>
                  <a:pt x="219993" y="125383"/>
                </a:cubicBezTo>
                <a:cubicBezTo>
                  <a:pt x="218649" y="122296"/>
                  <a:pt x="217976" y="115802"/>
                  <a:pt x="217976" y="105899"/>
                </a:cubicBezTo>
                <a:lnTo>
                  <a:pt x="217976" y="49878"/>
                </a:lnTo>
                <a:lnTo>
                  <a:pt x="205874" y="49878"/>
                </a:lnTo>
                <a:lnTo>
                  <a:pt x="205874" y="37042"/>
                </a:lnTo>
                <a:lnTo>
                  <a:pt x="217976" y="37042"/>
                </a:lnTo>
                <a:lnTo>
                  <a:pt x="217976" y="12862"/>
                </a:lnTo>
                <a:lnTo>
                  <a:pt x="234388" y="2934"/>
                </a:lnTo>
                <a:lnTo>
                  <a:pt x="234388" y="37042"/>
                </a:lnTo>
                <a:lnTo>
                  <a:pt x="250984" y="37042"/>
                </a:lnTo>
                <a:lnTo>
                  <a:pt x="250984" y="49878"/>
                </a:lnTo>
                <a:lnTo>
                  <a:pt x="234388" y="49878"/>
                </a:lnTo>
                <a:lnTo>
                  <a:pt x="234388" y="106816"/>
                </a:lnTo>
                <a:cubicBezTo>
                  <a:pt x="234388" y="111523"/>
                  <a:pt x="234679" y="114549"/>
                  <a:pt x="235259" y="115893"/>
                </a:cubicBezTo>
                <a:cubicBezTo>
                  <a:pt x="235840" y="117238"/>
                  <a:pt x="236788" y="118308"/>
                  <a:pt x="238102" y="119102"/>
                </a:cubicBezTo>
                <a:cubicBezTo>
                  <a:pt x="239416" y="119897"/>
                  <a:pt x="241296" y="120294"/>
                  <a:pt x="243741" y="120294"/>
                </a:cubicBezTo>
                <a:cubicBezTo>
                  <a:pt x="245574" y="120294"/>
                  <a:pt x="247989" y="120142"/>
                  <a:pt x="250984" y="119836"/>
                </a:cubicBezTo>
                <a:close/>
                <a:moveTo>
                  <a:pt x="267244" y="19071"/>
                </a:moveTo>
                <a:lnTo>
                  <a:pt x="267244" y="0"/>
                </a:lnTo>
                <a:lnTo>
                  <a:pt x="283748" y="0"/>
                </a:lnTo>
                <a:lnTo>
                  <a:pt x="283748" y="19071"/>
                </a:lnTo>
                <a:lnTo>
                  <a:pt x="267244" y="19071"/>
                </a:lnTo>
                <a:moveTo>
                  <a:pt x="267244" y="134414"/>
                </a:moveTo>
                <a:lnTo>
                  <a:pt x="267244" y="37042"/>
                </a:lnTo>
                <a:lnTo>
                  <a:pt x="283748" y="37042"/>
                </a:lnTo>
                <a:lnTo>
                  <a:pt x="283748" y="134414"/>
                </a:lnTo>
                <a:lnTo>
                  <a:pt x="267244" y="134414"/>
                </a:lnTo>
                <a:close/>
                <a:moveTo>
                  <a:pt x="308839" y="134414"/>
                </a:moveTo>
                <a:lnTo>
                  <a:pt x="308839" y="37042"/>
                </a:lnTo>
                <a:lnTo>
                  <a:pt x="323600" y="37042"/>
                </a:lnTo>
                <a:lnTo>
                  <a:pt x="323600" y="50612"/>
                </a:lnTo>
                <a:cubicBezTo>
                  <a:pt x="326657" y="45871"/>
                  <a:pt x="330721" y="42057"/>
                  <a:pt x="335795" y="39171"/>
                </a:cubicBezTo>
                <a:cubicBezTo>
                  <a:pt x="340868" y="36284"/>
                  <a:pt x="346645" y="34841"/>
                  <a:pt x="353124" y="34841"/>
                </a:cubicBezTo>
                <a:cubicBezTo>
                  <a:pt x="360337" y="34841"/>
                  <a:pt x="366250" y="36331"/>
                  <a:pt x="370865" y="39311"/>
                </a:cubicBezTo>
                <a:cubicBezTo>
                  <a:pt x="375480" y="42289"/>
                  <a:pt x="378735" y="46453"/>
                  <a:pt x="380630" y="51804"/>
                </a:cubicBezTo>
                <a:cubicBezTo>
                  <a:pt x="388332" y="40495"/>
                  <a:pt x="398356" y="34841"/>
                  <a:pt x="410704" y="34841"/>
                </a:cubicBezTo>
                <a:cubicBezTo>
                  <a:pt x="420362" y="34841"/>
                  <a:pt x="427788" y="37516"/>
                  <a:pt x="432984" y="42864"/>
                </a:cubicBezTo>
                <a:cubicBezTo>
                  <a:pt x="438180" y="48212"/>
                  <a:pt x="440777" y="56449"/>
                  <a:pt x="440777" y="67574"/>
                </a:cubicBezTo>
                <a:lnTo>
                  <a:pt x="440777" y="134414"/>
                </a:lnTo>
                <a:lnTo>
                  <a:pt x="424365" y="134414"/>
                </a:lnTo>
                <a:lnTo>
                  <a:pt x="424365" y="73009"/>
                </a:lnTo>
                <a:cubicBezTo>
                  <a:pt x="424365" y="66400"/>
                  <a:pt x="423830" y="61643"/>
                  <a:pt x="422761" y="58737"/>
                </a:cubicBezTo>
                <a:cubicBezTo>
                  <a:pt x="421691" y="55830"/>
                  <a:pt x="419750" y="53489"/>
                  <a:pt x="416939" y="51715"/>
                </a:cubicBezTo>
                <a:cubicBezTo>
                  <a:pt x="414127" y="49940"/>
                  <a:pt x="410826" y="49053"/>
                  <a:pt x="407036" y="49053"/>
                </a:cubicBezTo>
                <a:cubicBezTo>
                  <a:pt x="400190" y="49053"/>
                  <a:pt x="394506" y="51333"/>
                  <a:pt x="389982" y="55892"/>
                </a:cubicBezTo>
                <a:cubicBezTo>
                  <a:pt x="385459" y="60450"/>
                  <a:pt x="383197" y="67747"/>
                  <a:pt x="383197" y="77783"/>
                </a:cubicBezTo>
                <a:lnTo>
                  <a:pt x="383197" y="134414"/>
                </a:lnTo>
                <a:lnTo>
                  <a:pt x="366694" y="134414"/>
                </a:lnTo>
                <a:lnTo>
                  <a:pt x="366694" y="71081"/>
                </a:lnTo>
                <a:cubicBezTo>
                  <a:pt x="366694" y="63738"/>
                  <a:pt x="365349" y="58231"/>
                  <a:pt x="362659" y="54560"/>
                </a:cubicBezTo>
                <a:cubicBezTo>
                  <a:pt x="359970" y="50889"/>
                  <a:pt x="355569" y="49053"/>
                  <a:pt x="349456" y="49053"/>
                </a:cubicBezTo>
                <a:cubicBezTo>
                  <a:pt x="344811" y="49053"/>
                  <a:pt x="340517" y="50277"/>
                  <a:pt x="336574" y="52726"/>
                </a:cubicBezTo>
                <a:cubicBezTo>
                  <a:pt x="332632" y="55173"/>
                  <a:pt x="329774" y="58753"/>
                  <a:pt x="328001" y="63465"/>
                </a:cubicBezTo>
                <a:cubicBezTo>
                  <a:pt x="326229" y="68176"/>
                  <a:pt x="325342" y="74967"/>
                  <a:pt x="325342" y="83840"/>
                </a:cubicBezTo>
                <a:lnTo>
                  <a:pt x="325342" y="134414"/>
                </a:lnTo>
                <a:lnTo>
                  <a:pt x="308839" y="134414"/>
                </a:lnTo>
                <a:close/>
                <a:moveTo>
                  <a:pt x="456546" y="134414"/>
                </a:moveTo>
                <a:lnTo>
                  <a:pt x="456546" y="121028"/>
                </a:lnTo>
                <a:lnTo>
                  <a:pt x="518527" y="49878"/>
                </a:lnTo>
                <a:cubicBezTo>
                  <a:pt x="511498" y="50245"/>
                  <a:pt x="505293" y="50428"/>
                  <a:pt x="499914" y="50428"/>
                </a:cubicBezTo>
                <a:lnTo>
                  <a:pt x="460214" y="50428"/>
                </a:lnTo>
                <a:lnTo>
                  <a:pt x="460214" y="37042"/>
                </a:lnTo>
                <a:lnTo>
                  <a:pt x="539799" y="37042"/>
                </a:lnTo>
                <a:lnTo>
                  <a:pt x="539799" y="47953"/>
                </a:lnTo>
                <a:lnTo>
                  <a:pt x="487078" y="109750"/>
                </a:lnTo>
                <a:lnTo>
                  <a:pt x="476901" y="121028"/>
                </a:lnTo>
                <a:cubicBezTo>
                  <a:pt x="484297" y="120478"/>
                  <a:pt x="491235" y="120203"/>
                  <a:pt x="497714" y="120203"/>
                </a:cubicBezTo>
                <a:lnTo>
                  <a:pt x="542733" y="120203"/>
                </a:lnTo>
                <a:lnTo>
                  <a:pt x="542733" y="134414"/>
                </a:lnTo>
                <a:lnTo>
                  <a:pt x="456546" y="134414"/>
                </a:lnTo>
                <a:close/>
                <a:moveTo>
                  <a:pt x="625802" y="103057"/>
                </a:moveTo>
                <a:lnTo>
                  <a:pt x="642856" y="105166"/>
                </a:lnTo>
                <a:cubicBezTo>
                  <a:pt x="640166" y="115129"/>
                  <a:pt x="635184" y="122862"/>
                  <a:pt x="627911" y="128363"/>
                </a:cubicBezTo>
                <a:cubicBezTo>
                  <a:pt x="620637" y="133864"/>
                  <a:pt x="611346" y="136615"/>
                  <a:pt x="600038" y="136615"/>
                </a:cubicBezTo>
                <a:cubicBezTo>
                  <a:pt x="585795" y="136615"/>
                  <a:pt x="574502" y="132229"/>
                  <a:pt x="566159" y="123458"/>
                </a:cubicBezTo>
                <a:cubicBezTo>
                  <a:pt x="557815" y="114686"/>
                  <a:pt x="553644" y="102385"/>
                  <a:pt x="553644" y="86553"/>
                </a:cubicBezTo>
                <a:cubicBezTo>
                  <a:pt x="553644" y="70172"/>
                  <a:pt x="557861" y="57458"/>
                  <a:pt x="566296" y="48411"/>
                </a:cubicBezTo>
                <a:cubicBezTo>
                  <a:pt x="574732" y="39365"/>
                  <a:pt x="585673" y="34841"/>
                  <a:pt x="599121" y="34841"/>
                </a:cubicBezTo>
                <a:cubicBezTo>
                  <a:pt x="612140" y="34841"/>
                  <a:pt x="622776" y="39266"/>
                  <a:pt x="631028" y="48116"/>
                </a:cubicBezTo>
                <a:cubicBezTo>
                  <a:pt x="639280" y="56964"/>
                  <a:pt x="643406" y="69412"/>
                  <a:pt x="643406" y="85462"/>
                </a:cubicBezTo>
                <a:cubicBezTo>
                  <a:pt x="643406" y="86438"/>
                  <a:pt x="643375" y="87902"/>
                  <a:pt x="643314" y="89854"/>
                </a:cubicBezTo>
                <a:lnTo>
                  <a:pt x="570697" y="89854"/>
                </a:lnTo>
                <a:cubicBezTo>
                  <a:pt x="571309" y="100520"/>
                  <a:pt x="574334" y="108688"/>
                  <a:pt x="579775" y="114358"/>
                </a:cubicBezTo>
                <a:cubicBezTo>
                  <a:pt x="585215" y="120027"/>
                  <a:pt x="592000" y="122862"/>
                  <a:pt x="600129" y="122862"/>
                </a:cubicBezTo>
                <a:cubicBezTo>
                  <a:pt x="606181" y="122862"/>
                  <a:pt x="611346" y="121288"/>
                  <a:pt x="615624" y="118140"/>
                </a:cubicBezTo>
                <a:cubicBezTo>
                  <a:pt x="619903" y="114990"/>
                  <a:pt x="623296" y="109962"/>
                  <a:pt x="625802" y="103057"/>
                </a:cubicBezTo>
                <a:moveTo>
                  <a:pt x="571614" y="76101"/>
                </a:moveTo>
                <a:lnTo>
                  <a:pt x="625985" y="76101"/>
                </a:lnTo>
                <a:cubicBezTo>
                  <a:pt x="625252" y="68044"/>
                  <a:pt x="623173" y="62001"/>
                  <a:pt x="619750" y="57972"/>
                </a:cubicBezTo>
                <a:cubicBezTo>
                  <a:pt x="614494" y="51720"/>
                  <a:pt x="607678" y="48595"/>
                  <a:pt x="599304" y="48595"/>
                </a:cubicBezTo>
                <a:cubicBezTo>
                  <a:pt x="591724" y="48595"/>
                  <a:pt x="585352" y="51090"/>
                  <a:pt x="580187" y="56081"/>
                </a:cubicBezTo>
                <a:cubicBezTo>
                  <a:pt x="575022" y="61071"/>
                  <a:pt x="572164" y="67744"/>
                  <a:pt x="571614" y="76101"/>
                </a:cubicBezTo>
                <a:close/>
                <a:moveTo>
                  <a:pt x="663365" y="134414"/>
                </a:moveTo>
                <a:lnTo>
                  <a:pt x="663365" y="37042"/>
                </a:lnTo>
                <a:lnTo>
                  <a:pt x="678218" y="37042"/>
                </a:lnTo>
                <a:lnTo>
                  <a:pt x="678218" y="51712"/>
                </a:lnTo>
                <a:cubicBezTo>
                  <a:pt x="682008" y="44843"/>
                  <a:pt x="685508" y="40314"/>
                  <a:pt x="688717" y="38125"/>
                </a:cubicBezTo>
                <a:cubicBezTo>
                  <a:pt x="691926" y="35936"/>
                  <a:pt x="695456" y="34841"/>
                  <a:pt x="699307" y="34841"/>
                </a:cubicBezTo>
                <a:cubicBezTo>
                  <a:pt x="704869" y="34841"/>
                  <a:pt x="710523" y="36606"/>
                  <a:pt x="716269" y="40136"/>
                </a:cubicBezTo>
                <a:lnTo>
                  <a:pt x="710584" y="55379"/>
                </a:lnTo>
                <a:cubicBezTo>
                  <a:pt x="706550" y="52996"/>
                  <a:pt x="702516" y="51804"/>
                  <a:pt x="698481" y="51804"/>
                </a:cubicBezTo>
                <a:cubicBezTo>
                  <a:pt x="694875" y="51804"/>
                  <a:pt x="691635" y="52890"/>
                  <a:pt x="688763" y="55064"/>
                </a:cubicBezTo>
                <a:cubicBezTo>
                  <a:pt x="685890" y="57236"/>
                  <a:pt x="683842" y="60249"/>
                  <a:pt x="682619" y="64104"/>
                </a:cubicBezTo>
                <a:cubicBezTo>
                  <a:pt x="680786" y="69978"/>
                  <a:pt x="679869" y="76403"/>
                  <a:pt x="679869" y="83379"/>
                </a:cubicBezTo>
                <a:lnTo>
                  <a:pt x="679869" y="134414"/>
                </a:lnTo>
                <a:lnTo>
                  <a:pt x="663365" y="134414"/>
                </a:lnTo>
                <a:close/>
                <a:moveTo>
                  <a:pt x="771678" y="105258"/>
                </a:moveTo>
                <a:lnTo>
                  <a:pt x="787999" y="102690"/>
                </a:lnTo>
                <a:cubicBezTo>
                  <a:pt x="788916" y="109202"/>
                  <a:pt x="791468" y="114192"/>
                  <a:pt x="795655" y="117661"/>
                </a:cubicBezTo>
                <a:cubicBezTo>
                  <a:pt x="799842" y="121128"/>
                  <a:pt x="805695" y="122862"/>
                  <a:pt x="813213" y="122862"/>
                </a:cubicBezTo>
                <a:cubicBezTo>
                  <a:pt x="820792" y="122862"/>
                  <a:pt x="826416" y="121331"/>
                  <a:pt x="830083" y="118269"/>
                </a:cubicBezTo>
                <a:cubicBezTo>
                  <a:pt x="833751" y="115205"/>
                  <a:pt x="835585" y="111612"/>
                  <a:pt x="835585" y="107490"/>
                </a:cubicBezTo>
                <a:cubicBezTo>
                  <a:pt x="835585" y="103790"/>
                  <a:pt x="833965" y="100879"/>
                  <a:pt x="830725" y="98756"/>
                </a:cubicBezTo>
                <a:cubicBezTo>
                  <a:pt x="828464" y="97301"/>
                  <a:pt x="822840" y="95451"/>
                  <a:pt x="813855" y="93206"/>
                </a:cubicBezTo>
                <a:cubicBezTo>
                  <a:pt x="801752" y="90148"/>
                  <a:pt x="793363" y="87503"/>
                  <a:pt x="788686" y="85270"/>
                </a:cubicBezTo>
                <a:cubicBezTo>
                  <a:pt x="784010" y="83037"/>
                  <a:pt x="780465" y="79947"/>
                  <a:pt x="778051" y="76001"/>
                </a:cubicBezTo>
                <a:cubicBezTo>
                  <a:pt x="775636" y="72054"/>
                  <a:pt x="774429" y="67695"/>
                  <a:pt x="774429" y="62924"/>
                </a:cubicBezTo>
                <a:cubicBezTo>
                  <a:pt x="774429" y="58580"/>
                  <a:pt x="775422" y="54557"/>
                  <a:pt x="777409" y="50855"/>
                </a:cubicBezTo>
                <a:cubicBezTo>
                  <a:pt x="779395" y="47153"/>
                  <a:pt x="782100" y="44079"/>
                  <a:pt x="785523" y="41632"/>
                </a:cubicBezTo>
                <a:cubicBezTo>
                  <a:pt x="788090" y="39735"/>
                  <a:pt x="791590" y="38130"/>
                  <a:pt x="796021" y="36815"/>
                </a:cubicBezTo>
                <a:cubicBezTo>
                  <a:pt x="800453" y="35499"/>
                  <a:pt x="805206" y="34841"/>
                  <a:pt x="810279" y="34841"/>
                </a:cubicBezTo>
                <a:cubicBezTo>
                  <a:pt x="817920" y="34841"/>
                  <a:pt x="824628" y="35949"/>
                  <a:pt x="830404" y="38165"/>
                </a:cubicBezTo>
                <a:cubicBezTo>
                  <a:pt x="836181" y="40379"/>
                  <a:pt x="840444" y="43379"/>
                  <a:pt x="843195" y="47165"/>
                </a:cubicBezTo>
                <a:cubicBezTo>
                  <a:pt x="845945" y="50949"/>
                  <a:pt x="847840" y="56010"/>
                  <a:pt x="848879" y="62348"/>
                </a:cubicBezTo>
                <a:lnTo>
                  <a:pt x="832742" y="64548"/>
                </a:lnTo>
                <a:cubicBezTo>
                  <a:pt x="832009" y="59536"/>
                  <a:pt x="829885" y="55624"/>
                  <a:pt x="826370" y="52812"/>
                </a:cubicBezTo>
                <a:cubicBezTo>
                  <a:pt x="822855" y="50000"/>
                  <a:pt x="817889" y="48595"/>
                  <a:pt x="811471" y="48595"/>
                </a:cubicBezTo>
                <a:cubicBezTo>
                  <a:pt x="803891" y="48595"/>
                  <a:pt x="798482" y="49842"/>
                  <a:pt x="795242" y="52337"/>
                </a:cubicBezTo>
                <a:cubicBezTo>
                  <a:pt x="792002" y="54829"/>
                  <a:pt x="790383" y="57749"/>
                  <a:pt x="790383" y="61096"/>
                </a:cubicBezTo>
                <a:cubicBezTo>
                  <a:pt x="790383" y="63223"/>
                  <a:pt x="791055" y="65139"/>
                  <a:pt x="792400" y="66843"/>
                </a:cubicBezTo>
                <a:cubicBezTo>
                  <a:pt x="793745" y="68606"/>
                  <a:pt x="795853" y="70066"/>
                  <a:pt x="798726" y="71221"/>
                </a:cubicBezTo>
                <a:cubicBezTo>
                  <a:pt x="800377" y="71831"/>
                  <a:pt x="805236" y="73230"/>
                  <a:pt x="813305" y="75419"/>
                </a:cubicBezTo>
                <a:cubicBezTo>
                  <a:pt x="824980" y="78534"/>
                  <a:pt x="833124" y="81084"/>
                  <a:pt x="837739" y="83069"/>
                </a:cubicBezTo>
                <a:cubicBezTo>
                  <a:pt x="842354" y="85054"/>
                  <a:pt x="845976" y="87940"/>
                  <a:pt x="848604" y="91728"/>
                </a:cubicBezTo>
                <a:cubicBezTo>
                  <a:pt x="851233" y="95514"/>
                  <a:pt x="852547" y="100216"/>
                  <a:pt x="852547" y="105833"/>
                </a:cubicBezTo>
                <a:cubicBezTo>
                  <a:pt x="852547" y="111331"/>
                  <a:pt x="850942" y="116507"/>
                  <a:pt x="847733" y="121363"/>
                </a:cubicBezTo>
                <a:cubicBezTo>
                  <a:pt x="844524" y="126217"/>
                  <a:pt x="839894" y="129972"/>
                  <a:pt x="833843" y="132629"/>
                </a:cubicBezTo>
                <a:cubicBezTo>
                  <a:pt x="827791" y="135286"/>
                  <a:pt x="820945" y="136615"/>
                  <a:pt x="813305" y="136615"/>
                </a:cubicBezTo>
                <a:cubicBezTo>
                  <a:pt x="800652" y="136615"/>
                  <a:pt x="791009" y="133979"/>
                  <a:pt x="784377" y="128707"/>
                </a:cubicBezTo>
                <a:cubicBezTo>
                  <a:pt x="777745" y="123435"/>
                  <a:pt x="773512" y="115618"/>
                  <a:pt x="771678" y="105258"/>
                </a:cubicBezTo>
                <a:close/>
                <a:moveTo>
                  <a:pt x="908201" y="119836"/>
                </a:moveTo>
                <a:lnTo>
                  <a:pt x="910585" y="134414"/>
                </a:lnTo>
                <a:cubicBezTo>
                  <a:pt x="905940" y="135270"/>
                  <a:pt x="901783" y="135698"/>
                  <a:pt x="898116" y="135698"/>
                </a:cubicBezTo>
                <a:cubicBezTo>
                  <a:pt x="892126" y="135698"/>
                  <a:pt x="887480" y="134750"/>
                  <a:pt x="884179" y="132856"/>
                </a:cubicBezTo>
                <a:cubicBezTo>
                  <a:pt x="880879" y="130961"/>
                  <a:pt x="878556" y="128470"/>
                  <a:pt x="877211" y="125383"/>
                </a:cubicBezTo>
                <a:cubicBezTo>
                  <a:pt x="875866" y="122296"/>
                  <a:pt x="875194" y="115802"/>
                  <a:pt x="875194" y="105899"/>
                </a:cubicBezTo>
                <a:lnTo>
                  <a:pt x="875194" y="49878"/>
                </a:lnTo>
                <a:lnTo>
                  <a:pt x="863091" y="49878"/>
                </a:lnTo>
                <a:lnTo>
                  <a:pt x="863091" y="37042"/>
                </a:lnTo>
                <a:lnTo>
                  <a:pt x="875194" y="37042"/>
                </a:lnTo>
                <a:lnTo>
                  <a:pt x="875194" y="12862"/>
                </a:lnTo>
                <a:lnTo>
                  <a:pt x="891606" y="2934"/>
                </a:lnTo>
                <a:lnTo>
                  <a:pt x="891606" y="37042"/>
                </a:lnTo>
                <a:lnTo>
                  <a:pt x="908201" y="37042"/>
                </a:lnTo>
                <a:lnTo>
                  <a:pt x="908201" y="49878"/>
                </a:lnTo>
                <a:lnTo>
                  <a:pt x="891606" y="49878"/>
                </a:lnTo>
                <a:lnTo>
                  <a:pt x="891606" y="106816"/>
                </a:lnTo>
                <a:cubicBezTo>
                  <a:pt x="891606" y="111523"/>
                  <a:pt x="891896" y="114549"/>
                  <a:pt x="892477" y="115893"/>
                </a:cubicBezTo>
                <a:cubicBezTo>
                  <a:pt x="893058" y="117238"/>
                  <a:pt x="894005" y="118308"/>
                  <a:pt x="895319" y="119102"/>
                </a:cubicBezTo>
                <a:cubicBezTo>
                  <a:pt x="896634" y="119897"/>
                  <a:pt x="898513" y="120294"/>
                  <a:pt x="900958" y="120294"/>
                </a:cubicBezTo>
                <a:cubicBezTo>
                  <a:pt x="902792" y="120294"/>
                  <a:pt x="905206" y="120142"/>
                  <a:pt x="908201" y="119836"/>
                </a:cubicBezTo>
                <a:close/>
                <a:moveTo>
                  <a:pt x="987910" y="122392"/>
                </a:moveTo>
                <a:cubicBezTo>
                  <a:pt x="981797" y="127591"/>
                  <a:pt x="975914" y="131262"/>
                  <a:pt x="970260" y="133403"/>
                </a:cubicBezTo>
                <a:cubicBezTo>
                  <a:pt x="964606" y="135544"/>
                  <a:pt x="958539" y="136615"/>
                  <a:pt x="952060" y="136615"/>
                </a:cubicBezTo>
                <a:cubicBezTo>
                  <a:pt x="941363" y="136615"/>
                  <a:pt x="933142" y="134000"/>
                  <a:pt x="927396" y="128770"/>
                </a:cubicBezTo>
                <a:cubicBezTo>
                  <a:pt x="921650" y="123540"/>
                  <a:pt x="918777" y="116857"/>
                  <a:pt x="918777" y="108722"/>
                </a:cubicBezTo>
                <a:cubicBezTo>
                  <a:pt x="918777" y="103952"/>
                  <a:pt x="919862" y="99595"/>
                  <a:pt x="922032" y="95650"/>
                </a:cubicBezTo>
                <a:cubicBezTo>
                  <a:pt x="924202" y="91704"/>
                  <a:pt x="927044" y="88538"/>
                  <a:pt x="930559" y="86152"/>
                </a:cubicBezTo>
                <a:cubicBezTo>
                  <a:pt x="934074" y="83766"/>
                  <a:pt x="938032" y="81962"/>
                  <a:pt x="942433" y="80740"/>
                </a:cubicBezTo>
                <a:cubicBezTo>
                  <a:pt x="945672" y="79882"/>
                  <a:pt x="950562" y="79056"/>
                  <a:pt x="957103" y="78261"/>
                </a:cubicBezTo>
                <a:cubicBezTo>
                  <a:pt x="970428" y="76683"/>
                  <a:pt x="980239" y="74802"/>
                  <a:pt x="986534" y="72617"/>
                </a:cubicBezTo>
                <a:cubicBezTo>
                  <a:pt x="986596" y="70365"/>
                  <a:pt x="986626" y="68934"/>
                  <a:pt x="986626" y="68325"/>
                </a:cubicBezTo>
                <a:cubicBezTo>
                  <a:pt x="986626" y="61626"/>
                  <a:pt x="985067" y="56907"/>
                  <a:pt x="981950" y="54167"/>
                </a:cubicBezTo>
                <a:cubicBezTo>
                  <a:pt x="977732" y="50452"/>
                  <a:pt x="971467" y="48595"/>
                  <a:pt x="963154" y="48595"/>
                </a:cubicBezTo>
                <a:cubicBezTo>
                  <a:pt x="955391" y="48595"/>
                  <a:pt x="949661" y="49955"/>
                  <a:pt x="945963" y="52675"/>
                </a:cubicBezTo>
                <a:cubicBezTo>
                  <a:pt x="942265" y="55395"/>
                  <a:pt x="939529" y="60208"/>
                  <a:pt x="937757" y="67115"/>
                </a:cubicBezTo>
                <a:lnTo>
                  <a:pt x="921619" y="64915"/>
                </a:lnTo>
                <a:cubicBezTo>
                  <a:pt x="923087" y="57987"/>
                  <a:pt x="925501" y="52392"/>
                  <a:pt x="928863" y="48130"/>
                </a:cubicBezTo>
                <a:cubicBezTo>
                  <a:pt x="932225" y="43869"/>
                  <a:pt x="937084" y="40589"/>
                  <a:pt x="943441" y="38291"/>
                </a:cubicBezTo>
                <a:cubicBezTo>
                  <a:pt x="949798" y="35991"/>
                  <a:pt x="957164" y="34841"/>
                  <a:pt x="965538" y="34841"/>
                </a:cubicBezTo>
                <a:cubicBezTo>
                  <a:pt x="973851" y="34841"/>
                  <a:pt x="980605" y="35819"/>
                  <a:pt x="985801" y="37775"/>
                </a:cubicBezTo>
                <a:cubicBezTo>
                  <a:pt x="990997" y="39731"/>
                  <a:pt x="994817" y="42192"/>
                  <a:pt x="997262" y="45156"/>
                </a:cubicBezTo>
                <a:cubicBezTo>
                  <a:pt x="999707" y="48121"/>
                  <a:pt x="1001418" y="51865"/>
                  <a:pt x="1002396" y="56388"/>
                </a:cubicBezTo>
                <a:cubicBezTo>
                  <a:pt x="1002947" y="59200"/>
                  <a:pt x="1003222" y="64273"/>
                  <a:pt x="1003222" y="71608"/>
                </a:cubicBezTo>
                <a:lnTo>
                  <a:pt x="1003222" y="93613"/>
                </a:lnTo>
                <a:cubicBezTo>
                  <a:pt x="1003222" y="108956"/>
                  <a:pt x="1003573" y="118659"/>
                  <a:pt x="1004276" y="122724"/>
                </a:cubicBezTo>
                <a:cubicBezTo>
                  <a:pt x="1004979" y="126789"/>
                  <a:pt x="1006370" y="130686"/>
                  <a:pt x="1008448" y="134414"/>
                </a:cubicBezTo>
                <a:lnTo>
                  <a:pt x="991211" y="134414"/>
                </a:lnTo>
                <a:cubicBezTo>
                  <a:pt x="989499" y="130987"/>
                  <a:pt x="988399" y="126980"/>
                  <a:pt x="987910" y="122392"/>
                </a:cubicBezTo>
                <a:moveTo>
                  <a:pt x="986534" y="85453"/>
                </a:moveTo>
                <a:cubicBezTo>
                  <a:pt x="980544" y="87919"/>
                  <a:pt x="971559" y="90014"/>
                  <a:pt x="959578" y="91739"/>
                </a:cubicBezTo>
                <a:cubicBezTo>
                  <a:pt x="952793" y="92721"/>
                  <a:pt x="947995" y="93826"/>
                  <a:pt x="945183" y="95054"/>
                </a:cubicBezTo>
                <a:cubicBezTo>
                  <a:pt x="942371" y="96281"/>
                  <a:pt x="940202" y="98076"/>
                  <a:pt x="938673" y="100441"/>
                </a:cubicBezTo>
                <a:cubicBezTo>
                  <a:pt x="937145" y="102804"/>
                  <a:pt x="936381" y="105428"/>
                  <a:pt x="936381" y="108312"/>
                </a:cubicBezTo>
                <a:cubicBezTo>
                  <a:pt x="936381" y="112730"/>
                  <a:pt x="938047" y="116413"/>
                  <a:pt x="941378" y="119360"/>
                </a:cubicBezTo>
                <a:cubicBezTo>
                  <a:pt x="944710" y="122306"/>
                  <a:pt x="949584" y="123778"/>
                  <a:pt x="956002" y="123778"/>
                </a:cubicBezTo>
                <a:cubicBezTo>
                  <a:pt x="962359" y="123778"/>
                  <a:pt x="968014" y="122381"/>
                  <a:pt x="972965" y="119587"/>
                </a:cubicBezTo>
                <a:cubicBezTo>
                  <a:pt x="977916" y="116792"/>
                  <a:pt x="981553" y="112969"/>
                  <a:pt x="983875" y="108117"/>
                </a:cubicBezTo>
                <a:cubicBezTo>
                  <a:pt x="985648" y="104369"/>
                  <a:pt x="986534" y="98841"/>
                  <a:pt x="986534" y="91533"/>
                </a:cubicBezTo>
                <a:lnTo>
                  <a:pt x="986534" y="85453"/>
                </a:lnTo>
                <a:close/>
                <a:moveTo>
                  <a:pt x="1064807" y="119836"/>
                </a:moveTo>
                <a:lnTo>
                  <a:pt x="1067191" y="134414"/>
                </a:lnTo>
                <a:cubicBezTo>
                  <a:pt x="1062545" y="135270"/>
                  <a:pt x="1058389" y="135698"/>
                  <a:pt x="1054721" y="135698"/>
                </a:cubicBezTo>
                <a:cubicBezTo>
                  <a:pt x="1048731" y="135698"/>
                  <a:pt x="1044086" y="134750"/>
                  <a:pt x="1040785" y="132856"/>
                </a:cubicBezTo>
                <a:cubicBezTo>
                  <a:pt x="1037484" y="130961"/>
                  <a:pt x="1035161" y="128470"/>
                  <a:pt x="1033817" y="125383"/>
                </a:cubicBezTo>
                <a:cubicBezTo>
                  <a:pt x="1032472" y="122296"/>
                  <a:pt x="1031799" y="115802"/>
                  <a:pt x="1031799" y="105899"/>
                </a:cubicBezTo>
                <a:lnTo>
                  <a:pt x="1031799" y="49878"/>
                </a:lnTo>
                <a:lnTo>
                  <a:pt x="1019697" y="49878"/>
                </a:lnTo>
                <a:lnTo>
                  <a:pt x="1019697" y="37042"/>
                </a:lnTo>
                <a:lnTo>
                  <a:pt x="1031799" y="37042"/>
                </a:lnTo>
                <a:lnTo>
                  <a:pt x="1031799" y="12862"/>
                </a:lnTo>
                <a:lnTo>
                  <a:pt x="1048212" y="2934"/>
                </a:lnTo>
                <a:lnTo>
                  <a:pt x="1048212" y="37042"/>
                </a:lnTo>
                <a:lnTo>
                  <a:pt x="1064807" y="37042"/>
                </a:lnTo>
                <a:lnTo>
                  <a:pt x="1064807" y="49878"/>
                </a:lnTo>
                <a:lnTo>
                  <a:pt x="1048212" y="49878"/>
                </a:lnTo>
                <a:lnTo>
                  <a:pt x="1048212" y="106816"/>
                </a:lnTo>
                <a:cubicBezTo>
                  <a:pt x="1048212" y="111523"/>
                  <a:pt x="1048502" y="114549"/>
                  <a:pt x="1049083" y="115893"/>
                </a:cubicBezTo>
                <a:cubicBezTo>
                  <a:pt x="1049663" y="117238"/>
                  <a:pt x="1050611" y="118308"/>
                  <a:pt x="1051925" y="119102"/>
                </a:cubicBezTo>
                <a:cubicBezTo>
                  <a:pt x="1053239" y="119897"/>
                  <a:pt x="1055119" y="120294"/>
                  <a:pt x="1057564" y="120294"/>
                </a:cubicBezTo>
                <a:cubicBezTo>
                  <a:pt x="1059397" y="120294"/>
                  <a:pt x="1061812" y="120142"/>
                  <a:pt x="1064807" y="119836"/>
                </a:cubicBezTo>
                <a:close/>
                <a:moveTo>
                  <a:pt x="1147632" y="103057"/>
                </a:moveTo>
                <a:lnTo>
                  <a:pt x="1164686" y="105166"/>
                </a:lnTo>
                <a:cubicBezTo>
                  <a:pt x="1161997" y="115129"/>
                  <a:pt x="1157015" y="122862"/>
                  <a:pt x="1149741" y="128363"/>
                </a:cubicBezTo>
                <a:cubicBezTo>
                  <a:pt x="1142467" y="133864"/>
                  <a:pt x="1133176" y="136615"/>
                  <a:pt x="1121868" y="136615"/>
                </a:cubicBezTo>
                <a:cubicBezTo>
                  <a:pt x="1107626" y="136615"/>
                  <a:pt x="1096333" y="132229"/>
                  <a:pt x="1087990" y="123458"/>
                </a:cubicBezTo>
                <a:cubicBezTo>
                  <a:pt x="1079646" y="114686"/>
                  <a:pt x="1075474" y="102385"/>
                  <a:pt x="1075474" y="86553"/>
                </a:cubicBezTo>
                <a:cubicBezTo>
                  <a:pt x="1075474" y="70172"/>
                  <a:pt x="1079692" y="57458"/>
                  <a:pt x="1088127" y="48411"/>
                </a:cubicBezTo>
                <a:cubicBezTo>
                  <a:pt x="1096562" y="39365"/>
                  <a:pt x="1107504" y="34841"/>
                  <a:pt x="1120951" y="34841"/>
                </a:cubicBezTo>
                <a:cubicBezTo>
                  <a:pt x="1133971" y="34841"/>
                  <a:pt x="1144607" y="39266"/>
                  <a:pt x="1152859" y="48116"/>
                </a:cubicBezTo>
                <a:cubicBezTo>
                  <a:pt x="1161111" y="56964"/>
                  <a:pt x="1165236" y="69412"/>
                  <a:pt x="1165236" y="85462"/>
                </a:cubicBezTo>
                <a:cubicBezTo>
                  <a:pt x="1165236" y="86438"/>
                  <a:pt x="1165206" y="87902"/>
                  <a:pt x="1165145" y="89854"/>
                </a:cubicBezTo>
                <a:lnTo>
                  <a:pt x="1092528" y="89854"/>
                </a:lnTo>
                <a:cubicBezTo>
                  <a:pt x="1093139" y="100520"/>
                  <a:pt x="1096165" y="108688"/>
                  <a:pt x="1101605" y="114358"/>
                </a:cubicBezTo>
                <a:cubicBezTo>
                  <a:pt x="1107045" y="120027"/>
                  <a:pt x="1113830" y="122862"/>
                  <a:pt x="1121960" y="122862"/>
                </a:cubicBezTo>
                <a:cubicBezTo>
                  <a:pt x="1128011" y="122862"/>
                  <a:pt x="1133176" y="121288"/>
                  <a:pt x="1137455" y="118140"/>
                </a:cubicBezTo>
                <a:cubicBezTo>
                  <a:pt x="1141734" y="114990"/>
                  <a:pt x="1145126" y="109962"/>
                  <a:pt x="1147632" y="103057"/>
                </a:cubicBezTo>
                <a:moveTo>
                  <a:pt x="1093445" y="76101"/>
                </a:moveTo>
                <a:lnTo>
                  <a:pt x="1147816" y="76101"/>
                </a:lnTo>
                <a:cubicBezTo>
                  <a:pt x="1147082" y="68044"/>
                  <a:pt x="1145004" y="62001"/>
                  <a:pt x="1141581" y="57972"/>
                </a:cubicBezTo>
                <a:cubicBezTo>
                  <a:pt x="1136324" y="51720"/>
                  <a:pt x="1129509" y="48595"/>
                  <a:pt x="1121135" y="48595"/>
                </a:cubicBezTo>
                <a:cubicBezTo>
                  <a:pt x="1113555" y="48595"/>
                  <a:pt x="1107183" y="51090"/>
                  <a:pt x="1102018" y="56081"/>
                </a:cubicBezTo>
                <a:cubicBezTo>
                  <a:pt x="1096853" y="61071"/>
                  <a:pt x="1093995" y="67744"/>
                  <a:pt x="1093445" y="76101"/>
                </a:cubicBezTo>
                <a:close/>
                <a:moveTo>
                  <a:pt x="1178778" y="105258"/>
                </a:moveTo>
                <a:lnTo>
                  <a:pt x="1195098" y="102690"/>
                </a:lnTo>
                <a:cubicBezTo>
                  <a:pt x="1196015" y="109202"/>
                  <a:pt x="1198567" y="114192"/>
                  <a:pt x="1202754" y="117661"/>
                </a:cubicBezTo>
                <a:cubicBezTo>
                  <a:pt x="1206941" y="121128"/>
                  <a:pt x="1212794" y="122862"/>
                  <a:pt x="1220312" y="122862"/>
                </a:cubicBezTo>
                <a:cubicBezTo>
                  <a:pt x="1227892" y="122862"/>
                  <a:pt x="1233515" y="121331"/>
                  <a:pt x="1237183" y="118269"/>
                </a:cubicBezTo>
                <a:cubicBezTo>
                  <a:pt x="1240850" y="115205"/>
                  <a:pt x="1242684" y="111612"/>
                  <a:pt x="1242684" y="107490"/>
                </a:cubicBezTo>
                <a:cubicBezTo>
                  <a:pt x="1242684" y="103790"/>
                  <a:pt x="1241064" y="100879"/>
                  <a:pt x="1237824" y="98756"/>
                </a:cubicBezTo>
                <a:cubicBezTo>
                  <a:pt x="1235563" y="97301"/>
                  <a:pt x="1229939" y="95451"/>
                  <a:pt x="1220954" y="93206"/>
                </a:cubicBezTo>
                <a:cubicBezTo>
                  <a:pt x="1208851" y="90148"/>
                  <a:pt x="1200462" y="87503"/>
                  <a:pt x="1195786" y="85270"/>
                </a:cubicBezTo>
                <a:cubicBezTo>
                  <a:pt x="1191110" y="83037"/>
                  <a:pt x="1187564" y="79947"/>
                  <a:pt x="1185150" y="76001"/>
                </a:cubicBezTo>
                <a:cubicBezTo>
                  <a:pt x="1182735" y="72054"/>
                  <a:pt x="1181528" y="67695"/>
                  <a:pt x="1181528" y="62924"/>
                </a:cubicBezTo>
                <a:cubicBezTo>
                  <a:pt x="1181528" y="58580"/>
                  <a:pt x="1182521" y="54557"/>
                  <a:pt x="1184508" y="50855"/>
                </a:cubicBezTo>
                <a:cubicBezTo>
                  <a:pt x="1186495" y="47153"/>
                  <a:pt x="1189199" y="44079"/>
                  <a:pt x="1192622" y="41632"/>
                </a:cubicBezTo>
                <a:cubicBezTo>
                  <a:pt x="1195190" y="39735"/>
                  <a:pt x="1198689" y="38130"/>
                  <a:pt x="1203121" y="36815"/>
                </a:cubicBezTo>
                <a:cubicBezTo>
                  <a:pt x="1207552" y="35499"/>
                  <a:pt x="1212305" y="34841"/>
                  <a:pt x="1217378" y="34841"/>
                </a:cubicBezTo>
                <a:cubicBezTo>
                  <a:pt x="1225019" y="34841"/>
                  <a:pt x="1231727" y="35949"/>
                  <a:pt x="1237504" y="38165"/>
                </a:cubicBezTo>
                <a:cubicBezTo>
                  <a:pt x="1243280" y="40379"/>
                  <a:pt x="1247543" y="43379"/>
                  <a:pt x="1250294" y="47165"/>
                </a:cubicBezTo>
                <a:cubicBezTo>
                  <a:pt x="1253045" y="50949"/>
                  <a:pt x="1254939" y="56010"/>
                  <a:pt x="1255979" y="62348"/>
                </a:cubicBezTo>
                <a:lnTo>
                  <a:pt x="1239842" y="64548"/>
                </a:lnTo>
                <a:cubicBezTo>
                  <a:pt x="1239108" y="59536"/>
                  <a:pt x="1236984" y="55624"/>
                  <a:pt x="1233469" y="52812"/>
                </a:cubicBezTo>
                <a:cubicBezTo>
                  <a:pt x="1229955" y="50000"/>
                  <a:pt x="1224988" y="48595"/>
                  <a:pt x="1218570" y="48595"/>
                </a:cubicBezTo>
                <a:cubicBezTo>
                  <a:pt x="1210990" y="48595"/>
                  <a:pt x="1205581" y="49842"/>
                  <a:pt x="1202341" y="52337"/>
                </a:cubicBezTo>
                <a:cubicBezTo>
                  <a:pt x="1199102" y="54829"/>
                  <a:pt x="1197482" y="57749"/>
                  <a:pt x="1197482" y="61096"/>
                </a:cubicBezTo>
                <a:cubicBezTo>
                  <a:pt x="1197482" y="63223"/>
                  <a:pt x="1198154" y="65139"/>
                  <a:pt x="1199499" y="66843"/>
                </a:cubicBezTo>
                <a:cubicBezTo>
                  <a:pt x="1200844" y="68606"/>
                  <a:pt x="1202953" y="70066"/>
                  <a:pt x="1205825" y="71221"/>
                </a:cubicBezTo>
                <a:cubicBezTo>
                  <a:pt x="1207476" y="71831"/>
                  <a:pt x="1212335" y="73230"/>
                  <a:pt x="1220404" y="75419"/>
                </a:cubicBezTo>
                <a:cubicBezTo>
                  <a:pt x="1232079" y="78534"/>
                  <a:pt x="1240224" y="81084"/>
                  <a:pt x="1244839" y="83069"/>
                </a:cubicBezTo>
                <a:cubicBezTo>
                  <a:pt x="1249454" y="85054"/>
                  <a:pt x="1253075" y="87940"/>
                  <a:pt x="1255704" y="91728"/>
                </a:cubicBezTo>
                <a:cubicBezTo>
                  <a:pt x="1258332" y="95514"/>
                  <a:pt x="1259646" y="100216"/>
                  <a:pt x="1259646" y="105833"/>
                </a:cubicBezTo>
                <a:cubicBezTo>
                  <a:pt x="1259646" y="111331"/>
                  <a:pt x="1258042" y="116507"/>
                  <a:pt x="1254833" y="121363"/>
                </a:cubicBezTo>
                <a:cubicBezTo>
                  <a:pt x="1251623" y="126217"/>
                  <a:pt x="1246993" y="129972"/>
                  <a:pt x="1240942" y="132629"/>
                </a:cubicBezTo>
                <a:cubicBezTo>
                  <a:pt x="1234890" y="135286"/>
                  <a:pt x="1228044" y="136615"/>
                  <a:pt x="1220404" y="136615"/>
                </a:cubicBezTo>
                <a:cubicBezTo>
                  <a:pt x="1207751" y="136615"/>
                  <a:pt x="1198108" y="133979"/>
                  <a:pt x="1191476" y="128707"/>
                </a:cubicBezTo>
                <a:cubicBezTo>
                  <a:pt x="1184844" y="123435"/>
                  <a:pt x="1180611" y="115618"/>
                  <a:pt x="1178778" y="10525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" name="Text QLoRA">
            <a:extLst xmlns:a="http://schemas.openxmlformats.org/drawingml/2006/main">
              <a:ext uri="{FF2B5EF4-FFF2-40B4-BE49-F238E27FC236}">
                <a16:creationId xmlns:a16="http://schemas.microsoft.com/office/drawing/2014/main" id="{76C2DA90-1B34-4CE7-9423-BCACAC197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2093" y="4436723"/>
            <a:ext cx="607924" cy="147251"/>
          </a:xfrm>
          <a:custGeom xmlns:a="http://schemas.openxmlformats.org/drawingml/2006/main">
            <a:pathLst>
              <a:path w="607924" h="147251">
                <a:moveTo>
                  <a:pt x="108283" y="122323"/>
                </a:moveTo>
                <a:cubicBezTo>
                  <a:pt x="116535" y="128002"/>
                  <a:pt x="124145" y="132155"/>
                  <a:pt x="131114" y="134781"/>
                </a:cubicBezTo>
                <a:lnTo>
                  <a:pt x="125887" y="147251"/>
                </a:lnTo>
                <a:cubicBezTo>
                  <a:pt x="116230" y="143749"/>
                  <a:pt x="106602" y="138221"/>
                  <a:pt x="97006" y="130667"/>
                </a:cubicBezTo>
                <a:cubicBezTo>
                  <a:pt x="87042" y="136221"/>
                  <a:pt x="76040" y="138999"/>
                  <a:pt x="63998" y="138999"/>
                </a:cubicBezTo>
                <a:cubicBezTo>
                  <a:pt x="51834" y="138999"/>
                  <a:pt x="40801" y="136067"/>
                  <a:pt x="30899" y="130202"/>
                </a:cubicBezTo>
                <a:cubicBezTo>
                  <a:pt x="20996" y="124338"/>
                  <a:pt x="13371" y="116092"/>
                  <a:pt x="8023" y="105464"/>
                </a:cubicBezTo>
                <a:cubicBezTo>
                  <a:pt x="2674" y="94834"/>
                  <a:pt x="0" y="82861"/>
                  <a:pt x="0" y="69545"/>
                </a:cubicBezTo>
                <a:cubicBezTo>
                  <a:pt x="0" y="56291"/>
                  <a:pt x="2690" y="44227"/>
                  <a:pt x="8069" y="33354"/>
                </a:cubicBezTo>
                <a:cubicBezTo>
                  <a:pt x="13448" y="22480"/>
                  <a:pt x="21103" y="14202"/>
                  <a:pt x="31036" y="8521"/>
                </a:cubicBezTo>
                <a:cubicBezTo>
                  <a:pt x="40969" y="2840"/>
                  <a:pt x="52079" y="0"/>
                  <a:pt x="64365" y="0"/>
                </a:cubicBezTo>
                <a:cubicBezTo>
                  <a:pt x="76773" y="0"/>
                  <a:pt x="87959" y="2947"/>
                  <a:pt x="97923" y="8842"/>
                </a:cubicBezTo>
                <a:cubicBezTo>
                  <a:pt x="107886" y="14737"/>
                  <a:pt x="115481" y="22984"/>
                  <a:pt x="120707" y="33584"/>
                </a:cubicBezTo>
                <a:cubicBezTo>
                  <a:pt x="125933" y="44181"/>
                  <a:pt x="128546" y="56138"/>
                  <a:pt x="128546" y="69453"/>
                </a:cubicBezTo>
                <a:cubicBezTo>
                  <a:pt x="128546" y="80509"/>
                  <a:pt x="126865" y="90451"/>
                  <a:pt x="123503" y="99278"/>
                </a:cubicBezTo>
                <a:cubicBezTo>
                  <a:pt x="120142" y="108105"/>
                  <a:pt x="115068" y="115786"/>
                  <a:pt x="108283" y="122323"/>
                </a:cubicBezTo>
                <a:moveTo>
                  <a:pt x="69133" y="99573"/>
                </a:moveTo>
                <a:cubicBezTo>
                  <a:pt x="79402" y="102465"/>
                  <a:pt x="87867" y="106772"/>
                  <a:pt x="94530" y="112495"/>
                </a:cubicBezTo>
                <a:cubicBezTo>
                  <a:pt x="104982" y="102942"/>
                  <a:pt x="110209" y="88583"/>
                  <a:pt x="110209" y="69416"/>
                </a:cubicBezTo>
                <a:cubicBezTo>
                  <a:pt x="110209" y="58515"/>
                  <a:pt x="108360" y="48993"/>
                  <a:pt x="104662" y="40850"/>
                </a:cubicBezTo>
                <a:cubicBezTo>
                  <a:pt x="100964" y="32705"/>
                  <a:pt x="95554" y="26382"/>
                  <a:pt x="88433" y="21882"/>
                </a:cubicBezTo>
                <a:cubicBezTo>
                  <a:pt x="81312" y="17380"/>
                  <a:pt x="73320" y="15128"/>
                  <a:pt x="64457" y="15128"/>
                </a:cubicBezTo>
                <a:cubicBezTo>
                  <a:pt x="51192" y="15128"/>
                  <a:pt x="40190" y="19675"/>
                  <a:pt x="31449" y="28767"/>
                </a:cubicBezTo>
                <a:cubicBezTo>
                  <a:pt x="22708" y="37859"/>
                  <a:pt x="18338" y="51437"/>
                  <a:pt x="18338" y="69499"/>
                </a:cubicBezTo>
                <a:cubicBezTo>
                  <a:pt x="18338" y="87010"/>
                  <a:pt x="22662" y="100450"/>
                  <a:pt x="31311" y="109819"/>
                </a:cubicBezTo>
                <a:cubicBezTo>
                  <a:pt x="39961" y="119186"/>
                  <a:pt x="51009" y="123870"/>
                  <a:pt x="64457" y="123870"/>
                </a:cubicBezTo>
                <a:cubicBezTo>
                  <a:pt x="70814" y="123870"/>
                  <a:pt x="76804" y="122676"/>
                  <a:pt x="82427" y="120289"/>
                </a:cubicBezTo>
                <a:cubicBezTo>
                  <a:pt x="76865" y="116684"/>
                  <a:pt x="70997" y="114119"/>
                  <a:pt x="64823" y="112593"/>
                </a:cubicBezTo>
                <a:lnTo>
                  <a:pt x="69133" y="99573"/>
                </a:lnTo>
                <a:close/>
                <a:moveTo>
                  <a:pt x="151775" y="136798"/>
                </a:moveTo>
                <a:lnTo>
                  <a:pt x="151775" y="2384"/>
                </a:lnTo>
                <a:lnTo>
                  <a:pt x="169562" y="2384"/>
                </a:lnTo>
                <a:lnTo>
                  <a:pt x="169562" y="120936"/>
                </a:lnTo>
                <a:lnTo>
                  <a:pt x="235761" y="120936"/>
                </a:lnTo>
                <a:lnTo>
                  <a:pt x="235761" y="136798"/>
                </a:lnTo>
                <a:lnTo>
                  <a:pt x="151775" y="136798"/>
                </a:lnTo>
                <a:close/>
                <a:moveTo>
                  <a:pt x="248660" y="88112"/>
                </a:moveTo>
                <a:cubicBezTo>
                  <a:pt x="248660" y="70080"/>
                  <a:pt x="253672" y="56724"/>
                  <a:pt x="263697" y="48044"/>
                </a:cubicBezTo>
                <a:cubicBezTo>
                  <a:pt x="272071" y="40832"/>
                  <a:pt x="282279" y="37225"/>
                  <a:pt x="294320" y="37225"/>
                </a:cubicBezTo>
                <a:cubicBezTo>
                  <a:pt x="307707" y="37225"/>
                  <a:pt x="318648" y="41611"/>
                  <a:pt x="327145" y="50382"/>
                </a:cubicBezTo>
                <a:cubicBezTo>
                  <a:pt x="335641" y="59154"/>
                  <a:pt x="339889" y="71272"/>
                  <a:pt x="339889" y="86737"/>
                </a:cubicBezTo>
                <a:cubicBezTo>
                  <a:pt x="339889" y="99267"/>
                  <a:pt x="338010" y="109124"/>
                  <a:pt x="334250" y="116306"/>
                </a:cubicBezTo>
                <a:cubicBezTo>
                  <a:pt x="330491" y="123488"/>
                  <a:pt x="325021" y="129066"/>
                  <a:pt x="317838" y="133039"/>
                </a:cubicBezTo>
                <a:cubicBezTo>
                  <a:pt x="310656" y="137012"/>
                  <a:pt x="302817" y="138999"/>
                  <a:pt x="294320" y="138999"/>
                </a:cubicBezTo>
                <a:cubicBezTo>
                  <a:pt x="280689" y="138999"/>
                  <a:pt x="269672" y="134628"/>
                  <a:pt x="261267" y="125887"/>
                </a:cubicBezTo>
                <a:cubicBezTo>
                  <a:pt x="252862" y="117146"/>
                  <a:pt x="248660" y="104555"/>
                  <a:pt x="248660" y="88112"/>
                </a:cubicBezTo>
                <a:moveTo>
                  <a:pt x="265622" y="88066"/>
                </a:moveTo>
                <a:cubicBezTo>
                  <a:pt x="265622" y="100490"/>
                  <a:pt x="268342" y="109792"/>
                  <a:pt x="273782" y="115974"/>
                </a:cubicBezTo>
                <a:cubicBezTo>
                  <a:pt x="279222" y="122155"/>
                  <a:pt x="286069" y="125245"/>
                  <a:pt x="294320" y="125245"/>
                </a:cubicBezTo>
                <a:cubicBezTo>
                  <a:pt x="302511" y="125245"/>
                  <a:pt x="309327" y="122140"/>
                  <a:pt x="314767" y="115928"/>
                </a:cubicBezTo>
                <a:cubicBezTo>
                  <a:pt x="320207" y="109716"/>
                  <a:pt x="322927" y="100246"/>
                  <a:pt x="322927" y="87519"/>
                </a:cubicBezTo>
                <a:cubicBezTo>
                  <a:pt x="322927" y="75521"/>
                  <a:pt x="320192" y="66432"/>
                  <a:pt x="314721" y="60250"/>
                </a:cubicBezTo>
                <a:cubicBezTo>
                  <a:pt x="309250" y="54069"/>
                  <a:pt x="302450" y="50978"/>
                  <a:pt x="294320" y="50978"/>
                </a:cubicBezTo>
                <a:cubicBezTo>
                  <a:pt x="286069" y="50978"/>
                  <a:pt x="279222" y="54054"/>
                  <a:pt x="273782" y="60204"/>
                </a:cubicBezTo>
                <a:cubicBezTo>
                  <a:pt x="268342" y="66355"/>
                  <a:pt x="265622" y="75642"/>
                  <a:pt x="265622" y="88066"/>
                </a:cubicBezTo>
                <a:close/>
                <a:moveTo>
                  <a:pt x="361591" y="136798"/>
                </a:moveTo>
                <a:lnTo>
                  <a:pt x="361591" y="2384"/>
                </a:lnTo>
                <a:lnTo>
                  <a:pt x="421188" y="2384"/>
                </a:lnTo>
                <a:cubicBezTo>
                  <a:pt x="433168" y="2384"/>
                  <a:pt x="442276" y="3590"/>
                  <a:pt x="448511" y="6003"/>
                </a:cubicBezTo>
                <a:cubicBezTo>
                  <a:pt x="454746" y="8413"/>
                  <a:pt x="459727" y="12671"/>
                  <a:pt x="463456" y="18776"/>
                </a:cubicBezTo>
                <a:cubicBezTo>
                  <a:pt x="467184" y="24881"/>
                  <a:pt x="469049" y="31627"/>
                  <a:pt x="469049" y="39013"/>
                </a:cubicBezTo>
                <a:cubicBezTo>
                  <a:pt x="469049" y="48537"/>
                  <a:pt x="465962" y="56566"/>
                  <a:pt x="459788" y="63098"/>
                </a:cubicBezTo>
                <a:cubicBezTo>
                  <a:pt x="453615" y="69629"/>
                  <a:pt x="444079" y="73780"/>
                  <a:pt x="431182" y="75551"/>
                </a:cubicBezTo>
                <a:cubicBezTo>
                  <a:pt x="435888" y="77816"/>
                  <a:pt x="439464" y="80051"/>
                  <a:pt x="441909" y="82255"/>
                </a:cubicBezTo>
                <a:cubicBezTo>
                  <a:pt x="447105" y="87029"/>
                  <a:pt x="452025" y="92997"/>
                  <a:pt x="456671" y="100160"/>
                </a:cubicBezTo>
                <a:lnTo>
                  <a:pt x="480051" y="136798"/>
                </a:lnTo>
                <a:lnTo>
                  <a:pt x="457680" y="136798"/>
                </a:lnTo>
                <a:lnTo>
                  <a:pt x="439892" y="108790"/>
                </a:lnTo>
                <a:cubicBezTo>
                  <a:pt x="434696" y="100710"/>
                  <a:pt x="430418" y="94528"/>
                  <a:pt x="427056" y="90244"/>
                </a:cubicBezTo>
                <a:cubicBezTo>
                  <a:pt x="423694" y="85957"/>
                  <a:pt x="420684" y="82957"/>
                  <a:pt x="418025" y="81244"/>
                </a:cubicBezTo>
                <a:cubicBezTo>
                  <a:pt x="415366" y="79529"/>
                  <a:pt x="412661" y="78334"/>
                  <a:pt x="409910" y="77660"/>
                </a:cubicBezTo>
                <a:cubicBezTo>
                  <a:pt x="407893" y="77232"/>
                  <a:pt x="404592" y="77018"/>
                  <a:pt x="400008" y="77018"/>
                </a:cubicBezTo>
                <a:lnTo>
                  <a:pt x="379378" y="77018"/>
                </a:lnTo>
                <a:lnTo>
                  <a:pt x="379378" y="136798"/>
                </a:lnTo>
                <a:lnTo>
                  <a:pt x="361591" y="136798"/>
                </a:lnTo>
                <a:moveTo>
                  <a:pt x="379378" y="61614"/>
                </a:moveTo>
                <a:lnTo>
                  <a:pt x="417612" y="61614"/>
                </a:lnTo>
                <a:cubicBezTo>
                  <a:pt x="425742" y="61614"/>
                  <a:pt x="432099" y="60776"/>
                  <a:pt x="436683" y="59098"/>
                </a:cubicBezTo>
                <a:cubicBezTo>
                  <a:pt x="441267" y="57421"/>
                  <a:pt x="444752" y="54738"/>
                  <a:pt x="447135" y="51047"/>
                </a:cubicBezTo>
                <a:cubicBezTo>
                  <a:pt x="449519" y="47357"/>
                  <a:pt x="450711" y="43345"/>
                  <a:pt x="450711" y="39013"/>
                </a:cubicBezTo>
                <a:cubicBezTo>
                  <a:pt x="450711" y="32669"/>
                  <a:pt x="448404" y="27455"/>
                  <a:pt x="443789" y="23369"/>
                </a:cubicBezTo>
                <a:cubicBezTo>
                  <a:pt x="439174" y="19281"/>
                  <a:pt x="431885" y="17237"/>
                  <a:pt x="421921" y="17237"/>
                </a:cubicBezTo>
                <a:lnTo>
                  <a:pt x="379378" y="17237"/>
                </a:lnTo>
                <a:lnTo>
                  <a:pt x="379378" y="61614"/>
                </a:lnTo>
                <a:close/>
                <a:moveTo>
                  <a:pt x="482129" y="136798"/>
                </a:moveTo>
                <a:lnTo>
                  <a:pt x="533749" y="2384"/>
                </a:lnTo>
                <a:lnTo>
                  <a:pt x="552912" y="2384"/>
                </a:lnTo>
                <a:lnTo>
                  <a:pt x="607924" y="136798"/>
                </a:lnTo>
                <a:lnTo>
                  <a:pt x="587661" y="136798"/>
                </a:lnTo>
                <a:lnTo>
                  <a:pt x="571983" y="96272"/>
                </a:lnTo>
                <a:lnTo>
                  <a:pt x="515778" y="96272"/>
                </a:lnTo>
                <a:lnTo>
                  <a:pt x="501016" y="136798"/>
                </a:lnTo>
                <a:lnTo>
                  <a:pt x="482129" y="136798"/>
                </a:lnTo>
                <a:moveTo>
                  <a:pt x="520913" y="81602"/>
                </a:moveTo>
                <a:lnTo>
                  <a:pt x="566481" y="81602"/>
                </a:lnTo>
                <a:lnTo>
                  <a:pt x="552453" y="44377"/>
                </a:lnTo>
                <a:cubicBezTo>
                  <a:pt x="548174" y="33069"/>
                  <a:pt x="544996" y="23778"/>
                  <a:pt x="542918" y="16504"/>
                </a:cubicBezTo>
                <a:cubicBezTo>
                  <a:pt x="541206" y="25122"/>
                  <a:pt x="538792" y="33680"/>
                  <a:pt x="535674" y="42176"/>
                </a:cubicBezTo>
                <a:lnTo>
                  <a:pt x="520913" y="8160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FE9D499-5D39-410D-9F61-41E4BF927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2976" y="2554923"/>
            <a:ext cx="834562" cy="406849"/>
          </a:xfrm>
          <a:custGeom xmlns:a="http://schemas.openxmlformats.org/drawingml/2006/main">
            <a:pathLst>
              <a:path w="834562" h="406849">
                <a:moveTo>
                  <a:pt x="0" y="0"/>
                </a:moveTo>
                <a:lnTo>
                  <a:pt x="834562" y="0"/>
                </a:lnTo>
                <a:lnTo>
                  <a:pt x="834562" y="406849"/>
                </a:lnTo>
                <a:lnTo>
                  <a:pt x="0" y="40684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8CE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382CFC5-894D-4663-86C6-0AABC3037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2976" y="2554923"/>
            <a:ext cx="834562" cy="406849"/>
          </a:xfrm>
          <a:custGeom xmlns:a="http://schemas.openxmlformats.org/drawingml/2006/main">
            <a:pathLst>
              <a:path w="834562" h="406849" fill="none">
                <a:moveTo>
                  <a:pt x="0" y="0"/>
                </a:moveTo>
                <a:lnTo>
                  <a:pt x="834562" y="0"/>
                </a:lnTo>
                <a:lnTo>
                  <a:pt x="834562" y="406849"/>
                </a:lnTo>
                <a:lnTo>
                  <a:pt x="0" y="406849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0432" cap="flat">
            <a:solidFill>
              <a:srgbClr val="B85450"/>
            </a:solidFill>
            <a:miter/>
          </a:ln>
        </p:spPr>
      </p:sp>
      <p:sp>
        <p:nvSpPr>
          <p:cNvPr id="36" name="Text 24GB">
            <a:extLst xmlns:a="http://schemas.openxmlformats.org/drawingml/2006/main">
              <a:ext uri="{FF2B5EF4-FFF2-40B4-BE49-F238E27FC236}">
                <a16:creationId xmlns:a16="http://schemas.microsoft.com/office/drawing/2014/main" id="{9AE06959-16CC-4360-80A8-D47F69F58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0504" y="2684142"/>
            <a:ext cx="464586" cy="138999"/>
          </a:xfrm>
          <a:custGeom xmlns:a="http://schemas.openxmlformats.org/drawingml/2006/main">
            <a:pathLst>
              <a:path w="464586" h="138999">
                <a:moveTo>
                  <a:pt x="88968" y="120936"/>
                </a:moveTo>
                <a:lnTo>
                  <a:pt x="88968" y="136798"/>
                </a:lnTo>
                <a:lnTo>
                  <a:pt x="122" y="136798"/>
                </a:lnTo>
                <a:cubicBezTo>
                  <a:pt x="0" y="132827"/>
                  <a:pt x="642" y="129009"/>
                  <a:pt x="2048" y="125343"/>
                </a:cubicBezTo>
                <a:cubicBezTo>
                  <a:pt x="4309" y="119295"/>
                  <a:pt x="7931" y="113339"/>
                  <a:pt x="12913" y="107475"/>
                </a:cubicBezTo>
                <a:cubicBezTo>
                  <a:pt x="17894" y="101611"/>
                  <a:pt x="25092" y="94830"/>
                  <a:pt x="34505" y="87132"/>
                </a:cubicBezTo>
                <a:cubicBezTo>
                  <a:pt x="49114" y="75163"/>
                  <a:pt x="58986" y="65682"/>
                  <a:pt x="64120" y="58689"/>
                </a:cubicBezTo>
                <a:cubicBezTo>
                  <a:pt x="69255" y="51696"/>
                  <a:pt x="71822" y="45085"/>
                  <a:pt x="71822" y="38856"/>
                </a:cubicBezTo>
                <a:cubicBezTo>
                  <a:pt x="71822" y="32321"/>
                  <a:pt x="69484" y="26809"/>
                  <a:pt x="64808" y="22320"/>
                </a:cubicBezTo>
                <a:cubicBezTo>
                  <a:pt x="60132" y="17831"/>
                  <a:pt x="54035" y="15587"/>
                  <a:pt x="46516" y="15587"/>
                </a:cubicBezTo>
                <a:cubicBezTo>
                  <a:pt x="38570" y="15587"/>
                  <a:pt x="32213" y="17971"/>
                  <a:pt x="27445" y="22739"/>
                </a:cubicBezTo>
                <a:cubicBezTo>
                  <a:pt x="22677" y="27506"/>
                  <a:pt x="20263" y="34108"/>
                  <a:pt x="20202" y="42543"/>
                </a:cubicBezTo>
                <a:lnTo>
                  <a:pt x="3240" y="40798"/>
                </a:lnTo>
                <a:cubicBezTo>
                  <a:pt x="4401" y="28117"/>
                  <a:pt x="8771" y="18452"/>
                  <a:pt x="16351" y="11805"/>
                </a:cubicBezTo>
                <a:cubicBezTo>
                  <a:pt x="23931" y="5157"/>
                  <a:pt x="34108" y="1834"/>
                  <a:pt x="46883" y="1834"/>
                </a:cubicBezTo>
                <a:cubicBezTo>
                  <a:pt x="59780" y="1834"/>
                  <a:pt x="69988" y="5411"/>
                  <a:pt x="77507" y="12564"/>
                </a:cubicBezTo>
                <a:cubicBezTo>
                  <a:pt x="85025" y="19718"/>
                  <a:pt x="88784" y="28584"/>
                  <a:pt x="88784" y="39162"/>
                </a:cubicBezTo>
                <a:cubicBezTo>
                  <a:pt x="88784" y="44543"/>
                  <a:pt x="87684" y="49832"/>
                  <a:pt x="85484" y="55030"/>
                </a:cubicBezTo>
                <a:cubicBezTo>
                  <a:pt x="83283" y="60227"/>
                  <a:pt x="79631" y="65700"/>
                  <a:pt x="74527" y="71448"/>
                </a:cubicBezTo>
                <a:cubicBezTo>
                  <a:pt x="69423" y="77193"/>
                  <a:pt x="60942" y="85081"/>
                  <a:pt x="49084" y="95109"/>
                </a:cubicBezTo>
                <a:cubicBezTo>
                  <a:pt x="39181" y="103412"/>
                  <a:pt x="32824" y="109045"/>
                  <a:pt x="30012" y="112008"/>
                </a:cubicBezTo>
                <a:cubicBezTo>
                  <a:pt x="27201" y="114969"/>
                  <a:pt x="24878" y="117945"/>
                  <a:pt x="23044" y="120936"/>
                </a:cubicBezTo>
                <a:lnTo>
                  <a:pt x="88968" y="120936"/>
                </a:lnTo>
                <a:close/>
                <a:moveTo>
                  <a:pt x="159539" y="136798"/>
                </a:moveTo>
                <a:lnTo>
                  <a:pt x="159539" y="104616"/>
                </a:lnTo>
                <a:lnTo>
                  <a:pt x="101225" y="104616"/>
                </a:lnTo>
                <a:lnTo>
                  <a:pt x="101225" y="89487"/>
                </a:lnTo>
                <a:lnTo>
                  <a:pt x="162564" y="2384"/>
                </a:lnTo>
                <a:lnTo>
                  <a:pt x="176042" y="2384"/>
                </a:lnTo>
                <a:lnTo>
                  <a:pt x="176042" y="89487"/>
                </a:lnTo>
                <a:lnTo>
                  <a:pt x="194197" y="89487"/>
                </a:lnTo>
                <a:lnTo>
                  <a:pt x="194197" y="104616"/>
                </a:lnTo>
                <a:lnTo>
                  <a:pt x="176042" y="104616"/>
                </a:lnTo>
                <a:lnTo>
                  <a:pt x="176042" y="136798"/>
                </a:lnTo>
                <a:lnTo>
                  <a:pt x="159539" y="136798"/>
                </a:lnTo>
                <a:moveTo>
                  <a:pt x="159539" y="89487"/>
                </a:moveTo>
                <a:lnTo>
                  <a:pt x="159539" y="28882"/>
                </a:lnTo>
                <a:lnTo>
                  <a:pt x="117454" y="89487"/>
                </a:lnTo>
                <a:lnTo>
                  <a:pt x="159539" y="89487"/>
                </a:lnTo>
                <a:close/>
                <a:moveTo>
                  <a:pt x="280629" y="83803"/>
                </a:moveTo>
                <a:lnTo>
                  <a:pt x="280629" y="68216"/>
                </a:lnTo>
                <a:lnTo>
                  <a:pt x="337567" y="68124"/>
                </a:lnTo>
                <a:lnTo>
                  <a:pt x="337567" y="117910"/>
                </a:lnTo>
                <a:cubicBezTo>
                  <a:pt x="328827" y="124909"/>
                  <a:pt x="319811" y="130174"/>
                  <a:pt x="310520" y="133704"/>
                </a:cubicBezTo>
                <a:cubicBezTo>
                  <a:pt x="301229" y="137234"/>
                  <a:pt x="291693" y="138999"/>
                  <a:pt x="281913" y="138999"/>
                </a:cubicBezTo>
                <a:cubicBezTo>
                  <a:pt x="268710" y="138999"/>
                  <a:pt x="256714" y="136172"/>
                  <a:pt x="245926" y="130518"/>
                </a:cubicBezTo>
                <a:cubicBezTo>
                  <a:pt x="235137" y="124863"/>
                  <a:pt x="226992" y="116688"/>
                  <a:pt x="221491" y="105991"/>
                </a:cubicBezTo>
                <a:cubicBezTo>
                  <a:pt x="215989" y="95294"/>
                  <a:pt x="213239" y="83344"/>
                  <a:pt x="213239" y="70141"/>
                </a:cubicBezTo>
                <a:cubicBezTo>
                  <a:pt x="213239" y="57060"/>
                  <a:pt x="215974" y="44851"/>
                  <a:pt x="221445" y="33512"/>
                </a:cubicBezTo>
                <a:cubicBezTo>
                  <a:pt x="226916" y="22173"/>
                  <a:pt x="234785" y="13753"/>
                  <a:pt x="245054" y="8252"/>
                </a:cubicBezTo>
                <a:cubicBezTo>
                  <a:pt x="255324" y="2751"/>
                  <a:pt x="267151" y="0"/>
                  <a:pt x="280538" y="0"/>
                </a:cubicBezTo>
                <a:cubicBezTo>
                  <a:pt x="290257" y="0"/>
                  <a:pt x="299043" y="1570"/>
                  <a:pt x="306898" y="4710"/>
                </a:cubicBezTo>
                <a:cubicBezTo>
                  <a:pt x="314752" y="7851"/>
                  <a:pt x="320911" y="12227"/>
                  <a:pt x="325373" y="17839"/>
                </a:cubicBezTo>
                <a:cubicBezTo>
                  <a:pt x="329835" y="23449"/>
                  <a:pt x="333228" y="30767"/>
                  <a:pt x="335550" y="39792"/>
                </a:cubicBezTo>
                <a:lnTo>
                  <a:pt x="319505" y="44193"/>
                </a:lnTo>
                <a:cubicBezTo>
                  <a:pt x="317488" y="37347"/>
                  <a:pt x="314982" y="31968"/>
                  <a:pt x="311987" y="28056"/>
                </a:cubicBezTo>
                <a:cubicBezTo>
                  <a:pt x="308991" y="24144"/>
                  <a:pt x="304713" y="21012"/>
                  <a:pt x="299150" y="18658"/>
                </a:cubicBezTo>
                <a:cubicBezTo>
                  <a:pt x="293588" y="16305"/>
                  <a:pt x="287414" y="15128"/>
                  <a:pt x="280629" y="15128"/>
                </a:cubicBezTo>
                <a:cubicBezTo>
                  <a:pt x="272500" y="15128"/>
                  <a:pt x="265470" y="16367"/>
                  <a:pt x="259541" y="18845"/>
                </a:cubicBezTo>
                <a:cubicBezTo>
                  <a:pt x="253612" y="21322"/>
                  <a:pt x="248829" y="24580"/>
                  <a:pt x="245192" y="28618"/>
                </a:cubicBezTo>
                <a:cubicBezTo>
                  <a:pt x="241555" y="32656"/>
                  <a:pt x="238728" y="37092"/>
                  <a:pt x="236711" y="41924"/>
                </a:cubicBezTo>
                <a:cubicBezTo>
                  <a:pt x="233288" y="50245"/>
                  <a:pt x="231576" y="59268"/>
                  <a:pt x="231576" y="68995"/>
                </a:cubicBezTo>
                <a:cubicBezTo>
                  <a:pt x="231576" y="80985"/>
                  <a:pt x="233639" y="91018"/>
                  <a:pt x="237765" y="99094"/>
                </a:cubicBezTo>
                <a:cubicBezTo>
                  <a:pt x="241891" y="107171"/>
                  <a:pt x="247897" y="113167"/>
                  <a:pt x="255782" y="117082"/>
                </a:cubicBezTo>
                <a:cubicBezTo>
                  <a:pt x="263667" y="120996"/>
                  <a:pt x="272041" y="122953"/>
                  <a:pt x="280904" y="122953"/>
                </a:cubicBezTo>
                <a:cubicBezTo>
                  <a:pt x="288606" y="122953"/>
                  <a:pt x="296125" y="121461"/>
                  <a:pt x="303460" y="118478"/>
                </a:cubicBezTo>
                <a:cubicBezTo>
                  <a:pt x="310795" y="115494"/>
                  <a:pt x="316357" y="112310"/>
                  <a:pt x="320147" y="108925"/>
                </a:cubicBezTo>
                <a:lnTo>
                  <a:pt x="320147" y="83803"/>
                </a:lnTo>
                <a:lnTo>
                  <a:pt x="280629" y="83803"/>
                </a:lnTo>
                <a:close/>
                <a:moveTo>
                  <a:pt x="363088" y="136798"/>
                </a:moveTo>
                <a:lnTo>
                  <a:pt x="363088" y="2384"/>
                </a:lnTo>
                <a:lnTo>
                  <a:pt x="413516" y="2384"/>
                </a:lnTo>
                <a:cubicBezTo>
                  <a:pt x="423785" y="2384"/>
                  <a:pt x="432022" y="3744"/>
                  <a:pt x="438226" y="6464"/>
                </a:cubicBezTo>
                <a:cubicBezTo>
                  <a:pt x="444430" y="9184"/>
                  <a:pt x="449290" y="13371"/>
                  <a:pt x="452804" y="19025"/>
                </a:cubicBezTo>
                <a:cubicBezTo>
                  <a:pt x="456319" y="24679"/>
                  <a:pt x="458077" y="30593"/>
                  <a:pt x="458077" y="36767"/>
                </a:cubicBezTo>
                <a:cubicBezTo>
                  <a:pt x="458077" y="42513"/>
                  <a:pt x="456518" y="47922"/>
                  <a:pt x="453400" y="52996"/>
                </a:cubicBezTo>
                <a:cubicBezTo>
                  <a:pt x="450283" y="58069"/>
                  <a:pt x="445576" y="62164"/>
                  <a:pt x="439281" y="65282"/>
                </a:cubicBezTo>
                <a:cubicBezTo>
                  <a:pt x="447410" y="67666"/>
                  <a:pt x="453660" y="71730"/>
                  <a:pt x="458031" y="77476"/>
                </a:cubicBezTo>
                <a:cubicBezTo>
                  <a:pt x="462401" y="83222"/>
                  <a:pt x="464586" y="90007"/>
                  <a:pt x="464586" y="97831"/>
                </a:cubicBezTo>
                <a:cubicBezTo>
                  <a:pt x="464586" y="104127"/>
                  <a:pt x="463257" y="109979"/>
                  <a:pt x="460598" y="115389"/>
                </a:cubicBezTo>
                <a:cubicBezTo>
                  <a:pt x="457939" y="120799"/>
                  <a:pt x="454654" y="124970"/>
                  <a:pt x="450742" y="127904"/>
                </a:cubicBezTo>
                <a:cubicBezTo>
                  <a:pt x="446829" y="130838"/>
                  <a:pt x="441924" y="133054"/>
                  <a:pt x="436026" y="134552"/>
                </a:cubicBezTo>
                <a:cubicBezTo>
                  <a:pt x="430127" y="136049"/>
                  <a:pt x="422899" y="136798"/>
                  <a:pt x="414341" y="136798"/>
                </a:cubicBezTo>
                <a:lnTo>
                  <a:pt x="363088" y="136798"/>
                </a:lnTo>
                <a:moveTo>
                  <a:pt x="380875" y="58864"/>
                </a:moveTo>
                <a:lnTo>
                  <a:pt x="409940" y="58864"/>
                </a:lnTo>
                <a:cubicBezTo>
                  <a:pt x="417826" y="58864"/>
                  <a:pt x="423480" y="58344"/>
                  <a:pt x="426903" y="57305"/>
                </a:cubicBezTo>
                <a:cubicBezTo>
                  <a:pt x="431426" y="55960"/>
                  <a:pt x="434834" y="53729"/>
                  <a:pt x="437126" y="50612"/>
                </a:cubicBezTo>
                <a:cubicBezTo>
                  <a:pt x="439418" y="47494"/>
                  <a:pt x="440564" y="43582"/>
                  <a:pt x="440564" y="38876"/>
                </a:cubicBezTo>
                <a:cubicBezTo>
                  <a:pt x="440564" y="34413"/>
                  <a:pt x="439494" y="30486"/>
                  <a:pt x="437355" y="27094"/>
                </a:cubicBezTo>
                <a:cubicBezTo>
                  <a:pt x="435216" y="23701"/>
                  <a:pt x="432159" y="21379"/>
                  <a:pt x="428186" y="20125"/>
                </a:cubicBezTo>
                <a:cubicBezTo>
                  <a:pt x="424213" y="18872"/>
                  <a:pt x="417398" y="18246"/>
                  <a:pt x="407740" y="18246"/>
                </a:cubicBezTo>
                <a:lnTo>
                  <a:pt x="380875" y="18246"/>
                </a:lnTo>
                <a:lnTo>
                  <a:pt x="380875" y="58864"/>
                </a:lnTo>
                <a:moveTo>
                  <a:pt x="380875" y="120936"/>
                </a:moveTo>
                <a:lnTo>
                  <a:pt x="414341" y="120936"/>
                </a:lnTo>
                <a:cubicBezTo>
                  <a:pt x="420087" y="120936"/>
                  <a:pt x="424121" y="120722"/>
                  <a:pt x="426444" y="120294"/>
                </a:cubicBezTo>
                <a:cubicBezTo>
                  <a:pt x="430540" y="119561"/>
                  <a:pt x="433963" y="118338"/>
                  <a:pt x="436713" y="116627"/>
                </a:cubicBezTo>
                <a:cubicBezTo>
                  <a:pt x="439464" y="114915"/>
                  <a:pt x="441726" y="112424"/>
                  <a:pt x="443498" y="109154"/>
                </a:cubicBezTo>
                <a:cubicBezTo>
                  <a:pt x="445271" y="105884"/>
                  <a:pt x="446157" y="102110"/>
                  <a:pt x="446157" y="97831"/>
                </a:cubicBezTo>
                <a:cubicBezTo>
                  <a:pt x="446157" y="92819"/>
                  <a:pt x="444873" y="88463"/>
                  <a:pt x="442306" y="84765"/>
                </a:cubicBezTo>
                <a:cubicBezTo>
                  <a:pt x="439739" y="81067"/>
                  <a:pt x="436178" y="78469"/>
                  <a:pt x="431625" y="76972"/>
                </a:cubicBezTo>
                <a:cubicBezTo>
                  <a:pt x="427071" y="75474"/>
                  <a:pt x="420515" y="74726"/>
                  <a:pt x="411958" y="74726"/>
                </a:cubicBezTo>
                <a:lnTo>
                  <a:pt x="380875" y="74726"/>
                </a:lnTo>
                <a:lnTo>
                  <a:pt x="380875" y="12093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E64B94B-E23D-4B89-ADF3-D97BC9668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4652" y="2033322"/>
            <a:ext cx="834562" cy="1345732"/>
          </a:xfrm>
          <a:custGeom xmlns:a="http://schemas.openxmlformats.org/drawingml/2006/main">
            <a:pathLst>
              <a:path w="834562" h="1345732">
                <a:moveTo>
                  <a:pt x="0" y="0"/>
                </a:moveTo>
                <a:lnTo>
                  <a:pt x="834562" y="0"/>
                </a:lnTo>
                <a:lnTo>
                  <a:pt x="834562" y="1345732"/>
                </a:lnTo>
                <a:lnTo>
                  <a:pt x="0" y="134573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E6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F282361-BEFC-44C6-A975-CADCC271E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4652" y="2033322"/>
            <a:ext cx="834562" cy="1345732"/>
          </a:xfrm>
          <a:custGeom xmlns:a="http://schemas.openxmlformats.org/drawingml/2006/main">
            <a:pathLst>
              <a:path w="834562" h="1345732" fill="none">
                <a:moveTo>
                  <a:pt x="0" y="0"/>
                </a:moveTo>
                <a:lnTo>
                  <a:pt x="834562" y="0"/>
                </a:lnTo>
                <a:lnTo>
                  <a:pt x="834562" y="1345732"/>
                </a:lnTo>
                <a:lnTo>
                  <a:pt x="0" y="1345732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0432" cap="flat">
            <a:solidFill>
              <a:srgbClr val="D79B00"/>
            </a:solidFill>
            <a:miter/>
          </a:ln>
        </p:spPr>
      </p:sp>
      <p:sp>
        <p:nvSpPr>
          <p:cNvPr id="39" name="Text 197GB">
            <a:extLst xmlns:a="http://schemas.openxmlformats.org/drawingml/2006/main">
              <a:ext uri="{FF2B5EF4-FFF2-40B4-BE49-F238E27FC236}">
                <a16:creationId xmlns:a16="http://schemas.microsoft.com/office/drawing/2014/main" id="{BF8F5D4A-3C13-428A-AA5D-441B4D2D2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4740" y="2631981"/>
            <a:ext cx="554107" cy="138999"/>
          </a:xfrm>
          <a:custGeom xmlns:a="http://schemas.openxmlformats.org/drawingml/2006/main">
            <a:pathLst>
              <a:path w="554107" h="138999">
                <a:moveTo>
                  <a:pt x="49511" y="136798"/>
                </a:moveTo>
                <a:lnTo>
                  <a:pt x="33008" y="136798"/>
                </a:lnTo>
                <a:lnTo>
                  <a:pt x="33008" y="31632"/>
                </a:lnTo>
                <a:cubicBezTo>
                  <a:pt x="29034" y="35422"/>
                  <a:pt x="23824" y="39212"/>
                  <a:pt x="17375" y="43002"/>
                </a:cubicBezTo>
                <a:cubicBezTo>
                  <a:pt x="10926" y="46791"/>
                  <a:pt x="5135" y="49634"/>
                  <a:pt x="0" y="51529"/>
                </a:cubicBezTo>
                <a:lnTo>
                  <a:pt x="0" y="35575"/>
                </a:lnTo>
                <a:cubicBezTo>
                  <a:pt x="9230" y="31235"/>
                  <a:pt x="17298" y="25978"/>
                  <a:pt x="24206" y="19805"/>
                </a:cubicBezTo>
                <a:cubicBezTo>
                  <a:pt x="31113" y="13631"/>
                  <a:pt x="36003" y="7641"/>
                  <a:pt x="38876" y="1834"/>
                </a:cubicBezTo>
                <a:lnTo>
                  <a:pt x="49511" y="1834"/>
                </a:lnTo>
                <a:lnTo>
                  <a:pt x="49511" y="136798"/>
                </a:lnTo>
                <a:close/>
                <a:moveTo>
                  <a:pt x="94226" y="105450"/>
                </a:moveTo>
                <a:lnTo>
                  <a:pt x="110088" y="103974"/>
                </a:lnTo>
                <a:cubicBezTo>
                  <a:pt x="111433" y="111431"/>
                  <a:pt x="114000" y="116841"/>
                  <a:pt x="117790" y="120203"/>
                </a:cubicBezTo>
                <a:cubicBezTo>
                  <a:pt x="121580" y="123565"/>
                  <a:pt x="126439" y="125245"/>
                  <a:pt x="132368" y="125245"/>
                </a:cubicBezTo>
                <a:cubicBezTo>
                  <a:pt x="137442" y="125245"/>
                  <a:pt x="141889" y="124084"/>
                  <a:pt x="145709" y="121761"/>
                </a:cubicBezTo>
                <a:cubicBezTo>
                  <a:pt x="149529" y="119439"/>
                  <a:pt x="152662" y="116336"/>
                  <a:pt x="155107" y="112455"/>
                </a:cubicBezTo>
                <a:cubicBezTo>
                  <a:pt x="157552" y="108574"/>
                  <a:pt x="159600" y="103332"/>
                  <a:pt x="161250" y="96731"/>
                </a:cubicBezTo>
                <a:cubicBezTo>
                  <a:pt x="162900" y="90129"/>
                  <a:pt x="163726" y="83405"/>
                  <a:pt x="163726" y="76559"/>
                </a:cubicBezTo>
                <a:cubicBezTo>
                  <a:pt x="163726" y="75826"/>
                  <a:pt x="163695" y="74726"/>
                  <a:pt x="163634" y="73259"/>
                </a:cubicBezTo>
                <a:cubicBezTo>
                  <a:pt x="160333" y="78515"/>
                  <a:pt x="155825" y="82779"/>
                  <a:pt x="150110" y="86049"/>
                </a:cubicBezTo>
                <a:cubicBezTo>
                  <a:pt x="144395" y="89319"/>
                  <a:pt x="138206" y="90954"/>
                  <a:pt x="131543" y="90954"/>
                </a:cubicBezTo>
                <a:cubicBezTo>
                  <a:pt x="120418" y="90954"/>
                  <a:pt x="111005" y="86932"/>
                  <a:pt x="103303" y="78889"/>
                </a:cubicBezTo>
                <a:cubicBezTo>
                  <a:pt x="95602" y="70845"/>
                  <a:pt x="91751" y="60242"/>
                  <a:pt x="91751" y="47079"/>
                </a:cubicBezTo>
                <a:cubicBezTo>
                  <a:pt x="91751" y="33490"/>
                  <a:pt x="95770" y="22552"/>
                  <a:pt x="103808" y="14266"/>
                </a:cubicBezTo>
                <a:cubicBezTo>
                  <a:pt x="111846" y="5978"/>
                  <a:pt x="121916" y="1834"/>
                  <a:pt x="134019" y="1834"/>
                </a:cubicBezTo>
                <a:cubicBezTo>
                  <a:pt x="142760" y="1834"/>
                  <a:pt x="150752" y="4186"/>
                  <a:pt x="157995" y="8891"/>
                </a:cubicBezTo>
                <a:cubicBezTo>
                  <a:pt x="165238" y="13594"/>
                  <a:pt x="170740" y="20297"/>
                  <a:pt x="174499" y="29002"/>
                </a:cubicBezTo>
                <a:cubicBezTo>
                  <a:pt x="178258" y="37707"/>
                  <a:pt x="180138" y="50305"/>
                  <a:pt x="180138" y="66797"/>
                </a:cubicBezTo>
                <a:cubicBezTo>
                  <a:pt x="180138" y="83962"/>
                  <a:pt x="178273" y="97630"/>
                  <a:pt x="174545" y="107802"/>
                </a:cubicBezTo>
                <a:cubicBezTo>
                  <a:pt x="170816" y="117972"/>
                  <a:pt x="165269" y="125713"/>
                  <a:pt x="157903" y="131028"/>
                </a:cubicBezTo>
                <a:cubicBezTo>
                  <a:pt x="150538" y="136342"/>
                  <a:pt x="141904" y="138999"/>
                  <a:pt x="132002" y="138999"/>
                </a:cubicBezTo>
                <a:cubicBezTo>
                  <a:pt x="121488" y="138999"/>
                  <a:pt x="112900" y="136065"/>
                  <a:pt x="106237" y="130197"/>
                </a:cubicBezTo>
                <a:cubicBezTo>
                  <a:pt x="99575" y="124329"/>
                  <a:pt x="95571" y="116080"/>
                  <a:pt x="94226" y="105450"/>
                </a:cubicBezTo>
                <a:moveTo>
                  <a:pt x="161800" y="46299"/>
                </a:moveTo>
                <a:cubicBezTo>
                  <a:pt x="161800" y="36882"/>
                  <a:pt x="159279" y="29410"/>
                  <a:pt x="154236" y="23882"/>
                </a:cubicBezTo>
                <a:cubicBezTo>
                  <a:pt x="149193" y="18352"/>
                  <a:pt x="143126" y="15587"/>
                  <a:pt x="136036" y="15587"/>
                </a:cubicBezTo>
                <a:cubicBezTo>
                  <a:pt x="128701" y="15587"/>
                  <a:pt x="122313" y="18564"/>
                  <a:pt x="116873" y="24518"/>
                </a:cubicBezTo>
                <a:cubicBezTo>
                  <a:pt x="111433" y="30472"/>
                  <a:pt x="108713" y="38188"/>
                  <a:pt x="108713" y="47666"/>
                </a:cubicBezTo>
                <a:cubicBezTo>
                  <a:pt x="108713" y="56174"/>
                  <a:pt x="111295" y="63086"/>
                  <a:pt x="116461" y="68402"/>
                </a:cubicBezTo>
                <a:cubicBezTo>
                  <a:pt x="121626" y="73718"/>
                  <a:pt x="127998" y="76376"/>
                  <a:pt x="135577" y="76376"/>
                </a:cubicBezTo>
                <a:cubicBezTo>
                  <a:pt x="143218" y="76376"/>
                  <a:pt x="149499" y="73718"/>
                  <a:pt x="154419" y="68402"/>
                </a:cubicBezTo>
                <a:cubicBezTo>
                  <a:pt x="159340" y="63086"/>
                  <a:pt x="161800" y="55718"/>
                  <a:pt x="161800" y="46299"/>
                </a:cubicBezTo>
                <a:close/>
                <a:moveTo>
                  <a:pt x="197255" y="19896"/>
                </a:moveTo>
                <a:lnTo>
                  <a:pt x="197255" y="4034"/>
                </a:lnTo>
                <a:lnTo>
                  <a:pt x="284267" y="4034"/>
                </a:lnTo>
                <a:lnTo>
                  <a:pt x="284267" y="16871"/>
                </a:lnTo>
                <a:cubicBezTo>
                  <a:pt x="275709" y="25986"/>
                  <a:pt x="267228" y="38098"/>
                  <a:pt x="258823" y="53208"/>
                </a:cubicBezTo>
                <a:cubicBezTo>
                  <a:pt x="250418" y="68317"/>
                  <a:pt x="243924" y="83854"/>
                  <a:pt x="239340" y="99819"/>
                </a:cubicBezTo>
                <a:cubicBezTo>
                  <a:pt x="236039" y="111076"/>
                  <a:pt x="233930" y="123402"/>
                  <a:pt x="233013" y="136798"/>
                </a:cubicBezTo>
                <a:lnTo>
                  <a:pt x="216051" y="136798"/>
                </a:lnTo>
                <a:cubicBezTo>
                  <a:pt x="216234" y="126216"/>
                  <a:pt x="218312" y="113431"/>
                  <a:pt x="222286" y="98444"/>
                </a:cubicBezTo>
                <a:cubicBezTo>
                  <a:pt x="226259" y="83455"/>
                  <a:pt x="231959" y="69003"/>
                  <a:pt x="239385" y="55087"/>
                </a:cubicBezTo>
                <a:cubicBezTo>
                  <a:pt x="246812" y="41170"/>
                  <a:pt x="254713" y="29439"/>
                  <a:pt x="263087" y="19896"/>
                </a:cubicBezTo>
                <a:lnTo>
                  <a:pt x="197255" y="19896"/>
                </a:lnTo>
                <a:close/>
                <a:moveTo>
                  <a:pt x="370149" y="83803"/>
                </a:moveTo>
                <a:lnTo>
                  <a:pt x="370149" y="68216"/>
                </a:lnTo>
                <a:lnTo>
                  <a:pt x="427087" y="68124"/>
                </a:lnTo>
                <a:lnTo>
                  <a:pt x="427087" y="117910"/>
                </a:lnTo>
                <a:cubicBezTo>
                  <a:pt x="418346" y="124909"/>
                  <a:pt x="409330" y="130174"/>
                  <a:pt x="400039" y="133704"/>
                </a:cubicBezTo>
                <a:cubicBezTo>
                  <a:pt x="390748" y="137234"/>
                  <a:pt x="381213" y="138999"/>
                  <a:pt x="371433" y="138999"/>
                </a:cubicBezTo>
                <a:cubicBezTo>
                  <a:pt x="358230" y="138999"/>
                  <a:pt x="346234" y="136172"/>
                  <a:pt x="335445" y="130518"/>
                </a:cubicBezTo>
                <a:cubicBezTo>
                  <a:pt x="324657" y="124863"/>
                  <a:pt x="316512" y="116688"/>
                  <a:pt x="311011" y="105991"/>
                </a:cubicBezTo>
                <a:cubicBezTo>
                  <a:pt x="305509" y="95294"/>
                  <a:pt x="302759" y="83344"/>
                  <a:pt x="302759" y="70141"/>
                </a:cubicBezTo>
                <a:cubicBezTo>
                  <a:pt x="302759" y="57060"/>
                  <a:pt x="305494" y="44851"/>
                  <a:pt x="310965" y="33512"/>
                </a:cubicBezTo>
                <a:cubicBezTo>
                  <a:pt x="316435" y="22173"/>
                  <a:pt x="324305" y="13753"/>
                  <a:pt x="334574" y="8252"/>
                </a:cubicBezTo>
                <a:cubicBezTo>
                  <a:pt x="344843" y="2751"/>
                  <a:pt x="356671" y="0"/>
                  <a:pt x="370058" y="0"/>
                </a:cubicBezTo>
                <a:cubicBezTo>
                  <a:pt x="379776" y="0"/>
                  <a:pt x="388563" y="1570"/>
                  <a:pt x="396418" y="4710"/>
                </a:cubicBezTo>
                <a:cubicBezTo>
                  <a:pt x="404272" y="7851"/>
                  <a:pt x="410431" y="12227"/>
                  <a:pt x="414893" y="17839"/>
                </a:cubicBezTo>
                <a:cubicBezTo>
                  <a:pt x="419355" y="23449"/>
                  <a:pt x="422747" y="30767"/>
                  <a:pt x="425070" y="39792"/>
                </a:cubicBezTo>
                <a:lnTo>
                  <a:pt x="409025" y="44193"/>
                </a:lnTo>
                <a:cubicBezTo>
                  <a:pt x="407008" y="37347"/>
                  <a:pt x="404502" y="31968"/>
                  <a:pt x="401506" y="28056"/>
                </a:cubicBezTo>
                <a:cubicBezTo>
                  <a:pt x="398511" y="24144"/>
                  <a:pt x="394233" y="21012"/>
                  <a:pt x="388670" y="18658"/>
                </a:cubicBezTo>
                <a:cubicBezTo>
                  <a:pt x="383108" y="16305"/>
                  <a:pt x="376934" y="15128"/>
                  <a:pt x="370149" y="15128"/>
                </a:cubicBezTo>
                <a:cubicBezTo>
                  <a:pt x="362020" y="15128"/>
                  <a:pt x="354990" y="16367"/>
                  <a:pt x="349061" y="18845"/>
                </a:cubicBezTo>
                <a:cubicBezTo>
                  <a:pt x="343132" y="21322"/>
                  <a:pt x="338349" y="24580"/>
                  <a:pt x="334712" y="28618"/>
                </a:cubicBezTo>
                <a:cubicBezTo>
                  <a:pt x="331075" y="32656"/>
                  <a:pt x="328248" y="37092"/>
                  <a:pt x="326231" y="41924"/>
                </a:cubicBezTo>
                <a:cubicBezTo>
                  <a:pt x="322808" y="50245"/>
                  <a:pt x="321096" y="59268"/>
                  <a:pt x="321096" y="68995"/>
                </a:cubicBezTo>
                <a:cubicBezTo>
                  <a:pt x="321096" y="80985"/>
                  <a:pt x="323159" y="91018"/>
                  <a:pt x="327285" y="99094"/>
                </a:cubicBezTo>
                <a:cubicBezTo>
                  <a:pt x="331411" y="107171"/>
                  <a:pt x="337417" y="113167"/>
                  <a:pt x="345302" y="117082"/>
                </a:cubicBezTo>
                <a:cubicBezTo>
                  <a:pt x="353187" y="120996"/>
                  <a:pt x="361561" y="122953"/>
                  <a:pt x="370424" y="122953"/>
                </a:cubicBezTo>
                <a:cubicBezTo>
                  <a:pt x="378126" y="122953"/>
                  <a:pt x="385644" y="121461"/>
                  <a:pt x="392980" y="118478"/>
                </a:cubicBezTo>
                <a:cubicBezTo>
                  <a:pt x="400315" y="115494"/>
                  <a:pt x="405877" y="112310"/>
                  <a:pt x="409667" y="108925"/>
                </a:cubicBezTo>
                <a:lnTo>
                  <a:pt x="409667" y="83803"/>
                </a:lnTo>
                <a:lnTo>
                  <a:pt x="370149" y="83803"/>
                </a:lnTo>
                <a:close/>
                <a:moveTo>
                  <a:pt x="452608" y="136798"/>
                </a:moveTo>
                <a:lnTo>
                  <a:pt x="452608" y="2384"/>
                </a:lnTo>
                <a:lnTo>
                  <a:pt x="503036" y="2384"/>
                </a:lnTo>
                <a:cubicBezTo>
                  <a:pt x="513306" y="2384"/>
                  <a:pt x="521542" y="3744"/>
                  <a:pt x="527746" y="6464"/>
                </a:cubicBezTo>
                <a:cubicBezTo>
                  <a:pt x="533951" y="9184"/>
                  <a:pt x="538810" y="13371"/>
                  <a:pt x="542325" y="19025"/>
                </a:cubicBezTo>
                <a:cubicBezTo>
                  <a:pt x="545839" y="24679"/>
                  <a:pt x="547597" y="30593"/>
                  <a:pt x="547597" y="36767"/>
                </a:cubicBezTo>
                <a:cubicBezTo>
                  <a:pt x="547597" y="42513"/>
                  <a:pt x="546038" y="47922"/>
                  <a:pt x="542921" y="52996"/>
                </a:cubicBezTo>
                <a:cubicBezTo>
                  <a:pt x="539803" y="58069"/>
                  <a:pt x="535097" y="62164"/>
                  <a:pt x="528801" y="65282"/>
                </a:cubicBezTo>
                <a:cubicBezTo>
                  <a:pt x="536930" y="67666"/>
                  <a:pt x="543180" y="71730"/>
                  <a:pt x="547551" y="77476"/>
                </a:cubicBezTo>
                <a:cubicBezTo>
                  <a:pt x="551921" y="83222"/>
                  <a:pt x="554107" y="90007"/>
                  <a:pt x="554107" y="97831"/>
                </a:cubicBezTo>
                <a:cubicBezTo>
                  <a:pt x="554107" y="104127"/>
                  <a:pt x="552777" y="109979"/>
                  <a:pt x="550118" y="115389"/>
                </a:cubicBezTo>
                <a:cubicBezTo>
                  <a:pt x="547459" y="120799"/>
                  <a:pt x="544174" y="124970"/>
                  <a:pt x="540262" y="127904"/>
                </a:cubicBezTo>
                <a:cubicBezTo>
                  <a:pt x="536350" y="130838"/>
                  <a:pt x="531444" y="133054"/>
                  <a:pt x="525546" y="134552"/>
                </a:cubicBezTo>
                <a:cubicBezTo>
                  <a:pt x="519647" y="136049"/>
                  <a:pt x="512419" y="136798"/>
                  <a:pt x="503862" y="136798"/>
                </a:cubicBezTo>
                <a:lnTo>
                  <a:pt x="452608" y="136798"/>
                </a:lnTo>
                <a:moveTo>
                  <a:pt x="470396" y="58864"/>
                </a:moveTo>
                <a:lnTo>
                  <a:pt x="499461" y="58864"/>
                </a:lnTo>
                <a:cubicBezTo>
                  <a:pt x="507346" y="58864"/>
                  <a:pt x="513000" y="58344"/>
                  <a:pt x="516423" y="57305"/>
                </a:cubicBezTo>
                <a:cubicBezTo>
                  <a:pt x="520946" y="55960"/>
                  <a:pt x="524354" y="53729"/>
                  <a:pt x="526646" y="50612"/>
                </a:cubicBezTo>
                <a:cubicBezTo>
                  <a:pt x="528938" y="47494"/>
                  <a:pt x="530084" y="43582"/>
                  <a:pt x="530084" y="38876"/>
                </a:cubicBezTo>
                <a:cubicBezTo>
                  <a:pt x="530084" y="34413"/>
                  <a:pt x="529015" y="30486"/>
                  <a:pt x="526875" y="27094"/>
                </a:cubicBezTo>
                <a:cubicBezTo>
                  <a:pt x="524736" y="23701"/>
                  <a:pt x="521680" y="21379"/>
                  <a:pt x="517707" y="20125"/>
                </a:cubicBezTo>
                <a:cubicBezTo>
                  <a:pt x="513733" y="18872"/>
                  <a:pt x="506918" y="18246"/>
                  <a:pt x="497260" y="18246"/>
                </a:cubicBezTo>
                <a:lnTo>
                  <a:pt x="470396" y="18246"/>
                </a:lnTo>
                <a:lnTo>
                  <a:pt x="470396" y="58864"/>
                </a:lnTo>
                <a:moveTo>
                  <a:pt x="470396" y="120936"/>
                </a:moveTo>
                <a:lnTo>
                  <a:pt x="503862" y="120936"/>
                </a:lnTo>
                <a:cubicBezTo>
                  <a:pt x="509607" y="120936"/>
                  <a:pt x="513642" y="120722"/>
                  <a:pt x="515964" y="120294"/>
                </a:cubicBezTo>
                <a:cubicBezTo>
                  <a:pt x="520060" y="119561"/>
                  <a:pt x="523483" y="118338"/>
                  <a:pt x="526233" y="116627"/>
                </a:cubicBezTo>
                <a:cubicBezTo>
                  <a:pt x="528984" y="114915"/>
                  <a:pt x="531246" y="112424"/>
                  <a:pt x="533018" y="109154"/>
                </a:cubicBezTo>
                <a:cubicBezTo>
                  <a:pt x="534791" y="105884"/>
                  <a:pt x="535677" y="102110"/>
                  <a:pt x="535677" y="97831"/>
                </a:cubicBezTo>
                <a:cubicBezTo>
                  <a:pt x="535677" y="92819"/>
                  <a:pt x="534394" y="88463"/>
                  <a:pt x="531826" y="84765"/>
                </a:cubicBezTo>
                <a:cubicBezTo>
                  <a:pt x="529259" y="81067"/>
                  <a:pt x="525699" y="78469"/>
                  <a:pt x="521145" y="76972"/>
                </a:cubicBezTo>
                <a:cubicBezTo>
                  <a:pt x="516591" y="75474"/>
                  <a:pt x="510035" y="74726"/>
                  <a:pt x="501478" y="74726"/>
                </a:cubicBezTo>
                <a:lnTo>
                  <a:pt x="470396" y="74726"/>
                </a:lnTo>
                <a:lnTo>
                  <a:pt x="470396" y="12093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DD0084C-8EFB-484F-A1F5-8617ED501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2976" y="2137642"/>
            <a:ext cx="834562" cy="406849"/>
          </a:xfrm>
          <a:custGeom xmlns:a="http://schemas.openxmlformats.org/drawingml/2006/main">
            <a:pathLst>
              <a:path w="834562" h="406849">
                <a:moveTo>
                  <a:pt x="0" y="0"/>
                </a:moveTo>
                <a:lnTo>
                  <a:pt x="834562" y="0"/>
                </a:lnTo>
                <a:lnTo>
                  <a:pt x="834562" y="406849"/>
                </a:lnTo>
                <a:lnTo>
                  <a:pt x="0" y="40684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E6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6FE7117-1D95-48D3-95CE-50446E62D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2976" y="2137642"/>
            <a:ext cx="834562" cy="406849"/>
          </a:xfrm>
          <a:custGeom xmlns:a="http://schemas.openxmlformats.org/drawingml/2006/main">
            <a:pathLst>
              <a:path w="834562" h="406849" fill="none">
                <a:moveTo>
                  <a:pt x="0" y="0"/>
                </a:moveTo>
                <a:lnTo>
                  <a:pt x="834562" y="0"/>
                </a:lnTo>
                <a:lnTo>
                  <a:pt x="834562" y="406849"/>
                </a:lnTo>
                <a:lnTo>
                  <a:pt x="0" y="406849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0432" cap="flat">
            <a:solidFill>
              <a:srgbClr val="D79B00"/>
            </a:solidFill>
            <a:miter/>
          </a:ln>
        </p:spPr>
      </p:sp>
      <p:sp>
        <p:nvSpPr>
          <p:cNvPr id="42" name="Text 78GB">
            <a:extLst xmlns:a="http://schemas.openxmlformats.org/drawingml/2006/main">
              <a:ext uri="{FF2B5EF4-FFF2-40B4-BE49-F238E27FC236}">
                <a16:creationId xmlns:a16="http://schemas.microsoft.com/office/drawing/2014/main" id="{F166386B-A16A-49E1-AFD2-EEF0E6EBC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3835" y="2266861"/>
            <a:ext cx="461255" cy="138999"/>
          </a:xfrm>
          <a:custGeom xmlns:a="http://schemas.openxmlformats.org/drawingml/2006/main">
            <a:pathLst>
              <a:path w="461255" h="138999">
                <a:moveTo>
                  <a:pt x="0" y="19896"/>
                </a:moveTo>
                <a:lnTo>
                  <a:pt x="0" y="4034"/>
                </a:lnTo>
                <a:lnTo>
                  <a:pt x="87012" y="4034"/>
                </a:lnTo>
                <a:lnTo>
                  <a:pt x="87012" y="16871"/>
                </a:lnTo>
                <a:cubicBezTo>
                  <a:pt x="78454" y="25986"/>
                  <a:pt x="69973" y="38098"/>
                  <a:pt x="61568" y="53208"/>
                </a:cubicBezTo>
                <a:cubicBezTo>
                  <a:pt x="53164" y="68317"/>
                  <a:pt x="46669" y="83854"/>
                  <a:pt x="42085" y="99819"/>
                </a:cubicBezTo>
                <a:cubicBezTo>
                  <a:pt x="38784" y="111076"/>
                  <a:pt x="36675" y="123402"/>
                  <a:pt x="35758" y="136798"/>
                </a:cubicBezTo>
                <a:lnTo>
                  <a:pt x="18796" y="136798"/>
                </a:lnTo>
                <a:cubicBezTo>
                  <a:pt x="18979" y="126216"/>
                  <a:pt x="21058" y="113431"/>
                  <a:pt x="25031" y="98444"/>
                </a:cubicBezTo>
                <a:cubicBezTo>
                  <a:pt x="29004" y="83455"/>
                  <a:pt x="34704" y="69003"/>
                  <a:pt x="42131" y="55087"/>
                </a:cubicBezTo>
                <a:cubicBezTo>
                  <a:pt x="49557" y="41170"/>
                  <a:pt x="57458" y="29439"/>
                  <a:pt x="65832" y="19896"/>
                </a:cubicBezTo>
                <a:lnTo>
                  <a:pt x="0" y="19896"/>
                </a:lnTo>
                <a:close/>
                <a:moveTo>
                  <a:pt x="128701" y="63723"/>
                </a:moveTo>
                <a:cubicBezTo>
                  <a:pt x="121855" y="61225"/>
                  <a:pt x="116781" y="57659"/>
                  <a:pt x="113481" y="53027"/>
                </a:cubicBezTo>
                <a:cubicBezTo>
                  <a:pt x="110180" y="48395"/>
                  <a:pt x="108530" y="42849"/>
                  <a:pt x="108530" y="36389"/>
                </a:cubicBezTo>
                <a:cubicBezTo>
                  <a:pt x="108530" y="26637"/>
                  <a:pt x="112044" y="18441"/>
                  <a:pt x="119074" y="11799"/>
                </a:cubicBezTo>
                <a:cubicBezTo>
                  <a:pt x="126103" y="5156"/>
                  <a:pt x="135455" y="1834"/>
                  <a:pt x="147130" y="1834"/>
                </a:cubicBezTo>
                <a:cubicBezTo>
                  <a:pt x="158866" y="1834"/>
                  <a:pt x="168310" y="5232"/>
                  <a:pt x="175462" y="12028"/>
                </a:cubicBezTo>
                <a:cubicBezTo>
                  <a:pt x="182613" y="18823"/>
                  <a:pt x="186189" y="27096"/>
                  <a:pt x="186189" y="36847"/>
                </a:cubicBezTo>
                <a:cubicBezTo>
                  <a:pt x="186189" y="43063"/>
                  <a:pt x="184554" y="48471"/>
                  <a:pt x="181284" y="53073"/>
                </a:cubicBezTo>
                <a:cubicBezTo>
                  <a:pt x="178014" y="57674"/>
                  <a:pt x="173047" y="61225"/>
                  <a:pt x="166385" y="63723"/>
                </a:cubicBezTo>
                <a:cubicBezTo>
                  <a:pt x="174636" y="66416"/>
                  <a:pt x="180917" y="70762"/>
                  <a:pt x="185226" y="76760"/>
                </a:cubicBezTo>
                <a:cubicBezTo>
                  <a:pt x="189536" y="82756"/>
                  <a:pt x="191690" y="89916"/>
                  <a:pt x="191690" y="98241"/>
                </a:cubicBezTo>
                <a:cubicBezTo>
                  <a:pt x="191690" y="109745"/>
                  <a:pt x="187626" y="119415"/>
                  <a:pt x="179496" y="127248"/>
                </a:cubicBezTo>
                <a:cubicBezTo>
                  <a:pt x="171366" y="135082"/>
                  <a:pt x="160669" y="138999"/>
                  <a:pt x="147405" y="138999"/>
                </a:cubicBezTo>
                <a:cubicBezTo>
                  <a:pt x="134141" y="138999"/>
                  <a:pt x="123444" y="135067"/>
                  <a:pt x="115314" y="127202"/>
                </a:cubicBezTo>
                <a:cubicBezTo>
                  <a:pt x="107185" y="119338"/>
                  <a:pt x="103120" y="109531"/>
                  <a:pt x="103120" y="97779"/>
                </a:cubicBezTo>
                <a:cubicBezTo>
                  <a:pt x="103120" y="89029"/>
                  <a:pt x="105336" y="81700"/>
                  <a:pt x="109767" y="75794"/>
                </a:cubicBezTo>
                <a:cubicBezTo>
                  <a:pt x="114199" y="69888"/>
                  <a:pt x="120510" y="65864"/>
                  <a:pt x="128701" y="63723"/>
                </a:cubicBezTo>
                <a:moveTo>
                  <a:pt x="125400" y="35947"/>
                </a:moveTo>
                <a:cubicBezTo>
                  <a:pt x="125400" y="42249"/>
                  <a:pt x="127448" y="47400"/>
                  <a:pt x="131543" y="51400"/>
                </a:cubicBezTo>
                <a:cubicBezTo>
                  <a:pt x="135639" y="55398"/>
                  <a:pt x="140956" y="57397"/>
                  <a:pt x="147497" y="57397"/>
                </a:cubicBezTo>
                <a:cubicBezTo>
                  <a:pt x="153854" y="57397"/>
                  <a:pt x="159065" y="55412"/>
                  <a:pt x="163130" y="51443"/>
                </a:cubicBezTo>
                <a:cubicBezTo>
                  <a:pt x="167194" y="47473"/>
                  <a:pt x="169227" y="42611"/>
                  <a:pt x="169227" y="36856"/>
                </a:cubicBezTo>
                <a:cubicBezTo>
                  <a:pt x="169227" y="30856"/>
                  <a:pt x="167133" y="25811"/>
                  <a:pt x="162946" y="21721"/>
                </a:cubicBezTo>
                <a:cubicBezTo>
                  <a:pt x="158759" y="17632"/>
                  <a:pt x="153548" y="15587"/>
                  <a:pt x="147313" y="15587"/>
                </a:cubicBezTo>
                <a:cubicBezTo>
                  <a:pt x="141018" y="15587"/>
                  <a:pt x="135791" y="17587"/>
                  <a:pt x="131635" y="21587"/>
                </a:cubicBezTo>
                <a:cubicBezTo>
                  <a:pt x="127478" y="25585"/>
                  <a:pt x="125400" y="30372"/>
                  <a:pt x="125400" y="35947"/>
                </a:cubicBezTo>
                <a:moveTo>
                  <a:pt x="120082" y="97785"/>
                </a:moveTo>
                <a:cubicBezTo>
                  <a:pt x="120082" y="102484"/>
                  <a:pt x="121198" y="107030"/>
                  <a:pt x="123429" y="111424"/>
                </a:cubicBezTo>
                <a:cubicBezTo>
                  <a:pt x="125660" y="115817"/>
                  <a:pt x="128976" y="119219"/>
                  <a:pt x="133377" y="121630"/>
                </a:cubicBezTo>
                <a:cubicBezTo>
                  <a:pt x="137778" y="124040"/>
                  <a:pt x="142515" y="125245"/>
                  <a:pt x="147589" y="125245"/>
                </a:cubicBezTo>
                <a:cubicBezTo>
                  <a:pt x="155474" y="125245"/>
                  <a:pt x="161984" y="122714"/>
                  <a:pt x="167118" y="117650"/>
                </a:cubicBezTo>
                <a:cubicBezTo>
                  <a:pt x="172253" y="112584"/>
                  <a:pt x="174820" y="106146"/>
                  <a:pt x="174820" y="98335"/>
                </a:cubicBezTo>
                <a:cubicBezTo>
                  <a:pt x="174820" y="90402"/>
                  <a:pt x="172176" y="83843"/>
                  <a:pt x="166889" y="78657"/>
                </a:cubicBezTo>
                <a:cubicBezTo>
                  <a:pt x="161602" y="73469"/>
                  <a:pt x="154985" y="70875"/>
                  <a:pt x="147038" y="70875"/>
                </a:cubicBezTo>
                <a:cubicBezTo>
                  <a:pt x="139276" y="70875"/>
                  <a:pt x="132842" y="73438"/>
                  <a:pt x="127738" y="78565"/>
                </a:cubicBezTo>
                <a:cubicBezTo>
                  <a:pt x="122634" y="83690"/>
                  <a:pt x="120082" y="90097"/>
                  <a:pt x="120082" y="97785"/>
                </a:cubicBezTo>
                <a:close/>
                <a:moveTo>
                  <a:pt x="277298" y="83803"/>
                </a:moveTo>
                <a:lnTo>
                  <a:pt x="277298" y="68216"/>
                </a:lnTo>
                <a:lnTo>
                  <a:pt x="334236" y="68124"/>
                </a:lnTo>
                <a:lnTo>
                  <a:pt x="334236" y="117910"/>
                </a:lnTo>
                <a:cubicBezTo>
                  <a:pt x="325495" y="124909"/>
                  <a:pt x="316479" y="130174"/>
                  <a:pt x="307188" y="133704"/>
                </a:cubicBezTo>
                <a:cubicBezTo>
                  <a:pt x="297897" y="137234"/>
                  <a:pt x="288362" y="138999"/>
                  <a:pt x="278582" y="138999"/>
                </a:cubicBezTo>
                <a:cubicBezTo>
                  <a:pt x="265379" y="138999"/>
                  <a:pt x="253383" y="136172"/>
                  <a:pt x="242594" y="130518"/>
                </a:cubicBezTo>
                <a:cubicBezTo>
                  <a:pt x="231806" y="124863"/>
                  <a:pt x="223661" y="116688"/>
                  <a:pt x="218159" y="105991"/>
                </a:cubicBezTo>
                <a:cubicBezTo>
                  <a:pt x="212658" y="95294"/>
                  <a:pt x="209907" y="83344"/>
                  <a:pt x="209907" y="70141"/>
                </a:cubicBezTo>
                <a:cubicBezTo>
                  <a:pt x="209907" y="57060"/>
                  <a:pt x="212643" y="44851"/>
                  <a:pt x="218114" y="33512"/>
                </a:cubicBezTo>
                <a:cubicBezTo>
                  <a:pt x="223584" y="22173"/>
                  <a:pt x="231454" y="13753"/>
                  <a:pt x="241723" y="8252"/>
                </a:cubicBezTo>
                <a:cubicBezTo>
                  <a:pt x="251992" y="2751"/>
                  <a:pt x="263820" y="0"/>
                  <a:pt x="277206" y="0"/>
                </a:cubicBezTo>
                <a:cubicBezTo>
                  <a:pt x="286925" y="0"/>
                  <a:pt x="295712" y="1570"/>
                  <a:pt x="303567" y="4710"/>
                </a:cubicBezTo>
                <a:cubicBezTo>
                  <a:pt x="311421" y="7851"/>
                  <a:pt x="317579" y="12227"/>
                  <a:pt x="322042" y="17839"/>
                </a:cubicBezTo>
                <a:cubicBezTo>
                  <a:pt x="326504" y="23449"/>
                  <a:pt x="329896" y="30767"/>
                  <a:pt x="332219" y="39792"/>
                </a:cubicBezTo>
                <a:lnTo>
                  <a:pt x="316174" y="44193"/>
                </a:lnTo>
                <a:cubicBezTo>
                  <a:pt x="314156" y="37347"/>
                  <a:pt x="311650" y="31968"/>
                  <a:pt x="308655" y="28056"/>
                </a:cubicBezTo>
                <a:cubicBezTo>
                  <a:pt x="305660" y="24144"/>
                  <a:pt x="301381" y="21012"/>
                  <a:pt x="295819" y="18658"/>
                </a:cubicBezTo>
                <a:cubicBezTo>
                  <a:pt x="290257" y="16305"/>
                  <a:pt x="284083" y="15128"/>
                  <a:pt x="277298" y="15128"/>
                </a:cubicBezTo>
                <a:cubicBezTo>
                  <a:pt x="269168" y="15128"/>
                  <a:pt x="262139" y="16367"/>
                  <a:pt x="256210" y="18845"/>
                </a:cubicBezTo>
                <a:cubicBezTo>
                  <a:pt x="250281" y="21322"/>
                  <a:pt x="245498" y="24580"/>
                  <a:pt x="241861" y="28618"/>
                </a:cubicBezTo>
                <a:cubicBezTo>
                  <a:pt x="238224" y="32656"/>
                  <a:pt x="235397" y="37092"/>
                  <a:pt x="233380" y="41924"/>
                </a:cubicBezTo>
                <a:cubicBezTo>
                  <a:pt x="229957" y="50245"/>
                  <a:pt x="228245" y="59268"/>
                  <a:pt x="228245" y="68995"/>
                </a:cubicBezTo>
                <a:cubicBezTo>
                  <a:pt x="228245" y="80985"/>
                  <a:pt x="230308" y="91018"/>
                  <a:pt x="234434" y="99094"/>
                </a:cubicBezTo>
                <a:cubicBezTo>
                  <a:pt x="238560" y="107171"/>
                  <a:pt x="244565" y="113167"/>
                  <a:pt x="252451" y="117082"/>
                </a:cubicBezTo>
                <a:cubicBezTo>
                  <a:pt x="260336" y="120996"/>
                  <a:pt x="268710" y="122953"/>
                  <a:pt x="277573" y="122953"/>
                </a:cubicBezTo>
                <a:cubicBezTo>
                  <a:pt x="285275" y="122953"/>
                  <a:pt x="292793" y="121461"/>
                  <a:pt x="300128" y="118478"/>
                </a:cubicBezTo>
                <a:cubicBezTo>
                  <a:pt x="307463" y="115494"/>
                  <a:pt x="313026" y="112310"/>
                  <a:pt x="316815" y="108925"/>
                </a:cubicBezTo>
                <a:lnTo>
                  <a:pt x="316815" y="83803"/>
                </a:lnTo>
                <a:lnTo>
                  <a:pt x="277298" y="83803"/>
                </a:lnTo>
                <a:close/>
                <a:moveTo>
                  <a:pt x="359757" y="136798"/>
                </a:moveTo>
                <a:lnTo>
                  <a:pt x="359757" y="2384"/>
                </a:lnTo>
                <a:lnTo>
                  <a:pt x="410185" y="2384"/>
                </a:lnTo>
                <a:cubicBezTo>
                  <a:pt x="420454" y="2384"/>
                  <a:pt x="428691" y="3744"/>
                  <a:pt x="434895" y="6464"/>
                </a:cubicBezTo>
                <a:cubicBezTo>
                  <a:pt x="441099" y="9184"/>
                  <a:pt x="445958" y="13371"/>
                  <a:pt x="449473" y="19025"/>
                </a:cubicBezTo>
                <a:cubicBezTo>
                  <a:pt x="452988" y="24679"/>
                  <a:pt x="454745" y="30593"/>
                  <a:pt x="454745" y="36767"/>
                </a:cubicBezTo>
                <a:cubicBezTo>
                  <a:pt x="454745" y="42513"/>
                  <a:pt x="453187" y="47922"/>
                  <a:pt x="450069" y="52996"/>
                </a:cubicBezTo>
                <a:cubicBezTo>
                  <a:pt x="446952" y="58069"/>
                  <a:pt x="442245" y="62164"/>
                  <a:pt x="435949" y="65282"/>
                </a:cubicBezTo>
                <a:cubicBezTo>
                  <a:pt x="444079" y="67666"/>
                  <a:pt x="450329" y="71730"/>
                  <a:pt x="454699" y="77476"/>
                </a:cubicBezTo>
                <a:cubicBezTo>
                  <a:pt x="459070" y="83222"/>
                  <a:pt x="461255" y="90007"/>
                  <a:pt x="461255" y="97831"/>
                </a:cubicBezTo>
                <a:cubicBezTo>
                  <a:pt x="461255" y="104127"/>
                  <a:pt x="459926" y="109979"/>
                  <a:pt x="457267" y="115389"/>
                </a:cubicBezTo>
                <a:cubicBezTo>
                  <a:pt x="454608" y="120799"/>
                  <a:pt x="451322" y="124970"/>
                  <a:pt x="447410" y="127904"/>
                </a:cubicBezTo>
                <a:cubicBezTo>
                  <a:pt x="443498" y="130838"/>
                  <a:pt x="438593" y="133054"/>
                  <a:pt x="432694" y="134552"/>
                </a:cubicBezTo>
                <a:cubicBezTo>
                  <a:pt x="426796" y="136049"/>
                  <a:pt x="419568" y="136798"/>
                  <a:pt x="411010" y="136798"/>
                </a:cubicBezTo>
                <a:lnTo>
                  <a:pt x="359757" y="136798"/>
                </a:lnTo>
                <a:moveTo>
                  <a:pt x="377544" y="58864"/>
                </a:moveTo>
                <a:lnTo>
                  <a:pt x="406609" y="58864"/>
                </a:lnTo>
                <a:cubicBezTo>
                  <a:pt x="414494" y="58864"/>
                  <a:pt x="420148" y="58344"/>
                  <a:pt x="423571" y="57305"/>
                </a:cubicBezTo>
                <a:cubicBezTo>
                  <a:pt x="428095" y="55960"/>
                  <a:pt x="431502" y="53729"/>
                  <a:pt x="433795" y="50612"/>
                </a:cubicBezTo>
                <a:cubicBezTo>
                  <a:pt x="436087" y="47494"/>
                  <a:pt x="437233" y="43582"/>
                  <a:pt x="437233" y="38876"/>
                </a:cubicBezTo>
                <a:cubicBezTo>
                  <a:pt x="437233" y="34413"/>
                  <a:pt x="436163" y="30486"/>
                  <a:pt x="434024" y="27094"/>
                </a:cubicBezTo>
                <a:cubicBezTo>
                  <a:pt x="431884" y="23701"/>
                  <a:pt x="428828" y="21379"/>
                  <a:pt x="424855" y="20125"/>
                </a:cubicBezTo>
                <a:cubicBezTo>
                  <a:pt x="420882" y="18872"/>
                  <a:pt x="414066" y="18246"/>
                  <a:pt x="404409" y="18246"/>
                </a:cubicBezTo>
                <a:lnTo>
                  <a:pt x="377544" y="18246"/>
                </a:lnTo>
                <a:lnTo>
                  <a:pt x="377544" y="58864"/>
                </a:lnTo>
                <a:moveTo>
                  <a:pt x="377544" y="120936"/>
                </a:moveTo>
                <a:lnTo>
                  <a:pt x="411010" y="120936"/>
                </a:lnTo>
                <a:cubicBezTo>
                  <a:pt x="416756" y="120936"/>
                  <a:pt x="420790" y="120722"/>
                  <a:pt x="423113" y="120294"/>
                </a:cubicBezTo>
                <a:cubicBezTo>
                  <a:pt x="427208" y="119561"/>
                  <a:pt x="430631" y="118338"/>
                  <a:pt x="433382" y="116627"/>
                </a:cubicBezTo>
                <a:cubicBezTo>
                  <a:pt x="436133" y="114915"/>
                  <a:pt x="438394" y="112424"/>
                  <a:pt x="440167" y="109154"/>
                </a:cubicBezTo>
                <a:cubicBezTo>
                  <a:pt x="441939" y="105884"/>
                  <a:pt x="442826" y="102110"/>
                  <a:pt x="442826" y="97831"/>
                </a:cubicBezTo>
                <a:cubicBezTo>
                  <a:pt x="442826" y="92819"/>
                  <a:pt x="441542" y="88463"/>
                  <a:pt x="438975" y="84765"/>
                </a:cubicBezTo>
                <a:cubicBezTo>
                  <a:pt x="436408" y="81067"/>
                  <a:pt x="432847" y="78469"/>
                  <a:pt x="428293" y="76972"/>
                </a:cubicBezTo>
                <a:cubicBezTo>
                  <a:pt x="423739" y="75474"/>
                  <a:pt x="417184" y="74726"/>
                  <a:pt x="408626" y="74726"/>
                </a:cubicBezTo>
                <a:lnTo>
                  <a:pt x="377544" y="74726"/>
                </a:lnTo>
                <a:lnTo>
                  <a:pt x="377544" y="12093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73B2704-08F0-4A5C-9264-D6D7E41DB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2976" y="2972205"/>
            <a:ext cx="834562" cy="1241412"/>
          </a:xfrm>
          <a:custGeom xmlns:a="http://schemas.openxmlformats.org/drawingml/2006/main">
            <a:pathLst>
              <a:path w="834562" h="1241412">
                <a:moveTo>
                  <a:pt x="0" y="0"/>
                </a:moveTo>
                <a:lnTo>
                  <a:pt x="834562" y="0"/>
                </a:lnTo>
                <a:lnTo>
                  <a:pt x="834562" y="1241412"/>
                </a:lnTo>
                <a:lnTo>
                  <a:pt x="0" y="124141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AE8F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1F0E9F8-3B90-4DE2-B601-50FA288DC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2976" y="2972205"/>
            <a:ext cx="834562" cy="1241412"/>
          </a:xfrm>
          <a:custGeom xmlns:a="http://schemas.openxmlformats.org/drawingml/2006/main">
            <a:pathLst>
              <a:path w="834562" h="1241412" fill="none">
                <a:moveTo>
                  <a:pt x="0" y="0"/>
                </a:moveTo>
                <a:lnTo>
                  <a:pt x="834562" y="0"/>
                </a:lnTo>
                <a:lnTo>
                  <a:pt x="834562" y="1241412"/>
                </a:lnTo>
                <a:lnTo>
                  <a:pt x="0" y="1241412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0432" cap="flat">
            <a:solidFill>
              <a:srgbClr val="6C8EBF"/>
            </a:solidFill>
            <a:miter/>
          </a:ln>
        </p:spPr>
      </p:sp>
      <p:sp>
        <p:nvSpPr>
          <p:cNvPr id="45" name="Text 140GB">
            <a:extLst xmlns:a="http://schemas.openxmlformats.org/drawingml/2006/main">
              <a:ext uri="{FF2B5EF4-FFF2-40B4-BE49-F238E27FC236}">
                <a16:creationId xmlns:a16="http://schemas.microsoft.com/office/drawing/2014/main" id="{14C34553-40D6-4878-B024-450F73C87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3064" y="3518705"/>
            <a:ext cx="554106" cy="138999"/>
          </a:xfrm>
          <a:custGeom xmlns:a="http://schemas.openxmlformats.org/drawingml/2006/main">
            <a:pathLst>
              <a:path w="554106" h="138999">
                <a:moveTo>
                  <a:pt x="49511" y="136798"/>
                </a:moveTo>
                <a:lnTo>
                  <a:pt x="33008" y="136798"/>
                </a:lnTo>
                <a:lnTo>
                  <a:pt x="33008" y="31632"/>
                </a:lnTo>
                <a:cubicBezTo>
                  <a:pt x="29034" y="35422"/>
                  <a:pt x="23824" y="39212"/>
                  <a:pt x="17375" y="43002"/>
                </a:cubicBezTo>
                <a:cubicBezTo>
                  <a:pt x="10926" y="46791"/>
                  <a:pt x="5135" y="49634"/>
                  <a:pt x="0" y="51529"/>
                </a:cubicBezTo>
                <a:lnTo>
                  <a:pt x="0" y="35575"/>
                </a:lnTo>
                <a:cubicBezTo>
                  <a:pt x="9230" y="31235"/>
                  <a:pt x="17298" y="25978"/>
                  <a:pt x="24206" y="19805"/>
                </a:cubicBezTo>
                <a:cubicBezTo>
                  <a:pt x="31113" y="13631"/>
                  <a:pt x="36003" y="7641"/>
                  <a:pt x="38876" y="1834"/>
                </a:cubicBezTo>
                <a:lnTo>
                  <a:pt x="49511" y="1834"/>
                </a:lnTo>
                <a:lnTo>
                  <a:pt x="49511" y="136798"/>
                </a:lnTo>
                <a:close/>
                <a:moveTo>
                  <a:pt x="144655" y="136798"/>
                </a:moveTo>
                <a:lnTo>
                  <a:pt x="144655" y="104616"/>
                </a:lnTo>
                <a:lnTo>
                  <a:pt x="86341" y="104616"/>
                </a:lnTo>
                <a:lnTo>
                  <a:pt x="86341" y="89487"/>
                </a:lnTo>
                <a:lnTo>
                  <a:pt x="147680" y="2384"/>
                </a:lnTo>
                <a:lnTo>
                  <a:pt x="161158" y="2384"/>
                </a:lnTo>
                <a:lnTo>
                  <a:pt x="161158" y="89487"/>
                </a:lnTo>
                <a:lnTo>
                  <a:pt x="179313" y="89487"/>
                </a:lnTo>
                <a:lnTo>
                  <a:pt x="179313" y="104616"/>
                </a:lnTo>
                <a:lnTo>
                  <a:pt x="161158" y="104616"/>
                </a:lnTo>
                <a:lnTo>
                  <a:pt x="161158" y="136798"/>
                </a:lnTo>
                <a:lnTo>
                  <a:pt x="144655" y="136798"/>
                </a:lnTo>
                <a:moveTo>
                  <a:pt x="144655" y="89487"/>
                </a:moveTo>
                <a:lnTo>
                  <a:pt x="144655" y="28882"/>
                </a:lnTo>
                <a:lnTo>
                  <a:pt x="102570" y="89487"/>
                </a:lnTo>
                <a:lnTo>
                  <a:pt x="144655" y="89487"/>
                </a:lnTo>
                <a:close/>
                <a:moveTo>
                  <a:pt x="196154" y="70462"/>
                </a:moveTo>
                <a:cubicBezTo>
                  <a:pt x="196154" y="54581"/>
                  <a:pt x="197789" y="41799"/>
                  <a:pt x="201060" y="32116"/>
                </a:cubicBezTo>
                <a:cubicBezTo>
                  <a:pt x="204330" y="22434"/>
                  <a:pt x="209189" y="14966"/>
                  <a:pt x="215638" y="9713"/>
                </a:cubicBezTo>
                <a:cubicBezTo>
                  <a:pt x="222087" y="4460"/>
                  <a:pt x="230201" y="1834"/>
                  <a:pt x="239981" y="1834"/>
                </a:cubicBezTo>
                <a:cubicBezTo>
                  <a:pt x="247194" y="1834"/>
                  <a:pt x="253520" y="3285"/>
                  <a:pt x="258960" y="6186"/>
                </a:cubicBezTo>
                <a:cubicBezTo>
                  <a:pt x="264401" y="9088"/>
                  <a:pt x="268893" y="13272"/>
                  <a:pt x="272439" y="18739"/>
                </a:cubicBezTo>
                <a:cubicBezTo>
                  <a:pt x="275984" y="24206"/>
                  <a:pt x="278765" y="30864"/>
                  <a:pt x="280782" y="38715"/>
                </a:cubicBezTo>
                <a:cubicBezTo>
                  <a:pt x="282799" y="46564"/>
                  <a:pt x="283808" y="57146"/>
                  <a:pt x="283808" y="70462"/>
                </a:cubicBezTo>
                <a:cubicBezTo>
                  <a:pt x="283808" y="86221"/>
                  <a:pt x="282188" y="98942"/>
                  <a:pt x="278948" y="108624"/>
                </a:cubicBezTo>
                <a:cubicBezTo>
                  <a:pt x="275709" y="118307"/>
                  <a:pt x="270865" y="125790"/>
                  <a:pt x="264416" y="131073"/>
                </a:cubicBezTo>
                <a:cubicBezTo>
                  <a:pt x="257967" y="136357"/>
                  <a:pt x="249822" y="138999"/>
                  <a:pt x="239981" y="138999"/>
                </a:cubicBezTo>
                <a:cubicBezTo>
                  <a:pt x="227023" y="138999"/>
                  <a:pt x="216845" y="134356"/>
                  <a:pt x="209449" y="125071"/>
                </a:cubicBezTo>
                <a:cubicBezTo>
                  <a:pt x="200586" y="113892"/>
                  <a:pt x="196154" y="95690"/>
                  <a:pt x="196154" y="70462"/>
                </a:cubicBezTo>
                <a:moveTo>
                  <a:pt x="213117" y="70416"/>
                </a:moveTo>
                <a:cubicBezTo>
                  <a:pt x="213117" y="92408"/>
                  <a:pt x="215699" y="107045"/>
                  <a:pt x="220864" y="114326"/>
                </a:cubicBezTo>
                <a:cubicBezTo>
                  <a:pt x="226029" y="121606"/>
                  <a:pt x="232402" y="125245"/>
                  <a:pt x="239981" y="125245"/>
                </a:cubicBezTo>
                <a:cubicBezTo>
                  <a:pt x="247561" y="125245"/>
                  <a:pt x="253933" y="121590"/>
                  <a:pt x="259098" y="114280"/>
                </a:cubicBezTo>
                <a:cubicBezTo>
                  <a:pt x="264263" y="106970"/>
                  <a:pt x="266846" y="92349"/>
                  <a:pt x="266846" y="70416"/>
                </a:cubicBezTo>
                <a:cubicBezTo>
                  <a:pt x="266846" y="48363"/>
                  <a:pt x="264263" y="33712"/>
                  <a:pt x="259098" y="26463"/>
                </a:cubicBezTo>
                <a:cubicBezTo>
                  <a:pt x="253933" y="19212"/>
                  <a:pt x="247499" y="15587"/>
                  <a:pt x="239798" y="15587"/>
                </a:cubicBezTo>
                <a:cubicBezTo>
                  <a:pt x="232218" y="15587"/>
                  <a:pt x="226167" y="18785"/>
                  <a:pt x="221644" y="25183"/>
                </a:cubicBezTo>
                <a:cubicBezTo>
                  <a:pt x="215959" y="33347"/>
                  <a:pt x="213117" y="48425"/>
                  <a:pt x="213117" y="70416"/>
                </a:cubicBezTo>
                <a:close/>
                <a:moveTo>
                  <a:pt x="370149" y="83803"/>
                </a:moveTo>
                <a:lnTo>
                  <a:pt x="370149" y="68216"/>
                </a:lnTo>
                <a:lnTo>
                  <a:pt x="427087" y="68124"/>
                </a:lnTo>
                <a:lnTo>
                  <a:pt x="427087" y="117910"/>
                </a:lnTo>
                <a:cubicBezTo>
                  <a:pt x="418346" y="124909"/>
                  <a:pt x="409330" y="130174"/>
                  <a:pt x="400039" y="133704"/>
                </a:cubicBezTo>
                <a:cubicBezTo>
                  <a:pt x="390748" y="137234"/>
                  <a:pt x="381213" y="138999"/>
                  <a:pt x="371433" y="138999"/>
                </a:cubicBezTo>
                <a:cubicBezTo>
                  <a:pt x="358230" y="138999"/>
                  <a:pt x="346234" y="136172"/>
                  <a:pt x="335445" y="130518"/>
                </a:cubicBezTo>
                <a:cubicBezTo>
                  <a:pt x="324657" y="124863"/>
                  <a:pt x="316512" y="116688"/>
                  <a:pt x="311011" y="105991"/>
                </a:cubicBezTo>
                <a:cubicBezTo>
                  <a:pt x="305509" y="95294"/>
                  <a:pt x="302759" y="83344"/>
                  <a:pt x="302759" y="70141"/>
                </a:cubicBezTo>
                <a:cubicBezTo>
                  <a:pt x="302759" y="57060"/>
                  <a:pt x="305494" y="44851"/>
                  <a:pt x="310965" y="33512"/>
                </a:cubicBezTo>
                <a:cubicBezTo>
                  <a:pt x="316435" y="22173"/>
                  <a:pt x="324305" y="13753"/>
                  <a:pt x="334574" y="8252"/>
                </a:cubicBezTo>
                <a:cubicBezTo>
                  <a:pt x="344843" y="2751"/>
                  <a:pt x="356671" y="0"/>
                  <a:pt x="370058" y="0"/>
                </a:cubicBezTo>
                <a:cubicBezTo>
                  <a:pt x="379776" y="0"/>
                  <a:pt x="388563" y="1570"/>
                  <a:pt x="396418" y="4710"/>
                </a:cubicBezTo>
                <a:cubicBezTo>
                  <a:pt x="404272" y="7851"/>
                  <a:pt x="410431" y="12227"/>
                  <a:pt x="414893" y="17839"/>
                </a:cubicBezTo>
                <a:cubicBezTo>
                  <a:pt x="419355" y="23449"/>
                  <a:pt x="422747" y="30767"/>
                  <a:pt x="425070" y="39792"/>
                </a:cubicBezTo>
                <a:lnTo>
                  <a:pt x="409025" y="44193"/>
                </a:lnTo>
                <a:cubicBezTo>
                  <a:pt x="407008" y="37347"/>
                  <a:pt x="404502" y="31968"/>
                  <a:pt x="401506" y="28056"/>
                </a:cubicBezTo>
                <a:cubicBezTo>
                  <a:pt x="398511" y="24144"/>
                  <a:pt x="394233" y="21012"/>
                  <a:pt x="388670" y="18658"/>
                </a:cubicBezTo>
                <a:cubicBezTo>
                  <a:pt x="383108" y="16305"/>
                  <a:pt x="376934" y="15128"/>
                  <a:pt x="370149" y="15128"/>
                </a:cubicBezTo>
                <a:cubicBezTo>
                  <a:pt x="362020" y="15128"/>
                  <a:pt x="354990" y="16367"/>
                  <a:pt x="349061" y="18845"/>
                </a:cubicBezTo>
                <a:cubicBezTo>
                  <a:pt x="343132" y="21322"/>
                  <a:pt x="338349" y="24580"/>
                  <a:pt x="334712" y="28618"/>
                </a:cubicBezTo>
                <a:cubicBezTo>
                  <a:pt x="331075" y="32656"/>
                  <a:pt x="328248" y="37092"/>
                  <a:pt x="326231" y="41924"/>
                </a:cubicBezTo>
                <a:cubicBezTo>
                  <a:pt x="322808" y="50245"/>
                  <a:pt x="321096" y="59268"/>
                  <a:pt x="321096" y="68995"/>
                </a:cubicBezTo>
                <a:cubicBezTo>
                  <a:pt x="321096" y="80985"/>
                  <a:pt x="323159" y="91018"/>
                  <a:pt x="327285" y="99094"/>
                </a:cubicBezTo>
                <a:cubicBezTo>
                  <a:pt x="331411" y="107171"/>
                  <a:pt x="337417" y="113167"/>
                  <a:pt x="345302" y="117082"/>
                </a:cubicBezTo>
                <a:cubicBezTo>
                  <a:pt x="353187" y="120996"/>
                  <a:pt x="361561" y="122953"/>
                  <a:pt x="370424" y="122953"/>
                </a:cubicBezTo>
                <a:cubicBezTo>
                  <a:pt x="378126" y="122953"/>
                  <a:pt x="385644" y="121461"/>
                  <a:pt x="392980" y="118478"/>
                </a:cubicBezTo>
                <a:cubicBezTo>
                  <a:pt x="400315" y="115494"/>
                  <a:pt x="405877" y="112310"/>
                  <a:pt x="409667" y="108925"/>
                </a:cubicBezTo>
                <a:lnTo>
                  <a:pt x="409667" y="83803"/>
                </a:lnTo>
                <a:lnTo>
                  <a:pt x="370149" y="83803"/>
                </a:lnTo>
                <a:close/>
                <a:moveTo>
                  <a:pt x="452608" y="136798"/>
                </a:moveTo>
                <a:lnTo>
                  <a:pt x="452608" y="2384"/>
                </a:lnTo>
                <a:lnTo>
                  <a:pt x="503036" y="2384"/>
                </a:lnTo>
                <a:cubicBezTo>
                  <a:pt x="513305" y="2384"/>
                  <a:pt x="521542" y="3744"/>
                  <a:pt x="527746" y="6464"/>
                </a:cubicBezTo>
                <a:cubicBezTo>
                  <a:pt x="533950" y="9184"/>
                  <a:pt x="538810" y="13371"/>
                  <a:pt x="542324" y="19025"/>
                </a:cubicBezTo>
                <a:cubicBezTo>
                  <a:pt x="545839" y="24679"/>
                  <a:pt x="547596" y="30593"/>
                  <a:pt x="547596" y="36767"/>
                </a:cubicBezTo>
                <a:cubicBezTo>
                  <a:pt x="547596" y="42513"/>
                  <a:pt x="546038" y="47922"/>
                  <a:pt x="542920" y="52996"/>
                </a:cubicBezTo>
                <a:cubicBezTo>
                  <a:pt x="539803" y="58069"/>
                  <a:pt x="535096" y="62164"/>
                  <a:pt x="528800" y="65282"/>
                </a:cubicBezTo>
                <a:cubicBezTo>
                  <a:pt x="536930" y="67666"/>
                  <a:pt x="543180" y="71730"/>
                  <a:pt x="547551" y="77476"/>
                </a:cubicBezTo>
                <a:cubicBezTo>
                  <a:pt x="551921" y="83222"/>
                  <a:pt x="554106" y="90007"/>
                  <a:pt x="554106" y="97831"/>
                </a:cubicBezTo>
                <a:cubicBezTo>
                  <a:pt x="554106" y="104127"/>
                  <a:pt x="552777" y="109979"/>
                  <a:pt x="550118" y="115389"/>
                </a:cubicBezTo>
                <a:cubicBezTo>
                  <a:pt x="547459" y="120799"/>
                  <a:pt x="544173" y="124970"/>
                  <a:pt x="540261" y="127904"/>
                </a:cubicBezTo>
                <a:cubicBezTo>
                  <a:pt x="536349" y="130838"/>
                  <a:pt x="531444" y="133054"/>
                  <a:pt x="525546" y="134552"/>
                </a:cubicBezTo>
                <a:cubicBezTo>
                  <a:pt x="519647" y="136049"/>
                  <a:pt x="512419" y="136798"/>
                  <a:pt x="503861" y="136798"/>
                </a:cubicBezTo>
                <a:lnTo>
                  <a:pt x="452608" y="136798"/>
                </a:lnTo>
                <a:moveTo>
                  <a:pt x="470395" y="58864"/>
                </a:moveTo>
                <a:lnTo>
                  <a:pt x="499460" y="58864"/>
                </a:lnTo>
                <a:cubicBezTo>
                  <a:pt x="507346" y="58864"/>
                  <a:pt x="513000" y="58344"/>
                  <a:pt x="516423" y="57305"/>
                </a:cubicBezTo>
                <a:cubicBezTo>
                  <a:pt x="520946" y="55960"/>
                  <a:pt x="524354" y="53729"/>
                  <a:pt x="526646" y="50612"/>
                </a:cubicBezTo>
                <a:cubicBezTo>
                  <a:pt x="528938" y="47494"/>
                  <a:pt x="530084" y="43582"/>
                  <a:pt x="530084" y="38876"/>
                </a:cubicBezTo>
                <a:cubicBezTo>
                  <a:pt x="530084" y="34413"/>
                  <a:pt x="529014" y="30486"/>
                  <a:pt x="526875" y="27094"/>
                </a:cubicBezTo>
                <a:cubicBezTo>
                  <a:pt x="524736" y="23701"/>
                  <a:pt x="521679" y="21379"/>
                  <a:pt x="517706" y="20125"/>
                </a:cubicBezTo>
                <a:cubicBezTo>
                  <a:pt x="513733" y="18872"/>
                  <a:pt x="506918" y="18246"/>
                  <a:pt x="497260" y="18246"/>
                </a:cubicBezTo>
                <a:lnTo>
                  <a:pt x="470395" y="18246"/>
                </a:lnTo>
                <a:lnTo>
                  <a:pt x="470395" y="58864"/>
                </a:lnTo>
                <a:moveTo>
                  <a:pt x="470395" y="120936"/>
                </a:moveTo>
                <a:lnTo>
                  <a:pt x="503861" y="120936"/>
                </a:lnTo>
                <a:cubicBezTo>
                  <a:pt x="509607" y="120936"/>
                  <a:pt x="513641" y="120722"/>
                  <a:pt x="515964" y="120294"/>
                </a:cubicBezTo>
                <a:cubicBezTo>
                  <a:pt x="520060" y="119561"/>
                  <a:pt x="523483" y="118338"/>
                  <a:pt x="526233" y="116627"/>
                </a:cubicBezTo>
                <a:cubicBezTo>
                  <a:pt x="528984" y="114915"/>
                  <a:pt x="531245" y="112424"/>
                  <a:pt x="533018" y="109154"/>
                </a:cubicBezTo>
                <a:cubicBezTo>
                  <a:pt x="534791" y="105884"/>
                  <a:pt x="535677" y="102110"/>
                  <a:pt x="535677" y="97831"/>
                </a:cubicBezTo>
                <a:cubicBezTo>
                  <a:pt x="535677" y="92819"/>
                  <a:pt x="534393" y="88463"/>
                  <a:pt x="531826" y="84765"/>
                </a:cubicBezTo>
                <a:cubicBezTo>
                  <a:pt x="529259" y="81067"/>
                  <a:pt x="525698" y="78469"/>
                  <a:pt x="521145" y="76972"/>
                </a:cubicBezTo>
                <a:cubicBezTo>
                  <a:pt x="516591" y="75474"/>
                  <a:pt x="510035" y="74726"/>
                  <a:pt x="501477" y="74726"/>
                </a:cubicBezTo>
                <a:lnTo>
                  <a:pt x="470395" y="74726"/>
                </a:lnTo>
                <a:lnTo>
                  <a:pt x="470395" y="12093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6" name="Text LST">
            <a:extLst xmlns:a="http://schemas.openxmlformats.org/drawingml/2006/main">
              <a:ext uri="{FF2B5EF4-FFF2-40B4-BE49-F238E27FC236}">
                <a16:creationId xmlns:a16="http://schemas.microsoft.com/office/drawing/2014/main" id="{BBFC9716-1211-4F8F-9F6E-4A873735D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1882" y="4436723"/>
            <a:ext cx="326840" cy="138999"/>
          </a:xfrm>
          <a:custGeom xmlns:a="http://schemas.openxmlformats.org/drawingml/2006/main">
            <a:pathLst>
              <a:path w="326840" h="138999">
                <a:moveTo>
                  <a:pt x="0" y="136798"/>
                </a:moveTo>
                <a:lnTo>
                  <a:pt x="0" y="2384"/>
                </a:lnTo>
                <a:lnTo>
                  <a:pt x="17787" y="2384"/>
                </a:lnTo>
                <a:lnTo>
                  <a:pt x="17787" y="120936"/>
                </a:lnTo>
                <a:lnTo>
                  <a:pt x="83986" y="120936"/>
                </a:lnTo>
                <a:lnTo>
                  <a:pt x="83986" y="136798"/>
                </a:lnTo>
                <a:lnTo>
                  <a:pt x="0" y="136798"/>
                </a:lnTo>
                <a:close/>
                <a:moveTo>
                  <a:pt x="99086" y="93522"/>
                </a:moveTo>
                <a:lnTo>
                  <a:pt x="115865" y="92055"/>
                </a:lnTo>
                <a:cubicBezTo>
                  <a:pt x="116659" y="98778"/>
                  <a:pt x="118508" y="104295"/>
                  <a:pt x="121412" y="108604"/>
                </a:cubicBezTo>
                <a:cubicBezTo>
                  <a:pt x="124315" y="112913"/>
                  <a:pt x="128823" y="116398"/>
                  <a:pt x="134936" y="119057"/>
                </a:cubicBezTo>
                <a:cubicBezTo>
                  <a:pt x="141048" y="121716"/>
                  <a:pt x="147925" y="123045"/>
                  <a:pt x="155565" y="123045"/>
                </a:cubicBezTo>
                <a:cubicBezTo>
                  <a:pt x="162350" y="123045"/>
                  <a:pt x="168341" y="122036"/>
                  <a:pt x="173536" y="120019"/>
                </a:cubicBezTo>
                <a:cubicBezTo>
                  <a:pt x="178732" y="118002"/>
                  <a:pt x="182598" y="115236"/>
                  <a:pt x="185135" y="111722"/>
                </a:cubicBezTo>
                <a:cubicBezTo>
                  <a:pt x="187671" y="108207"/>
                  <a:pt x="188940" y="104371"/>
                  <a:pt x="188940" y="100215"/>
                </a:cubicBezTo>
                <a:cubicBezTo>
                  <a:pt x="188940" y="95997"/>
                  <a:pt x="187717" y="92314"/>
                  <a:pt x="185272" y="89166"/>
                </a:cubicBezTo>
                <a:cubicBezTo>
                  <a:pt x="182827" y="86018"/>
                  <a:pt x="178793" y="83375"/>
                  <a:pt x="173169" y="81235"/>
                </a:cubicBezTo>
                <a:cubicBezTo>
                  <a:pt x="169563" y="79829"/>
                  <a:pt x="161586" y="77644"/>
                  <a:pt x="149239" y="74680"/>
                </a:cubicBezTo>
                <a:cubicBezTo>
                  <a:pt x="136892" y="71715"/>
                  <a:pt x="128242" y="68919"/>
                  <a:pt x="123291" y="66290"/>
                </a:cubicBezTo>
                <a:cubicBezTo>
                  <a:pt x="116873" y="62928"/>
                  <a:pt x="112090" y="58757"/>
                  <a:pt x="108942" y="53775"/>
                </a:cubicBezTo>
                <a:cubicBezTo>
                  <a:pt x="105794" y="48793"/>
                  <a:pt x="104220" y="43215"/>
                  <a:pt x="104220" y="37042"/>
                </a:cubicBezTo>
                <a:cubicBezTo>
                  <a:pt x="104220" y="30257"/>
                  <a:pt x="106146" y="23915"/>
                  <a:pt x="109997" y="18017"/>
                </a:cubicBezTo>
                <a:cubicBezTo>
                  <a:pt x="113847" y="12118"/>
                  <a:pt x="119471" y="7641"/>
                  <a:pt x="126867" y="4584"/>
                </a:cubicBezTo>
                <a:cubicBezTo>
                  <a:pt x="134263" y="1528"/>
                  <a:pt x="142485" y="0"/>
                  <a:pt x="151531" y="0"/>
                </a:cubicBezTo>
                <a:cubicBezTo>
                  <a:pt x="161495" y="0"/>
                  <a:pt x="170281" y="1605"/>
                  <a:pt x="177891" y="4814"/>
                </a:cubicBezTo>
                <a:cubicBezTo>
                  <a:pt x="185501" y="8023"/>
                  <a:pt x="191354" y="12745"/>
                  <a:pt x="195450" y="18979"/>
                </a:cubicBezTo>
                <a:cubicBezTo>
                  <a:pt x="199545" y="25214"/>
                  <a:pt x="201745" y="32274"/>
                  <a:pt x="202051" y="40159"/>
                </a:cubicBezTo>
                <a:lnTo>
                  <a:pt x="184997" y="41443"/>
                </a:lnTo>
                <a:cubicBezTo>
                  <a:pt x="184080" y="32916"/>
                  <a:pt x="180978" y="26475"/>
                  <a:pt x="175691" y="22120"/>
                </a:cubicBezTo>
                <a:cubicBezTo>
                  <a:pt x="170404" y="17764"/>
                  <a:pt x="162595" y="15587"/>
                  <a:pt x="152265" y="15587"/>
                </a:cubicBezTo>
                <a:cubicBezTo>
                  <a:pt x="141507" y="15587"/>
                  <a:pt x="133667" y="17560"/>
                  <a:pt x="128747" y="21507"/>
                </a:cubicBezTo>
                <a:cubicBezTo>
                  <a:pt x="123826" y="25451"/>
                  <a:pt x="121366" y="30206"/>
                  <a:pt x="121366" y="35773"/>
                </a:cubicBezTo>
                <a:cubicBezTo>
                  <a:pt x="121366" y="40605"/>
                  <a:pt x="123108" y="44581"/>
                  <a:pt x="126592" y="47701"/>
                </a:cubicBezTo>
                <a:cubicBezTo>
                  <a:pt x="130015" y="50822"/>
                  <a:pt x="138955" y="54018"/>
                  <a:pt x="153411" y="57291"/>
                </a:cubicBezTo>
                <a:cubicBezTo>
                  <a:pt x="167867" y="60563"/>
                  <a:pt x="177784" y="63422"/>
                  <a:pt x="183163" y="65869"/>
                </a:cubicBezTo>
                <a:cubicBezTo>
                  <a:pt x="190987" y="69477"/>
                  <a:pt x="196764" y="74050"/>
                  <a:pt x="200492" y="79588"/>
                </a:cubicBezTo>
                <a:cubicBezTo>
                  <a:pt x="204221" y="85123"/>
                  <a:pt x="206085" y="91501"/>
                  <a:pt x="206085" y="98719"/>
                </a:cubicBezTo>
                <a:cubicBezTo>
                  <a:pt x="206085" y="105875"/>
                  <a:pt x="204038" y="112618"/>
                  <a:pt x="199942" y="118951"/>
                </a:cubicBezTo>
                <a:cubicBezTo>
                  <a:pt x="195847" y="125281"/>
                  <a:pt x="189964" y="130205"/>
                  <a:pt x="182292" y="133724"/>
                </a:cubicBezTo>
                <a:cubicBezTo>
                  <a:pt x="174621" y="137240"/>
                  <a:pt x="165987" y="138999"/>
                  <a:pt x="156391" y="138999"/>
                </a:cubicBezTo>
                <a:cubicBezTo>
                  <a:pt x="144227" y="138999"/>
                  <a:pt x="134034" y="137226"/>
                  <a:pt x="125813" y="133681"/>
                </a:cubicBezTo>
                <a:cubicBezTo>
                  <a:pt x="117591" y="130136"/>
                  <a:pt x="111143" y="124802"/>
                  <a:pt x="106467" y="117681"/>
                </a:cubicBezTo>
                <a:cubicBezTo>
                  <a:pt x="101791" y="110560"/>
                  <a:pt x="99330" y="102507"/>
                  <a:pt x="99086" y="93522"/>
                </a:cubicBezTo>
                <a:close/>
                <a:moveTo>
                  <a:pt x="264584" y="136798"/>
                </a:moveTo>
                <a:lnTo>
                  <a:pt x="264584" y="18246"/>
                </a:lnTo>
                <a:lnTo>
                  <a:pt x="220299" y="18246"/>
                </a:lnTo>
                <a:lnTo>
                  <a:pt x="220299" y="2384"/>
                </a:lnTo>
                <a:lnTo>
                  <a:pt x="326840" y="2384"/>
                </a:lnTo>
                <a:lnTo>
                  <a:pt x="326840" y="18246"/>
                </a:lnTo>
                <a:lnTo>
                  <a:pt x="282371" y="18246"/>
                </a:lnTo>
                <a:lnTo>
                  <a:pt x="282371" y="136798"/>
                </a:lnTo>
                <a:lnTo>
                  <a:pt x="264584" y="13679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8FA50B7-EB68-42C3-9653-84F3A6583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9140" y="3493806"/>
            <a:ext cx="834562" cy="187777"/>
          </a:xfrm>
          <a:custGeom xmlns:a="http://schemas.openxmlformats.org/drawingml/2006/main">
            <a:pathLst>
              <a:path w="834562" h="187777">
                <a:moveTo>
                  <a:pt x="0" y="0"/>
                </a:moveTo>
                <a:lnTo>
                  <a:pt x="834562" y="0"/>
                </a:lnTo>
                <a:lnTo>
                  <a:pt x="834562" y="187777"/>
                </a:lnTo>
                <a:lnTo>
                  <a:pt x="0" y="18777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8CE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E4CD354-4897-4AEA-8B9C-E011D488A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9140" y="3493806"/>
            <a:ext cx="834562" cy="187777"/>
          </a:xfrm>
          <a:custGeom xmlns:a="http://schemas.openxmlformats.org/drawingml/2006/main">
            <a:pathLst>
              <a:path w="834562" h="187777" fill="none">
                <a:moveTo>
                  <a:pt x="0" y="0"/>
                </a:moveTo>
                <a:lnTo>
                  <a:pt x="834562" y="0"/>
                </a:lnTo>
                <a:lnTo>
                  <a:pt x="834562" y="187777"/>
                </a:lnTo>
                <a:lnTo>
                  <a:pt x="0" y="187777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0432" cap="flat">
            <a:solidFill>
              <a:srgbClr val="B85450"/>
            </a:solidFill>
            <a:miter/>
          </a:ln>
        </p:spPr>
      </p:sp>
      <p:sp>
        <p:nvSpPr>
          <p:cNvPr id="49" name="Text 4GB">
            <a:extLst xmlns:a="http://schemas.openxmlformats.org/drawingml/2006/main">
              <a:ext uri="{FF2B5EF4-FFF2-40B4-BE49-F238E27FC236}">
                <a16:creationId xmlns:a16="http://schemas.microsoft.com/office/drawing/2014/main" id="{2BE03ADA-F0E7-416A-9621-CAFE07936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5649" y="3508272"/>
            <a:ext cx="363362" cy="138999"/>
          </a:xfrm>
          <a:custGeom xmlns:a="http://schemas.openxmlformats.org/drawingml/2006/main">
            <a:pathLst>
              <a:path w="363362" h="138999">
                <a:moveTo>
                  <a:pt x="58313" y="136798"/>
                </a:moveTo>
                <a:lnTo>
                  <a:pt x="58313" y="104616"/>
                </a:lnTo>
                <a:lnTo>
                  <a:pt x="0" y="104616"/>
                </a:lnTo>
                <a:lnTo>
                  <a:pt x="0" y="89487"/>
                </a:lnTo>
                <a:lnTo>
                  <a:pt x="61339" y="2384"/>
                </a:lnTo>
                <a:lnTo>
                  <a:pt x="74817" y="2384"/>
                </a:lnTo>
                <a:lnTo>
                  <a:pt x="74817" y="89487"/>
                </a:lnTo>
                <a:lnTo>
                  <a:pt x="92971" y="89487"/>
                </a:lnTo>
                <a:lnTo>
                  <a:pt x="92971" y="104616"/>
                </a:lnTo>
                <a:lnTo>
                  <a:pt x="74817" y="104616"/>
                </a:lnTo>
                <a:lnTo>
                  <a:pt x="74817" y="136798"/>
                </a:lnTo>
                <a:lnTo>
                  <a:pt x="58313" y="136798"/>
                </a:lnTo>
                <a:moveTo>
                  <a:pt x="58313" y="89487"/>
                </a:moveTo>
                <a:lnTo>
                  <a:pt x="58313" y="28882"/>
                </a:lnTo>
                <a:lnTo>
                  <a:pt x="16229" y="89487"/>
                </a:lnTo>
                <a:lnTo>
                  <a:pt x="58313" y="89487"/>
                </a:lnTo>
                <a:close/>
                <a:moveTo>
                  <a:pt x="179405" y="83803"/>
                </a:moveTo>
                <a:lnTo>
                  <a:pt x="179405" y="68216"/>
                </a:lnTo>
                <a:lnTo>
                  <a:pt x="236343" y="68124"/>
                </a:lnTo>
                <a:lnTo>
                  <a:pt x="236343" y="117910"/>
                </a:lnTo>
                <a:cubicBezTo>
                  <a:pt x="227602" y="124909"/>
                  <a:pt x="218586" y="130174"/>
                  <a:pt x="209295" y="133704"/>
                </a:cubicBezTo>
                <a:cubicBezTo>
                  <a:pt x="200004" y="137234"/>
                  <a:pt x="190468" y="138999"/>
                  <a:pt x="180688" y="138999"/>
                </a:cubicBezTo>
                <a:cubicBezTo>
                  <a:pt x="167485" y="138999"/>
                  <a:pt x="155489" y="136172"/>
                  <a:pt x="144701" y="130518"/>
                </a:cubicBezTo>
                <a:cubicBezTo>
                  <a:pt x="133912" y="124863"/>
                  <a:pt x="125767" y="116688"/>
                  <a:pt x="120266" y="105991"/>
                </a:cubicBezTo>
                <a:cubicBezTo>
                  <a:pt x="114765" y="95294"/>
                  <a:pt x="112014" y="83344"/>
                  <a:pt x="112014" y="70141"/>
                </a:cubicBezTo>
                <a:cubicBezTo>
                  <a:pt x="112014" y="57060"/>
                  <a:pt x="114749" y="44851"/>
                  <a:pt x="120220" y="33512"/>
                </a:cubicBezTo>
                <a:cubicBezTo>
                  <a:pt x="125691" y="22173"/>
                  <a:pt x="133561" y="13753"/>
                  <a:pt x="143830" y="8252"/>
                </a:cubicBezTo>
                <a:cubicBezTo>
                  <a:pt x="154099" y="2751"/>
                  <a:pt x="165926" y="0"/>
                  <a:pt x="179313" y="0"/>
                </a:cubicBezTo>
                <a:cubicBezTo>
                  <a:pt x="189032" y="0"/>
                  <a:pt x="197818" y="1570"/>
                  <a:pt x="205673" y="4710"/>
                </a:cubicBezTo>
                <a:cubicBezTo>
                  <a:pt x="213528" y="7851"/>
                  <a:pt x="219686" y="12227"/>
                  <a:pt x="224148" y="17839"/>
                </a:cubicBezTo>
                <a:cubicBezTo>
                  <a:pt x="228610" y="23449"/>
                  <a:pt x="232003" y="30767"/>
                  <a:pt x="234325" y="39792"/>
                </a:cubicBezTo>
                <a:lnTo>
                  <a:pt x="218280" y="44193"/>
                </a:lnTo>
                <a:cubicBezTo>
                  <a:pt x="216263" y="37347"/>
                  <a:pt x="213757" y="31968"/>
                  <a:pt x="210762" y="28056"/>
                </a:cubicBezTo>
                <a:cubicBezTo>
                  <a:pt x="207767" y="24144"/>
                  <a:pt x="203488" y="21012"/>
                  <a:pt x="197925" y="18658"/>
                </a:cubicBezTo>
                <a:cubicBezTo>
                  <a:pt x="192363" y="16305"/>
                  <a:pt x="186189" y="15128"/>
                  <a:pt x="179405" y="15128"/>
                </a:cubicBezTo>
                <a:cubicBezTo>
                  <a:pt x="171275" y="15128"/>
                  <a:pt x="164245" y="16367"/>
                  <a:pt x="158316" y="18845"/>
                </a:cubicBezTo>
                <a:cubicBezTo>
                  <a:pt x="152387" y="21322"/>
                  <a:pt x="147604" y="24580"/>
                  <a:pt x="143967" y="28618"/>
                </a:cubicBezTo>
                <a:cubicBezTo>
                  <a:pt x="140330" y="32656"/>
                  <a:pt x="137503" y="37092"/>
                  <a:pt x="135486" y="41924"/>
                </a:cubicBezTo>
                <a:cubicBezTo>
                  <a:pt x="132063" y="50245"/>
                  <a:pt x="130352" y="59268"/>
                  <a:pt x="130352" y="68995"/>
                </a:cubicBezTo>
                <a:cubicBezTo>
                  <a:pt x="130352" y="80985"/>
                  <a:pt x="132415" y="91018"/>
                  <a:pt x="136540" y="99094"/>
                </a:cubicBezTo>
                <a:cubicBezTo>
                  <a:pt x="140666" y="107171"/>
                  <a:pt x="146672" y="113167"/>
                  <a:pt x="154557" y="117082"/>
                </a:cubicBezTo>
                <a:cubicBezTo>
                  <a:pt x="162442" y="120996"/>
                  <a:pt x="170816" y="122953"/>
                  <a:pt x="179680" y="122953"/>
                </a:cubicBezTo>
                <a:cubicBezTo>
                  <a:pt x="187381" y="122953"/>
                  <a:pt x="194900" y="121461"/>
                  <a:pt x="202235" y="118478"/>
                </a:cubicBezTo>
                <a:cubicBezTo>
                  <a:pt x="209570" y="115494"/>
                  <a:pt x="215132" y="112310"/>
                  <a:pt x="218922" y="108925"/>
                </a:cubicBezTo>
                <a:lnTo>
                  <a:pt x="218922" y="83803"/>
                </a:lnTo>
                <a:lnTo>
                  <a:pt x="179405" y="83803"/>
                </a:lnTo>
                <a:close/>
                <a:moveTo>
                  <a:pt x="261863" y="136798"/>
                </a:moveTo>
                <a:lnTo>
                  <a:pt x="261863" y="2384"/>
                </a:lnTo>
                <a:lnTo>
                  <a:pt x="312292" y="2384"/>
                </a:lnTo>
                <a:cubicBezTo>
                  <a:pt x="322561" y="2384"/>
                  <a:pt x="330797" y="3744"/>
                  <a:pt x="337002" y="6464"/>
                </a:cubicBezTo>
                <a:cubicBezTo>
                  <a:pt x="343206" y="9184"/>
                  <a:pt x="348065" y="13371"/>
                  <a:pt x="351580" y="19025"/>
                </a:cubicBezTo>
                <a:cubicBezTo>
                  <a:pt x="355095" y="24679"/>
                  <a:pt x="356852" y="30593"/>
                  <a:pt x="356852" y="36767"/>
                </a:cubicBezTo>
                <a:cubicBezTo>
                  <a:pt x="356852" y="42513"/>
                  <a:pt x="355293" y="47922"/>
                  <a:pt x="352176" y="52996"/>
                </a:cubicBezTo>
                <a:cubicBezTo>
                  <a:pt x="349059" y="58069"/>
                  <a:pt x="344352" y="62164"/>
                  <a:pt x="338056" y="65282"/>
                </a:cubicBezTo>
                <a:cubicBezTo>
                  <a:pt x="346186" y="67666"/>
                  <a:pt x="352436" y="71730"/>
                  <a:pt x="356806" y="77476"/>
                </a:cubicBezTo>
                <a:cubicBezTo>
                  <a:pt x="361177" y="83222"/>
                  <a:pt x="363362" y="90007"/>
                  <a:pt x="363362" y="97831"/>
                </a:cubicBezTo>
                <a:cubicBezTo>
                  <a:pt x="363362" y="104127"/>
                  <a:pt x="362032" y="109979"/>
                  <a:pt x="359373" y="115389"/>
                </a:cubicBezTo>
                <a:cubicBezTo>
                  <a:pt x="356714" y="120799"/>
                  <a:pt x="353429" y="124970"/>
                  <a:pt x="349517" y="127904"/>
                </a:cubicBezTo>
                <a:cubicBezTo>
                  <a:pt x="345605" y="130838"/>
                  <a:pt x="340700" y="133054"/>
                  <a:pt x="334801" y="134552"/>
                </a:cubicBezTo>
                <a:cubicBezTo>
                  <a:pt x="328902" y="136049"/>
                  <a:pt x="321674" y="136798"/>
                  <a:pt x="313117" y="136798"/>
                </a:cubicBezTo>
                <a:lnTo>
                  <a:pt x="261863" y="136798"/>
                </a:lnTo>
                <a:moveTo>
                  <a:pt x="279651" y="58864"/>
                </a:moveTo>
                <a:lnTo>
                  <a:pt x="308716" y="58864"/>
                </a:lnTo>
                <a:cubicBezTo>
                  <a:pt x="316601" y="58864"/>
                  <a:pt x="322255" y="58344"/>
                  <a:pt x="325678" y="57305"/>
                </a:cubicBezTo>
                <a:cubicBezTo>
                  <a:pt x="330201" y="55960"/>
                  <a:pt x="333609" y="53729"/>
                  <a:pt x="335901" y="50612"/>
                </a:cubicBezTo>
                <a:cubicBezTo>
                  <a:pt x="338194" y="47494"/>
                  <a:pt x="339340" y="43582"/>
                  <a:pt x="339340" y="38876"/>
                </a:cubicBezTo>
                <a:cubicBezTo>
                  <a:pt x="339340" y="34413"/>
                  <a:pt x="338270" y="30486"/>
                  <a:pt x="336131" y="27094"/>
                </a:cubicBezTo>
                <a:cubicBezTo>
                  <a:pt x="333991" y="23701"/>
                  <a:pt x="330935" y="21379"/>
                  <a:pt x="326962" y="20125"/>
                </a:cubicBezTo>
                <a:cubicBezTo>
                  <a:pt x="322989" y="18872"/>
                  <a:pt x="316173" y="18246"/>
                  <a:pt x="306515" y="18246"/>
                </a:cubicBezTo>
                <a:lnTo>
                  <a:pt x="279651" y="18246"/>
                </a:lnTo>
                <a:lnTo>
                  <a:pt x="279651" y="58864"/>
                </a:lnTo>
                <a:moveTo>
                  <a:pt x="279651" y="120936"/>
                </a:moveTo>
                <a:lnTo>
                  <a:pt x="313117" y="120936"/>
                </a:lnTo>
                <a:cubicBezTo>
                  <a:pt x="318863" y="120936"/>
                  <a:pt x="322897" y="120722"/>
                  <a:pt x="325220" y="120294"/>
                </a:cubicBezTo>
                <a:cubicBezTo>
                  <a:pt x="329315" y="119561"/>
                  <a:pt x="332738" y="118338"/>
                  <a:pt x="335489" y="116627"/>
                </a:cubicBezTo>
                <a:cubicBezTo>
                  <a:pt x="338239" y="114915"/>
                  <a:pt x="340501" y="112424"/>
                  <a:pt x="342274" y="109154"/>
                </a:cubicBezTo>
                <a:cubicBezTo>
                  <a:pt x="344046" y="105884"/>
                  <a:pt x="344933" y="102110"/>
                  <a:pt x="344933" y="97831"/>
                </a:cubicBezTo>
                <a:cubicBezTo>
                  <a:pt x="344933" y="92819"/>
                  <a:pt x="343649" y="88463"/>
                  <a:pt x="341082" y="84765"/>
                </a:cubicBezTo>
                <a:cubicBezTo>
                  <a:pt x="338514" y="81067"/>
                  <a:pt x="334954" y="78469"/>
                  <a:pt x="330400" y="76972"/>
                </a:cubicBezTo>
                <a:cubicBezTo>
                  <a:pt x="325846" y="75474"/>
                  <a:pt x="319291" y="74726"/>
                  <a:pt x="310733" y="74726"/>
                </a:cubicBezTo>
                <a:lnTo>
                  <a:pt x="279651" y="74726"/>
                </a:lnTo>
                <a:lnTo>
                  <a:pt x="279651" y="12093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1F536CB-3694-443D-8FE4-5F8405DCE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9140" y="3180845"/>
            <a:ext cx="834562" cy="302529"/>
          </a:xfrm>
          <a:custGeom xmlns:a="http://schemas.openxmlformats.org/drawingml/2006/main">
            <a:pathLst>
              <a:path w="834562" h="302529">
                <a:moveTo>
                  <a:pt x="0" y="0"/>
                </a:moveTo>
                <a:lnTo>
                  <a:pt x="834562" y="0"/>
                </a:lnTo>
                <a:lnTo>
                  <a:pt x="834562" y="302529"/>
                </a:lnTo>
                <a:lnTo>
                  <a:pt x="0" y="30252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E6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18DEF3E-6F29-4B98-9496-0103AEF11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9140" y="3180845"/>
            <a:ext cx="834562" cy="302529"/>
          </a:xfrm>
          <a:custGeom xmlns:a="http://schemas.openxmlformats.org/drawingml/2006/main">
            <a:pathLst>
              <a:path w="834562" h="302529" fill="none">
                <a:moveTo>
                  <a:pt x="0" y="0"/>
                </a:moveTo>
                <a:lnTo>
                  <a:pt x="834562" y="0"/>
                </a:lnTo>
                <a:lnTo>
                  <a:pt x="834562" y="302529"/>
                </a:lnTo>
                <a:lnTo>
                  <a:pt x="0" y="302529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0432" cap="flat">
            <a:solidFill>
              <a:srgbClr val="D79B00"/>
            </a:solidFill>
            <a:miter/>
          </a:ln>
        </p:spPr>
      </p:sp>
      <p:sp>
        <p:nvSpPr>
          <p:cNvPr id="52" name="Text 69GB">
            <a:extLst xmlns:a="http://schemas.openxmlformats.org/drawingml/2006/main">
              <a:ext uri="{FF2B5EF4-FFF2-40B4-BE49-F238E27FC236}">
                <a16:creationId xmlns:a16="http://schemas.microsoft.com/office/drawing/2014/main" id="{60BE8ADE-661C-42FE-B411-E295A9194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8165" y="3257904"/>
            <a:ext cx="463089" cy="138999"/>
          </a:xfrm>
          <a:custGeom xmlns:a="http://schemas.openxmlformats.org/drawingml/2006/main">
            <a:pathLst>
              <a:path w="463089" h="138999">
                <a:moveTo>
                  <a:pt x="86370" y="35389"/>
                </a:moveTo>
                <a:lnTo>
                  <a:pt x="69958" y="36675"/>
                </a:lnTo>
                <a:cubicBezTo>
                  <a:pt x="68491" y="30224"/>
                  <a:pt x="66413" y="25538"/>
                  <a:pt x="63723" y="22615"/>
                </a:cubicBezTo>
                <a:cubicBezTo>
                  <a:pt x="59261" y="17930"/>
                  <a:pt x="53760" y="15587"/>
                  <a:pt x="47219" y="15587"/>
                </a:cubicBezTo>
                <a:cubicBezTo>
                  <a:pt x="41962" y="15587"/>
                  <a:pt x="37347" y="17046"/>
                  <a:pt x="33374" y="19965"/>
                </a:cubicBezTo>
                <a:cubicBezTo>
                  <a:pt x="28179" y="23734"/>
                  <a:pt x="24083" y="29236"/>
                  <a:pt x="21088" y="36472"/>
                </a:cubicBezTo>
                <a:cubicBezTo>
                  <a:pt x="18093" y="43707"/>
                  <a:pt x="16534" y="54014"/>
                  <a:pt x="16412" y="67391"/>
                </a:cubicBezTo>
                <a:cubicBezTo>
                  <a:pt x="20385" y="61339"/>
                  <a:pt x="25245" y="56846"/>
                  <a:pt x="30990" y="53912"/>
                </a:cubicBezTo>
                <a:cubicBezTo>
                  <a:pt x="36736" y="50978"/>
                  <a:pt x="42757" y="49511"/>
                  <a:pt x="49053" y="49511"/>
                </a:cubicBezTo>
                <a:cubicBezTo>
                  <a:pt x="60055" y="49511"/>
                  <a:pt x="69423" y="53561"/>
                  <a:pt x="77155" y="61660"/>
                </a:cubicBezTo>
                <a:cubicBezTo>
                  <a:pt x="84888" y="69759"/>
                  <a:pt x="88754" y="80227"/>
                  <a:pt x="88754" y="93063"/>
                </a:cubicBezTo>
                <a:cubicBezTo>
                  <a:pt x="88754" y="101498"/>
                  <a:pt x="86935" y="109338"/>
                  <a:pt x="83298" y="116581"/>
                </a:cubicBezTo>
                <a:cubicBezTo>
                  <a:pt x="79661" y="123824"/>
                  <a:pt x="74664" y="129371"/>
                  <a:pt x="68307" y="133222"/>
                </a:cubicBezTo>
                <a:cubicBezTo>
                  <a:pt x="61950" y="137073"/>
                  <a:pt x="54738" y="138999"/>
                  <a:pt x="46669" y="138999"/>
                </a:cubicBezTo>
                <a:cubicBezTo>
                  <a:pt x="32916" y="138999"/>
                  <a:pt x="21699" y="133944"/>
                  <a:pt x="13020" y="123836"/>
                </a:cubicBezTo>
                <a:cubicBezTo>
                  <a:pt x="4340" y="113725"/>
                  <a:pt x="0" y="97064"/>
                  <a:pt x="0" y="73852"/>
                </a:cubicBezTo>
                <a:cubicBezTo>
                  <a:pt x="0" y="47891"/>
                  <a:pt x="4798" y="29015"/>
                  <a:pt x="14395" y="17226"/>
                </a:cubicBezTo>
                <a:cubicBezTo>
                  <a:pt x="22769" y="6964"/>
                  <a:pt x="34047" y="1834"/>
                  <a:pt x="48228" y="1834"/>
                </a:cubicBezTo>
                <a:cubicBezTo>
                  <a:pt x="58802" y="1834"/>
                  <a:pt x="67467" y="4806"/>
                  <a:pt x="74221" y="10750"/>
                </a:cubicBezTo>
                <a:cubicBezTo>
                  <a:pt x="80976" y="16695"/>
                  <a:pt x="85025" y="24908"/>
                  <a:pt x="86370" y="35389"/>
                </a:cubicBezTo>
                <a:moveTo>
                  <a:pt x="18979" y="93069"/>
                </a:moveTo>
                <a:cubicBezTo>
                  <a:pt x="18979" y="98736"/>
                  <a:pt x="20187" y="104160"/>
                  <a:pt x="22601" y="109341"/>
                </a:cubicBezTo>
                <a:cubicBezTo>
                  <a:pt x="25015" y="114521"/>
                  <a:pt x="28393" y="118467"/>
                  <a:pt x="32733" y="121180"/>
                </a:cubicBezTo>
                <a:cubicBezTo>
                  <a:pt x="37072" y="123890"/>
                  <a:pt x="41626" y="125245"/>
                  <a:pt x="46394" y="125245"/>
                </a:cubicBezTo>
                <a:cubicBezTo>
                  <a:pt x="53362" y="125245"/>
                  <a:pt x="59353" y="122442"/>
                  <a:pt x="64365" y="116836"/>
                </a:cubicBezTo>
                <a:cubicBezTo>
                  <a:pt x="69377" y="111230"/>
                  <a:pt x="71883" y="103612"/>
                  <a:pt x="71883" y="93983"/>
                </a:cubicBezTo>
                <a:cubicBezTo>
                  <a:pt x="71883" y="84719"/>
                  <a:pt x="69408" y="77421"/>
                  <a:pt x="64457" y="72090"/>
                </a:cubicBezTo>
                <a:cubicBezTo>
                  <a:pt x="59505" y="66756"/>
                  <a:pt x="53271" y="64090"/>
                  <a:pt x="45752" y="64090"/>
                </a:cubicBezTo>
                <a:cubicBezTo>
                  <a:pt x="38295" y="64090"/>
                  <a:pt x="31968" y="66756"/>
                  <a:pt x="26773" y="72090"/>
                </a:cubicBezTo>
                <a:cubicBezTo>
                  <a:pt x="21577" y="77421"/>
                  <a:pt x="18979" y="84414"/>
                  <a:pt x="18979" y="93069"/>
                </a:cubicBezTo>
                <a:close/>
                <a:moveTo>
                  <a:pt x="107613" y="105450"/>
                </a:moveTo>
                <a:lnTo>
                  <a:pt x="123475" y="103974"/>
                </a:lnTo>
                <a:cubicBezTo>
                  <a:pt x="124820" y="111431"/>
                  <a:pt x="127387" y="116841"/>
                  <a:pt x="131177" y="120203"/>
                </a:cubicBezTo>
                <a:cubicBezTo>
                  <a:pt x="134966" y="123565"/>
                  <a:pt x="139826" y="125245"/>
                  <a:pt x="145755" y="125245"/>
                </a:cubicBezTo>
                <a:cubicBezTo>
                  <a:pt x="150828" y="125245"/>
                  <a:pt x="155275" y="124084"/>
                  <a:pt x="159096" y="121761"/>
                </a:cubicBezTo>
                <a:cubicBezTo>
                  <a:pt x="162916" y="119439"/>
                  <a:pt x="166049" y="116336"/>
                  <a:pt x="168494" y="112455"/>
                </a:cubicBezTo>
                <a:cubicBezTo>
                  <a:pt x="170939" y="108574"/>
                  <a:pt x="172986" y="103332"/>
                  <a:pt x="174637" y="96731"/>
                </a:cubicBezTo>
                <a:cubicBezTo>
                  <a:pt x="176287" y="90129"/>
                  <a:pt x="177112" y="83405"/>
                  <a:pt x="177112" y="76559"/>
                </a:cubicBezTo>
                <a:cubicBezTo>
                  <a:pt x="177112" y="75826"/>
                  <a:pt x="177082" y="74726"/>
                  <a:pt x="177021" y="73259"/>
                </a:cubicBezTo>
                <a:cubicBezTo>
                  <a:pt x="173720" y="78515"/>
                  <a:pt x="169212" y="82779"/>
                  <a:pt x="163497" y="86049"/>
                </a:cubicBezTo>
                <a:cubicBezTo>
                  <a:pt x="157781" y="89319"/>
                  <a:pt x="151593" y="90954"/>
                  <a:pt x="144930" y="90954"/>
                </a:cubicBezTo>
                <a:cubicBezTo>
                  <a:pt x="133805" y="90954"/>
                  <a:pt x="124392" y="86932"/>
                  <a:pt x="116690" y="78889"/>
                </a:cubicBezTo>
                <a:cubicBezTo>
                  <a:pt x="108988" y="70845"/>
                  <a:pt x="105137" y="60242"/>
                  <a:pt x="105137" y="47079"/>
                </a:cubicBezTo>
                <a:cubicBezTo>
                  <a:pt x="105137" y="33490"/>
                  <a:pt x="109156" y="22552"/>
                  <a:pt x="117194" y="14266"/>
                </a:cubicBezTo>
                <a:cubicBezTo>
                  <a:pt x="125232" y="5978"/>
                  <a:pt x="135303" y="1834"/>
                  <a:pt x="147405" y="1834"/>
                </a:cubicBezTo>
                <a:cubicBezTo>
                  <a:pt x="156146" y="1834"/>
                  <a:pt x="164138" y="4186"/>
                  <a:pt x="171382" y="8891"/>
                </a:cubicBezTo>
                <a:cubicBezTo>
                  <a:pt x="178625" y="13594"/>
                  <a:pt x="184126" y="20297"/>
                  <a:pt x="187886" y="29002"/>
                </a:cubicBezTo>
                <a:cubicBezTo>
                  <a:pt x="191645" y="37707"/>
                  <a:pt x="193524" y="50305"/>
                  <a:pt x="193524" y="66797"/>
                </a:cubicBezTo>
                <a:cubicBezTo>
                  <a:pt x="193524" y="83962"/>
                  <a:pt x="191660" y="97630"/>
                  <a:pt x="187931" y="107802"/>
                </a:cubicBezTo>
                <a:cubicBezTo>
                  <a:pt x="184203" y="117972"/>
                  <a:pt x="178656" y="125713"/>
                  <a:pt x="171290" y="131028"/>
                </a:cubicBezTo>
                <a:cubicBezTo>
                  <a:pt x="163925" y="136342"/>
                  <a:pt x="155291" y="138999"/>
                  <a:pt x="145388" y="138999"/>
                </a:cubicBezTo>
                <a:cubicBezTo>
                  <a:pt x="134875" y="138999"/>
                  <a:pt x="126287" y="136065"/>
                  <a:pt x="119624" y="130197"/>
                </a:cubicBezTo>
                <a:cubicBezTo>
                  <a:pt x="112961" y="124329"/>
                  <a:pt x="108958" y="116080"/>
                  <a:pt x="107613" y="105450"/>
                </a:cubicBezTo>
                <a:moveTo>
                  <a:pt x="175187" y="46299"/>
                </a:moveTo>
                <a:cubicBezTo>
                  <a:pt x="175187" y="36882"/>
                  <a:pt x="172665" y="29410"/>
                  <a:pt x="167623" y="23882"/>
                </a:cubicBezTo>
                <a:cubicBezTo>
                  <a:pt x="162580" y="18352"/>
                  <a:pt x="156513" y="15587"/>
                  <a:pt x="149423" y="15587"/>
                </a:cubicBezTo>
                <a:cubicBezTo>
                  <a:pt x="142088" y="15587"/>
                  <a:pt x="135700" y="18564"/>
                  <a:pt x="130260" y="24518"/>
                </a:cubicBezTo>
                <a:cubicBezTo>
                  <a:pt x="124820" y="30472"/>
                  <a:pt x="122100" y="38188"/>
                  <a:pt x="122100" y="47666"/>
                </a:cubicBezTo>
                <a:cubicBezTo>
                  <a:pt x="122100" y="56174"/>
                  <a:pt x="124682" y="63086"/>
                  <a:pt x="129847" y="68402"/>
                </a:cubicBezTo>
                <a:cubicBezTo>
                  <a:pt x="135012" y="73718"/>
                  <a:pt x="141385" y="76376"/>
                  <a:pt x="148964" y="76376"/>
                </a:cubicBezTo>
                <a:cubicBezTo>
                  <a:pt x="156605" y="76376"/>
                  <a:pt x="162885" y="73718"/>
                  <a:pt x="167806" y="68402"/>
                </a:cubicBezTo>
                <a:cubicBezTo>
                  <a:pt x="172727" y="63086"/>
                  <a:pt x="175187" y="55718"/>
                  <a:pt x="175187" y="46299"/>
                </a:cubicBezTo>
                <a:close/>
                <a:moveTo>
                  <a:pt x="279132" y="83803"/>
                </a:moveTo>
                <a:lnTo>
                  <a:pt x="279132" y="68216"/>
                </a:lnTo>
                <a:lnTo>
                  <a:pt x="336070" y="68124"/>
                </a:lnTo>
                <a:lnTo>
                  <a:pt x="336070" y="117910"/>
                </a:lnTo>
                <a:cubicBezTo>
                  <a:pt x="327329" y="124909"/>
                  <a:pt x="318313" y="130174"/>
                  <a:pt x="309022" y="133704"/>
                </a:cubicBezTo>
                <a:cubicBezTo>
                  <a:pt x="299731" y="137234"/>
                  <a:pt x="290196" y="138999"/>
                  <a:pt x="280416" y="138999"/>
                </a:cubicBezTo>
                <a:cubicBezTo>
                  <a:pt x="267213" y="138999"/>
                  <a:pt x="255217" y="136172"/>
                  <a:pt x="244428" y="130518"/>
                </a:cubicBezTo>
                <a:cubicBezTo>
                  <a:pt x="233640" y="124863"/>
                  <a:pt x="225495" y="116688"/>
                  <a:pt x="219993" y="105991"/>
                </a:cubicBezTo>
                <a:cubicBezTo>
                  <a:pt x="214492" y="95294"/>
                  <a:pt x="211742" y="83344"/>
                  <a:pt x="211742" y="70141"/>
                </a:cubicBezTo>
                <a:cubicBezTo>
                  <a:pt x="211742" y="57060"/>
                  <a:pt x="214477" y="44851"/>
                  <a:pt x="219948" y="33512"/>
                </a:cubicBezTo>
                <a:cubicBezTo>
                  <a:pt x="225418" y="22173"/>
                  <a:pt x="233288" y="13753"/>
                  <a:pt x="243557" y="8252"/>
                </a:cubicBezTo>
                <a:cubicBezTo>
                  <a:pt x="253826" y="2751"/>
                  <a:pt x="265654" y="0"/>
                  <a:pt x="279040" y="0"/>
                </a:cubicBezTo>
                <a:cubicBezTo>
                  <a:pt x="288759" y="0"/>
                  <a:pt x="297546" y="1570"/>
                  <a:pt x="305401" y="4710"/>
                </a:cubicBezTo>
                <a:cubicBezTo>
                  <a:pt x="313255" y="7851"/>
                  <a:pt x="319414" y="12227"/>
                  <a:pt x="323876" y="17839"/>
                </a:cubicBezTo>
                <a:cubicBezTo>
                  <a:pt x="328338" y="23449"/>
                  <a:pt x="331730" y="30767"/>
                  <a:pt x="334053" y="39792"/>
                </a:cubicBezTo>
                <a:lnTo>
                  <a:pt x="318008" y="44193"/>
                </a:lnTo>
                <a:cubicBezTo>
                  <a:pt x="315991" y="37347"/>
                  <a:pt x="313484" y="31968"/>
                  <a:pt x="310489" y="28056"/>
                </a:cubicBezTo>
                <a:cubicBezTo>
                  <a:pt x="307494" y="24144"/>
                  <a:pt x="303215" y="21012"/>
                  <a:pt x="297653" y="18658"/>
                </a:cubicBezTo>
                <a:cubicBezTo>
                  <a:pt x="292091" y="16305"/>
                  <a:pt x="285917" y="15128"/>
                  <a:pt x="279132" y="15128"/>
                </a:cubicBezTo>
                <a:cubicBezTo>
                  <a:pt x="271002" y="15128"/>
                  <a:pt x="263973" y="16367"/>
                  <a:pt x="258044" y="18845"/>
                </a:cubicBezTo>
                <a:cubicBezTo>
                  <a:pt x="252115" y="21322"/>
                  <a:pt x="247332" y="24580"/>
                  <a:pt x="243695" y="28618"/>
                </a:cubicBezTo>
                <a:cubicBezTo>
                  <a:pt x="240058" y="32656"/>
                  <a:pt x="237231" y="37092"/>
                  <a:pt x="235214" y="41924"/>
                </a:cubicBezTo>
                <a:cubicBezTo>
                  <a:pt x="231791" y="50245"/>
                  <a:pt x="230079" y="59268"/>
                  <a:pt x="230079" y="68995"/>
                </a:cubicBezTo>
                <a:cubicBezTo>
                  <a:pt x="230079" y="80985"/>
                  <a:pt x="232142" y="91018"/>
                  <a:pt x="236268" y="99094"/>
                </a:cubicBezTo>
                <a:cubicBezTo>
                  <a:pt x="240394" y="107171"/>
                  <a:pt x="246400" y="113167"/>
                  <a:pt x="254285" y="117082"/>
                </a:cubicBezTo>
                <a:cubicBezTo>
                  <a:pt x="262170" y="120996"/>
                  <a:pt x="270544" y="122953"/>
                  <a:pt x="279407" y="122953"/>
                </a:cubicBezTo>
                <a:cubicBezTo>
                  <a:pt x="287109" y="122953"/>
                  <a:pt x="294627" y="121461"/>
                  <a:pt x="301962" y="118478"/>
                </a:cubicBezTo>
                <a:cubicBezTo>
                  <a:pt x="309297" y="115494"/>
                  <a:pt x="314860" y="112310"/>
                  <a:pt x="318649" y="108925"/>
                </a:cubicBezTo>
                <a:lnTo>
                  <a:pt x="318649" y="83803"/>
                </a:lnTo>
                <a:lnTo>
                  <a:pt x="279132" y="83803"/>
                </a:lnTo>
                <a:close/>
                <a:moveTo>
                  <a:pt x="361591" y="136798"/>
                </a:moveTo>
                <a:lnTo>
                  <a:pt x="361591" y="2384"/>
                </a:lnTo>
                <a:lnTo>
                  <a:pt x="412019" y="2384"/>
                </a:lnTo>
                <a:cubicBezTo>
                  <a:pt x="422288" y="2384"/>
                  <a:pt x="430525" y="3744"/>
                  <a:pt x="436729" y="6464"/>
                </a:cubicBezTo>
                <a:cubicBezTo>
                  <a:pt x="442933" y="9184"/>
                  <a:pt x="447793" y="13371"/>
                  <a:pt x="451307" y="19025"/>
                </a:cubicBezTo>
                <a:cubicBezTo>
                  <a:pt x="454822" y="24679"/>
                  <a:pt x="456580" y="30593"/>
                  <a:pt x="456580" y="36767"/>
                </a:cubicBezTo>
                <a:cubicBezTo>
                  <a:pt x="456580" y="42513"/>
                  <a:pt x="455021" y="47922"/>
                  <a:pt x="451903" y="52996"/>
                </a:cubicBezTo>
                <a:cubicBezTo>
                  <a:pt x="448786" y="58069"/>
                  <a:pt x="444079" y="62164"/>
                  <a:pt x="437784" y="65282"/>
                </a:cubicBezTo>
                <a:cubicBezTo>
                  <a:pt x="445913" y="67666"/>
                  <a:pt x="452163" y="71730"/>
                  <a:pt x="456534" y="77476"/>
                </a:cubicBezTo>
                <a:cubicBezTo>
                  <a:pt x="460904" y="83222"/>
                  <a:pt x="463089" y="90007"/>
                  <a:pt x="463089" y="97831"/>
                </a:cubicBezTo>
                <a:cubicBezTo>
                  <a:pt x="463089" y="104127"/>
                  <a:pt x="461760" y="109979"/>
                  <a:pt x="459101" y="115389"/>
                </a:cubicBezTo>
                <a:cubicBezTo>
                  <a:pt x="456442" y="120799"/>
                  <a:pt x="453157" y="124970"/>
                  <a:pt x="449245" y="127904"/>
                </a:cubicBezTo>
                <a:cubicBezTo>
                  <a:pt x="445332" y="130838"/>
                  <a:pt x="440427" y="133054"/>
                  <a:pt x="434529" y="134552"/>
                </a:cubicBezTo>
                <a:cubicBezTo>
                  <a:pt x="428630" y="136049"/>
                  <a:pt x="421402" y="136798"/>
                  <a:pt x="412844" y="136798"/>
                </a:cubicBezTo>
                <a:lnTo>
                  <a:pt x="361591" y="136798"/>
                </a:lnTo>
                <a:moveTo>
                  <a:pt x="379378" y="58864"/>
                </a:moveTo>
                <a:lnTo>
                  <a:pt x="408443" y="58864"/>
                </a:lnTo>
                <a:cubicBezTo>
                  <a:pt x="416329" y="58864"/>
                  <a:pt x="421983" y="58344"/>
                  <a:pt x="425406" y="57305"/>
                </a:cubicBezTo>
                <a:cubicBezTo>
                  <a:pt x="429929" y="55960"/>
                  <a:pt x="433337" y="53729"/>
                  <a:pt x="435629" y="50612"/>
                </a:cubicBezTo>
                <a:cubicBezTo>
                  <a:pt x="437921" y="47494"/>
                  <a:pt x="439067" y="43582"/>
                  <a:pt x="439067" y="38876"/>
                </a:cubicBezTo>
                <a:cubicBezTo>
                  <a:pt x="439067" y="34413"/>
                  <a:pt x="437997" y="30486"/>
                  <a:pt x="435858" y="27094"/>
                </a:cubicBezTo>
                <a:cubicBezTo>
                  <a:pt x="433719" y="23701"/>
                  <a:pt x="430662" y="21379"/>
                  <a:pt x="426689" y="20125"/>
                </a:cubicBezTo>
                <a:cubicBezTo>
                  <a:pt x="422716" y="18872"/>
                  <a:pt x="415901" y="18246"/>
                  <a:pt x="406243" y="18246"/>
                </a:cubicBezTo>
                <a:lnTo>
                  <a:pt x="379378" y="18246"/>
                </a:lnTo>
                <a:lnTo>
                  <a:pt x="379378" y="58864"/>
                </a:lnTo>
                <a:moveTo>
                  <a:pt x="379378" y="120936"/>
                </a:moveTo>
                <a:lnTo>
                  <a:pt x="412844" y="120936"/>
                </a:lnTo>
                <a:cubicBezTo>
                  <a:pt x="418590" y="120936"/>
                  <a:pt x="422624" y="120722"/>
                  <a:pt x="424947" y="120294"/>
                </a:cubicBezTo>
                <a:cubicBezTo>
                  <a:pt x="429043" y="119561"/>
                  <a:pt x="432466" y="118338"/>
                  <a:pt x="435216" y="116627"/>
                </a:cubicBezTo>
                <a:cubicBezTo>
                  <a:pt x="437967" y="114915"/>
                  <a:pt x="440229" y="112424"/>
                  <a:pt x="442001" y="109154"/>
                </a:cubicBezTo>
                <a:cubicBezTo>
                  <a:pt x="443774" y="105884"/>
                  <a:pt x="444660" y="102110"/>
                  <a:pt x="444660" y="97831"/>
                </a:cubicBezTo>
                <a:cubicBezTo>
                  <a:pt x="444660" y="92819"/>
                  <a:pt x="443376" y="88463"/>
                  <a:pt x="440809" y="84765"/>
                </a:cubicBezTo>
                <a:cubicBezTo>
                  <a:pt x="438242" y="81067"/>
                  <a:pt x="434681" y="78469"/>
                  <a:pt x="430128" y="76972"/>
                </a:cubicBezTo>
                <a:cubicBezTo>
                  <a:pt x="425574" y="75474"/>
                  <a:pt x="419018" y="74726"/>
                  <a:pt x="410461" y="74726"/>
                </a:cubicBezTo>
                <a:lnTo>
                  <a:pt x="379378" y="74726"/>
                </a:lnTo>
                <a:lnTo>
                  <a:pt x="379378" y="12093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3" name="Text QST(Ours)">
            <a:extLst xmlns:a="http://schemas.openxmlformats.org/drawingml/2006/main">
              <a:ext uri="{FF2B5EF4-FFF2-40B4-BE49-F238E27FC236}">
                <a16:creationId xmlns:a16="http://schemas.microsoft.com/office/drawing/2014/main" id="{9ED54EFA-E16A-4FDF-BFF6-5E5607658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1625" y="4436723"/>
            <a:ext cx="951935" cy="176407"/>
          </a:xfrm>
          <a:custGeom xmlns:a="http://schemas.openxmlformats.org/drawingml/2006/main">
            <a:pathLst>
              <a:path w="951935" h="176407">
                <a:moveTo>
                  <a:pt x="108283" y="122323"/>
                </a:moveTo>
                <a:cubicBezTo>
                  <a:pt x="116535" y="128002"/>
                  <a:pt x="124145" y="132155"/>
                  <a:pt x="131114" y="134781"/>
                </a:cubicBezTo>
                <a:lnTo>
                  <a:pt x="125887" y="147251"/>
                </a:lnTo>
                <a:cubicBezTo>
                  <a:pt x="116230" y="143749"/>
                  <a:pt x="106602" y="138221"/>
                  <a:pt x="97006" y="130667"/>
                </a:cubicBezTo>
                <a:cubicBezTo>
                  <a:pt x="87042" y="136221"/>
                  <a:pt x="76040" y="138999"/>
                  <a:pt x="63998" y="138999"/>
                </a:cubicBezTo>
                <a:cubicBezTo>
                  <a:pt x="51834" y="138999"/>
                  <a:pt x="40801" y="136067"/>
                  <a:pt x="30899" y="130202"/>
                </a:cubicBezTo>
                <a:cubicBezTo>
                  <a:pt x="20996" y="124338"/>
                  <a:pt x="13371" y="116092"/>
                  <a:pt x="8023" y="105464"/>
                </a:cubicBezTo>
                <a:cubicBezTo>
                  <a:pt x="2674" y="94834"/>
                  <a:pt x="0" y="82861"/>
                  <a:pt x="0" y="69545"/>
                </a:cubicBezTo>
                <a:cubicBezTo>
                  <a:pt x="0" y="56291"/>
                  <a:pt x="2690" y="44227"/>
                  <a:pt x="8069" y="33354"/>
                </a:cubicBezTo>
                <a:cubicBezTo>
                  <a:pt x="13448" y="22480"/>
                  <a:pt x="21103" y="14202"/>
                  <a:pt x="31036" y="8521"/>
                </a:cubicBezTo>
                <a:cubicBezTo>
                  <a:pt x="40969" y="2840"/>
                  <a:pt x="52079" y="0"/>
                  <a:pt x="64365" y="0"/>
                </a:cubicBezTo>
                <a:cubicBezTo>
                  <a:pt x="76773" y="0"/>
                  <a:pt x="87959" y="2947"/>
                  <a:pt x="97923" y="8842"/>
                </a:cubicBezTo>
                <a:cubicBezTo>
                  <a:pt x="107886" y="14737"/>
                  <a:pt x="115481" y="22984"/>
                  <a:pt x="120707" y="33584"/>
                </a:cubicBezTo>
                <a:cubicBezTo>
                  <a:pt x="125933" y="44181"/>
                  <a:pt x="128546" y="56138"/>
                  <a:pt x="128546" y="69453"/>
                </a:cubicBezTo>
                <a:cubicBezTo>
                  <a:pt x="128546" y="80509"/>
                  <a:pt x="126865" y="90451"/>
                  <a:pt x="123503" y="99278"/>
                </a:cubicBezTo>
                <a:cubicBezTo>
                  <a:pt x="120142" y="108105"/>
                  <a:pt x="115068" y="115786"/>
                  <a:pt x="108283" y="122323"/>
                </a:cubicBezTo>
                <a:moveTo>
                  <a:pt x="69133" y="99573"/>
                </a:moveTo>
                <a:cubicBezTo>
                  <a:pt x="79402" y="102465"/>
                  <a:pt x="87867" y="106772"/>
                  <a:pt x="94530" y="112495"/>
                </a:cubicBezTo>
                <a:cubicBezTo>
                  <a:pt x="104982" y="102942"/>
                  <a:pt x="110209" y="88583"/>
                  <a:pt x="110209" y="69416"/>
                </a:cubicBezTo>
                <a:cubicBezTo>
                  <a:pt x="110209" y="58515"/>
                  <a:pt x="108360" y="48993"/>
                  <a:pt x="104662" y="40850"/>
                </a:cubicBezTo>
                <a:cubicBezTo>
                  <a:pt x="100964" y="32705"/>
                  <a:pt x="95554" y="26382"/>
                  <a:pt x="88433" y="21882"/>
                </a:cubicBezTo>
                <a:cubicBezTo>
                  <a:pt x="81312" y="17380"/>
                  <a:pt x="73320" y="15128"/>
                  <a:pt x="64457" y="15128"/>
                </a:cubicBezTo>
                <a:cubicBezTo>
                  <a:pt x="51192" y="15128"/>
                  <a:pt x="40190" y="19675"/>
                  <a:pt x="31449" y="28767"/>
                </a:cubicBezTo>
                <a:cubicBezTo>
                  <a:pt x="22708" y="37859"/>
                  <a:pt x="18338" y="51437"/>
                  <a:pt x="18338" y="69499"/>
                </a:cubicBezTo>
                <a:cubicBezTo>
                  <a:pt x="18338" y="87010"/>
                  <a:pt x="22662" y="100450"/>
                  <a:pt x="31311" y="109819"/>
                </a:cubicBezTo>
                <a:cubicBezTo>
                  <a:pt x="39961" y="119186"/>
                  <a:pt x="51009" y="123870"/>
                  <a:pt x="64457" y="123870"/>
                </a:cubicBezTo>
                <a:cubicBezTo>
                  <a:pt x="70814" y="123870"/>
                  <a:pt x="76804" y="122676"/>
                  <a:pt x="82427" y="120289"/>
                </a:cubicBezTo>
                <a:cubicBezTo>
                  <a:pt x="76865" y="116684"/>
                  <a:pt x="70997" y="114119"/>
                  <a:pt x="64823" y="112593"/>
                </a:cubicBezTo>
                <a:lnTo>
                  <a:pt x="69133" y="99573"/>
                </a:lnTo>
                <a:close/>
                <a:moveTo>
                  <a:pt x="146457" y="93522"/>
                </a:moveTo>
                <a:lnTo>
                  <a:pt x="163236" y="92055"/>
                </a:lnTo>
                <a:cubicBezTo>
                  <a:pt x="164030" y="98778"/>
                  <a:pt x="165880" y="104295"/>
                  <a:pt x="168783" y="108604"/>
                </a:cubicBezTo>
                <a:cubicBezTo>
                  <a:pt x="171686" y="112913"/>
                  <a:pt x="176194" y="116398"/>
                  <a:pt x="182307" y="119057"/>
                </a:cubicBezTo>
                <a:cubicBezTo>
                  <a:pt x="188419" y="121716"/>
                  <a:pt x="195296" y="123045"/>
                  <a:pt x="202937" y="123045"/>
                </a:cubicBezTo>
                <a:cubicBezTo>
                  <a:pt x="209722" y="123045"/>
                  <a:pt x="215712" y="122036"/>
                  <a:pt x="220907" y="120019"/>
                </a:cubicBezTo>
                <a:cubicBezTo>
                  <a:pt x="226103" y="118002"/>
                  <a:pt x="229969" y="115236"/>
                  <a:pt x="232506" y="111722"/>
                </a:cubicBezTo>
                <a:cubicBezTo>
                  <a:pt x="235043" y="108207"/>
                  <a:pt x="236311" y="104371"/>
                  <a:pt x="236311" y="100215"/>
                </a:cubicBezTo>
                <a:cubicBezTo>
                  <a:pt x="236311" y="95997"/>
                  <a:pt x="235089" y="92314"/>
                  <a:pt x="232644" y="89166"/>
                </a:cubicBezTo>
                <a:cubicBezTo>
                  <a:pt x="230199" y="86018"/>
                  <a:pt x="226164" y="83375"/>
                  <a:pt x="220541" y="81235"/>
                </a:cubicBezTo>
                <a:cubicBezTo>
                  <a:pt x="216934" y="79829"/>
                  <a:pt x="208958" y="77644"/>
                  <a:pt x="196610" y="74680"/>
                </a:cubicBezTo>
                <a:cubicBezTo>
                  <a:pt x="184263" y="71715"/>
                  <a:pt x="175614" y="68919"/>
                  <a:pt x="170663" y="66290"/>
                </a:cubicBezTo>
                <a:cubicBezTo>
                  <a:pt x="164244" y="62928"/>
                  <a:pt x="159461" y="58757"/>
                  <a:pt x="156313" y="53775"/>
                </a:cubicBezTo>
                <a:cubicBezTo>
                  <a:pt x="153165" y="48793"/>
                  <a:pt x="151592" y="43215"/>
                  <a:pt x="151592" y="37042"/>
                </a:cubicBezTo>
                <a:cubicBezTo>
                  <a:pt x="151592" y="30257"/>
                  <a:pt x="153517" y="23915"/>
                  <a:pt x="157368" y="18017"/>
                </a:cubicBezTo>
                <a:cubicBezTo>
                  <a:pt x="161219" y="12118"/>
                  <a:pt x="166842" y="7641"/>
                  <a:pt x="174238" y="4584"/>
                </a:cubicBezTo>
                <a:cubicBezTo>
                  <a:pt x="181635" y="1528"/>
                  <a:pt x="189856" y="0"/>
                  <a:pt x="198902" y="0"/>
                </a:cubicBezTo>
                <a:cubicBezTo>
                  <a:pt x="208866" y="0"/>
                  <a:pt x="217653" y="1605"/>
                  <a:pt x="225263" y="4814"/>
                </a:cubicBezTo>
                <a:cubicBezTo>
                  <a:pt x="232873" y="8023"/>
                  <a:pt x="238725" y="12745"/>
                  <a:pt x="242821" y="18979"/>
                </a:cubicBezTo>
                <a:cubicBezTo>
                  <a:pt x="246916" y="25214"/>
                  <a:pt x="249117" y="32274"/>
                  <a:pt x="249422" y="40159"/>
                </a:cubicBezTo>
                <a:lnTo>
                  <a:pt x="232368" y="41443"/>
                </a:lnTo>
                <a:cubicBezTo>
                  <a:pt x="231452" y="32916"/>
                  <a:pt x="228349" y="26475"/>
                  <a:pt x="223062" y="22120"/>
                </a:cubicBezTo>
                <a:cubicBezTo>
                  <a:pt x="217775" y="17764"/>
                  <a:pt x="209966" y="15587"/>
                  <a:pt x="199636" y="15587"/>
                </a:cubicBezTo>
                <a:cubicBezTo>
                  <a:pt x="188878" y="15587"/>
                  <a:pt x="181039" y="17560"/>
                  <a:pt x="176118" y="21507"/>
                </a:cubicBezTo>
                <a:cubicBezTo>
                  <a:pt x="171197" y="25451"/>
                  <a:pt x="168737" y="30206"/>
                  <a:pt x="168737" y="35773"/>
                </a:cubicBezTo>
                <a:cubicBezTo>
                  <a:pt x="168737" y="40605"/>
                  <a:pt x="170479" y="44581"/>
                  <a:pt x="173963" y="47701"/>
                </a:cubicBezTo>
                <a:cubicBezTo>
                  <a:pt x="177386" y="50822"/>
                  <a:pt x="186326" y="54018"/>
                  <a:pt x="200782" y="57291"/>
                </a:cubicBezTo>
                <a:cubicBezTo>
                  <a:pt x="215238" y="60563"/>
                  <a:pt x="225156" y="63422"/>
                  <a:pt x="230535" y="65869"/>
                </a:cubicBezTo>
                <a:cubicBezTo>
                  <a:pt x="238359" y="69477"/>
                  <a:pt x="244135" y="74050"/>
                  <a:pt x="247864" y="79588"/>
                </a:cubicBezTo>
                <a:cubicBezTo>
                  <a:pt x="251592" y="85123"/>
                  <a:pt x="253457" y="91501"/>
                  <a:pt x="253457" y="98719"/>
                </a:cubicBezTo>
                <a:cubicBezTo>
                  <a:pt x="253457" y="105875"/>
                  <a:pt x="251409" y="112618"/>
                  <a:pt x="247314" y="118951"/>
                </a:cubicBezTo>
                <a:cubicBezTo>
                  <a:pt x="243218" y="125281"/>
                  <a:pt x="237335" y="130205"/>
                  <a:pt x="229664" y="133724"/>
                </a:cubicBezTo>
                <a:cubicBezTo>
                  <a:pt x="221992" y="137240"/>
                  <a:pt x="213359" y="138999"/>
                  <a:pt x="203762" y="138999"/>
                </a:cubicBezTo>
                <a:cubicBezTo>
                  <a:pt x="191598" y="138999"/>
                  <a:pt x="181405" y="137226"/>
                  <a:pt x="173184" y="133681"/>
                </a:cubicBezTo>
                <a:cubicBezTo>
                  <a:pt x="164963" y="130136"/>
                  <a:pt x="158514" y="124802"/>
                  <a:pt x="153838" y="117681"/>
                </a:cubicBezTo>
                <a:cubicBezTo>
                  <a:pt x="149162" y="110560"/>
                  <a:pt x="146702" y="102507"/>
                  <a:pt x="146457" y="93522"/>
                </a:cubicBezTo>
                <a:close/>
                <a:moveTo>
                  <a:pt x="311955" y="136798"/>
                </a:moveTo>
                <a:lnTo>
                  <a:pt x="311955" y="18246"/>
                </a:lnTo>
                <a:lnTo>
                  <a:pt x="267670" y="18246"/>
                </a:lnTo>
                <a:lnTo>
                  <a:pt x="267670" y="2384"/>
                </a:lnTo>
                <a:lnTo>
                  <a:pt x="374211" y="2384"/>
                </a:lnTo>
                <a:lnTo>
                  <a:pt x="374211" y="18246"/>
                </a:lnTo>
                <a:lnTo>
                  <a:pt x="329742" y="18246"/>
                </a:lnTo>
                <a:lnTo>
                  <a:pt x="329742" y="136798"/>
                </a:lnTo>
                <a:lnTo>
                  <a:pt x="311955" y="136798"/>
                </a:lnTo>
                <a:close/>
                <a:moveTo>
                  <a:pt x="470665" y="176407"/>
                </a:moveTo>
                <a:cubicBezTo>
                  <a:pt x="461557" y="164916"/>
                  <a:pt x="453856" y="151468"/>
                  <a:pt x="447560" y="136065"/>
                </a:cubicBezTo>
                <a:cubicBezTo>
                  <a:pt x="441264" y="120661"/>
                  <a:pt x="438116" y="104707"/>
                  <a:pt x="438116" y="88204"/>
                </a:cubicBezTo>
                <a:cubicBezTo>
                  <a:pt x="438116" y="73656"/>
                  <a:pt x="440469" y="59719"/>
                  <a:pt x="445176" y="46394"/>
                </a:cubicBezTo>
                <a:cubicBezTo>
                  <a:pt x="450677" y="30929"/>
                  <a:pt x="459174" y="15526"/>
                  <a:pt x="470665" y="183"/>
                </a:cubicBezTo>
                <a:lnTo>
                  <a:pt x="482493" y="183"/>
                </a:lnTo>
                <a:cubicBezTo>
                  <a:pt x="475097" y="12897"/>
                  <a:pt x="470207" y="21974"/>
                  <a:pt x="467823" y="27415"/>
                </a:cubicBezTo>
                <a:cubicBezTo>
                  <a:pt x="464094" y="35850"/>
                  <a:pt x="461160" y="44652"/>
                  <a:pt x="459021" y="53821"/>
                </a:cubicBezTo>
                <a:cubicBezTo>
                  <a:pt x="456392" y="65251"/>
                  <a:pt x="455078" y="76743"/>
                  <a:pt x="455078" y="88295"/>
                </a:cubicBezTo>
                <a:cubicBezTo>
                  <a:pt x="455078" y="117697"/>
                  <a:pt x="464216" y="147067"/>
                  <a:pt x="482493" y="176407"/>
                </a:cubicBezTo>
                <a:lnTo>
                  <a:pt x="470665" y="176407"/>
                </a:lnTo>
                <a:close/>
                <a:moveTo>
                  <a:pt x="498354" y="71287"/>
                </a:moveTo>
                <a:cubicBezTo>
                  <a:pt x="498354" y="48990"/>
                  <a:pt x="504344" y="31535"/>
                  <a:pt x="516324" y="18922"/>
                </a:cubicBezTo>
                <a:cubicBezTo>
                  <a:pt x="528305" y="6307"/>
                  <a:pt x="543770" y="0"/>
                  <a:pt x="562718" y="0"/>
                </a:cubicBezTo>
                <a:cubicBezTo>
                  <a:pt x="575127" y="0"/>
                  <a:pt x="586313" y="2963"/>
                  <a:pt x="596276" y="8888"/>
                </a:cubicBezTo>
                <a:cubicBezTo>
                  <a:pt x="606240" y="14813"/>
                  <a:pt x="613834" y="23076"/>
                  <a:pt x="619061" y="33675"/>
                </a:cubicBezTo>
                <a:cubicBezTo>
                  <a:pt x="624287" y="44273"/>
                  <a:pt x="626900" y="56291"/>
                  <a:pt x="626900" y="69729"/>
                </a:cubicBezTo>
                <a:cubicBezTo>
                  <a:pt x="626900" y="83350"/>
                  <a:pt x="624149" y="95537"/>
                  <a:pt x="618648" y="106289"/>
                </a:cubicBezTo>
                <a:cubicBezTo>
                  <a:pt x="613147" y="117039"/>
                  <a:pt x="605353" y="125179"/>
                  <a:pt x="595268" y="130707"/>
                </a:cubicBezTo>
                <a:cubicBezTo>
                  <a:pt x="585182" y="136235"/>
                  <a:pt x="574302" y="138999"/>
                  <a:pt x="562627" y="138999"/>
                </a:cubicBezTo>
                <a:cubicBezTo>
                  <a:pt x="549974" y="138999"/>
                  <a:pt x="538666" y="135944"/>
                  <a:pt x="528702" y="129836"/>
                </a:cubicBezTo>
                <a:cubicBezTo>
                  <a:pt x="518739" y="123727"/>
                  <a:pt x="511190" y="115389"/>
                  <a:pt x="506055" y="104822"/>
                </a:cubicBezTo>
                <a:cubicBezTo>
                  <a:pt x="500921" y="94255"/>
                  <a:pt x="498354" y="83077"/>
                  <a:pt x="498354" y="71287"/>
                </a:cubicBezTo>
                <a:moveTo>
                  <a:pt x="516691" y="71519"/>
                </a:moveTo>
                <a:cubicBezTo>
                  <a:pt x="516691" y="87746"/>
                  <a:pt x="521046" y="100528"/>
                  <a:pt x="529757" y="109865"/>
                </a:cubicBezTo>
                <a:cubicBezTo>
                  <a:pt x="538467" y="119202"/>
                  <a:pt x="549393" y="123870"/>
                  <a:pt x="562535" y="123870"/>
                </a:cubicBezTo>
                <a:cubicBezTo>
                  <a:pt x="575921" y="123870"/>
                  <a:pt x="586939" y="119156"/>
                  <a:pt x="595588" y="109727"/>
                </a:cubicBezTo>
                <a:cubicBezTo>
                  <a:pt x="604238" y="100297"/>
                  <a:pt x="608562" y="86918"/>
                  <a:pt x="608562" y="69591"/>
                </a:cubicBezTo>
                <a:cubicBezTo>
                  <a:pt x="608562" y="58630"/>
                  <a:pt x="606713" y="49063"/>
                  <a:pt x="603015" y="40890"/>
                </a:cubicBezTo>
                <a:cubicBezTo>
                  <a:pt x="599317" y="32716"/>
                  <a:pt x="593908" y="26379"/>
                  <a:pt x="586786" y="21879"/>
                </a:cubicBezTo>
                <a:cubicBezTo>
                  <a:pt x="579665" y="17379"/>
                  <a:pt x="571673" y="15128"/>
                  <a:pt x="562810" y="15128"/>
                </a:cubicBezTo>
                <a:cubicBezTo>
                  <a:pt x="550218" y="15128"/>
                  <a:pt x="539384" y="19461"/>
                  <a:pt x="530307" y="28125"/>
                </a:cubicBezTo>
                <a:cubicBezTo>
                  <a:pt x="521230" y="36788"/>
                  <a:pt x="516691" y="51253"/>
                  <a:pt x="516691" y="71519"/>
                </a:cubicBezTo>
                <a:close/>
                <a:moveTo>
                  <a:pt x="711560" y="136798"/>
                </a:moveTo>
                <a:lnTo>
                  <a:pt x="711560" y="122495"/>
                </a:lnTo>
                <a:cubicBezTo>
                  <a:pt x="703980" y="133497"/>
                  <a:pt x="693680" y="138999"/>
                  <a:pt x="680661" y="138999"/>
                </a:cubicBezTo>
                <a:cubicBezTo>
                  <a:pt x="674915" y="138999"/>
                  <a:pt x="669551" y="137898"/>
                  <a:pt x="664570" y="135698"/>
                </a:cubicBezTo>
                <a:cubicBezTo>
                  <a:pt x="659588" y="133497"/>
                  <a:pt x="655890" y="130731"/>
                  <a:pt x="653475" y="127400"/>
                </a:cubicBezTo>
                <a:cubicBezTo>
                  <a:pt x="651061" y="124069"/>
                  <a:pt x="649365" y="119989"/>
                  <a:pt x="648387" y="115160"/>
                </a:cubicBezTo>
                <a:cubicBezTo>
                  <a:pt x="647714" y="111920"/>
                  <a:pt x="647378" y="106786"/>
                  <a:pt x="647378" y="99756"/>
                </a:cubicBezTo>
                <a:lnTo>
                  <a:pt x="647378" y="39426"/>
                </a:lnTo>
                <a:lnTo>
                  <a:pt x="663882" y="39426"/>
                </a:lnTo>
                <a:lnTo>
                  <a:pt x="663882" y="93430"/>
                </a:lnTo>
                <a:cubicBezTo>
                  <a:pt x="663882" y="102048"/>
                  <a:pt x="664218" y="107855"/>
                  <a:pt x="664890" y="110851"/>
                </a:cubicBezTo>
                <a:cubicBezTo>
                  <a:pt x="665930" y="115190"/>
                  <a:pt x="668130" y="118598"/>
                  <a:pt x="671492" y="121074"/>
                </a:cubicBezTo>
                <a:cubicBezTo>
                  <a:pt x="674854" y="123549"/>
                  <a:pt x="679010" y="124787"/>
                  <a:pt x="683962" y="124787"/>
                </a:cubicBezTo>
                <a:cubicBezTo>
                  <a:pt x="688913" y="124787"/>
                  <a:pt x="693558" y="123519"/>
                  <a:pt x="697898" y="120982"/>
                </a:cubicBezTo>
                <a:cubicBezTo>
                  <a:pt x="702238" y="118445"/>
                  <a:pt x="705310" y="114992"/>
                  <a:pt x="707113" y="110621"/>
                </a:cubicBezTo>
                <a:cubicBezTo>
                  <a:pt x="708916" y="106251"/>
                  <a:pt x="709818" y="99909"/>
                  <a:pt x="709818" y="91596"/>
                </a:cubicBezTo>
                <a:lnTo>
                  <a:pt x="709818" y="39426"/>
                </a:lnTo>
                <a:lnTo>
                  <a:pt x="726321" y="39426"/>
                </a:lnTo>
                <a:lnTo>
                  <a:pt x="726321" y="136798"/>
                </a:lnTo>
                <a:lnTo>
                  <a:pt x="711560" y="136798"/>
                </a:lnTo>
                <a:close/>
                <a:moveTo>
                  <a:pt x="751965" y="136798"/>
                </a:moveTo>
                <a:lnTo>
                  <a:pt x="751965" y="39426"/>
                </a:lnTo>
                <a:lnTo>
                  <a:pt x="766819" y="39426"/>
                </a:lnTo>
                <a:lnTo>
                  <a:pt x="766819" y="54096"/>
                </a:lnTo>
                <a:cubicBezTo>
                  <a:pt x="770608" y="47227"/>
                  <a:pt x="774108" y="42698"/>
                  <a:pt x="777317" y="40509"/>
                </a:cubicBezTo>
                <a:cubicBezTo>
                  <a:pt x="780526" y="38320"/>
                  <a:pt x="784056" y="37225"/>
                  <a:pt x="787907" y="37225"/>
                </a:cubicBezTo>
                <a:cubicBezTo>
                  <a:pt x="793469" y="37225"/>
                  <a:pt x="799123" y="38990"/>
                  <a:pt x="804869" y="42520"/>
                </a:cubicBezTo>
                <a:lnTo>
                  <a:pt x="799184" y="57763"/>
                </a:lnTo>
                <a:cubicBezTo>
                  <a:pt x="795150" y="55379"/>
                  <a:pt x="791116" y="54187"/>
                  <a:pt x="787082" y="54187"/>
                </a:cubicBezTo>
                <a:cubicBezTo>
                  <a:pt x="783475" y="54187"/>
                  <a:pt x="780236" y="55274"/>
                  <a:pt x="777363" y="57448"/>
                </a:cubicBezTo>
                <a:cubicBezTo>
                  <a:pt x="774490" y="59620"/>
                  <a:pt x="772442" y="62633"/>
                  <a:pt x="771220" y="66488"/>
                </a:cubicBezTo>
                <a:cubicBezTo>
                  <a:pt x="769386" y="72362"/>
                  <a:pt x="768469" y="78787"/>
                  <a:pt x="768469" y="85762"/>
                </a:cubicBezTo>
                <a:lnTo>
                  <a:pt x="768469" y="136798"/>
                </a:lnTo>
                <a:lnTo>
                  <a:pt x="751965" y="136798"/>
                </a:lnTo>
                <a:close/>
                <a:moveTo>
                  <a:pt x="808077" y="107641"/>
                </a:moveTo>
                <a:lnTo>
                  <a:pt x="824397" y="105074"/>
                </a:lnTo>
                <a:cubicBezTo>
                  <a:pt x="825314" y="111586"/>
                  <a:pt x="827866" y="116576"/>
                  <a:pt x="832053" y="120045"/>
                </a:cubicBezTo>
                <a:cubicBezTo>
                  <a:pt x="836240" y="123512"/>
                  <a:pt x="842093" y="125245"/>
                  <a:pt x="849611" y="125245"/>
                </a:cubicBezTo>
                <a:cubicBezTo>
                  <a:pt x="857191" y="125245"/>
                  <a:pt x="862814" y="123714"/>
                  <a:pt x="866482" y="120653"/>
                </a:cubicBezTo>
                <a:cubicBezTo>
                  <a:pt x="870149" y="117589"/>
                  <a:pt x="871983" y="113996"/>
                  <a:pt x="871983" y="109873"/>
                </a:cubicBezTo>
                <a:cubicBezTo>
                  <a:pt x="871983" y="106173"/>
                  <a:pt x="870363" y="103262"/>
                  <a:pt x="867123" y="101140"/>
                </a:cubicBezTo>
                <a:cubicBezTo>
                  <a:pt x="864862" y="99685"/>
                  <a:pt x="859238" y="97835"/>
                  <a:pt x="850253" y="95590"/>
                </a:cubicBezTo>
                <a:cubicBezTo>
                  <a:pt x="838150" y="92532"/>
                  <a:pt x="829761" y="89886"/>
                  <a:pt x="825085" y="87654"/>
                </a:cubicBezTo>
                <a:cubicBezTo>
                  <a:pt x="820409" y="85421"/>
                  <a:pt x="816863" y="82331"/>
                  <a:pt x="814449" y="78384"/>
                </a:cubicBezTo>
                <a:cubicBezTo>
                  <a:pt x="812034" y="74438"/>
                  <a:pt x="810827" y="70079"/>
                  <a:pt x="810827" y="65307"/>
                </a:cubicBezTo>
                <a:cubicBezTo>
                  <a:pt x="810827" y="60964"/>
                  <a:pt x="811820" y="56941"/>
                  <a:pt x="813807" y="53239"/>
                </a:cubicBezTo>
                <a:cubicBezTo>
                  <a:pt x="815794" y="49537"/>
                  <a:pt x="818498" y="46463"/>
                  <a:pt x="821921" y="44016"/>
                </a:cubicBezTo>
                <a:cubicBezTo>
                  <a:pt x="824489" y="42119"/>
                  <a:pt x="827988" y="40514"/>
                  <a:pt x="832420" y="39199"/>
                </a:cubicBezTo>
                <a:cubicBezTo>
                  <a:pt x="836851" y="37883"/>
                  <a:pt x="841604" y="37225"/>
                  <a:pt x="846677" y="37225"/>
                </a:cubicBezTo>
                <a:cubicBezTo>
                  <a:pt x="854318" y="37225"/>
                  <a:pt x="861026" y="38333"/>
                  <a:pt x="866803" y="40549"/>
                </a:cubicBezTo>
                <a:cubicBezTo>
                  <a:pt x="872579" y="42763"/>
                  <a:pt x="876842" y="45763"/>
                  <a:pt x="879593" y="49549"/>
                </a:cubicBezTo>
                <a:cubicBezTo>
                  <a:pt x="882344" y="53333"/>
                  <a:pt x="884238" y="58394"/>
                  <a:pt x="885278" y="64732"/>
                </a:cubicBezTo>
                <a:lnTo>
                  <a:pt x="869141" y="66932"/>
                </a:lnTo>
                <a:cubicBezTo>
                  <a:pt x="868407" y="61920"/>
                  <a:pt x="866283" y="58008"/>
                  <a:pt x="862768" y="55196"/>
                </a:cubicBezTo>
                <a:cubicBezTo>
                  <a:pt x="859254" y="52384"/>
                  <a:pt x="854287" y="50978"/>
                  <a:pt x="847869" y="50978"/>
                </a:cubicBezTo>
                <a:cubicBezTo>
                  <a:pt x="840289" y="50978"/>
                  <a:pt x="834880" y="52226"/>
                  <a:pt x="831640" y="54720"/>
                </a:cubicBezTo>
                <a:cubicBezTo>
                  <a:pt x="828401" y="57213"/>
                  <a:pt x="826781" y="60133"/>
                  <a:pt x="826781" y="63479"/>
                </a:cubicBezTo>
                <a:cubicBezTo>
                  <a:pt x="826781" y="65607"/>
                  <a:pt x="827453" y="67523"/>
                  <a:pt x="828798" y="69227"/>
                </a:cubicBezTo>
                <a:cubicBezTo>
                  <a:pt x="830143" y="70990"/>
                  <a:pt x="832252" y="72450"/>
                  <a:pt x="835124" y="73605"/>
                </a:cubicBezTo>
                <a:cubicBezTo>
                  <a:pt x="836775" y="74215"/>
                  <a:pt x="841634" y="75614"/>
                  <a:pt x="849703" y="77803"/>
                </a:cubicBezTo>
                <a:cubicBezTo>
                  <a:pt x="861378" y="80918"/>
                  <a:pt x="869523" y="83468"/>
                  <a:pt x="874138" y="85453"/>
                </a:cubicBezTo>
                <a:cubicBezTo>
                  <a:pt x="878753" y="87438"/>
                  <a:pt x="882374" y="90324"/>
                  <a:pt x="885003" y="94112"/>
                </a:cubicBezTo>
                <a:cubicBezTo>
                  <a:pt x="887631" y="97898"/>
                  <a:pt x="888945" y="102600"/>
                  <a:pt x="888945" y="108217"/>
                </a:cubicBezTo>
                <a:cubicBezTo>
                  <a:pt x="888945" y="113715"/>
                  <a:pt x="887341" y="118891"/>
                  <a:pt x="884132" y="123747"/>
                </a:cubicBezTo>
                <a:cubicBezTo>
                  <a:pt x="880922" y="128601"/>
                  <a:pt x="876292" y="132356"/>
                  <a:pt x="870241" y="135013"/>
                </a:cubicBezTo>
                <a:cubicBezTo>
                  <a:pt x="864189" y="137670"/>
                  <a:pt x="857343" y="138999"/>
                  <a:pt x="849703" y="138999"/>
                </a:cubicBezTo>
                <a:cubicBezTo>
                  <a:pt x="837050" y="138999"/>
                  <a:pt x="827407" y="136363"/>
                  <a:pt x="820775" y="131091"/>
                </a:cubicBezTo>
                <a:cubicBezTo>
                  <a:pt x="814143" y="125819"/>
                  <a:pt x="809910" y="118002"/>
                  <a:pt x="808077" y="107641"/>
                </a:cubicBezTo>
                <a:close/>
                <a:moveTo>
                  <a:pt x="919386" y="176407"/>
                </a:moveTo>
                <a:lnTo>
                  <a:pt x="907558" y="176407"/>
                </a:lnTo>
                <a:cubicBezTo>
                  <a:pt x="925834" y="147067"/>
                  <a:pt x="934973" y="117697"/>
                  <a:pt x="934973" y="88295"/>
                </a:cubicBezTo>
                <a:cubicBezTo>
                  <a:pt x="934973" y="76804"/>
                  <a:pt x="933659" y="65404"/>
                  <a:pt x="931030" y="54096"/>
                </a:cubicBezTo>
                <a:cubicBezTo>
                  <a:pt x="928952" y="44927"/>
                  <a:pt x="926048" y="36125"/>
                  <a:pt x="922320" y="27690"/>
                </a:cubicBezTo>
                <a:cubicBezTo>
                  <a:pt x="919936" y="22188"/>
                  <a:pt x="915015" y="13020"/>
                  <a:pt x="907558" y="183"/>
                </a:cubicBezTo>
                <a:lnTo>
                  <a:pt x="919386" y="183"/>
                </a:lnTo>
                <a:cubicBezTo>
                  <a:pt x="930877" y="15526"/>
                  <a:pt x="939374" y="30929"/>
                  <a:pt x="944875" y="46394"/>
                </a:cubicBezTo>
                <a:cubicBezTo>
                  <a:pt x="949582" y="59719"/>
                  <a:pt x="951935" y="73656"/>
                  <a:pt x="951935" y="88204"/>
                </a:cubicBezTo>
                <a:cubicBezTo>
                  <a:pt x="951935" y="104707"/>
                  <a:pt x="948772" y="120661"/>
                  <a:pt x="942445" y="136065"/>
                </a:cubicBezTo>
                <a:cubicBezTo>
                  <a:pt x="936119" y="151468"/>
                  <a:pt x="928432" y="164916"/>
                  <a:pt x="919386" y="17640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7270E04-ABB8-469B-8ABF-884C390CB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9140" y="3692015"/>
            <a:ext cx="834562" cy="521602"/>
          </a:xfrm>
          <a:custGeom xmlns:a="http://schemas.openxmlformats.org/drawingml/2006/main">
            <a:pathLst>
              <a:path w="834562" h="521602">
                <a:moveTo>
                  <a:pt x="0" y="0"/>
                </a:moveTo>
                <a:lnTo>
                  <a:pt x="834562" y="0"/>
                </a:lnTo>
                <a:lnTo>
                  <a:pt x="834562" y="521602"/>
                </a:lnTo>
                <a:lnTo>
                  <a:pt x="0" y="52160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AE8F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3EA7A57-62EF-41DE-BE31-BEA680466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9140" y="3692015"/>
            <a:ext cx="834562" cy="521602"/>
          </a:xfrm>
          <a:custGeom xmlns:a="http://schemas.openxmlformats.org/drawingml/2006/main">
            <a:pathLst>
              <a:path w="834562" h="521602" fill="none">
                <a:moveTo>
                  <a:pt x="0" y="0"/>
                </a:moveTo>
                <a:lnTo>
                  <a:pt x="834562" y="0"/>
                </a:lnTo>
                <a:lnTo>
                  <a:pt x="834562" y="521602"/>
                </a:lnTo>
                <a:lnTo>
                  <a:pt x="0" y="521602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0432" cap="flat">
            <a:solidFill>
              <a:srgbClr val="6C8EBF"/>
            </a:solidFill>
            <a:miter/>
          </a:ln>
        </p:spPr>
      </p:sp>
      <p:sp>
        <p:nvSpPr>
          <p:cNvPr id="56" name="Text 36GB">
            <a:extLst xmlns:a="http://schemas.openxmlformats.org/drawingml/2006/main">
              <a:ext uri="{FF2B5EF4-FFF2-40B4-BE49-F238E27FC236}">
                <a16:creationId xmlns:a16="http://schemas.microsoft.com/office/drawing/2014/main" id="{41C6E232-A4D5-48F3-9279-DECBF4385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8990" y="3873394"/>
            <a:ext cx="462264" cy="138999"/>
          </a:xfrm>
          <a:custGeom xmlns:a="http://schemas.openxmlformats.org/drawingml/2006/main">
            <a:pathLst>
              <a:path w="462264" h="138999">
                <a:moveTo>
                  <a:pt x="0" y="101040"/>
                </a:moveTo>
                <a:lnTo>
                  <a:pt x="16504" y="98839"/>
                </a:lnTo>
                <a:cubicBezTo>
                  <a:pt x="18399" y="108192"/>
                  <a:pt x="21623" y="114931"/>
                  <a:pt x="26177" y="119057"/>
                </a:cubicBezTo>
                <a:cubicBezTo>
                  <a:pt x="30731" y="123183"/>
                  <a:pt x="36278" y="125245"/>
                  <a:pt x="42818" y="125245"/>
                </a:cubicBezTo>
                <a:cubicBezTo>
                  <a:pt x="50581" y="125245"/>
                  <a:pt x="57137" y="122561"/>
                  <a:pt x="62485" y="117191"/>
                </a:cubicBezTo>
                <a:cubicBezTo>
                  <a:pt x="67834" y="111822"/>
                  <a:pt x="70508" y="105171"/>
                  <a:pt x="70508" y="97238"/>
                </a:cubicBezTo>
                <a:cubicBezTo>
                  <a:pt x="70508" y="89670"/>
                  <a:pt x="68032" y="83430"/>
                  <a:pt x="63081" y="78519"/>
                </a:cubicBezTo>
                <a:cubicBezTo>
                  <a:pt x="58130" y="73606"/>
                  <a:pt x="51834" y="71150"/>
                  <a:pt x="44194" y="71150"/>
                </a:cubicBezTo>
                <a:cubicBezTo>
                  <a:pt x="41076" y="71150"/>
                  <a:pt x="37195" y="71761"/>
                  <a:pt x="32549" y="72983"/>
                </a:cubicBezTo>
                <a:lnTo>
                  <a:pt x="34383" y="58497"/>
                </a:lnTo>
                <a:cubicBezTo>
                  <a:pt x="35483" y="58619"/>
                  <a:pt x="36369" y="58680"/>
                  <a:pt x="37042" y="58680"/>
                </a:cubicBezTo>
                <a:cubicBezTo>
                  <a:pt x="44071" y="58680"/>
                  <a:pt x="50398" y="56862"/>
                  <a:pt x="56021" y="53225"/>
                </a:cubicBezTo>
                <a:cubicBezTo>
                  <a:pt x="61645" y="49588"/>
                  <a:pt x="64457" y="43981"/>
                  <a:pt x="64457" y="36406"/>
                </a:cubicBezTo>
                <a:cubicBezTo>
                  <a:pt x="64457" y="30406"/>
                  <a:pt x="62409" y="25437"/>
                  <a:pt x="58313" y="21498"/>
                </a:cubicBezTo>
                <a:cubicBezTo>
                  <a:pt x="54218" y="17557"/>
                  <a:pt x="48931" y="15587"/>
                  <a:pt x="42451" y="15587"/>
                </a:cubicBezTo>
                <a:cubicBezTo>
                  <a:pt x="36033" y="15587"/>
                  <a:pt x="30685" y="17604"/>
                  <a:pt x="26406" y="21638"/>
                </a:cubicBezTo>
                <a:cubicBezTo>
                  <a:pt x="22127" y="25673"/>
                  <a:pt x="19377" y="31724"/>
                  <a:pt x="18154" y="39792"/>
                </a:cubicBezTo>
                <a:lnTo>
                  <a:pt x="1650" y="36858"/>
                </a:lnTo>
                <a:cubicBezTo>
                  <a:pt x="3668" y="25738"/>
                  <a:pt x="8252" y="17120"/>
                  <a:pt x="15404" y="11005"/>
                </a:cubicBezTo>
                <a:cubicBezTo>
                  <a:pt x="22555" y="4891"/>
                  <a:pt x="31449" y="1834"/>
                  <a:pt x="42085" y="1834"/>
                </a:cubicBezTo>
                <a:cubicBezTo>
                  <a:pt x="49420" y="1834"/>
                  <a:pt x="56174" y="3403"/>
                  <a:pt x="62348" y="6541"/>
                </a:cubicBezTo>
                <a:cubicBezTo>
                  <a:pt x="68521" y="9680"/>
                  <a:pt x="73243" y="13961"/>
                  <a:pt x="76513" y="19386"/>
                </a:cubicBezTo>
                <a:cubicBezTo>
                  <a:pt x="79784" y="24809"/>
                  <a:pt x="81419" y="30568"/>
                  <a:pt x="81419" y="36664"/>
                </a:cubicBezTo>
                <a:cubicBezTo>
                  <a:pt x="81419" y="42453"/>
                  <a:pt x="79860" y="47725"/>
                  <a:pt x="76743" y="52480"/>
                </a:cubicBezTo>
                <a:cubicBezTo>
                  <a:pt x="73625" y="57232"/>
                  <a:pt x="69010" y="61011"/>
                  <a:pt x="62898" y="63815"/>
                </a:cubicBezTo>
                <a:cubicBezTo>
                  <a:pt x="70844" y="65648"/>
                  <a:pt x="77018" y="69453"/>
                  <a:pt x="81419" y="75230"/>
                </a:cubicBezTo>
                <a:cubicBezTo>
                  <a:pt x="85820" y="81006"/>
                  <a:pt x="88020" y="88234"/>
                  <a:pt x="88020" y="96914"/>
                </a:cubicBezTo>
                <a:cubicBezTo>
                  <a:pt x="88020" y="108650"/>
                  <a:pt x="83741" y="118598"/>
                  <a:pt x="75184" y="126758"/>
                </a:cubicBezTo>
                <a:cubicBezTo>
                  <a:pt x="66626" y="134919"/>
                  <a:pt x="55807" y="138999"/>
                  <a:pt x="42727" y="138999"/>
                </a:cubicBezTo>
                <a:cubicBezTo>
                  <a:pt x="30929" y="138999"/>
                  <a:pt x="21134" y="135475"/>
                  <a:pt x="13341" y="128429"/>
                </a:cubicBezTo>
                <a:cubicBezTo>
                  <a:pt x="5547" y="121382"/>
                  <a:pt x="1100" y="112253"/>
                  <a:pt x="0" y="101040"/>
                </a:cubicBezTo>
                <a:close/>
                <a:moveTo>
                  <a:pt x="189949" y="35389"/>
                </a:moveTo>
                <a:lnTo>
                  <a:pt x="173536" y="36675"/>
                </a:lnTo>
                <a:cubicBezTo>
                  <a:pt x="172069" y="30224"/>
                  <a:pt x="169991" y="25538"/>
                  <a:pt x="167302" y="22615"/>
                </a:cubicBezTo>
                <a:cubicBezTo>
                  <a:pt x="162840" y="17930"/>
                  <a:pt x="157338" y="15587"/>
                  <a:pt x="150798" y="15587"/>
                </a:cubicBezTo>
                <a:cubicBezTo>
                  <a:pt x="145541" y="15587"/>
                  <a:pt x="140926" y="17046"/>
                  <a:pt x="136953" y="19965"/>
                </a:cubicBezTo>
                <a:cubicBezTo>
                  <a:pt x="131757" y="23734"/>
                  <a:pt x="127662" y="29236"/>
                  <a:pt x="124667" y="36472"/>
                </a:cubicBezTo>
                <a:cubicBezTo>
                  <a:pt x="121672" y="43707"/>
                  <a:pt x="120113" y="54014"/>
                  <a:pt x="119991" y="67391"/>
                </a:cubicBezTo>
                <a:cubicBezTo>
                  <a:pt x="123964" y="61339"/>
                  <a:pt x="128823" y="56846"/>
                  <a:pt x="134569" y="53912"/>
                </a:cubicBezTo>
                <a:cubicBezTo>
                  <a:pt x="140315" y="50978"/>
                  <a:pt x="146336" y="49511"/>
                  <a:pt x="152632" y="49511"/>
                </a:cubicBezTo>
                <a:cubicBezTo>
                  <a:pt x="163634" y="49511"/>
                  <a:pt x="173002" y="53561"/>
                  <a:pt x="180734" y="61660"/>
                </a:cubicBezTo>
                <a:cubicBezTo>
                  <a:pt x="188466" y="69759"/>
                  <a:pt x="192332" y="80227"/>
                  <a:pt x="192332" y="93063"/>
                </a:cubicBezTo>
                <a:cubicBezTo>
                  <a:pt x="192332" y="101498"/>
                  <a:pt x="190514" y="109338"/>
                  <a:pt x="186877" y="116581"/>
                </a:cubicBezTo>
                <a:cubicBezTo>
                  <a:pt x="183240" y="123824"/>
                  <a:pt x="178243" y="129371"/>
                  <a:pt x="171886" y="133222"/>
                </a:cubicBezTo>
                <a:cubicBezTo>
                  <a:pt x="165529" y="137073"/>
                  <a:pt x="158316" y="138999"/>
                  <a:pt x="150248" y="138999"/>
                </a:cubicBezTo>
                <a:cubicBezTo>
                  <a:pt x="136495" y="138999"/>
                  <a:pt x="125278" y="133944"/>
                  <a:pt x="116598" y="123836"/>
                </a:cubicBezTo>
                <a:cubicBezTo>
                  <a:pt x="107919" y="113725"/>
                  <a:pt x="103579" y="97064"/>
                  <a:pt x="103579" y="73852"/>
                </a:cubicBezTo>
                <a:cubicBezTo>
                  <a:pt x="103579" y="47891"/>
                  <a:pt x="108377" y="29015"/>
                  <a:pt x="117974" y="17226"/>
                </a:cubicBezTo>
                <a:cubicBezTo>
                  <a:pt x="126348" y="6964"/>
                  <a:pt x="137625" y="1834"/>
                  <a:pt x="151806" y="1834"/>
                </a:cubicBezTo>
                <a:cubicBezTo>
                  <a:pt x="162381" y="1834"/>
                  <a:pt x="171046" y="4806"/>
                  <a:pt x="177800" y="10750"/>
                </a:cubicBezTo>
                <a:cubicBezTo>
                  <a:pt x="184554" y="16695"/>
                  <a:pt x="188604" y="24908"/>
                  <a:pt x="189949" y="35389"/>
                </a:cubicBezTo>
                <a:moveTo>
                  <a:pt x="122558" y="93069"/>
                </a:moveTo>
                <a:cubicBezTo>
                  <a:pt x="122558" y="98736"/>
                  <a:pt x="123765" y="104160"/>
                  <a:pt x="126180" y="109341"/>
                </a:cubicBezTo>
                <a:cubicBezTo>
                  <a:pt x="128594" y="114521"/>
                  <a:pt x="131971" y="118467"/>
                  <a:pt x="136311" y="121180"/>
                </a:cubicBezTo>
                <a:cubicBezTo>
                  <a:pt x="140651" y="123890"/>
                  <a:pt x="145205" y="125245"/>
                  <a:pt x="149973" y="125245"/>
                </a:cubicBezTo>
                <a:cubicBezTo>
                  <a:pt x="156941" y="125245"/>
                  <a:pt x="162931" y="122442"/>
                  <a:pt x="167944" y="116836"/>
                </a:cubicBezTo>
                <a:cubicBezTo>
                  <a:pt x="172956" y="111230"/>
                  <a:pt x="175462" y="103612"/>
                  <a:pt x="175462" y="93983"/>
                </a:cubicBezTo>
                <a:cubicBezTo>
                  <a:pt x="175462" y="84719"/>
                  <a:pt x="172986" y="77421"/>
                  <a:pt x="168035" y="72090"/>
                </a:cubicBezTo>
                <a:cubicBezTo>
                  <a:pt x="163084" y="66756"/>
                  <a:pt x="156849" y="64090"/>
                  <a:pt x="149331" y="64090"/>
                </a:cubicBezTo>
                <a:cubicBezTo>
                  <a:pt x="141874" y="64090"/>
                  <a:pt x="135547" y="66756"/>
                  <a:pt x="130352" y="72090"/>
                </a:cubicBezTo>
                <a:cubicBezTo>
                  <a:pt x="125156" y="77421"/>
                  <a:pt x="122558" y="84414"/>
                  <a:pt x="122558" y="93069"/>
                </a:cubicBezTo>
                <a:close/>
                <a:moveTo>
                  <a:pt x="278307" y="83803"/>
                </a:moveTo>
                <a:lnTo>
                  <a:pt x="278307" y="68216"/>
                </a:lnTo>
                <a:lnTo>
                  <a:pt x="335245" y="68124"/>
                </a:lnTo>
                <a:lnTo>
                  <a:pt x="335245" y="117910"/>
                </a:lnTo>
                <a:cubicBezTo>
                  <a:pt x="326504" y="124909"/>
                  <a:pt x="317488" y="130174"/>
                  <a:pt x="308197" y="133704"/>
                </a:cubicBezTo>
                <a:cubicBezTo>
                  <a:pt x="298906" y="137234"/>
                  <a:pt x="289371" y="138999"/>
                  <a:pt x="279590" y="138999"/>
                </a:cubicBezTo>
                <a:cubicBezTo>
                  <a:pt x="266387" y="138999"/>
                  <a:pt x="254392" y="136172"/>
                  <a:pt x="243603" y="130518"/>
                </a:cubicBezTo>
                <a:cubicBezTo>
                  <a:pt x="232814" y="124863"/>
                  <a:pt x="224670" y="116688"/>
                  <a:pt x="219168" y="105991"/>
                </a:cubicBezTo>
                <a:cubicBezTo>
                  <a:pt x="213667" y="95294"/>
                  <a:pt x="210916" y="83344"/>
                  <a:pt x="210916" y="70141"/>
                </a:cubicBezTo>
                <a:cubicBezTo>
                  <a:pt x="210916" y="57060"/>
                  <a:pt x="213652" y="44851"/>
                  <a:pt x="219122" y="33512"/>
                </a:cubicBezTo>
                <a:cubicBezTo>
                  <a:pt x="224593" y="22173"/>
                  <a:pt x="232463" y="13753"/>
                  <a:pt x="242732" y="8252"/>
                </a:cubicBezTo>
                <a:cubicBezTo>
                  <a:pt x="253001" y="2751"/>
                  <a:pt x="264829" y="0"/>
                  <a:pt x="278215" y="0"/>
                </a:cubicBezTo>
                <a:cubicBezTo>
                  <a:pt x="287934" y="0"/>
                  <a:pt x="296721" y="1570"/>
                  <a:pt x="304575" y="4710"/>
                </a:cubicBezTo>
                <a:cubicBezTo>
                  <a:pt x="312430" y="7851"/>
                  <a:pt x="318588" y="12227"/>
                  <a:pt x="323050" y="17839"/>
                </a:cubicBezTo>
                <a:cubicBezTo>
                  <a:pt x="327513" y="23449"/>
                  <a:pt x="330905" y="30767"/>
                  <a:pt x="333228" y="39792"/>
                </a:cubicBezTo>
                <a:lnTo>
                  <a:pt x="317182" y="44193"/>
                </a:lnTo>
                <a:cubicBezTo>
                  <a:pt x="315165" y="37347"/>
                  <a:pt x="312659" y="31968"/>
                  <a:pt x="309664" y="28056"/>
                </a:cubicBezTo>
                <a:cubicBezTo>
                  <a:pt x="306669" y="24144"/>
                  <a:pt x="302390" y="21012"/>
                  <a:pt x="296828" y="18658"/>
                </a:cubicBezTo>
                <a:cubicBezTo>
                  <a:pt x="291265" y="16305"/>
                  <a:pt x="285092" y="15128"/>
                  <a:pt x="278307" y="15128"/>
                </a:cubicBezTo>
                <a:cubicBezTo>
                  <a:pt x="270177" y="15128"/>
                  <a:pt x="263148" y="16367"/>
                  <a:pt x="257219" y="18845"/>
                </a:cubicBezTo>
                <a:cubicBezTo>
                  <a:pt x="251290" y="21322"/>
                  <a:pt x="246506" y="24580"/>
                  <a:pt x="242870" y="28618"/>
                </a:cubicBezTo>
                <a:cubicBezTo>
                  <a:pt x="239233" y="32656"/>
                  <a:pt x="236406" y="37092"/>
                  <a:pt x="234388" y="41924"/>
                </a:cubicBezTo>
                <a:cubicBezTo>
                  <a:pt x="230965" y="50245"/>
                  <a:pt x="229254" y="59268"/>
                  <a:pt x="229254" y="68995"/>
                </a:cubicBezTo>
                <a:cubicBezTo>
                  <a:pt x="229254" y="80985"/>
                  <a:pt x="231317" y="91018"/>
                  <a:pt x="235443" y="99094"/>
                </a:cubicBezTo>
                <a:cubicBezTo>
                  <a:pt x="239569" y="107171"/>
                  <a:pt x="245574" y="113167"/>
                  <a:pt x="253459" y="117082"/>
                </a:cubicBezTo>
                <a:cubicBezTo>
                  <a:pt x="261345" y="120996"/>
                  <a:pt x="269719" y="122953"/>
                  <a:pt x="278582" y="122953"/>
                </a:cubicBezTo>
                <a:cubicBezTo>
                  <a:pt x="286284" y="122953"/>
                  <a:pt x="293802" y="121461"/>
                  <a:pt x="301137" y="118478"/>
                </a:cubicBezTo>
                <a:cubicBezTo>
                  <a:pt x="308472" y="115494"/>
                  <a:pt x="314035" y="112310"/>
                  <a:pt x="317824" y="108925"/>
                </a:cubicBezTo>
                <a:lnTo>
                  <a:pt x="317824" y="83803"/>
                </a:lnTo>
                <a:lnTo>
                  <a:pt x="278307" y="83803"/>
                </a:lnTo>
                <a:close/>
                <a:moveTo>
                  <a:pt x="360766" y="136798"/>
                </a:moveTo>
                <a:lnTo>
                  <a:pt x="360766" y="2384"/>
                </a:lnTo>
                <a:lnTo>
                  <a:pt x="411194" y="2384"/>
                </a:lnTo>
                <a:cubicBezTo>
                  <a:pt x="421463" y="2384"/>
                  <a:pt x="429700" y="3744"/>
                  <a:pt x="435904" y="6464"/>
                </a:cubicBezTo>
                <a:cubicBezTo>
                  <a:pt x="442108" y="9184"/>
                  <a:pt x="446968" y="13371"/>
                  <a:pt x="450482" y="19025"/>
                </a:cubicBezTo>
                <a:cubicBezTo>
                  <a:pt x="453997" y="24679"/>
                  <a:pt x="455754" y="30593"/>
                  <a:pt x="455754" y="36767"/>
                </a:cubicBezTo>
                <a:cubicBezTo>
                  <a:pt x="455754" y="42513"/>
                  <a:pt x="454196" y="47922"/>
                  <a:pt x="451078" y="52996"/>
                </a:cubicBezTo>
                <a:cubicBezTo>
                  <a:pt x="447961" y="58069"/>
                  <a:pt x="443254" y="62164"/>
                  <a:pt x="436958" y="65282"/>
                </a:cubicBezTo>
                <a:cubicBezTo>
                  <a:pt x="445088" y="67666"/>
                  <a:pt x="451338" y="71730"/>
                  <a:pt x="455708" y="77476"/>
                </a:cubicBezTo>
                <a:cubicBezTo>
                  <a:pt x="460079" y="83222"/>
                  <a:pt x="462264" y="90007"/>
                  <a:pt x="462264" y="97831"/>
                </a:cubicBezTo>
                <a:cubicBezTo>
                  <a:pt x="462264" y="104127"/>
                  <a:pt x="460935" y="109979"/>
                  <a:pt x="458276" y="115389"/>
                </a:cubicBezTo>
                <a:cubicBezTo>
                  <a:pt x="455617" y="120799"/>
                  <a:pt x="452331" y="124970"/>
                  <a:pt x="448419" y="127904"/>
                </a:cubicBezTo>
                <a:cubicBezTo>
                  <a:pt x="444507" y="130838"/>
                  <a:pt x="439602" y="133054"/>
                  <a:pt x="433703" y="134552"/>
                </a:cubicBezTo>
                <a:cubicBezTo>
                  <a:pt x="427805" y="136049"/>
                  <a:pt x="420577" y="136798"/>
                  <a:pt x="412019" y="136798"/>
                </a:cubicBezTo>
                <a:lnTo>
                  <a:pt x="360766" y="136798"/>
                </a:lnTo>
                <a:moveTo>
                  <a:pt x="378553" y="58864"/>
                </a:moveTo>
                <a:lnTo>
                  <a:pt x="407618" y="58864"/>
                </a:lnTo>
                <a:cubicBezTo>
                  <a:pt x="415503" y="58864"/>
                  <a:pt x="421157" y="58344"/>
                  <a:pt x="424580" y="57305"/>
                </a:cubicBezTo>
                <a:cubicBezTo>
                  <a:pt x="429104" y="55960"/>
                  <a:pt x="432511" y="53729"/>
                  <a:pt x="434804" y="50612"/>
                </a:cubicBezTo>
                <a:cubicBezTo>
                  <a:pt x="437096" y="47494"/>
                  <a:pt x="438242" y="43582"/>
                  <a:pt x="438242" y="38876"/>
                </a:cubicBezTo>
                <a:cubicBezTo>
                  <a:pt x="438242" y="34413"/>
                  <a:pt x="437172" y="30486"/>
                  <a:pt x="435033" y="27094"/>
                </a:cubicBezTo>
                <a:cubicBezTo>
                  <a:pt x="432894" y="23701"/>
                  <a:pt x="429837" y="21379"/>
                  <a:pt x="425864" y="20125"/>
                </a:cubicBezTo>
                <a:cubicBezTo>
                  <a:pt x="421891" y="18872"/>
                  <a:pt x="415076" y="18246"/>
                  <a:pt x="405418" y="18246"/>
                </a:cubicBezTo>
                <a:lnTo>
                  <a:pt x="378553" y="18246"/>
                </a:lnTo>
                <a:lnTo>
                  <a:pt x="378553" y="58864"/>
                </a:lnTo>
                <a:moveTo>
                  <a:pt x="378553" y="120936"/>
                </a:moveTo>
                <a:lnTo>
                  <a:pt x="412019" y="120936"/>
                </a:lnTo>
                <a:cubicBezTo>
                  <a:pt x="417765" y="120936"/>
                  <a:pt x="421799" y="120722"/>
                  <a:pt x="424122" y="120294"/>
                </a:cubicBezTo>
                <a:cubicBezTo>
                  <a:pt x="428217" y="119561"/>
                  <a:pt x="431640" y="118338"/>
                  <a:pt x="434391" y="116627"/>
                </a:cubicBezTo>
                <a:cubicBezTo>
                  <a:pt x="437142" y="114915"/>
                  <a:pt x="439403" y="112424"/>
                  <a:pt x="441176" y="109154"/>
                </a:cubicBezTo>
                <a:cubicBezTo>
                  <a:pt x="442949" y="105884"/>
                  <a:pt x="443835" y="102110"/>
                  <a:pt x="443835" y="97831"/>
                </a:cubicBezTo>
                <a:cubicBezTo>
                  <a:pt x="443835" y="92819"/>
                  <a:pt x="442551" y="88463"/>
                  <a:pt x="439984" y="84765"/>
                </a:cubicBezTo>
                <a:cubicBezTo>
                  <a:pt x="437417" y="81067"/>
                  <a:pt x="433856" y="78469"/>
                  <a:pt x="429302" y="76972"/>
                </a:cubicBezTo>
                <a:cubicBezTo>
                  <a:pt x="424749" y="75474"/>
                  <a:pt x="418193" y="74726"/>
                  <a:pt x="409635" y="74726"/>
                </a:cubicBezTo>
                <a:lnTo>
                  <a:pt x="378553" y="74726"/>
                </a:lnTo>
                <a:lnTo>
                  <a:pt x="378553" y="12093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A570287-6888-41AC-AB87-D7C120B87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5536" y="233797"/>
            <a:ext cx="10" cy="1270204"/>
          </a:xfrm>
          <a:custGeom xmlns:a="http://schemas.openxmlformats.org/drawingml/2006/main">
            <a:pathLst>
              <a:path w="1" h="1270204" fill="none">
                <a:moveTo>
                  <a:pt x="0" y="0"/>
                </a:moveTo>
                <a:lnTo>
                  <a:pt x="0" y="1270204"/>
                </a:lnTo>
              </a:path>
            </a:pathLst>
          </a:custGeom>
          <a:noFill xmlns:a="http://schemas.openxmlformats.org/drawingml/2006/main"/>
          <a:ln xmlns:a="http://schemas.openxmlformats.org/drawingml/2006/main" w="20864" cap="flat">
            <a:solidFill>
              <a:srgbClr val="FF9999"/>
            </a:solidFill>
            <a:miter/>
          </a:ln>
        </p:spPr>
      </p:sp>
      <p:sp>
        <p:nvSpPr>
          <p:cNvPr id="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34EE7AB-12B7-4BF0-A768-5365A2A7B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3808" y="1483137"/>
            <a:ext cx="83456" cy="83456"/>
          </a:xfrm>
          <a:custGeom xmlns:a="http://schemas.openxmlformats.org/drawingml/2006/main">
            <a:pathLst>
              <a:path w="83456" h="83456">
                <a:moveTo>
                  <a:pt x="41728" y="83456"/>
                </a:moveTo>
                <a:lnTo>
                  <a:pt x="0" y="0"/>
                </a:lnTo>
                <a:lnTo>
                  <a:pt x="41728" y="20864"/>
                </a:lnTo>
                <a:lnTo>
                  <a:pt x="83456" y="0"/>
                </a:lnTo>
                <a:lnTo>
                  <a:pt x="41728" y="83456"/>
                </a:lnTo>
                <a:close/>
              </a:path>
            </a:pathLst>
          </a:custGeom>
          <a:solidFill xmlns:a="http://schemas.openxmlformats.org/drawingml/2006/main">
            <a:srgbClr val="FF999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49FCF42-C677-4911-9A9C-9673F7D83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3808" y="1483137"/>
            <a:ext cx="83456" cy="83456"/>
          </a:xfrm>
          <a:custGeom xmlns:a="http://schemas.openxmlformats.org/drawingml/2006/main">
            <a:pathLst>
              <a:path w="83456" h="83456" fill="none">
                <a:moveTo>
                  <a:pt x="41728" y="83456"/>
                </a:moveTo>
                <a:lnTo>
                  <a:pt x="0" y="0"/>
                </a:lnTo>
                <a:lnTo>
                  <a:pt x="41728" y="20864"/>
                </a:lnTo>
                <a:lnTo>
                  <a:pt x="83456" y="0"/>
                </a:lnTo>
                <a:lnTo>
                  <a:pt x="41728" y="83456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0864" cap="flat">
            <a:solidFill>
              <a:srgbClr val="FF9999"/>
            </a:solidFill>
            <a:miter/>
          </a:ln>
        </p:spPr>
      </p:sp>
      <p:sp>
        <p:nvSpPr>
          <p:cNvPr id="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5BE04E4-DE53-4FB4-A1BC-4F4AC74A8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2017" y="233797"/>
            <a:ext cx="10" cy="1270204"/>
          </a:xfrm>
          <a:custGeom xmlns:a="http://schemas.openxmlformats.org/drawingml/2006/main">
            <a:pathLst>
              <a:path w="1" h="1270204" fill="none">
                <a:moveTo>
                  <a:pt x="0" y="0"/>
                </a:moveTo>
                <a:lnTo>
                  <a:pt x="0" y="1270204"/>
                </a:lnTo>
              </a:path>
            </a:pathLst>
          </a:custGeom>
          <a:noFill xmlns:a="http://schemas.openxmlformats.org/drawingml/2006/main"/>
          <a:ln xmlns:a="http://schemas.openxmlformats.org/drawingml/2006/main" w="20864" cap="flat">
            <a:solidFill>
              <a:srgbClr val="D79B00"/>
            </a:solidFill>
            <a:miter/>
          </a:ln>
        </p:spPr>
      </p:sp>
      <p:sp>
        <p:nvSpPr>
          <p:cNvPr id="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AB2C2B8-05EF-4E3F-AF25-C4C410A77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0289" y="1483137"/>
            <a:ext cx="83456" cy="83456"/>
          </a:xfrm>
          <a:custGeom xmlns:a="http://schemas.openxmlformats.org/drawingml/2006/main">
            <a:pathLst>
              <a:path w="83456" h="83456">
                <a:moveTo>
                  <a:pt x="41728" y="83456"/>
                </a:moveTo>
                <a:lnTo>
                  <a:pt x="0" y="0"/>
                </a:lnTo>
                <a:lnTo>
                  <a:pt x="41728" y="20864"/>
                </a:lnTo>
                <a:lnTo>
                  <a:pt x="83456" y="0"/>
                </a:lnTo>
                <a:lnTo>
                  <a:pt x="41728" y="83456"/>
                </a:lnTo>
                <a:close/>
              </a:path>
            </a:pathLst>
          </a:custGeom>
          <a:solidFill xmlns:a="http://schemas.openxmlformats.org/drawingml/2006/main">
            <a:srgbClr val="D79B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18AEF02-3887-4461-9AED-8F3B807FC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0289" y="1483137"/>
            <a:ext cx="83456" cy="83456"/>
          </a:xfrm>
          <a:custGeom xmlns:a="http://schemas.openxmlformats.org/drawingml/2006/main">
            <a:pathLst>
              <a:path w="83456" h="83456" fill="none">
                <a:moveTo>
                  <a:pt x="41728" y="83456"/>
                </a:moveTo>
                <a:lnTo>
                  <a:pt x="0" y="0"/>
                </a:lnTo>
                <a:lnTo>
                  <a:pt x="41728" y="20864"/>
                </a:lnTo>
                <a:lnTo>
                  <a:pt x="83456" y="0"/>
                </a:lnTo>
                <a:lnTo>
                  <a:pt x="41728" y="83456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0864" cap="flat">
            <a:solidFill>
              <a:srgbClr val="D79B00"/>
            </a:solidFill>
            <a:miter/>
          </a:ln>
        </p:spPr>
      </p:sp>
      <p:sp>
        <p:nvSpPr>
          <p:cNvPr id="63" name="Text Reducethe">
            <a:extLst xmlns:a="http://schemas.openxmlformats.org/drawingml/2006/main">
              <a:ext uri="{FF2B5EF4-FFF2-40B4-BE49-F238E27FC236}">
                <a16:creationId xmlns:a16="http://schemas.microsoft.com/office/drawing/2014/main" id="{D6EED35A-C9B8-4521-863B-DFE7BDEA5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6294" y="443639"/>
            <a:ext cx="937763" cy="136615"/>
          </a:xfrm>
          <a:custGeom xmlns:a="http://schemas.openxmlformats.org/drawingml/2006/main">
            <a:pathLst>
              <a:path w="937763" h="136615">
                <a:moveTo>
                  <a:pt x="0" y="134414"/>
                </a:moveTo>
                <a:lnTo>
                  <a:pt x="0" y="0"/>
                </a:lnTo>
                <a:lnTo>
                  <a:pt x="59597" y="0"/>
                </a:lnTo>
                <a:cubicBezTo>
                  <a:pt x="71578" y="0"/>
                  <a:pt x="80685" y="1206"/>
                  <a:pt x="86920" y="3619"/>
                </a:cubicBezTo>
                <a:cubicBezTo>
                  <a:pt x="93155" y="6029"/>
                  <a:pt x="98136" y="10287"/>
                  <a:pt x="101865" y="16392"/>
                </a:cubicBezTo>
                <a:cubicBezTo>
                  <a:pt x="105594" y="22497"/>
                  <a:pt x="107458" y="29243"/>
                  <a:pt x="107458" y="36629"/>
                </a:cubicBezTo>
                <a:cubicBezTo>
                  <a:pt x="107458" y="46153"/>
                  <a:pt x="104371" y="54182"/>
                  <a:pt x="98198" y="60714"/>
                </a:cubicBezTo>
                <a:cubicBezTo>
                  <a:pt x="92024" y="67245"/>
                  <a:pt x="82488" y="71396"/>
                  <a:pt x="69591" y="73167"/>
                </a:cubicBezTo>
                <a:cubicBezTo>
                  <a:pt x="74298" y="75432"/>
                  <a:pt x="77873" y="77667"/>
                  <a:pt x="80318" y="79872"/>
                </a:cubicBezTo>
                <a:cubicBezTo>
                  <a:pt x="85514" y="84645"/>
                  <a:pt x="90435" y="90613"/>
                  <a:pt x="95080" y="97776"/>
                </a:cubicBezTo>
                <a:lnTo>
                  <a:pt x="118461" y="134414"/>
                </a:lnTo>
                <a:lnTo>
                  <a:pt x="96089" y="134414"/>
                </a:lnTo>
                <a:lnTo>
                  <a:pt x="78301" y="106407"/>
                </a:lnTo>
                <a:cubicBezTo>
                  <a:pt x="73106" y="98327"/>
                  <a:pt x="68827" y="92144"/>
                  <a:pt x="65465" y="87860"/>
                </a:cubicBezTo>
                <a:cubicBezTo>
                  <a:pt x="62103" y="83573"/>
                  <a:pt x="59093" y="80573"/>
                  <a:pt x="56434" y="78860"/>
                </a:cubicBezTo>
                <a:cubicBezTo>
                  <a:pt x="53775" y="77145"/>
                  <a:pt x="51070" y="75950"/>
                  <a:pt x="48319" y="75276"/>
                </a:cubicBezTo>
                <a:cubicBezTo>
                  <a:pt x="46302" y="74848"/>
                  <a:pt x="43002" y="74634"/>
                  <a:pt x="38417" y="74634"/>
                </a:cubicBezTo>
                <a:lnTo>
                  <a:pt x="17787" y="74634"/>
                </a:lnTo>
                <a:lnTo>
                  <a:pt x="17787" y="134414"/>
                </a:lnTo>
                <a:lnTo>
                  <a:pt x="0" y="134414"/>
                </a:lnTo>
                <a:moveTo>
                  <a:pt x="17787" y="59230"/>
                </a:moveTo>
                <a:lnTo>
                  <a:pt x="56021" y="59230"/>
                </a:lnTo>
                <a:cubicBezTo>
                  <a:pt x="64151" y="59230"/>
                  <a:pt x="70508" y="58392"/>
                  <a:pt x="75092" y="56715"/>
                </a:cubicBezTo>
                <a:cubicBezTo>
                  <a:pt x="79677" y="55037"/>
                  <a:pt x="83161" y="52354"/>
                  <a:pt x="85545" y="48663"/>
                </a:cubicBezTo>
                <a:cubicBezTo>
                  <a:pt x="87929" y="44973"/>
                  <a:pt x="89121" y="40962"/>
                  <a:pt x="89121" y="36629"/>
                </a:cubicBezTo>
                <a:cubicBezTo>
                  <a:pt x="89121" y="30286"/>
                  <a:pt x="86813" y="25071"/>
                  <a:pt x="82198" y="20985"/>
                </a:cubicBezTo>
                <a:cubicBezTo>
                  <a:pt x="77583" y="16897"/>
                  <a:pt x="70294" y="14853"/>
                  <a:pt x="60331" y="14853"/>
                </a:cubicBezTo>
                <a:lnTo>
                  <a:pt x="17787" y="14853"/>
                </a:lnTo>
                <a:lnTo>
                  <a:pt x="17787" y="59230"/>
                </a:lnTo>
                <a:close/>
                <a:moveTo>
                  <a:pt x="199848" y="103057"/>
                </a:moveTo>
                <a:lnTo>
                  <a:pt x="216902" y="105166"/>
                </a:lnTo>
                <a:cubicBezTo>
                  <a:pt x="214212" y="115129"/>
                  <a:pt x="209231" y="122862"/>
                  <a:pt x="201957" y="128363"/>
                </a:cubicBezTo>
                <a:cubicBezTo>
                  <a:pt x="194683" y="133864"/>
                  <a:pt x="185392" y="136615"/>
                  <a:pt x="174084" y="136615"/>
                </a:cubicBezTo>
                <a:cubicBezTo>
                  <a:pt x="159841" y="136615"/>
                  <a:pt x="148548" y="132229"/>
                  <a:pt x="140205" y="123458"/>
                </a:cubicBezTo>
                <a:cubicBezTo>
                  <a:pt x="131861" y="114686"/>
                  <a:pt x="127690" y="102385"/>
                  <a:pt x="127690" y="86553"/>
                </a:cubicBezTo>
                <a:cubicBezTo>
                  <a:pt x="127690" y="70172"/>
                  <a:pt x="131907" y="57458"/>
                  <a:pt x="140342" y="48411"/>
                </a:cubicBezTo>
                <a:cubicBezTo>
                  <a:pt x="148778" y="39365"/>
                  <a:pt x="159719" y="34841"/>
                  <a:pt x="173167" y="34841"/>
                </a:cubicBezTo>
                <a:cubicBezTo>
                  <a:pt x="186186" y="34841"/>
                  <a:pt x="196822" y="39266"/>
                  <a:pt x="205074" y="48116"/>
                </a:cubicBezTo>
                <a:cubicBezTo>
                  <a:pt x="213326" y="56964"/>
                  <a:pt x="217452" y="69412"/>
                  <a:pt x="217452" y="85462"/>
                </a:cubicBezTo>
                <a:cubicBezTo>
                  <a:pt x="217452" y="86438"/>
                  <a:pt x="217421" y="87902"/>
                  <a:pt x="217360" y="89854"/>
                </a:cubicBezTo>
                <a:lnTo>
                  <a:pt x="144743" y="89854"/>
                </a:lnTo>
                <a:cubicBezTo>
                  <a:pt x="145355" y="100520"/>
                  <a:pt x="148380" y="108688"/>
                  <a:pt x="153821" y="114358"/>
                </a:cubicBezTo>
                <a:cubicBezTo>
                  <a:pt x="159261" y="120027"/>
                  <a:pt x="166046" y="122862"/>
                  <a:pt x="174175" y="122862"/>
                </a:cubicBezTo>
                <a:cubicBezTo>
                  <a:pt x="180227" y="122862"/>
                  <a:pt x="185392" y="121288"/>
                  <a:pt x="189670" y="118140"/>
                </a:cubicBezTo>
                <a:cubicBezTo>
                  <a:pt x="193949" y="114990"/>
                  <a:pt x="197342" y="109962"/>
                  <a:pt x="199848" y="103057"/>
                </a:cubicBezTo>
                <a:moveTo>
                  <a:pt x="145660" y="76101"/>
                </a:moveTo>
                <a:lnTo>
                  <a:pt x="200031" y="76101"/>
                </a:lnTo>
                <a:cubicBezTo>
                  <a:pt x="199298" y="68044"/>
                  <a:pt x="197219" y="62001"/>
                  <a:pt x="193796" y="57972"/>
                </a:cubicBezTo>
                <a:cubicBezTo>
                  <a:pt x="188540" y="51720"/>
                  <a:pt x="181724" y="48595"/>
                  <a:pt x="173350" y="48595"/>
                </a:cubicBezTo>
                <a:cubicBezTo>
                  <a:pt x="165770" y="48595"/>
                  <a:pt x="159398" y="51090"/>
                  <a:pt x="154233" y="56081"/>
                </a:cubicBezTo>
                <a:cubicBezTo>
                  <a:pt x="149068" y="61071"/>
                  <a:pt x="146210" y="67744"/>
                  <a:pt x="145660" y="76101"/>
                </a:cubicBezTo>
                <a:close/>
                <a:moveTo>
                  <a:pt x="300768" y="134414"/>
                </a:moveTo>
                <a:lnTo>
                  <a:pt x="300768" y="122128"/>
                </a:lnTo>
                <a:cubicBezTo>
                  <a:pt x="294594" y="131786"/>
                  <a:pt x="285517" y="136615"/>
                  <a:pt x="273537" y="136615"/>
                </a:cubicBezTo>
                <a:cubicBezTo>
                  <a:pt x="265774" y="136615"/>
                  <a:pt x="258637" y="134475"/>
                  <a:pt x="252127" y="130197"/>
                </a:cubicBezTo>
                <a:cubicBezTo>
                  <a:pt x="245618" y="125918"/>
                  <a:pt x="240575" y="119943"/>
                  <a:pt x="236999" y="112272"/>
                </a:cubicBezTo>
                <a:cubicBezTo>
                  <a:pt x="233423" y="104600"/>
                  <a:pt x="231635" y="95783"/>
                  <a:pt x="231635" y="85820"/>
                </a:cubicBezTo>
                <a:cubicBezTo>
                  <a:pt x="231635" y="76101"/>
                  <a:pt x="233255" y="67284"/>
                  <a:pt x="236495" y="59368"/>
                </a:cubicBezTo>
                <a:cubicBezTo>
                  <a:pt x="239734" y="51452"/>
                  <a:pt x="244594" y="45385"/>
                  <a:pt x="251073" y="41168"/>
                </a:cubicBezTo>
                <a:cubicBezTo>
                  <a:pt x="257552" y="36950"/>
                  <a:pt x="264796" y="34841"/>
                  <a:pt x="272803" y="34841"/>
                </a:cubicBezTo>
                <a:cubicBezTo>
                  <a:pt x="278671" y="34841"/>
                  <a:pt x="283897" y="36079"/>
                  <a:pt x="288482" y="38555"/>
                </a:cubicBezTo>
                <a:cubicBezTo>
                  <a:pt x="293066" y="41030"/>
                  <a:pt x="296795" y="44255"/>
                  <a:pt x="299668" y="48228"/>
                </a:cubicBezTo>
                <a:lnTo>
                  <a:pt x="299668" y="0"/>
                </a:lnTo>
                <a:lnTo>
                  <a:pt x="316080" y="0"/>
                </a:lnTo>
                <a:lnTo>
                  <a:pt x="316080" y="134414"/>
                </a:lnTo>
                <a:lnTo>
                  <a:pt x="300768" y="134414"/>
                </a:lnTo>
                <a:moveTo>
                  <a:pt x="248598" y="85774"/>
                </a:moveTo>
                <a:cubicBezTo>
                  <a:pt x="248598" y="98198"/>
                  <a:pt x="251226" y="107485"/>
                  <a:pt x="256483" y="113636"/>
                </a:cubicBezTo>
                <a:cubicBezTo>
                  <a:pt x="261739" y="119786"/>
                  <a:pt x="267944" y="122862"/>
                  <a:pt x="275095" y="122862"/>
                </a:cubicBezTo>
                <a:cubicBezTo>
                  <a:pt x="282308" y="122862"/>
                  <a:pt x="288436" y="119924"/>
                  <a:pt x="293479" y="114048"/>
                </a:cubicBezTo>
                <a:cubicBezTo>
                  <a:pt x="298521" y="108171"/>
                  <a:pt x="301043" y="99202"/>
                  <a:pt x="301043" y="87143"/>
                </a:cubicBezTo>
                <a:cubicBezTo>
                  <a:pt x="301043" y="73868"/>
                  <a:pt x="298476" y="64124"/>
                  <a:pt x="293341" y="57912"/>
                </a:cubicBezTo>
                <a:cubicBezTo>
                  <a:pt x="288207" y="51700"/>
                  <a:pt x="281880" y="48595"/>
                  <a:pt x="274362" y="48595"/>
                </a:cubicBezTo>
                <a:cubicBezTo>
                  <a:pt x="267027" y="48595"/>
                  <a:pt x="260899" y="51579"/>
                  <a:pt x="255978" y="57548"/>
                </a:cubicBezTo>
                <a:cubicBezTo>
                  <a:pt x="251058" y="63516"/>
                  <a:pt x="248598" y="72924"/>
                  <a:pt x="248598" y="85774"/>
                </a:cubicBezTo>
                <a:close/>
                <a:moveTo>
                  <a:pt x="405813" y="134414"/>
                </a:moveTo>
                <a:lnTo>
                  <a:pt x="405813" y="120111"/>
                </a:lnTo>
                <a:cubicBezTo>
                  <a:pt x="398234" y="131114"/>
                  <a:pt x="387934" y="136615"/>
                  <a:pt x="374914" y="136615"/>
                </a:cubicBezTo>
                <a:cubicBezTo>
                  <a:pt x="369169" y="136615"/>
                  <a:pt x="363805" y="135515"/>
                  <a:pt x="358823" y="133314"/>
                </a:cubicBezTo>
                <a:cubicBezTo>
                  <a:pt x="353842" y="131114"/>
                  <a:pt x="350144" y="128348"/>
                  <a:pt x="347729" y="125016"/>
                </a:cubicBezTo>
                <a:cubicBezTo>
                  <a:pt x="345315" y="121685"/>
                  <a:pt x="343618" y="117605"/>
                  <a:pt x="342640" y="112776"/>
                </a:cubicBezTo>
                <a:cubicBezTo>
                  <a:pt x="341968" y="109536"/>
                  <a:pt x="341632" y="104402"/>
                  <a:pt x="341632" y="97372"/>
                </a:cubicBezTo>
                <a:lnTo>
                  <a:pt x="341632" y="37042"/>
                </a:lnTo>
                <a:lnTo>
                  <a:pt x="358136" y="37042"/>
                </a:lnTo>
                <a:lnTo>
                  <a:pt x="358136" y="91046"/>
                </a:lnTo>
                <a:cubicBezTo>
                  <a:pt x="358136" y="99665"/>
                  <a:pt x="358472" y="105471"/>
                  <a:pt x="359144" y="108467"/>
                </a:cubicBezTo>
                <a:cubicBezTo>
                  <a:pt x="360183" y="112807"/>
                  <a:pt x="362384" y="116214"/>
                  <a:pt x="365746" y="118690"/>
                </a:cubicBezTo>
                <a:cubicBezTo>
                  <a:pt x="369108" y="121165"/>
                  <a:pt x="373264" y="122403"/>
                  <a:pt x="378215" y="122403"/>
                </a:cubicBezTo>
                <a:cubicBezTo>
                  <a:pt x="383166" y="122403"/>
                  <a:pt x="387812" y="121135"/>
                  <a:pt x="392152" y="118598"/>
                </a:cubicBezTo>
                <a:cubicBezTo>
                  <a:pt x="396492" y="116061"/>
                  <a:pt x="399563" y="112608"/>
                  <a:pt x="401366" y="108237"/>
                </a:cubicBezTo>
                <a:cubicBezTo>
                  <a:pt x="403170" y="103867"/>
                  <a:pt x="404071" y="97525"/>
                  <a:pt x="404071" y="89212"/>
                </a:cubicBezTo>
                <a:lnTo>
                  <a:pt x="404071" y="37042"/>
                </a:lnTo>
                <a:lnTo>
                  <a:pt x="420575" y="37042"/>
                </a:lnTo>
                <a:lnTo>
                  <a:pt x="420575" y="134414"/>
                </a:lnTo>
                <a:lnTo>
                  <a:pt x="405813" y="134414"/>
                </a:lnTo>
                <a:close/>
                <a:moveTo>
                  <a:pt x="509942" y="98656"/>
                </a:moveTo>
                <a:lnTo>
                  <a:pt x="526171" y="100765"/>
                </a:lnTo>
                <a:cubicBezTo>
                  <a:pt x="524398" y="111979"/>
                  <a:pt x="519859" y="120759"/>
                  <a:pt x="512555" y="127102"/>
                </a:cubicBezTo>
                <a:cubicBezTo>
                  <a:pt x="505250" y="133444"/>
                  <a:pt x="496280" y="136615"/>
                  <a:pt x="485645" y="136615"/>
                </a:cubicBezTo>
                <a:cubicBezTo>
                  <a:pt x="472319" y="136615"/>
                  <a:pt x="461607" y="132260"/>
                  <a:pt x="453508" y="123549"/>
                </a:cubicBezTo>
                <a:cubicBezTo>
                  <a:pt x="445409" y="114839"/>
                  <a:pt x="441359" y="102354"/>
                  <a:pt x="441359" y="86095"/>
                </a:cubicBezTo>
                <a:cubicBezTo>
                  <a:pt x="441359" y="75581"/>
                  <a:pt x="443101" y="66382"/>
                  <a:pt x="446586" y="58497"/>
                </a:cubicBezTo>
                <a:cubicBezTo>
                  <a:pt x="450070" y="50612"/>
                  <a:pt x="455372" y="44698"/>
                  <a:pt x="462493" y="40755"/>
                </a:cubicBezTo>
                <a:cubicBezTo>
                  <a:pt x="469614" y="36813"/>
                  <a:pt x="477362" y="34841"/>
                  <a:pt x="485736" y="34841"/>
                </a:cubicBezTo>
                <a:cubicBezTo>
                  <a:pt x="496311" y="34841"/>
                  <a:pt x="504960" y="37524"/>
                  <a:pt x="511684" y="42890"/>
                </a:cubicBezTo>
                <a:cubicBezTo>
                  <a:pt x="518408" y="48254"/>
                  <a:pt x="522717" y="55870"/>
                  <a:pt x="524612" y="65740"/>
                </a:cubicBezTo>
                <a:lnTo>
                  <a:pt x="508567" y="68216"/>
                </a:lnTo>
                <a:cubicBezTo>
                  <a:pt x="507038" y="61706"/>
                  <a:pt x="504334" y="56808"/>
                  <a:pt x="500452" y="53523"/>
                </a:cubicBezTo>
                <a:cubicBezTo>
                  <a:pt x="496571" y="50237"/>
                  <a:pt x="491879" y="48595"/>
                  <a:pt x="486378" y="48595"/>
                </a:cubicBezTo>
                <a:cubicBezTo>
                  <a:pt x="478065" y="48595"/>
                  <a:pt x="471311" y="51560"/>
                  <a:pt x="466115" y="57491"/>
                </a:cubicBezTo>
                <a:cubicBezTo>
                  <a:pt x="460919" y="63420"/>
                  <a:pt x="458322" y="72802"/>
                  <a:pt x="458322" y="85636"/>
                </a:cubicBezTo>
                <a:cubicBezTo>
                  <a:pt x="458322" y="98654"/>
                  <a:pt x="460828" y="108113"/>
                  <a:pt x="465840" y="114014"/>
                </a:cubicBezTo>
                <a:cubicBezTo>
                  <a:pt x="470852" y="119912"/>
                  <a:pt x="477393" y="122862"/>
                  <a:pt x="485461" y="122862"/>
                </a:cubicBezTo>
                <a:cubicBezTo>
                  <a:pt x="491940" y="122862"/>
                  <a:pt x="497350" y="120883"/>
                  <a:pt x="501690" y="116925"/>
                </a:cubicBezTo>
                <a:cubicBezTo>
                  <a:pt x="506030" y="112967"/>
                  <a:pt x="508780" y="106877"/>
                  <a:pt x="509942" y="98656"/>
                </a:cubicBezTo>
                <a:close/>
                <a:moveTo>
                  <a:pt x="606948" y="103057"/>
                </a:moveTo>
                <a:lnTo>
                  <a:pt x="624002" y="105166"/>
                </a:lnTo>
                <a:cubicBezTo>
                  <a:pt x="621312" y="115129"/>
                  <a:pt x="616331" y="122862"/>
                  <a:pt x="609057" y="128363"/>
                </a:cubicBezTo>
                <a:cubicBezTo>
                  <a:pt x="601783" y="133864"/>
                  <a:pt x="592492" y="136615"/>
                  <a:pt x="581184" y="136615"/>
                </a:cubicBezTo>
                <a:cubicBezTo>
                  <a:pt x="566941" y="136615"/>
                  <a:pt x="555649" y="132229"/>
                  <a:pt x="547305" y="123458"/>
                </a:cubicBezTo>
                <a:cubicBezTo>
                  <a:pt x="538961" y="114686"/>
                  <a:pt x="534790" y="102385"/>
                  <a:pt x="534790" y="86553"/>
                </a:cubicBezTo>
                <a:cubicBezTo>
                  <a:pt x="534790" y="70172"/>
                  <a:pt x="539007" y="57458"/>
                  <a:pt x="547442" y="48411"/>
                </a:cubicBezTo>
                <a:cubicBezTo>
                  <a:pt x="555878" y="39365"/>
                  <a:pt x="566819" y="34841"/>
                  <a:pt x="580267" y="34841"/>
                </a:cubicBezTo>
                <a:cubicBezTo>
                  <a:pt x="593286" y="34841"/>
                  <a:pt x="603922" y="39266"/>
                  <a:pt x="612174" y="48116"/>
                </a:cubicBezTo>
                <a:cubicBezTo>
                  <a:pt x="620426" y="56964"/>
                  <a:pt x="624552" y="69412"/>
                  <a:pt x="624552" y="85462"/>
                </a:cubicBezTo>
                <a:cubicBezTo>
                  <a:pt x="624552" y="86438"/>
                  <a:pt x="624521" y="87902"/>
                  <a:pt x="624460" y="89854"/>
                </a:cubicBezTo>
                <a:lnTo>
                  <a:pt x="551843" y="89854"/>
                </a:lnTo>
                <a:cubicBezTo>
                  <a:pt x="552455" y="100520"/>
                  <a:pt x="555480" y="108688"/>
                  <a:pt x="560921" y="114358"/>
                </a:cubicBezTo>
                <a:cubicBezTo>
                  <a:pt x="566361" y="120027"/>
                  <a:pt x="573146" y="122862"/>
                  <a:pt x="581275" y="122862"/>
                </a:cubicBezTo>
                <a:cubicBezTo>
                  <a:pt x="587327" y="122862"/>
                  <a:pt x="592492" y="121288"/>
                  <a:pt x="596770" y="118140"/>
                </a:cubicBezTo>
                <a:cubicBezTo>
                  <a:pt x="601049" y="114990"/>
                  <a:pt x="604442" y="109962"/>
                  <a:pt x="606948" y="103057"/>
                </a:cubicBezTo>
                <a:moveTo>
                  <a:pt x="552760" y="76101"/>
                </a:moveTo>
                <a:lnTo>
                  <a:pt x="607131" y="76101"/>
                </a:lnTo>
                <a:cubicBezTo>
                  <a:pt x="606398" y="68044"/>
                  <a:pt x="604319" y="62001"/>
                  <a:pt x="600896" y="57972"/>
                </a:cubicBezTo>
                <a:cubicBezTo>
                  <a:pt x="595640" y="51720"/>
                  <a:pt x="588824" y="48595"/>
                  <a:pt x="580450" y="48595"/>
                </a:cubicBezTo>
                <a:cubicBezTo>
                  <a:pt x="572871" y="48595"/>
                  <a:pt x="566498" y="51090"/>
                  <a:pt x="561333" y="56081"/>
                </a:cubicBezTo>
                <a:cubicBezTo>
                  <a:pt x="556168" y="61071"/>
                  <a:pt x="553310" y="67744"/>
                  <a:pt x="552760" y="76101"/>
                </a:cubicBezTo>
                <a:close/>
                <a:moveTo>
                  <a:pt x="732930" y="119836"/>
                </a:moveTo>
                <a:lnTo>
                  <a:pt x="735314" y="134414"/>
                </a:lnTo>
                <a:cubicBezTo>
                  <a:pt x="730668" y="135270"/>
                  <a:pt x="726512" y="135698"/>
                  <a:pt x="722844" y="135698"/>
                </a:cubicBezTo>
                <a:cubicBezTo>
                  <a:pt x="716854" y="135698"/>
                  <a:pt x="712208" y="134750"/>
                  <a:pt x="708907" y="132856"/>
                </a:cubicBezTo>
                <a:cubicBezTo>
                  <a:pt x="705607" y="130961"/>
                  <a:pt x="703284" y="128470"/>
                  <a:pt x="701939" y="125383"/>
                </a:cubicBezTo>
                <a:cubicBezTo>
                  <a:pt x="700594" y="122296"/>
                  <a:pt x="699922" y="115802"/>
                  <a:pt x="699922" y="105899"/>
                </a:cubicBezTo>
                <a:lnTo>
                  <a:pt x="699922" y="49878"/>
                </a:lnTo>
                <a:lnTo>
                  <a:pt x="687819" y="49878"/>
                </a:lnTo>
                <a:lnTo>
                  <a:pt x="687819" y="37042"/>
                </a:lnTo>
                <a:lnTo>
                  <a:pt x="699922" y="37042"/>
                </a:lnTo>
                <a:lnTo>
                  <a:pt x="699922" y="12862"/>
                </a:lnTo>
                <a:lnTo>
                  <a:pt x="716334" y="2934"/>
                </a:lnTo>
                <a:lnTo>
                  <a:pt x="716334" y="37042"/>
                </a:lnTo>
                <a:lnTo>
                  <a:pt x="732930" y="37042"/>
                </a:lnTo>
                <a:lnTo>
                  <a:pt x="732930" y="49878"/>
                </a:lnTo>
                <a:lnTo>
                  <a:pt x="716334" y="49878"/>
                </a:lnTo>
                <a:lnTo>
                  <a:pt x="716334" y="106816"/>
                </a:lnTo>
                <a:cubicBezTo>
                  <a:pt x="716334" y="111523"/>
                  <a:pt x="716625" y="114549"/>
                  <a:pt x="717205" y="115893"/>
                </a:cubicBezTo>
                <a:cubicBezTo>
                  <a:pt x="717786" y="117238"/>
                  <a:pt x="718733" y="118308"/>
                  <a:pt x="720048" y="119102"/>
                </a:cubicBezTo>
                <a:cubicBezTo>
                  <a:pt x="721362" y="119897"/>
                  <a:pt x="723241" y="120294"/>
                  <a:pt x="725686" y="120294"/>
                </a:cubicBezTo>
                <a:cubicBezTo>
                  <a:pt x="727520" y="120294"/>
                  <a:pt x="729935" y="120142"/>
                  <a:pt x="732930" y="119836"/>
                </a:cubicBezTo>
                <a:close/>
                <a:moveTo>
                  <a:pt x="749099" y="134414"/>
                </a:moveTo>
                <a:lnTo>
                  <a:pt x="749099" y="0"/>
                </a:lnTo>
                <a:lnTo>
                  <a:pt x="765602" y="0"/>
                </a:lnTo>
                <a:lnTo>
                  <a:pt x="765602" y="48228"/>
                </a:lnTo>
                <a:cubicBezTo>
                  <a:pt x="773304" y="39303"/>
                  <a:pt x="783023" y="34841"/>
                  <a:pt x="794759" y="34841"/>
                </a:cubicBezTo>
                <a:cubicBezTo>
                  <a:pt x="801972" y="34841"/>
                  <a:pt x="808237" y="36263"/>
                  <a:pt x="813555" y="39105"/>
                </a:cubicBezTo>
                <a:cubicBezTo>
                  <a:pt x="818873" y="41947"/>
                  <a:pt x="822678" y="45874"/>
                  <a:pt x="824970" y="50887"/>
                </a:cubicBezTo>
                <a:cubicBezTo>
                  <a:pt x="827262" y="55899"/>
                  <a:pt x="828409" y="63173"/>
                  <a:pt x="828409" y="72708"/>
                </a:cubicBezTo>
                <a:lnTo>
                  <a:pt x="828409" y="134414"/>
                </a:lnTo>
                <a:lnTo>
                  <a:pt x="811905" y="134414"/>
                </a:lnTo>
                <a:lnTo>
                  <a:pt x="811905" y="72708"/>
                </a:lnTo>
                <a:cubicBezTo>
                  <a:pt x="811905" y="64456"/>
                  <a:pt x="810117" y="58451"/>
                  <a:pt x="806541" y="54692"/>
                </a:cubicBezTo>
                <a:cubicBezTo>
                  <a:pt x="802965" y="50933"/>
                  <a:pt x="797907" y="49053"/>
                  <a:pt x="791367" y="49053"/>
                </a:cubicBezTo>
                <a:cubicBezTo>
                  <a:pt x="786477" y="49053"/>
                  <a:pt x="781877" y="50321"/>
                  <a:pt x="777568" y="52858"/>
                </a:cubicBezTo>
                <a:cubicBezTo>
                  <a:pt x="773258" y="55395"/>
                  <a:pt x="770187" y="58833"/>
                  <a:pt x="768353" y="63173"/>
                </a:cubicBezTo>
                <a:cubicBezTo>
                  <a:pt x="766519" y="67513"/>
                  <a:pt x="765602" y="73503"/>
                  <a:pt x="765602" y="81144"/>
                </a:cubicBezTo>
                <a:lnTo>
                  <a:pt x="765602" y="134414"/>
                </a:lnTo>
                <a:lnTo>
                  <a:pt x="749099" y="134414"/>
                </a:lnTo>
                <a:close/>
                <a:moveTo>
                  <a:pt x="920159" y="103057"/>
                </a:moveTo>
                <a:lnTo>
                  <a:pt x="937213" y="105166"/>
                </a:lnTo>
                <a:cubicBezTo>
                  <a:pt x="934524" y="115129"/>
                  <a:pt x="929542" y="122862"/>
                  <a:pt x="922268" y="128363"/>
                </a:cubicBezTo>
                <a:cubicBezTo>
                  <a:pt x="914994" y="133864"/>
                  <a:pt x="905703" y="136615"/>
                  <a:pt x="894395" y="136615"/>
                </a:cubicBezTo>
                <a:cubicBezTo>
                  <a:pt x="880153" y="136615"/>
                  <a:pt x="868860" y="132229"/>
                  <a:pt x="860516" y="123458"/>
                </a:cubicBezTo>
                <a:cubicBezTo>
                  <a:pt x="852173" y="114686"/>
                  <a:pt x="848001" y="102385"/>
                  <a:pt x="848001" y="86553"/>
                </a:cubicBezTo>
                <a:cubicBezTo>
                  <a:pt x="848001" y="70172"/>
                  <a:pt x="852219" y="57458"/>
                  <a:pt x="860654" y="48411"/>
                </a:cubicBezTo>
                <a:cubicBezTo>
                  <a:pt x="869089" y="39365"/>
                  <a:pt x="880031" y="34841"/>
                  <a:pt x="893478" y="34841"/>
                </a:cubicBezTo>
                <a:cubicBezTo>
                  <a:pt x="906498" y="34841"/>
                  <a:pt x="917134" y="39266"/>
                  <a:pt x="925385" y="48116"/>
                </a:cubicBezTo>
                <a:cubicBezTo>
                  <a:pt x="933637" y="56964"/>
                  <a:pt x="937763" y="69412"/>
                  <a:pt x="937763" y="85462"/>
                </a:cubicBezTo>
                <a:cubicBezTo>
                  <a:pt x="937763" y="86438"/>
                  <a:pt x="937733" y="87902"/>
                  <a:pt x="937672" y="89854"/>
                </a:cubicBezTo>
                <a:lnTo>
                  <a:pt x="865055" y="89854"/>
                </a:lnTo>
                <a:cubicBezTo>
                  <a:pt x="865666" y="100520"/>
                  <a:pt x="868692" y="108688"/>
                  <a:pt x="874132" y="114358"/>
                </a:cubicBezTo>
                <a:cubicBezTo>
                  <a:pt x="879572" y="120027"/>
                  <a:pt x="886357" y="122862"/>
                  <a:pt x="894487" y="122862"/>
                </a:cubicBezTo>
                <a:cubicBezTo>
                  <a:pt x="900538" y="122862"/>
                  <a:pt x="905703" y="121288"/>
                  <a:pt x="909982" y="118140"/>
                </a:cubicBezTo>
                <a:cubicBezTo>
                  <a:pt x="914261" y="114990"/>
                  <a:pt x="917653" y="109962"/>
                  <a:pt x="920159" y="103057"/>
                </a:cubicBezTo>
                <a:moveTo>
                  <a:pt x="865972" y="76101"/>
                </a:moveTo>
                <a:lnTo>
                  <a:pt x="920343" y="76101"/>
                </a:lnTo>
                <a:cubicBezTo>
                  <a:pt x="919609" y="68044"/>
                  <a:pt x="917531" y="62001"/>
                  <a:pt x="914108" y="57972"/>
                </a:cubicBezTo>
                <a:cubicBezTo>
                  <a:pt x="908851" y="51720"/>
                  <a:pt x="902036" y="48595"/>
                  <a:pt x="893661" y="48595"/>
                </a:cubicBezTo>
                <a:cubicBezTo>
                  <a:pt x="886082" y="48595"/>
                  <a:pt x="879710" y="51090"/>
                  <a:pt x="874545" y="56081"/>
                </a:cubicBezTo>
                <a:cubicBezTo>
                  <a:pt x="869379" y="61071"/>
                  <a:pt x="866522" y="67744"/>
                  <a:pt x="865972" y="7610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4" name="Text intermediateactivations">
            <a:extLst xmlns:a="http://schemas.openxmlformats.org/drawingml/2006/main">
              <a:ext uri="{FF2B5EF4-FFF2-40B4-BE49-F238E27FC236}">
                <a16:creationId xmlns:a16="http://schemas.microsoft.com/office/drawing/2014/main" id="{243E8783-499E-4C90-808C-EF2551673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7886" y="673144"/>
            <a:ext cx="1952691" cy="136615"/>
          </a:xfrm>
          <a:custGeom xmlns:a="http://schemas.openxmlformats.org/drawingml/2006/main">
            <a:pathLst>
              <a:path w="1952691" h="136615">
                <a:moveTo>
                  <a:pt x="0" y="19071"/>
                </a:moveTo>
                <a:lnTo>
                  <a:pt x="0" y="0"/>
                </a:lnTo>
                <a:lnTo>
                  <a:pt x="16504" y="0"/>
                </a:lnTo>
                <a:lnTo>
                  <a:pt x="16504" y="19071"/>
                </a:lnTo>
                <a:lnTo>
                  <a:pt x="0" y="19071"/>
                </a:lnTo>
                <a:moveTo>
                  <a:pt x="0" y="134414"/>
                </a:moveTo>
                <a:lnTo>
                  <a:pt x="0" y="37042"/>
                </a:lnTo>
                <a:lnTo>
                  <a:pt x="16504" y="37042"/>
                </a:lnTo>
                <a:lnTo>
                  <a:pt x="16504" y="134414"/>
                </a:lnTo>
                <a:lnTo>
                  <a:pt x="0" y="134414"/>
                </a:lnTo>
                <a:close/>
                <a:moveTo>
                  <a:pt x="41595" y="134414"/>
                </a:moveTo>
                <a:lnTo>
                  <a:pt x="41595" y="37042"/>
                </a:lnTo>
                <a:lnTo>
                  <a:pt x="56448" y="37042"/>
                </a:lnTo>
                <a:lnTo>
                  <a:pt x="56448" y="50795"/>
                </a:lnTo>
                <a:cubicBezTo>
                  <a:pt x="63600" y="40159"/>
                  <a:pt x="73930" y="34841"/>
                  <a:pt x="87439" y="34841"/>
                </a:cubicBezTo>
                <a:cubicBezTo>
                  <a:pt x="93307" y="34841"/>
                  <a:pt x="98701" y="35896"/>
                  <a:pt x="103621" y="38005"/>
                </a:cubicBezTo>
                <a:cubicBezTo>
                  <a:pt x="108542" y="40113"/>
                  <a:pt x="112225" y="42879"/>
                  <a:pt x="114670" y="46302"/>
                </a:cubicBezTo>
                <a:cubicBezTo>
                  <a:pt x="117115" y="49725"/>
                  <a:pt x="118826" y="53790"/>
                  <a:pt x="119804" y="58497"/>
                </a:cubicBezTo>
                <a:cubicBezTo>
                  <a:pt x="120416" y="61553"/>
                  <a:pt x="120721" y="66902"/>
                  <a:pt x="120721" y="74542"/>
                </a:cubicBezTo>
                <a:lnTo>
                  <a:pt x="120721" y="134414"/>
                </a:lnTo>
                <a:lnTo>
                  <a:pt x="104217" y="134414"/>
                </a:lnTo>
                <a:lnTo>
                  <a:pt x="104217" y="75121"/>
                </a:lnTo>
                <a:cubicBezTo>
                  <a:pt x="104217" y="68390"/>
                  <a:pt x="103576" y="63356"/>
                  <a:pt x="102292" y="60021"/>
                </a:cubicBezTo>
                <a:cubicBezTo>
                  <a:pt x="101008" y="56686"/>
                  <a:pt x="98731" y="54024"/>
                  <a:pt x="95461" y="52036"/>
                </a:cubicBezTo>
                <a:cubicBezTo>
                  <a:pt x="92191" y="50047"/>
                  <a:pt x="88355" y="49053"/>
                  <a:pt x="83954" y="49053"/>
                </a:cubicBezTo>
                <a:cubicBezTo>
                  <a:pt x="76925" y="49053"/>
                  <a:pt x="70858" y="51287"/>
                  <a:pt x="65754" y="55755"/>
                </a:cubicBezTo>
                <a:cubicBezTo>
                  <a:pt x="60650" y="60221"/>
                  <a:pt x="58098" y="68695"/>
                  <a:pt x="58098" y="81178"/>
                </a:cubicBezTo>
                <a:lnTo>
                  <a:pt x="58098" y="134414"/>
                </a:lnTo>
                <a:lnTo>
                  <a:pt x="41595" y="134414"/>
                </a:lnTo>
                <a:close/>
                <a:moveTo>
                  <a:pt x="182032" y="119836"/>
                </a:moveTo>
                <a:lnTo>
                  <a:pt x="184415" y="134414"/>
                </a:lnTo>
                <a:cubicBezTo>
                  <a:pt x="179770" y="135270"/>
                  <a:pt x="175613" y="135698"/>
                  <a:pt x="171946" y="135698"/>
                </a:cubicBezTo>
                <a:cubicBezTo>
                  <a:pt x="165956" y="135698"/>
                  <a:pt x="161310" y="134750"/>
                  <a:pt x="158009" y="132856"/>
                </a:cubicBezTo>
                <a:cubicBezTo>
                  <a:pt x="154709" y="130961"/>
                  <a:pt x="152386" y="128470"/>
                  <a:pt x="151041" y="125383"/>
                </a:cubicBezTo>
                <a:cubicBezTo>
                  <a:pt x="149696" y="122296"/>
                  <a:pt x="149024" y="115802"/>
                  <a:pt x="149024" y="105899"/>
                </a:cubicBezTo>
                <a:lnTo>
                  <a:pt x="149024" y="49878"/>
                </a:lnTo>
                <a:lnTo>
                  <a:pt x="136921" y="49878"/>
                </a:lnTo>
                <a:lnTo>
                  <a:pt x="136921" y="37042"/>
                </a:lnTo>
                <a:lnTo>
                  <a:pt x="149024" y="37042"/>
                </a:lnTo>
                <a:lnTo>
                  <a:pt x="149024" y="12862"/>
                </a:lnTo>
                <a:lnTo>
                  <a:pt x="165436" y="2934"/>
                </a:lnTo>
                <a:lnTo>
                  <a:pt x="165436" y="37042"/>
                </a:lnTo>
                <a:lnTo>
                  <a:pt x="182032" y="37042"/>
                </a:lnTo>
                <a:lnTo>
                  <a:pt x="182032" y="49878"/>
                </a:lnTo>
                <a:lnTo>
                  <a:pt x="165436" y="49878"/>
                </a:lnTo>
                <a:lnTo>
                  <a:pt x="165436" y="106816"/>
                </a:lnTo>
                <a:cubicBezTo>
                  <a:pt x="165436" y="111523"/>
                  <a:pt x="165726" y="114549"/>
                  <a:pt x="166307" y="115893"/>
                </a:cubicBezTo>
                <a:cubicBezTo>
                  <a:pt x="166888" y="117238"/>
                  <a:pt x="167835" y="118308"/>
                  <a:pt x="169149" y="119102"/>
                </a:cubicBezTo>
                <a:cubicBezTo>
                  <a:pt x="170464" y="119897"/>
                  <a:pt x="172343" y="120294"/>
                  <a:pt x="174788" y="120294"/>
                </a:cubicBezTo>
                <a:cubicBezTo>
                  <a:pt x="176622" y="120294"/>
                  <a:pt x="179036" y="120142"/>
                  <a:pt x="182032" y="119836"/>
                </a:cubicBezTo>
                <a:close/>
                <a:moveTo>
                  <a:pt x="264857" y="103057"/>
                </a:moveTo>
                <a:lnTo>
                  <a:pt x="281911" y="105166"/>
                </a:lnTo>
                <a:cubicBezTo>
                  <a:pt x="279222" y="115129"/>
                  <a:pt x="274240" y="122862"/>
                  <a:pt x="266966" y="128363"/>
                </a:cubicBezTo>
                <a:cubicBezTo>
                  <a:pt x="259692" y="133864"/>
                  <a:pt x="250401" y="136615"/>
                  <a:pt x="239093" y="136615"/>
                </a:cubicBezTo>
                <a:cubicBezTo>
                  <a:pt x="224851" y="136615"/>
                  <a:pt x="213558" y="132229"/>
                  <a:pt x="205214" y="123458"/>
                </a:cubicBezTo>
                <a:cubicBezTo>
                  <a:pt x="196871" y="114686"/>
                  <a:pt x="192699" y="102385"/>
                  <a:pt x="192699" y="86553"/>
                </a:cubicBezTo>
                <a:cubicBezTo>
                  <a:pt x="192699" y="70172"/>
                  <a:pt x="196917" y="57458"/>
                  <a:pt x="205352" y="48411"/>
                </a:cubicBezTo>
                <a:cubicBezTo>
                  <a:pt x="213787" y="39365"/>
                  <a:pt x="224729" y="34841"/>
                  <a:pt x="238176" y="34841"/>
                </a:cubicBezTo>
                <a:cubicBezTo>
                  <a:pt x="251196" y="34841"/>
                  <a:pt x="261832" y="39266"/>
                  <a:pt x="270083" y="48116"/>
                </a:cubicBezTo>
                <a:cubicBezTo>
                  <a:pt x="278335" y="56964"/>
                  <a:pt x="282461" y="69412"/>
                  <a:pt x="282461" y="85462"/>
                </a:cubicBezTo>
                <a:cubicBezTo>
                  <a:pt x="282461" y="86438"/>
                  <a:pt x="282431" y="87902"/>
                  <a:pt x="282370" y="89854"/>
                </a:cubicBezTo>
                <a:lnTo>
                  <a:pt x="209753" y="89854"/>
                </a:lnTo>
                <a:cubicBezTo>
                  <a:pt x="210364" y="100520"/>
                  <a:pt x="213390" y="108688"/>
                  <a:pt x="218830" y="114358"/>
                </a:cubicBezTo>
                <a:cubicBezTo>
                  <a:pt x="224270" y="120027"/>
                  <a:pt x="231055" y="122862"/>
                  <a:pt x="239185" y="122862"/>
                </a:cubicBezTo>
                <a:cubicBezTo>
                  <a:pt x="245236" y="122862"/>
                  <a:pt x="250401" y="121288"/>
                  <a:pt x="254680" y="118140"/>
                </a:cubicBezTo>
                <a:cubicBezTo>
                  <a:pt x="258959" y="114990"/>
                  <a:pt x="262351" y="109962"/>
                  <a:pt x="264857" y="103057"/>
                </a:cubicBezTo>
                <a:moveTo>
                  <a:pt x="210670" y="76101"/>
                </a:moveTo>
                <a:lnTo>
                  <a:pt x="265041" y="76101"/>
                </a:lnTo>
                <a:cubicBezTo>
                  <a:pt x="264307" y="68044"/>
                  <a:pt x="262229" y="62001"/>
                  <a:pt x="258806" y="57972"/>
                </a:cubicBezTo>
                <a:cubicBezTo>
                  <a:pt x="253549" y="51720"/>
                  <a:pt x="246734" y="48595"/>
                  <a:pt x="238359" y="48595"/>
                </a:cubicBezTo>
                <a:cubicBezTo>
                  <a:pt x="230780" y="48595"/>
                  <a:pt x="224408" y="51090"/>
                  <a:pt x="219243" y="56081"/>
                </a:cubicBezTo>
                <a:cubicBezTo>
                  <a:pt x="214078" y="61071"/>
                  <a:pt x="211220" y="67744"/>
                  <a:pt x="210670" y="76101"/>
                </a:cubicBezTo>
                <a:close/>
                <a:moveTo>
                  <a:pt x="302420" y="134414"/>
                </a:moveTo>
                <a:lnTo>
                  <a:pt x="302420" y="37042"/>
                </a:lnTo>
                <a:lnTo>
                  <a:pt x="317274" y="37042"/>
                </a:lnTo>
                <a:lnTo>
                  <a:pt x="317274" y="51712"/>
                </a:lnTo>
                <a:cubicBezTo>
                  <a:pt x="321064" y="44843"/>
                  <a:pt x="324563" y="40314"/>
                  <a:pt x="327772" y="38125"/>
                </a:cubicBezTo>
                <a:cubicBezTo>
                  <a:pt x="330981" y="35936"/>
                  <a:pt x="334511" y="34841"/>
                  <a:pt x="338362" y="34841"/>
                </a:cubicBezTo>
                <a:cubicBezTo>
                  <a:pt x="343924" y="34841"/>
                  <a:pt x="349579" y="36606"/>
                  <a:pt x="355324" y="40136"/>
                </a:cubicBezTo>
                <a:lnTo>
                  <a:pt x="349640" y="55379"/>
                </a:lnTo>
                <a:cubicBezTo>
                  <a:pt x="345605" y="52996"/>
                  <a:pt x="341571" y="51804"/>
                  <a:pt x="337537" y="51804"/>
                </a:cubicBezTo>
                <a:cubicBezTo>
                  <a:pt x="333931" y="51804"/>
                  <a:pt x="330691" y="52890"/>
                  <a:pt x="327818" y="55064"/>
                </a:cubicBezTo>
                <a:cubicBezTo>
                  <a:pt x="324945" y="57236"/>
                  <a:pt x="322897" y="60249"/>
                  <a:pt x="321675" y="64104"/>
                </a:cubicBezTo>
                <a:cubicBezTo>
                  <a:pt x="319841" y="69978"/>
                  <a:pt x="318924" y="76403"/>
                  <a:pt x="318924" y="83379"/>
                </a:cubicBezTo>
                <a:lnTo>
                  <a:pt x="318924" y="134414"/>
                </a:lnTo>
                <a:lnTo>
                  <a:pt x="302420" y="134414"/>
                </a:lnTo>
                <a:close/>
                <a:moveTo>
                  <a:pt x="365133" y="134414"/>
                </a:moveTo>
                <a:lnTo>
                  <a:pt x="365133" y="37042"/>
                </a:lnTo>
                <a:lnTo>
                  <a:pt x="379895" y="37042"/>
                </a:lnTo>
                <a:lnTo>
                  <a:pt x="379895" y="50612"/>
                </a:lnTo>
                <a:cubicBezTo>
                  <a:pt x="382951" y="45871"/>
                  <a:pt x="387016" y="42057"/>
                  <a:pt x="392090" y="39171"/>
                </a:cubicBezTo>
                <a:cubicBezTo>
                  <a:pt x="397163" y="36284"/>
                  <a:pt x="402939" y="34841"/>
                  <a:pt x="409419" y="34841"/>
                </a:cubicBezTo>
                <a:cubicBezTo>
                  <a:pt x="416631" y="34841"/>
                  <a:pt x="422545" y="36331"/>
                  <a:pt x="427160" y="39311"/>
                </a:cubicBezTo>
                <a:cubicBezTo>
                  <a:pt x="431775" y="42289"/>
                  <a:pt x="435030" y="46453"/>
                  <a:pt x="436925" y="51804"/>
                </a:cubicBezTo>
                <a:cubicBezTo>
                  <a:pt x="444627" y="40495"/>
                  <a:pt x="454651" y="34841"/>
                  <a:pt x="466999" y="34841"/>
                </a:cubicBezTo>
                <a:cubicBezTo>
                  <a:pt x="476656" y="34841"/>
                  <a:pt x="484083" y="37516"/>
                  <a:pt x="489279" y="42864"/>
                </a:cubicBezTo>
                <a:cubicBezTo>
                  <a:pt x="494474" y="48212"/>
                  <a:pt x="497072" y="56449"/>
                  <a:pt x="497072" y="67574"/>
                </a:cubicBezTo>
                <a:lnTo>
                  <a:pt x="497072" y="134414"/>
                </a:lnTo>
                <a:lnTo>
                  <a:pt x="480660" y="134414"/>
                </a:lnTo>
                <a:lnTo>
                  <a:pt x="480660" y="73009"/>
                </a:lnTo>
                <a:cubicBezTo>
                  <a:pt x="480660" y="66400"/>
                  <a:pt x="480125" y="61643"/>
                  <a:pt x="479055" y="58737"/>
                </a:cubicBezTo>
                <a:cubicBezTo>
                  <a:pt x="477986" y="55830"/>
                  <a:pt x="476045" y="53489"/>
                  <a:pt x="473233" y="51715"/>
                </a:cubicBezTo>
                <a:cubicBezTo>
                  <a:pt x="470422" y="49940"/>
                  <a:pt x="467121" y="49053"/>
                  <a:pt x="463331" y="49053"/>
                </a:cubicBezTo>
                <a:cubicBezTo>
                  <a:pt x="456485" y="49053"/>
                  <a:pt x="450800" y="51333"/>
                  <a:pt x="446277" y="55892"/>
                </a:cubicBezTo>
                <a:cubicBezTo>
                  <a:pt x="441754" y="60450"/>
                  <a:pt x="439492" y="67747"/>
                  <a:pt x="439492" y="77783"/>
                </a:cubicBezTo>
                <a:lnTo>
                  <a:pt x="439492" y="134414"/>
                </a:lnTo>
                <a:lnTo>
                  <a:pt x="422988" y="134414"/>
                </a:lnTo>
                <a:lnTo>
                  <a:pt x="422988" y="71081"/>
                </a:lnTo>
                <a:cubicBezTo>
                  <a:pt x="422988" y="63738"/>
                  <a:pt x="421644" y="58231"/>
                  <a:pt x="418954" y="54560"/>
                </a:cubicBezTo>
                <a:cubicBezTo>
                  <a:pt x="416265" y="50889"/>
                  <a:pt x="411864" y="49053"/>
                  <a:pt x="405751" y="49053"/>
                </a:cubicBezTo>
                <a:cubicBezTo>
                  <a:pt x="401106" y="49053"/>
                  <a:pt x="396812" y="50277"/>
                  <a:pt x="392869" y="52726"/>
                </a:cubicBezTo>
                <a:cubicBezTo>
                  <a:pt x="388926" y="55173"/>
                  <a:pt x="386069" y="58753"/>
                  <a:pt x="384296" y="63465"/>
                </a:cubicBezTo>
                <a:cubicBezTo>
                  <a:pt x="382524" y="68176"/>
                  <a:pt x="381637" y="74967"/>
                  <a:pt x="381637" y="83840"/>
                </a:cubicBezTo>
                <a:lnTo>
                  <a:pt x="381637" y="134414"/>
                </a:lnTo>
                <a:lnTo>
                  <a:pt x="365133" y="134414"/>
                </a:lnTo>
                <a:close/>
                <a:moveTo>
                  <a:pt x="588208" y="103057"/>
                </a:moveTo>
                <a:lnTo>
                  <a:pt x="605262" y="105166"/>
                </a:lnTo>
                <a:cubicBezTo>
                  <a:pt x="602573" y="115129"/>
                  <a:pt x="597591" y="122862"/>
                  <a:pt x="590317" y="128363"/>
                </a:cubicBezTo>
                <a:cubicBezTo>
                  <a:pt x="583043" y="133864"/>
                  <a:pt x="573752" y="136615"/>
                  <a:pt x="562444" y="136615"/>
                </a:cubicBezTo>
                <a:cubicBezTo>
                  <a:pt x="548202" y="136615"/>
                  <a:pt x="536909" y="132229"/>
                  <a:pt x="528565" y="123458"/>
                </a:cubicBezTo>
                <a:cubicBezTo>
                  <a:pt x="520222" y="114686"/>
                  <a:pt x="516050" y="102385"/>
                  <a:pt x="516050" y="86553"/>
                </a:cubicBezTo>
                <a:cubicBezTo>
                  <a:pt x="516050" y="70172"/>
                  <a:pt x="520268" y="57458"/>
                  <a:pt x="528703" y="48411"/>
                </a:cubicBezTo>
                <a:cubicBezTo>
                  <a:pt x="537138" y="39365"/>
                  <a:pt x="548080" y="34841"/>
                  <a:pt x="561527" y="34841"/>
                </a:cubicBezTo>
                <a:cubicBezTo>
                  <a:pt x="574547" y="34841"/>
                  <a:pt x="585183" y="39266"/>
                  <a:pt x="593434" y="48116"/>
                </a:cubicBezTo>
                <a:cubicBezTo>
                  <a:pt x="601686" y="56964"/>
                  <a:pt x="605812" y="69412"/>
                  <a:pt x="605812" y="85462"/>
                </a:cubicBezTo>
                <a:cubicBezTo>
                  <a:pt x="605812" y="86438"/>
                  <a:pt x="605782" y="87902"/>
                  <a:pt x="605721" y="89854"/>
                </a:cubicBezTo>
                <a:lnTo>
                  <a:pt x="533104" y="89854"/>
                </a:lnTo>
                <a:cubicBezTo>
                  <a:pt x="533715" y="100520"/>
                  <a:pt x="536741" y="108688"/>
                  <a:pt x="542181" y="114358"/>
                </a:cubicBezTo>
                <a:cubicBezTo>
                  <a:pt x="547621" y="120027"/>
                  <a:pt x="554406" y="122862"/>
                  <a:pt x="562536" y="122862"/>
                </a:cubicBezTo>
                <a:cubicBezTo>
                  <a:pt x="568587" y="122862"/>
                  <a:pt x="573752" y="121288"/>
                  <a:pt x="578031" y="118140"/>
                </a:cubicBezTo>
                <a:cubicBezTo>
                  <a:pt x="582310" y="114990"/>
                  <a:pt x="585702" y="109962"/>
                  <a:pt x="588208" y="103057"/>
                </a:cubicBezTo>
                <a:moveTo>
                  <a:pt x="534021" y="76101"/>
                </a:moveTo>
                <a:lnTo>
                  <a:pt x="588392" y="76101"/>
                </a:lnTo>
                <a:cubicBezTo>
                  <a:pt x="587658" y="68044"/>
                  <a:pt x="585580" y="62001"/>
                  <a:pt x="582157" y="57972"/>
                </a:cubicBezTo>
                <a:cubicBezTo>
                  <a:pt x="576900" y="51720"/>
                  <a:pt x="570085" y="48595"/>
                  <a:pt x="561710" y="48595"/>
                </a:cubicBezTo>
                <a:cubicBezTo>
                  <a:pt x="554131" y="48595"/>
                  <a:pt x="547759" y="51090"/>
                  <a:pt x="542594" y="56081"/>
                </a:cubicBezTo>
                <a:cubicBezTo>
                  <a:pt x="537428" y="61071"/>
                  <a:pt x="534571" y="67744"/>
                  <a:pt x="534021" y="76101"/>
                </a:cubicBezTo>
                <a:close/>
                <a:moveTo>
                  <a:pt x="689128" y="134414"/>
                </a:moveTo>
                <a:lnTo>
                  <a:pt x="689128" y="122128"/>
                </a:lnTo>
                <a:cubicBezTo>
                  <a:pt x="682954" y="131786"/>
                  <a:pt x="673877" y="136615"/>
                  <a:pt x="661896" y="136615"/>
                </a:cubicBezTo>
                <a:cubicBezTo>
                  <a:pt x="654134" y="136615"/>
                  <a:pt x="646997" y="134475"/>
                  <a:pt x="640487" y="130197"/>
                </a:cubicBezTo>
                <a:cubicBezTo>
                  <a:pt x="633978" y="125918"/>
                  <a:pt x="628935" y="119943"/>
                  <a:pt x="625359" y="112272"/>
                </a:cubicBezTo>
                <a:cubicBezTo>
                  <a:pt x="621783" y="104600"/>
                  <a:pt x="619995" y="95783"/>
                  <a:pt x="619995" y="85820"/>
                </a:cubicBezTo>
                <a:cubicBezTo>
                  <a:pt x="619995" y="76101"/>
                  <a:pt x="621615" y="67284"/>
                  <a:pt x="624855" y="59368"/>
                </a:cubicBezTo>
                <a:cubicBezTo>
                  <a:pt x="628094" y="51452"/>
                  <a:pt x="632954" y="45385"/>
                  <a:pt x="639433" y="41168"/>
                </a:cubicBezTo>
                <a:cubicBezTo>
                  <a:pt x="645912" y="36950"/>
                  <a:pt x="653156" y="34841"/>
                  <a:pt x="661163" y="34841"/>
                </a:cubicBezTo>
                <a:cubicBezTo>
                  <a:pt x="667031" y="34841"/>
                  <a:pt x="672257" y="36079"/>
                  <a:pt x="676842" y="38555"/>
                </a:cubicBezTo>
                <a:cubicBezTo>
                  <a:pt x="681426" y="41030"/>
                  <a:pt x="685155" y="44255"/>
                  <a:pt x="688027" y="48228"/>
                </a:cubicBezTo>
                <a:lnTo>
                  <a:pt x="688027" y="0"/>
                </a:lnTo>
                <a:lnTo>
                  <a:pt x="704440" y="0"/>
                </a:lnTo>
                <a:lnTo>
                  <a:pt x="704440" y="134414"/>
                </a:lnTo>
                <a:lnTo>
                  <a:pt x="689128" y="134414"/>
                </a:lnTo>
                <a:moveTo>
                  <a:pt x="636957" y="85774"/>
                </a:moveTo>
                <a:cubicBezTo>
                  <a:pt x="636957" y="98198"/>
                  <a:pt x="639586" y="107485"/>
                  <a:pt x="644843" y="113636"/>
                </a:cubicBezTo>
                <a:cubicBezTo>
                  <a:pt x="650099" y="119786"/>
                  <a:pt x="656303" y="122862"/>
                  <a:pt x="663455" y="122862"/>
                </a:cubicBezTo>
                <a:cubicBezTo>
                  <a:pt x="670668" y="122862"/>
                  <a:pt x="676796" y="119924"/>
                  <a:pt x="681839" y="114048"/>
                </a:cubicBezTo>
                <a:cubicBezTo>
                  <a:pt x="686881" y="108171"/>
                  <a:pt x="689403" y="99202"/>
                  <a:pt x="689403" y="87143"/>
                </a:cubicBezTo>
                <a:cubicBezTo>
                  <a:pt x="689403" y="73868"/>
                  <a:pt x="686836" y="64124"/>
                  <a:pt x="681701" y="57912"/>
                </a:cubicBezTo>
                <a:cubicBezTo>
                  <a:pt x="676566" y="51700"/>
                  <a:pt x="670240" y="48595"/>
                  <a:pt x="662722" y="48595"/>
                </a:cubicBezTo>
                <a:cubicBezTo>
                  <a:pt x="655387" y="48595"/>
                  <a:pt x="649259" y="51579"/>
                  <a:pt x="644338" y="57548"/>
                </a:cubicBezTo>
                <a:cubicBezTo>
                  <a:pt x="639418" y="63516"/>
                  <a:pt x="636957" y="72924"/>
                  <a:pt x="636957" y="85774"/>
                </a:cubicBezTo>
                <a:close/>
                <a:moveTo>
                  <a:pt x="730450" y="19071"/>
                </a:moveTo>
                <a:lnTo>
                  <a:pt x="730450" y="0"/>
                </a:lnTo>
                <a:lnTo>
                  <a:pt x="746954" y="0"/>
                </a:lnTo>
                <a:lnTo>
                  <a:pt x="746954" y="19071"/>
                </a:lnTo>
                <a:lnTo>
                  <a:pt x="730450" y="19071"/>
                </a:lnTo>
                <a:moveTo>
                  <a:pt x="730450" y="134414"/>
                </a:moveTo>
                <a:lnTo>
                  <a:pt x="730450" y="37042"/>
                </a:lnTo>
                <a:lnTo>
                  <a:pt x="746954" y="37042"/>
                </a:lnTo>
                <a:lnTo>
                  <a:pt x="746954" y="134414"/>
                </a:lnTo>
                <a:lnTo>
                  <a:pt x="730450" y="134414"/>
                </a:lnTo>
                <a:close/>
                <a:moveTo>
                  <a:pt x="835584" y="122392"/>
                </a:moveTo>
                <a:cubicBezTo>
                  <a:pt x="829472" y="127591"/>
                  <a:pt x="823589" y="131262"/>
                  <a:pt x="817935" y="133403"/>
                </a:cubicBezTo>
                <a:cubicBezTo>
                  <a:pt x="812280" y="135544"/>
                  <a:pt x="806214" y="136615"/>
                  <a:pt x="799735" y="136615"/>
                </a:cubicBezTo>
                <a:cubicBezTo>
                  <a:pt x="789038" y="136615"/>
                  <a:pt x="780816" y="134000"/>
                  <a:pt x="775071" y="128770"/>
                </a:cubicBezTo>
                <a:cubicBezTo>
                  <a:pt x="769325" y="123540"/>
                  <a:pt x="766452" y="116857"/>
                  <a:pt x="766452" y="108722"/>
                </a:cubicBezTo>
                <a:cubicBezTo>
                  <a:pt x="766452" y="103952"/>
                  <a:pt x="767537" y="99595"/>
                  <a:pt x="769707" y="95650"/>
                </a:cubicBezTo>
                <a:cubicBezTo>
                  <a:pt x="771877" y="91704"/>
                  <a:pt x="774719" y="88538"/>
                  <a:pt x="778234" y="86152"/>
                </a:cubicBezTo>
                <a:cubicBezTo>
                  <a:pt x="781748" y="83766"/>
                  <a:pt x="785706" y="81962"/>
                  <a:pt x="790107" y="80740"/>
                </a:cubicBezTo>
                <a:cubicBezTo>
                  <a:pt x="793347" y="79882"/>
                  <a:pt x="798237" y="79056"/>
                  <a:pt x="804777" y="78261"/>
                </a:cubicBezTo>
                <a:cubicBezTo>
                  <a:pt x="818103" y="76683"/>
                  <a:pt x="827913" y="74802"/>
                  <a:pt x="834209" y="72617"/>
                </a:cubicBezTo>
                <a:cubicBezTo>
                  <a:pt x="834270" y="70365"/>
                  <a:pt x="834301" y="68934"/>
                  <a:pt x="834301" y="68325"/>
                </a:cubicBezTo>
                <a:cubicBezTo>
                  <a:pt x="834301" y="61626"/>
                  <a:pt x="832742" y="56907"/>
                  <a:pt x="829625" y="54167"/>
                </a:cubicBezTo>
                <a:cubicBezTo>
                  <a:pt x="825407" y="50452"/>
                  <a:pt x="819142" y="48595"/>
                  <a:pt x="810829" y="48595"/>
                </a:cubicBezTo>
                <a:cubicBezTo>
                  <a:pt x="803066" y="48595"/>
                  <a:pt x="797335" y="49955"/>
                  <a:pt x="793637" y="52675"/>
                </a:cubicBezTo>
                <a:cubicBezTo>
                  <a:pt x="789939" y="55395"/>
                  <a:pt x="787204" y="60208"/>
                  <a:pt x="785431" y="67115"/>
                </a:cubicBezTo>
                <a:lnTo>
                  <a:pt x="769294" y="64915"/>
                </a:lnTo>
                <a:cubicBezTo>
                  <a:pt x="770761" y="57987"/>
                  <a:pt x="773176" y="52392"/>
                  <a:pt x="776538" y="48130"/>
                </a:cubicBezTo>
                <a:cubicBezTo>
                  <a:pt x="779899" y="43869"/>
                  <a:pt x="784759" y="40589"/>
                  <a:pt x="791116" y="38291"/>
                </a:cubicBezTo>
                <a:cubicBezTo>
                  <a:pt x="797473" y="35991"/>
                  <a:pt x="804838" y="34841"/>
                  <a:pt x="813213" y="34841"/>
                </a:cubicBezTo>
                <a:cubicBezTo>
                  <a:pt x="821526" y="34841"/>
                  <a:pt x="828280" y="35819"/>
                  <a:pt x="833476" y="37775"/>
                </a:cubicBezTo>
                <a:cubicBezTo>
                  <a:pt x="838671" y="39731"/>
                  <a:pt x="842492" y="42192"/>
                  <a:pt x="844937" y="45156"/>
                </a:cubicBezTo>
                <a:cubicBezTo>
                  <a:pt x="847382" y="48121"/>
                  <a:pt x="849093" y="51865"/>
                  <a:pt x="850071" y="56388"/>
                </a:cubicBezTo>
                <a:cubicBezTo>
                  <a:pt x="850621" y="59200"/>
                  <a:pt x="850896" y="64273"/>
                  <a:pt x="850896" y="71608"/>
                </a:cubicBezTo>
                <a:lnTo>
                  <a:pt x="850896" y="93613"/>
                </a:lnTo>
                <a:cubicBezTo>
                  <a:pt x="850896" y="108956"/>
                  <a:pt x="851248" y="118659"/>
                  <a:pt x="851951" y="122724"/>
                </a:cubicBezTo>
                <a:cubicBezTo>
                  <a:pt x="852654" y="126789"/>
                  <a:pt x="854044" y="130686"/>
                  <a:pt x="856123" y="134414"/>
                </a:cubicBezTo>
                <a:lnTo>
                  <a:pt x="838885" y="134414"/>
                </a:lnTo>
                <a:cubicBezTo>
                  <a:pt x="837174" y="130987"/>
                  <a:pt x="836073" y="126980"/>
                  <a:pt x="835584" y="122392"/>
                </a:cubicBezTo>
                <a:moveTo>
                  <a:pt x="834209" y="85453"/>
                </a:moveTo>
                <a:cubicBezTo>
                  <a:pt x="828219" y="87919"/>
                  <a:pt x="819233" y="90014"/>
                  <a:pt x="807253" y="91739"/>
                </a:cubicBezTo>
                <a:cubicBezTo>
                  <a:pt x="800468" y="92721"/>
                  <a:pt x="795670" y="93826"/>
                  <a:pt x="792858" y="95054"/>
                </a:cubicBezTo>
                <a:cubicBezTo>
                  <a:pt x="790046" y="96281"/>
                  <a:pt x="787876" y="98076"/>
                  <a:pt x="786348" y="100441"/>
                </a:cubicBezTo>
                <a:cubicBezTo>
                  <a:pt x="784820" y="102804"/>
                  <a:pt x="784056" y="105428"/>
                  <a:pt x="784056" y="108312"/>
                </a:cubicBezTo>
                <a:cubicBezTo>
                  <a:pt x="784056" y="112730"/>
                  <a:pt x="785722" y="116413"/>
                  <a:pt x="789053" y="119360"/>
                </a:cubicBezTo>
                <a:cubicBezTo>
                  <a:pt x="792384" y="122306"/>
                  <a:pt x="797259" y="123778"/>
                  <a:pt x="803677" y="123778"/>
                </a:cubicBezTo>
                <a:cubicBezTo>
                  <a:pt x="810034" y="123778"/>
                  <a:pt x="815688" y="122381"/>
                  <a:pt x="820639" y="119587"/>
                </a:cubicBezTo>
                <a:cubicBezTo>
                  <a:pt x="825590" y="116792"/>
                  <a:pt x="829227" y="112969"/>
                  <a:pt x="831550" y="108117"/>
                </a:cubicBezTo>
                <a:cubicBezTo>
                  <a:pt x="833323" y="104369"/>
                  <a:pt x="834209" y="98841"/>
                  <a:pt x="834209" y="91533"/>
                </a:cubicBezTo>
                <a:lnTo>
                  <a:pt x="834209" y="85453"/>
                </a:lnTo>
                <a:close/>
                <a:moveTo>
                  <a:pt x="912482" y="119836"/>
                </a:moveTo>
                <a:lnTo>
                  <a:pt x="914866" y="134414"/>
                </a:lnTo>
                <a:cubicBezTo>
                  <a:pt x="910220" y="135270"/>
                  <a:pt x="906064" y="135698"/>
                  <a:pt x="902396" y="135698"/>
                </a:cubicBezTo>
                <a:cubicBezTo>
                  <a:pt x="896406" y="135698"/>
                  <a:pt x="891760" y="134750"/>
                  <a:pt x="888460" y="132856"/>
                </a:cubicBezTo>
                <a:cubicBezTo>
                  <a:pt x="885159" y="130961"/>
                  <a:pt x="882836" y="128470"/>
                  <a:pt x="881491" y="125383"/>
                </a:cubicBezTo>
                <a:cubicBezTo>
                  <a:pt x="880147" y="122296"/>
                  <a:pt x="879474" y="115802"/>
                  <a:pt x="879474" y="105899"/>
                </a:cubicBezTo>
                <a:lnTo>
                  <a:pt x="879474" y="49878"/>
                </a:lnTo>
                <a:lnTo>
                  <a:pt x="867371" y="49878"/>
                </a:lnTo>
                <a:lnTo>
                  <a:pt x="867371" y="37042"/>
                </a:lnTo>
                <a:lnTo>
                  <a:pt x="879474" y="37042"/>
                </a:lnTo>
                <a:lnTo>
                  <a:pt x="879474" y="12862"/>
                </a:lnTo>
                <a:lnTo>
                  <a:pt x="895886" y="2934"/>
                </a:lnTo>
                <a:lnTo>
                  <a:pt x="895886" y="37042"/>
                </a:lnTo>
                <a:lnTo>
                  <a:pt x="912482" y="37042"/>
                </a:lnTo>
                <a:lnTo>
                  <a:pt x="912482" y="49878"/>
                </a:lnTo>
                <a:lnTo>
                  <a:pt x="895886" y="49878"/>
                </a:lnTo>
                <a:lnTo>
                  <a:pt x="895886" y="106816"/>
                </a:lnTo>
                <a:cubicBezTo>
                  <a:pt x="895886" y="111523"/>
                  <a:pt x="896177" y="114549"/>
                  <a:pt x="896757" y="115893"/>
                </a:cubicBezTo>
                <a:cubicBezTo>
                  <a:pt x="897338" y="117238"/>
                  <a:pt x="898285" y="118308"/>
                  <a:pt x="899600" y="119102"/>
                </a:cubicBezTo>
                <a:cubicBezTo>
                  <a:pt x="900914" y="119897"/>
                  <a:pt x="902793" y="120294"/>
                  <a:pt x="905238" y="120294"/>
                </a:cubicBezTo>
                <a:cubicBezTo>
                  <a:pt x="907072" y="120294"/>
                  <a:pt x="909487" y="120142"/>
                  <a:pt x="912482" y="119836"/>
                </a:cubicBezTo>
                <a:close/>
                <a:moveTo>
                  <a:pt x="995307" y="103057"/>
                </a:moveTo>
                <a:lnTo>
                  <a:pt x="1012361" y="105166"/>
                </a:lnTo>
                <a:cubicBezTo>
                  <a:pt x="1009672" y="115129"/>
                  <a:pt x="1004690" y="122862"/>
                  <a:pt x="997416" y="128363"/>
                </a:cubicBezTo>
                <a:cubicBezTo>
                  <a:pt x="990142" y="133864"/>
                  <a:pt x="980851" y="136615"/>
                  <a:pt x="969543" y="136615"/>
                </a:cubicBezTo>
                <a:cubicBezTo>
                  <a:pt x="955301" y="136615"/>
                  <a:pt x="944008" y="132229"/>
                  <a:pt x="935665" y="123458"/>
                </a:cubicBezTo>
                <a:cubicBezTo>
                  <a:pt x="927321" y="114686"/>
                  <a:pt x="923149" y="102385"/>
                  <a:pt x="923149" y="86553"/>
                </a:cubicBezTo>
                <a:cubicBezTo>
                  <a:pt x="923149" y="70172"/>
                  <a:pt x="927367" y="57458"/>
                  <a:pt x="935802" y="48411"/>
                </a:cubicBezTo>
                <a:cubicBezTo>
                  <a:pt x="944237" y="39365"/>
                  <a:pt x="955179" y="34841"/>
                  <a:pt x="968626" y="34841"/>
                </a:cubicBezTo>
                <a:cubicBezTo>
                  <a:pt x="981646" y="34841"/>
                  <a:pt x="992282" y="39266"/>
                  <a:pt x="1000534" y="48116"/>
                </a:cubicBezTo>
                <a:cubicBezTo>
                  <a:pt x="1008786" y="56964"/>
                  <a:pt x="1012911" y="69412"/>
                  <a:pt x="1012911" y="85462"/>
                </a:cubicBezTo>
                <a:cubicBezTo>
                  <a:pt x="1012911" y="86438"/>
                  <a:pt x="1012881" y="87902"/>
                  <a:pt x="1012820" y="89854"/>
                </a:cubicBezTo>
                <a:lnTo>
                  <a:pt x="940203" y="89854"/>
                </a:lnTo>
                <a:cubicBezTo>
                  <a:pt x="940814" y="100520"/>
                  <a:pt x="943840" y="108688"/>
                  <a:pt x="949280" y="114358"/>
                </a:cubicBezTo>
                <a:cubicBezTo>
                  <a:pt x="954720" y="120027"/>
                  <a:pt x="961505" y="122862"/>
                  <a:pt x="969635" y="122862"/>
                </a:cubicBezTo>
                <a:cubicBezTo>
                  <a:pt x="975686" y="122862"/>
                  <a:pt x="980851" y="121288"/>
                  <a:pt x="985130" y="118140"/>
                </a:cubicBezTo>
                <a:cubicBezTo>
                  <a:pt x="989409" y="114990"/>
                  <a:pt x="992801" y="109962"/>
                  <a:pt x="995307" y="103057"/>
                </a:cubicBezTo>
                <a:moveTo>
                  <a:pt x="941120" y="76101"/>
                </a:moveTo>
                <a:lnTo>
                  <a:pt x="995491" y="76101"/>
                </a:lnTo>
                <a:cubicBezTo>
                  <a:pt x="994757" y="68044"/>
                  <a:pt x="992679" y="62001"/>
                  <a:pt x="989256" y="57972"/>
                </a:cubicBezTo>
                <a:cubicBezTo>
                  <a:pt x="983999" y="51720"/>
                  <a:pt x="977184" y="48595"/>
                  <a:pt x="968810" y="48595"/>
                </a:cubicBezTo>
                <a:cubicBezTo>
                  <a:pt x="961230" y="48595"/>
                  <a:pt x="954858" y="51090"/>
                  <a:pt x="949693" y="56081"/>
                </a:cubicBezTo>
                <a:cubicBezTo>
                  <a:pt x="944528" y="61071"/>
                  <a:pt x="941670" y="67744"/>
                  <a:pt x="941120" y="76101"/>
                </a:cubicBezTo>
                <a:close/>
                <a:moveTo>
                  <a:pt x="1148796" y="122392"/>
                </a:moveTo>
                <a:cubicBezTo>
                  <a:pt x="1142684" y="127591"/>
                  <a:pt x="1136800" y="131262"/>
                  <a:pt x="1131146" y="133403"/>
                </a:cubicBezTo>
                <a:cubicBezTo>
                  <a:pt x="1125492" y="135544"/>
                  <a:pt x="1119426" y="136615"/>
                  <a:pt x="1112946" y="136615"/>
                </a:cubicBezTo>
                <a:cubicBezTo>
                  <a:pt x="1102249" y="136615"/>
                  <a:pt x="1094028" y="134000"/>
                  <a:pt x="1088282" y="128770"/>
                </a:cubicBezTo>
                <a:cubicBezTo>
                  <a:pt x="1082536" y="123540"/>
                  <a:pt x="1079664" y="116857"/>
                  <a:pt x="1079664" y="108722"/>
                </a:cubicBezTo>
                <a:cubicBezTo>
                  <a:pt x="1079664" y="103952"/>
                  <a:pt x="1080749" y="99595"/>
                  <a:pt x="1082918" y="95650"/>
                </a:cubicBezTo>
                <a:cubicBezTo>
                  <a:pt x="1085088" y="91704"/>
                  <a:pt x="1087931" y="88538"/>
                  <a:pt x="1091445" y="86152"/>
                </a:cubicBezTo>
                <a:cubicBezTo>
                  <a:pt x="1094960" y="83766"/>
                  <a:pt x="1098918" y="81962"/>
                  <a:pt x="1103319" y="80740"/>
                </a:cubicBezTo>
                <a:cubicBezTo>
                  <a:pt x="1106559" y="79882"/>
                  <a:pt x="1111449" y="79056"/>
                  <a:pt x="1117989" y="78261"/>
                </a:cubicBezTo>
                <a:cubicBezTo>
                  <a:pt x="1131314" y="76683"/>
                  <a:pt x="1141125" y="74802"/>
                  <a:pt x="1147421" y="72617"/>
                </a:cubicBezTo>
                <a:cubicBezTo>
                  <a:pt x="1147482" y="70365"/>
                  <a:pt x="1147513" y="68934"/>
                  <a:pt x="1147513" y="68325"/>
                </a:cubicBezTo>
                <a:cubicBezTo>
                  <a:pt x="1147513" y="61626"/>
                  <a:pt x="1145954" y="56907"/>
                  <a:pt x="1142836" y="54167"/>
                </a:cubicBezTo>
                <a:cubicBezTo>
                  <a:pt x="1138619" y="50452"/>
                  <a:pt x="1132353" y="48595"/>
                  <a:pt x="1124040" y="48595"/>
                </a:cubicBezTo>
                <a:cubicBezTo>
                  <a:pt x="1116278" y="48595"/>
                  <a:pt x="1110547" y="49955"/>
                  <a:pt x="1106849" y="52675"/>
                </a:cubicBezTo>
                <a:cubicBezTo>
                  <a:pt x="1103151" y="55395"/>
                  <a:pt x="1100416" y="60208"/>
                  <a:pt x="1098643" y="67115"/>
                </a:cubicBezTo>
                <a:lnTo>
                  <a:pt x="1082506" y="64915"/>
                </a:lnTo>
                <a:cubicBezTo>
                  <a:pt x="1083973" y="57987"/>
                  <a:pt x="1086387" y="52392"/>
                  <a:pt x="1089749" y="48130"/>
                </a:cubicBezTo>
                <a:cubicBezTo>
                  <a:pt x="1093111" y="43869"/>
                  <a:pt x="1097971" y="40589"/>
                  <a:pt x="1104328" y="38291"/>
                </a:cubicBezTo>
                <a:cubicBezTo>
                  <a:pt x="1110685" y="35991"/>
                  <a:pt x="1118050" y="34841"/>
                  <a:pt x="1126424" y="34841"/>
                </a:cubicBezTo>
                <a:cubicBezTo>
                  <a:pt x="1134737" y="34841"/>
                  <a:pt x="1141492" y="35819"/>
                  <a:pt x="1146687" y="37775"/>
                </a:cubicBezTo>
                <a:cubicBezTo>
                  <a:pt x="1151883" y="39731"/>
                  <a:pt x="1155703" y="42192"/>
                  <a:pt x="1158148" y="45156"/>
                </a:cubicBezTo>
                <a:cubicBezTo>
                  <a:pt x="1160593" y="48121"/>
                  <a:pt x="1162305" y="51865"/>
                  <a:pt x="1163283" y="56388"/>
                </a:cubicBezTo>
                <a:cubicBezTo>
                  <a:pt x="1163833" y="59200"/>
                  <a:pt x="1164108" y="64273"/>
                  <a:pt x="1164108" y="71608"/>
                </a:cubicBezTo>
                <a:lnTo>
                  <a:pt x="1164108" y="93613"/>
                </a:lnTo>
                <a:cubicBezTo>
                  <a:pt x="1164108" y="108956"/>
                  <a:pt x="1164459" y="118659"/>
                  <a:pt x="1165162" y="122724"/>
                </a:cubicBezTo>
                <a:cubicBezTo>
                  <a:pt x="1165865" y="126789"/>
                  <a:pt x="1167256" y="130686"/>
                  <a:pt x="1169334" y="134414"/>
                </a:cubicBezTo>
                <a:lnTo>
                  <a:pt x="1152097" y="134414"/>
                </a:lnTo>
                <a:cubicBezTo>
                  <a:pt x="1150385" y="130987"/>
                  <a:pt x="1149285" y="126980"/>
                  <a:pt x="1148796" y="122392"/>
                </a:cubicBezTo>
                <a:moveTo>
                  <a:pt x="1147421" y="85453"/>
                </a:moveTo>
                <a:cubicBezTo>
                  <a:pt x="1141431" y="87919"/>
                  <a:pt x="1132445" y="90014"/>
                  <a:pt x="1120465" y="91739"/>
                </a:cubicBezTo>
                <a:cubicBezTo>
                  <a:pt x="1113680" y="92721"/>
                  <a:pt x="1108881" y="93826"/>
                  <a:pt x="1106070" y="95054"/>
                </a:cubicBezTo>
                <a:cubicBezTo>
                  <a:pt x="1103258" y="96281"/>
                  <a:pt x="1101088" y="98076"/>
                  <a:pt x="1099560" y="100441"/>
                </a:cubicBezTo>
                <a:cubicBezTo>
                  <a:pt x="1098032" y="102804"/>
                  <a:pt x="1097268" y="105428"/>
                  <a:pt x="1097268" y="108312"/>
                </a:cubicBezTo>
                <a:cubicBezTo>
                  <a:pt x="1097268" y="112730"/>
                  <a:pt x="1098933" y="116413"/>
                  <a:pt x="1102265" y="119360"/>
                </a:cubicBezTo>
                <a:cubicBezTo>
                  <a:pt x="1105596" y="122306"/>
                  <a:pt x="1110471" y="123778"/>
                  <a:pt x="1116889" y="123778"/>
                </a:cubicBezTo>
                <a:cubicBezTo>
                  <a:pt x="1123246" y="123778"/>
                  <a:pt x="1128900" y="122381"/>
                  <a:pt x="1133851" y="119587"/>
                </a:cubicBezTo>
                <a:cubicBezTo>
                  <a:pt x="1138802" y="116792"/>
                  <a:pt x="1142439" y="112969"/>
                  <a:pt x="1144762" y="108117"/>
                </a:cubicBezTo>
                <a:cubicBezTo>
                  <a:pt x="1146535" y="104369"/>
                  <a:pt x="1147421" y="98841"/>
                  <a:pt x="1147421" y="91533"/>
                </a:cubicBezTo>
                <a:lnTo>
                  <a:pt x="1147421" y="85453"/>
                </a:lnTo>
                <a:close/>
                <a:moveTo>
                  <a:pt x="1253200" y="98656"/>
                </a:moveTo>
                <a:lnTo>
                  <a:pt x="1269429" y="100765"/>
                </a:lnTo>
                <a:cubicBezTo>
                  <a:pt x="1267656" y="111979"/>
                  <a:pt x="1263117" y="120759"/>
                  <a:pt x="1255813" y="127102"/>
                </a:cubicBezTo>
                <a:cubicBezTo>
                  <a:pt x="1248508" y="133444"/>
                  <a:pt x="1239538" y="136615"/>
                  <a:pt x="1228903" y="136615"/>
                </a:cubicBezTo>
                <a:cubicBezTo>
                  <a:pt x="1215577" y="136615"/>
                  <a:pt x="1204865" y="132260"/>
                  <a:pt x="1196766" y="123549"/>
                </a:cubicBezTo>
                <a:cubicBezTo>
                  <a:pt x="1188667" y="114839"/>
                  <a:pt x="1184617" y="102354"/>
                  <a:pt x="1184617" y="86095"/>
                </a:cubicBezTo>
                <a:cubicBezTo>
                  <a:pt x="1184617" y="75581"/>
                  <a:pt x="1186359" y="66382"/>
                  <a:pt x="1189844" y="58497"/>
                </a:cubicBezTo>
                <a:cubicBezTo>
                  <a:pt x="1193328" y="50612"/>
                  <a:pt x="1198630" y="44698"/>
                  <a:pt x="1205751" y="40755"/>
                </a:cubicBezTo>
                <a:cubicBezTo>
                  <a:pt x="1212872" y="36813"/>
                  <a:pt x="1220620" y="34841"/>
                  <a:pt x="1228994" y="34841"/>
                </a:cubicBezTo>
                <a:cubicBezTo>
                  <a:pt x="1239569" y="34841"/>
                  <a:pt x="1248218" y="37524"/>
                  <a:pt x="1254942" y="42890"/>
                </a:cubicBezTo>
                <a:cubicBezTo>
                  <a:pt x="1261666" y="48254"/>
                  <a:pt x="1265975" y="55870"/>
                  <a:pt x="1267870" y="65740"/>
                </a:cubicBezTo>
                <a:lnTo>
                  <a:pt x="1251824" y="68216"/>
                </a:lnTo>
                <a:cubicBezTo>
                  <a:pt x="1250296" y="61706"/>
                  <a:pt x="1247592" y="56808"/>
                  <a:pt x="1243710" y="53523"/>
                </a:cubicBezTo>
                <a:cubicBezTo>
                  <a:pt x="1239829" y="50237"/>
                  <a:pt x="1235137" y="48595"/>
                  <a:pt x="1229636" y="48595"/>
                </a:cubicBezTo>
                <a:cubicBezTo>
                  <a:pt x="1221323" y="48595"/>
                  <a:pt x="1214569" y="51560"/>
                  <a:pt x="1209373" y="57491"/>
                </a:cubicBezTo>
                <a:cubicBezTo>
                  <a:pt x="1204177" y="63420"/>
                  <a:pt x="1201580" y="72802"/>
                  <a:pt x="1201580" y="85636"/>
                </a:cubicBezTo>
                <a:cubicBezTo>
                  <a:pt x="1201580" y="98654"/>
                  <a:pt x="1204086" y="108113"/>
                  <a:pt x="1209098" y="114014"/>
                </a:cubicBezTo>
                <a:cubicBezTo>
                  <a:pt x="1214110" y="119912"/>
                  <a:pt x="1220651" y="122862"/>
                  <a:pt x="1228719" y="122862"/>
                </a:cubicBezTo>
                <a:cubicBezTo>
                  <a:pt x="1235198" y="122862"/>
                  <a:pt x="1240608" y="120883"/>
                  <a:pt x="1244948" y="116925"/>
                </a:cubicBezTo>
                <a:cubicBezTo>
                  <a:pt x="1249288" y="112967"/>
                  <a:pt x="1252038" y="106877"/>
                  <a:pt x="1253200" y="98656"/>
                </a:cubicBezTo>
                <a:close/>
                <a:moveTo>
                  <a:pt x="1319581" y="119836"/>
                </a:moveTo>
                <a:lnTo>
                  <a:pt x="1321965" y="134414"/>
                </a:lnTo>
                <a:cubicBezTo>
                  <a:pt x="1317320" y="135270"/>
                  <a:pt x="1313163" y="135698"/>
                  <a:pt x="1309496" y="135698"/>
                </a:cubicBezTo>
                <a:cubicBezTo>
                  <a:pt x="1303506" y="135698"/>
                  <a:pt x="1298860" y="134750"/>
                  <a:pt x="1295559" y="132856"/>
                </a:cubicBezTo>
                <a:cubicBezTo>
                  <a:pt x="1292259" y="130961"/>
                  <a:pt x="1289936" y="128470"/>
                  <a:pt x="1288591" y="125383"/>
                </a:cubicBezTo>
                <a:cubicBezTo>
                  <a:pt x="1287246" y="122296"/>
                  <a:pt x="1286574" y="115802"/>
                  <a:pt x="1286574" y="105899"/>
                </a:cubicBezTo>
                <a:lnTo>
                  <a:pt x="1286574" y="49878"/>
                </a:lnTo>
                <a:lnTo>
                  <a:pt x="1274471" y="49878"/>
                </a:lnTo>
                <a:lnTo>
                  <a:pt x="1274471" y="37042"/>
                </a:lnTo>
                <a:lnTo>
                  <a:pt x="1286574" y="37042"/>
                </a:lnTo>
                <a:lnTo>
                  <a:pt x="1286574" y="12862"/>
                </a:lnTo>
                <a:lnTo>
                  <a:pt x="1302986" y="2934"/>
                </a:lnTo>
                <a:lnTo>
                  <a:pt x="1302986" y="37042"/>
                </a:lnTo>
                <a:lnTo>
                  <a:pt x="1319581" y="37042"/>
                </a:lnTo>
                <a:lnTo>
                  <a:pt x="1319581" y="49878"/>
                </a:lnTo>
                <a:lnTo>
                  <a:pt x="1302986" y="49878"/>
                </a:lnTo>
                <a:lnTo>
                  <a:pt x="1302986" y="106816"/>
                </a:lnTo>
                <a:cubicBezTo>
                  <a:pt x="1302986" y="111523"/>
                  <a:pt x="1303276" y="114549"/>
                  <a:pt x="1303857" y="115893"/>
                </a:cubicBezTo>
                <a:cubicBezTo>
                  <a:pt x="1304438" y="117238"/>
                  <a:pt x="1305385" y="118308"/>
                  <a:pt x="1306699" y="119102"/>
                </a:cubicBezTo>
                <a:cubicBezTo>
                  <a:pt x="1308014" y="119897"/>
                  <a:pt x="1309893" y="120294"/>
                  <a:pt x="1312338" y="120294"/>
                </a:cubicBezTo>
                <a:cubicBezTo>
                  <a:pt x="1314172" y="120294"/>
                  <a:pt x="1316586" y="120142"/>
                  <a:pt x="1319581" y="119836"/>
                </a:cubicBezTo>
                <a:close/>
                <a:moveTo>
                  <a:pt x="1335842" y="19071"/>
                </a:moveTo>
                <a:lnTo>
                  <a:pt x="1335842" y="0"/>
                </a:lnTo>
                <a:lnTo>
                  <a:pt x="1352346" y="0"/>
                </a:lnTo>
                <a:lnTo>
                  <a:pt x="1352346" y="19071"/>
                </a:lnTo>
                <a:lnTo>
                  <a:pt x="1335842" y="19071"/>
                </a:lnTo>
                <a:moveTo>
                  <a:pt x="1335842" y="134414"/>
                </a:moveTo>
                <a:lnTo>
                  <a:pt x="1335842" y="37042"/>
                </a:lnTo>
                <a:lnTo>
                  <a:pt x="1352346" y="37042"/>
                </a:lnTo>
                <a:lnTo>
                  <a:pt x="1352346" y="134414"/>
                </a:lnTo>
                <a:lnTo>
                  <a:pt x="1335842" y="134414"/>
                </a:lnTo>
                <a:close/>
                <a:moveTo>
                  <a:pt x="1404484" y="134414"/>
                </a:moveTo>
                <a:lnTo>
                  <a:pt x="1367443" y="37042"/>
                </a:lnTo>
                <a:lnTo>
                  <a:pt x="1384863" y="37042"/>
                </a:lnTo>
                <a:lnTo>
                  <a:pt x="1405768" y="95355"/>
                </a:lnTo>
                <a:cubicBezTo>
                  <a:pt x="1408030" y="101651"/>
                  <a:pt x="1410108" y="108192"/>
                  <a:pt x="1412003" y="114976"/>
                </a:cubicBezTo>
                <a:cubicBezTo>
                  <a:pt x="1413470" y="109842"/>
                  <a:pt x="1415517" y="103668"/>
                  <a:pt x="1418146" y="96456"/>
                </a:cubicBezTo>
                <a:lnTo>
                  <a:pt x="1439784" y="37042"/>
                </a:lnTo>
                <a:lnTo>
                  <a:pt x="1456746" y="37042"/>
                </a:lnTo>
                <a:lnTo>
                  <a:pt x="1419888" y="134414"/>
                </a:lnTo>
                <a:lnTo>
                  <a:pt x="1404484" y="134414"/>
                </a:lnTo>
                <a:close/>
                <a:moveTo>
                  <a:pt x="1534865" y="122392"/>
                </a:moveTo>
                <a:cubicBezTo>
                  <a:pt x="1528752" y="127591"/>
                  <a:pt x="1522869" y="131262"/>
                  <a:pt x="1517215" y="133403"/>
                </a:cubicBezTo>
                <a:cubicBezTo>
                  <a:pt x="1511561" y="135544"/>
                  <a:pt x="1505494" y="136615"/>
                  <a:pt x="1499015" y="136615"/>
                </a:cubicBezTo>
                <a:cubicBezTo>
                  <a:pt x="1488318" y="136615"/>
                  <a:pt x="1480097" y="134000"/>
                  <a:pt x="1474351" y="128770"/>
                </a:cubicBezTo>
                <a:cubicBezTo>
                  <a:pt x="1468605" y="123540"/>
                  <a:pt x="1465732" y="116857"/>
                  <a:pt x="1465732" y="108722"/>
                </a:cubicBezTo>
                <a:cubicBezTo>
                  <a:pt x="1465732" y="103952"/>
                  <a:pt x="1466817" y="99595"/>
                  <a:pt x="1468987" y="95650"/>
                </a:cubicBezTo>
                <a:cubicBezTo>
                  <a:pt x="1471157" y="91704"/>
                  <a:pt x="1473999" y="88538"/>
                  <a:pt x="1477514" y="86152"/>
                </a:cubicBezTo>
                <a:cubicBezTo>
                  <a:pt x="1481029" y="83766"/>
                  <a:pt x="1484987" y="81962"/>
                  <a:pt x="1489388" y="80740"/>
                </a:cubicBezTo>
                <a:cubicBezTo>
                  <a:pt x="1492627" y="79882"/>
                  <a:pt x="1497517" y="79056"/>
                  <a:pt x="1504058" y="78261"/>
                </a:cubicBezTo>
                <a:cubicBezTo>
                  <a:pt x="1517383" y="76683"/>
                  <a:pt x="1527193" y="74802"/>
                  <a:pt x="1533489" y="72617"/>
                </a:cubicBezTo>
                <a:cubicBezTo>
                  <a:pt x="1533551" y="70365"/>
                  <a:pt x="1533581" y="68934"/>
                  <a:pt x="1533581" y="68325"/>
                </a:cubicBezTo>
                <a:cubicBezTo>
                  <a:pt x="1533581" y="61626"/>
                  <a:pt x="1532022" y="56907"/>
                  <a:pt x="1528905" y="54167"/>
                </a:cubicBezTo>
                <a:cubicBezTo>
                  <a:pt x="1524687" y="50452"/>
                  <a:pt x="1518422" y="48595"/>
                  <a:pt x="1510109" y="48595"/>
                </a:cubicBezTo>
                <a:cubicBezTo>
                  <a:pt x="1502346" y="48595"/>
                  <a:pt x="1496616" y="49955"/>
                  <a:pt x="1492918" y="52675"/>
                </a:cubicBezTo>
                <a:cubicBezTo>
                  <a:pt x="1489219" y="55395"/>
                  <a:pt x="1486484" y="60208"/>
                  <a:pt x="1484711" y="67115"/>
                </a:cubicBezTo>
                <a:lnTo>
                  <a:pt x="1468574" y="64915"/>
                </a:lnTo>
                <a:cubicBezTo>
                  <a:pt x="1470041" y="57987"/>
                  <a:pt x="1472456" y="52392"/>
                  <a:pt x="1475818" y="48130"/>
                </a:cubicBezTo>
                <a:cubicBezTo>
                  <a:pt x="1479180" y="43869"/>
                  <a:pt x="1484039" y="40589"/>
                  <a:pt x="1490396" y="38291"/>
                </a:cubicBezTo>
                <a:cubicBezTo>
                  <a:pt x="1496753" y="35991"/>
                  <a:pt x="1504119" y="34841"/>
                  <a:pt x="1512493" y="34841"/>
                </a:cubicBezTo>
                <a:cubicBezTo>
                  <a:pt x="1520806" y="34841"/>
                  <a:pt x="1527560" y="35819"/>
                  <a:pt x="1532756" y="37775"/>
                </a:cubicBezTo>
                <a:cubicBezTo>
                  <a:pt x="1537952" y="39731"/>
                  <a:pt x="1541772" y="42192"/>
                  <a:pt x="1544217" y="45156"/>
                </a:cubicBezTo>
                <a:cubicBezTo>
                  <a:pt x="1546662" y="48121"/>
                  <a:pt x="1548373" y="51865"/>
                  <a:pt x="1549351" y="56388"/>
                </a:cubicBezTo>
                <a:cubicBezTo>
                  <a:pt x="1549901" y="59200"/>
                  <a:pt x="1550177" y="64273"/>
                  <a:pt x="1550177" y="71608"/>
                </a:cubicBezTo>
                <a:lnTo>
                  <a:pt x="1550177" y="93613"/>
                </a:lnTo>
                <a:cubicBezTo>
                  <a:pt x="1550177" y="108956"/>
                  <a:pt x="1550528" y="118659"/>
                  <a:pt x="1551231" y="122724"/>
                </a:cubicBezTo>
                <a:cubicBezTo>
                  <a:pt x="1551934" y="126789"/>
                  <a:pt x="1553325" y="130686"/>
                  <a:pt x="1555403" y="134414"/>
                </a:cubicBezTo>
                <a:lnTo>
                  <a:pt x="1538165" y="134414"/>
                </a:lnTo>
                <a:cubicBezTo>
                  <a:pt x="1536454" y="130987"/>
                  <a:pt x="1535354" y="126980"/>
                  <a:pt x="1534865" y="122392"/>
                </a:cubicBezTo>
                <a:moveTo>
                  <a:pt x="1533489" y="85453"/>
                </a:moveTo>
                <a:cubicBezTo>
                  <a:pt x="1527499" y="87919"/>
                  <a:pt x="1518514" y="90014"/>
                  <a:pt x="1506533" y="91739"/>
                </a:cubicBezTo>
                <a:cubicBezTo>
                  <a:pt x="1499748" y="92721"/>
                  <a:pt x="1494950" y="93826"/>
                  <a:pt x="1492138" y="95054"/>
                </a:cubicBezTo>
                <a:cubicBezTo>
                  <a:pt x="1489326" y="96281"/>
                  <a:pt x="1487156" y="98076"/>
                  <a:pt x="1485628" y="100441"/>
                </a:cubicBezTo>
                <a:cubicBezTo>
                  <a:pt x="1484100" y="102804"/>
                  <a:pt x="1483336" y="105428"/>
                  <a:pt x="1483336" y="108312"/>
                </a:cubicBezTo>
                <a:cubicBezTo>
                  <a:pt x="1483336" y="112730"/>
                  <a:pt x="1485002" y="116413"/>
                  <a:pt x="1488333" y="119360"/>
                </a:cubicBezTo>
                <a:cubicBezTo>
                  <a:pt x="1491664" y="122306"/>
                  <a:pt x="1496539" y="123778"/>
                  <a:pt x="1502957" y="123778"/>
                </a:cubicBezTo>
                <a:cubicBezTo>
                  <a:pt x="1509314" y="123778"/>
                  <a:pt x="1514968" y="122381"/>
                  <a:pt x="1519920" y="119587"/>
                </a:cubicBezTo>
                <a:cubicBezTo>
                  <a:pt x="1524871" y="116792"/>
                  <a:pt x="1528508" y="112969"/>
                  <a:pt x="1530830" y="108117"/>
                </a:cubicBezTo>
                <a:cubicBezTo>
                  <a:pt x="1532603" y="104369"/>
                  <a:pt x="1533489" y="98841"/>
                  <a:pt x="1533489" y="91533"/>
                </a:cubicBezTo>
                <a:lnTo>
                  <a:pt x="1533489" y="85453"/>
                </a:lnTo>
                <a:close/>
                <a:moveTo>
                  <a:pt x="1611762" y="119836"/>
                </a:moveTo>
                <a:lnTo>
                  <a:pt x="1614146" y="134414"/>
                </a:lnTo>
                <a:cubicBezTo>
                  <a:pt x="1609501" y="135270"/>
                  <a:pt x="1605344" y="135698"/>
                  <a:pt x="1601677" y="135698"/>
                </a:cubicBezTo>
                <a:cubicBezTo>
                  <a:pt x="1595686" y="135698"/>
                  <a:pt x="1591041" y="134750"/>
                  <a:pt x="1587740" y="132856"/>
                </a:cubicBezTo>
                <a:cubicBezTo>
                  <a:pt x="1584439" y="130961"/>
                  <a:pt x="1582117" y="128470"/>
                  <a:pt x="1580772" y="125383"/>
                </a:cubicBezTo>
                <a:cubicBezTo>
                  <a:pt x="1579427" y="122296"/>
                  <a:pt x="1578755" y="115802"/>
                  <a:pt x="1578755" y="105899"/>
                </a:cubicBezTo>
                <a:lnTo>
                  <a:pt x="1578755" y="49878"/>
                </a:lnTo>
                <a:lnTo>
                  <a:pt x="1566652" y="49878"/>
                </a:lnTo>
                <a:lnTo>
                  <a:pt x="1566652" y="37042"/>
                </a:lnTo>
                <a:lnTo>
                  <a:pt x="1578755" y="37042"/>
                </a:lnTo>
                <a:lnTo>
                  <a:pt x="1578755" y="12862"/>
                </a:lnTo>
                <a:lnTo>
                  <a:pt x="1595167" y="2934"/>
                </a:lnTo>
                <a:lnTo>
                  <a:pt x="1595167" y="37042"/>
                </a:lnTo>
                <a:lnTo>
                  <a:pt x="1611762" y="37042"/>
                </a:lnTo>
                <a:lnTo>
                  <a:pt x="1611762" y="49878"/>
                </a:lnTo>
                <a:lnTo>
                  <a:pt x="1595167" y="49878"/>
                </a:lnTo>
                <a:lnTo>
                  <a:pt x="1595167" y="106816"/>
                </a:lnTo>
                <a:cubicBezTo>
                  <a:pt x="1595167" y="111523"/>
                  <a:pt x="1595457" y="114549"/>
                  <a:pt x="1596038" y="115893"/>
                </a:cubicBezTo>
                <a:cubicBezTo>
                  <a:pt x="1596619" y="117238"/>
                  <a:pt x="1597566" y="118308"/>
                  <a:pt x="1598880" y="119102"/>
                </a:cubicBezTo>
                <a:cubicBezTo>
                  <a:pt x="1600194" y="119897"/>
                  <a:pt x="1602074" y="120294"/>
                  <a:pt x="1604519" y="120294"/>
                </a:cubicBezTo>
                <a:cubicBezTo>
                  <a:pt x="1606353" y="120294"/>
                  <a:pt x="1608767" y="120142"/>
                  <a:pt x="1611762" y="119836"/>
                </a:cubicBezTo>
                <a:close/>
                <a:moveTo>
                  <a:pt x="1628023" y="19071"/>
                </a:moveTo>
                <a:lnTo>
                  <a:pt x="1628023" y="0"/>
                </a:lnTo>
                <a:lnTo>
                  <a:pt x="1644526" y="0"/>
                </a:lnTo>
                <a:lnTo>
                  <a:pt x="1644526" y="19071"/>
                </a:lnTo>
                <a:lnTo>
                  <a:pt x="1628023" y="19071"/>
                </a:lnTo>
                <a:moveTo>
                  <a:pt x="1628023" y="134414"/>
                </a:moveTo>
                <a:lnTo>
                  <a:pt x="1628023" y="37042"/>
                </a:lnTo>
                <a:lnTo>
                  <a:pt x="1644526" y="37042"/>
                </a:lnTo>
                <a:lnTo>
                  <a:pt x="1644526" y="134414"/>
                </a:lnTo>
                <a:lnTo>
                  <a:pt x="1628023" y="134414"/>
                </a:lnTo>
                <a:close/>
                <a:moveTo>
                  <a:pt x="1663474" y="85728"/>
                </a:moveTo>
                <a:cubicBezTo>
                  <a:pt x="1663474" y="67696"/>
                  <a:pt x="1668486" y="54340"/>
                  <a:pt x="1678511" y="45661"/>
                </a:cubicBezTo>
                <a:cubicBezTo>
                  <a:pt x="1686885" y="38448"/>
                  <a:pt x="1697093" y="34841"/>
                  <a:pt x="1709134" y="34841"/>
                </a:cubicBezTo>
                <a:cubicBezTo>
                  <a:pt x="1722521" y="34841"/>
                  <a:pt x="1733462" y="39227"/>
                  <a:pt x="1741959" y="47999"/>
                </a:cubicBezTo>
                <a:cubicBezTo>
                  <a:pt x="1750455" y="56770"/>
                  <a:pt x="1754703" y="68888"/>
                  <a:pt x="1754703" y="84353"/>
                </a:cubicBezTo>
                <a:cubicBezTo>
                  <a:pt x="1754703" y="96883"/>
                  <a:pt x="1752824" y="106740"/>
                  <a:pt x="1749064" y="113922"/>
                </a:cubicBezTo>
                <a:cubicBezTo>
                  <a:pt x="1745305" y="121104"/>
                  <a:pt x="1739835" y="126682"/>
                  <a:pt x="1732652" y="130655"/>
                </a:cubicBezTo>
                <a:cubicBezTo>
                  <a:pt x="1725470" y="134628"/>
                  <a:pt x="1717631" y="136615"/>
                  <a:pt x="1709134" y="136615"/>
                </a:cubicBezTo>
                <a:cubicBezTo>
                  <a:pt x="1695504" y="136615"/>
                  <a:pt x="1684486" y="132244"/>
                  <a:pt x="1676081" y="123503"/>
                </a:cubicBezTo>
                <a:cubicBezTo>
                  <a:pt x="1667676" y="114763"/>
                  <a:pt x="1663474" y="102171"/>
                  <a:pt x="1663474" y="85728"/>
                </a:cubicBezTo>
                <a:moveTo>
                  <a:pt x="1680436" y="85682"/>
                </a:moveTo>
                <a:cubicBezTo>
                  <a:pt x="1680436" y="98106"/>
                  <a:pt x="1683156" y="107408"/>
                  <a:pt x="1688596" y="113590"/>
                </a:cubicBezTo>
                <a:cubicBezTo>
                  <a:pt x="1694037" y="119771"/>
                  <a:pt x="1700883" y="122862"/>
                  <a:pt x="1709134" y="122862"/>
                </a:cubicBezTo>
                <a:cubicBezTo>
                  <a:pt x="1717325" y="122862"/>
                  <a:pt x="1724141" y="119756"/>
                  <a:pt x="1729581" y="113544"/>
                </a:cubicBezTo>
                <a:cubicBezTo>
                  <a:pt x="1735021" y="107332"/>
                  <a:pt x="1737741" y="97862"/>
                  <a:pt x="1737741" y="85135"/>
                </a:cubicBezTo>
                <a:cubicBezTo>
                  <a:pt x="1737741" y="73137"/>
                  <a:pt x="1735006" y="64048"/>
                  <a:pt x="1729535" y="57866"/>
                </a:cubicBezTo>
                <a:cubicBezTo>
                  <a:pt x="1724064" y="51685"/>
                  <a:pt x="1717264" y="48595"/>
                  <a:pt x="1709134" y="48595"/>
                </a:cubicBezTo>
                <a:cubicBezTo>
                  <a:pt x="1700883" y="48595"/>
                  <a:pt x="1694037" y="51670"/>
                  <a:pt x="1688596" y="57821"/>
                </a:cubicBezTo>
                <a:cubicBezTo>
                  <a:pt x="1683156" y="63971"/>
                  <a:pt x="1680436" y="73259"/>
                  <a:pt x="1680436" y="85682"/>
                </a:cubicBezTo>
                <a:close/>
                <a:moveTo>
                  <a:pt x="1774021" y="134414"/>
                </a:moveTo>
                <a:lnTo>
                  <a:pt x="1774021" y="37042"/>
                </a:lnTo>
                <a:lnTo>
                  <a:pt x="1788874" y="37042"/>
                </a:lnTo>
                <a:lnTo>
                  <a:pt x="1788874" y="50795"/>
                </a:lnTo>
                <a:cubicBezTo>
                  <a:pt x="1796026" y="40159"/>
                  <a:pt x="1806356" y="34841"/>
                  <a:pt x="1819865" y="34841"/>
                </a:cubicBezTo>
                <a:cubicBezTo>
                  <a:pt x="1825733" y="34841"/>
                  <a:pt x="1831127" y="35896"/>
                  <a:pt x="1836047" y="38005"/>
                </a:cubicBezTo>
                <a:cubicBezTo>
                  <a:pt x="1840968" y="40113"/>
                  <a:pt x="1844651" y="42879"/>
                  <a:pt x="1847096" y="46302"/>
                </a:cubicBezTo>
                <a:cubicBezTo>
                  <a:pt x="1849541" y="49725"/>
                  <a:pt x="1851252" y="53790"/>
                  <a:pt x="1852230" y="58497"/>
                </a:cubicBezTo>
                <a:cubicBezTo>
                  <a:pt x="1852842" y="61553"/>
                  <a:pt x="1853147" y="66902"/>
                  <a:pt x="1853147" y="74542"/>
                </a:cubicBezTo>
                <a:lnTo>
                  <a:pt x="1853147" y="134414"/>
                </a:lnTo>
                <a:lnTo>
                  <a:pt x="1836643" y="134414"/>
                </a:lnTo>
                <a:lnTo>
                  <a:pt x="1836643" y="75121"/>
                </a:lnTo>
                <a:cubicBezTo>
                  <a:pt x="1836643" y="68390"/>
                  <a:pt x="1836002" y="63356"/>
                  <a:pt x="1834718" y="60021"/>
                </a:cubicBezTo>
                <a:cubicBezTo>
                  <a:pt x="1833434" y="56686"/>
                  <a:pt x="1831157" y="54024"/>
                  <a:pt x="1827887" y="52036"/>
                </a:cubicBezTo>
                <a:cubicBezTo>
                  <a:pt x="1824617" y="50047"/>
                  <a:pt x="1820781" y="49053"/>
                  <a:pt x="1816380" y="49053"/>
                </a:cubicBezTo>
                <a:cubicBezTo>
                  <a:pt x="1809351" y="49053"/>
                  <a:pt x="1803284" y="51287"/>
                  <a:pt x="1798180" y="55755"/>
                </a:cubicBezTo>
                <a:cubicBezTo>
                  <a:pt x="1793076" y="60221"/>
                  <a:pt x="1790524" y="68695"/>
                  <a:pt x="1790524" y="81178"/>
                </a:cubicBezTo>
                <a:lnTo>
                  <a:pt x="1790524" y="134414"/>
                </a:lnTo>
                <a:lnTo>
                  <a:pt x="1774021" y="134414"/>
                </a:lnTo>
                <a:close/>
                <a:moveTo>
                  <a:pt x="1871823" y="105258"/>
                </a:moveTo>
                <a:lnTo>
                  <a:pt x="1888143" y="102690"/>
                </a:lnTo>
                <a:cubicBezTo>
                  <a:pt x="1889060" y="109202"/>
                  <a:pt x="1891612" y="114192"/>
                  <a:pt x="1895799" y="117661"/>
                </a:cubicBezTo>
                <a:cubicBezTo>
                  <a:pt x="1899986" y="121128"/>
                  <a:pt x="1905839" y="122862"/>
                  <a:pt x="1913357" y="122862"/>
                </a:cubicBezTo>
                <a:cubicBezTo>
                  <a:pt x="1920937" y="122862"/>
                  <a:pt x="1926560" y="121331"/>
                  <a:pt x="1930228" y="118269"/>
                </a:cubicBezTo>
                <a:cubicBezTo>
                  <a:pt x="1933895" y="115205"/>
                  <a:pt x="1935729" y="111612"/>
                  <a:pt x="1935729" y="107490"/>
                </a:cubicBezTo>
                <a:cubicBezTo>
                  <a:pt x="1935729" y="103790"/>
                  <a:pt x="1934109" y="100879"/>
                  <a:pt x="1930870" y="98756"/>
                </a:cubicBezTo>
                <a:cubicBezTo>
                  <a:pt x="1928608" y="97301"/>
                  <a:pt x="1922984" y="95451"/>
                  <a:pt x="1913999" y="93206"/>
                </a:cubicBezTo>
                <a:cubicBezTo>
                  <a:pt x="1901896" y="90148"/>
                  <a:pt x="1893507" y="87503"/>
                  <a:pt x="1888831" y="85270"/>
                </a:cubicBezTo>
                <a:cubicBezTo>
                  <a:pt x="1884155" y="83037"/>
                  <a:pt x="1880609" y="79947"/>
                  <a:pt x="1878195" y="76001"/>
                </a:cubicBezTo>
                <a:cubicBezTo>
                  <a:pt x="1875781" y="72054"/>
                  <a:pt x="1874573" y="67695"/>
                  <a:pt x="1874573" y="62924"/>
                </a:cubicBezTo>
                <a:cubicBezTo>
                  <a:pt x="1874573" y="58580"/>
                  <a:pt x="1875567" y="54557"/>
                  <a:pt x="1877553" y="50855"/>
                </a:cubicBezTo>
                <a:cubicBezTo>
                  <a:pt x="1879540" y="47153"/>
                  <a:pt x="1882245" y="44079"/>
                  <a:pt x="1885668" y="41632"/>
                </a:cubicBezTo>
                <a:cubicBezTo>
                  <a:pt x="1888235" y="39735"/>
                  <a:pt x="1891734" y="38130"/>
                  <a:pt x="1896166" y="36815"/>
                </a:cubicBezTo>
                <a:cubicBezTo>
                  <a:pt x="1900597" y="35499"/>
                  <a:pt x="1905350" y="34841"/>
                  <a:pt x="1910423" y="34841"/>
                </a:cubicBezTo>
                <a:cubicBezTo>
                  <a:pt x="1918064" y="34841"/>
                  <a:pt x="1924772" y="35949"/>
                  <a:pt x="1930549" y="38165"/>
                </a:cubicBezTo>
                <a:cubicBezTo>
                  <a:pt x="1936325" y="40379"/>
                  <a:pt x="1940589" y="43379"/>
                  <a:pt x="1943339" y="47165"/>
                </a:cubicBezTo>
                <a:cubicBezTo>
                  <a:pt x="1946090" y="50949"/>
                  <a:pt x="1947985" y="56010"/>
                  <a:pt x="1949024" y="62348"/>
                </a:cubicBezTo>
                <a:lnTo>
                  <a:pt x="1932887" y="64548"/>
                </a:lnTo>
                <a:cubicBezTo>
                  <a:pt x="1932153" y="59536"/>
                  <a:pt x="1930029" y="55624"/>
                  <a:pt x="1926514" y="52812"/>
                </a:cubicBezTo>
                <a:cubicBezTo>
                  <a:pt x="1923000" y="50000"/>
                  <a:pt x="1918033" y="48595"/>
                  <a:pt x="1911615" y="48595"/>
                </a:cubicBezTo>
                <a:cubicBezTo>
                  <a:pt x="1904036" y="48595"/>
                  <a:pt x="1898626" y="49842"/>
                  <a:pt x="1895386" y="52337"/>
                </a:cubicBezTo>
                <a:cubicBezTo>
                  <a:pt x="1892147" y="54829"/>
                  <a:pt x="1890527" y="57749"/>
                  <a:pt x="1890527" y="61096"/>
                </a:cubicBezTo>
                <a:cubicBezTo>
                  <a:pt x="1890527" y="63223"/>
                  <a:pt x="1891199" y="65139"/>
                  <a:pt x="1892544" y="66843"/>
                </a:cubicBezTo>
                <a:cubicBezTo>
                  <a:pt x="1893889" y="68606"/>
                  <a:pt x="1895998" y="70066"/>
                  <a:pt x="1898871" y="71221"/>
                </a:cubicBezTo>
                <a:cubicBezTo>
                  <a:pt x="1900521" y="71831"/>
                  <a:pt x="1905380" y="73230"/>
                  <a:pt x="1913449" y="75419"/>
                </a:cubicBezTo>
                <a:cubicBezTo>
                  <a:pt x="1925124" y="78534"/>
                  <a:pt x="1933269" y="81084"/>
                  <a:pt x="1937884" y="83069"/>
                </a:cubicBezTo>
                <a:cubicBezTo>
                  <a:pt x="1942499" y="85054"/>
                  <a:pt x="1946120" y="87940"/>
                  <a:pt x="1948749" y="91728"/>
                </a:cubicBezTo>
                <a:cubicBezTo>
                  <a:pt x="1951377" y="95514"/>
                  <a:pt x="1952691" y="100216"/>
                  <a:pt x="1952691" y="105833"/>
                </a:cubicBezTo>
                <a:cubicBezTo>
                  <a:pt x="1952691" y="111331"/>
                  <a:pt x="1951087" y="116507"/>
                  <a:pt x="1947878" y="121363"/>
                </a:cubicBezTo>
                <a:cubicBezTo>
                  <a:pt x="1944669" y="126217"/>
                  <a:pt x="1940038" y="129972"/>
                  <a:pt x="1933987" y="132629"/>
                </a:cubicBezTo>
                <a:cubicBezTo>
                  <a:pt x="1927936" y="135286"/>
                  <a:pt x="1921090" y="136615"/>
                  <a:pt x="1913449" y="136615"/>
                </a:cubicBezTo>
                <a:cubicBezTo>
                  <a:pt x="1900796" y="136615"/>
                  <a:pt x="1891154" y="133979"/>
                  <a:pt x="1884521" y="128707"/>
                </a:cubicBezTo>
                <a:cubicBezTo>
                  <a:pt x="1877889" y="123435"/>
                  <a:pt x="1873656" y="115618"/>
                  <a:pt x="1871823" y="10525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5" name="Text andthe">
            <a:extLst xmlns:a="http://schemas.openxmlformats.org/drawingml/2006/main">
              <a:ext uri="{FF2B5EF4-FFF2-40B4-BE49-F238E27FC236}">
                <a16:creationId xmlns:a16="http://schemas.microsoft.com/office/drawing/2014/main" id="{2E2C5207-21F7-4BF7-86F4-7BB88B894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5230" y="902649"/>
            <a:ext cx="611873" cy="136615"/>
          </a:xfrm>
          <a:custGeom xmlns:a="http://schemas.openxmlformats.org/drawingml/2006/main">
            <a:pathLst>
              <a:path w="611873" h="136615">
                <a:moveTo>
                  <a:pt x="69133" y="122392"/>
                </a:moveTo>
                <a:cubicBezTo>
                  <a:pt x="63020" y="127591"/>
                  <a:pt x="57137" y="131262"/>
                  <a:pt x="51483" y="133403"/>
                </a:cubicBezTo>
                <a:cubicBezTo>
                  <a:pt x="45829" y="135544"/>
                  <a:pt x="39762" y="136615"/>
                  <a:pt x="33283" y="136615"/>
                </a:cubicBezTo>
                <a:cubicBezTo>
                  <a:pt x="22586" y="136615"/>
                  <a:pt x="14364" y="134000"/>
                  <a:pt x="8619" y="128770"/>
                </a:cubicBezTo>
                <a:cubicBezTo>
                  <a:pt x="2873" y="123540"/>
                  <a:pt x="0" y="116857"/>
                  <a:pt x="0" y="108722"/>
                </a:cubicBezTo>
                <a:cubicBezTo>
                  <a:pt x="0" y="103952"/>
                  <a:pt x="1085" y="99595"/>
                  <a:pt x="3255" y="95650"/>
                </a:cubicBezTo>
                <a:cubicBezTo>
                  <a:pt x="5425" y="91704"/>
                  <a:pt x="8267" y="88538"/>
                  <a:pt x="11782" y="86152"/>
                </a:cubicBezTo>
                <a:cubicBezTo>
                  <a:pt x="15297" y="83766"/>
                  <a:pt x="19254" y="81962"/>
                  <a:pt x="23655" y="80740"/>
                </a:cubicBezTo>
                <a:cubicBezTo>
                  <a:pt x="26895" y="79882"/>
                  <a:pt x="31785" y="79056"/>
                  <a:pt x="38325" y="78261"/>
                </a:cubicBezTo>
                <a:cubicBezTo>
                  <a:pt x="51651" y="76683"/>
                  <a:pt x="61461" y="74802"/>
                  <a:pt x="67757" y="72617"/>
                </a:cubicBezTo>
                <a:cubicBezTo>
                  <a:pt x="67818" y="70365"/>
                  <a:pt x="67849" y="68934"/>
                  <a:pt x="67849" y="68325"/>
                </a:cubicBezTo>
                <a:cubicBezTo>
                  <a:pt x="67849" y="61626"/>
                  <a:pt x="66290" y="56907"/>
                  <a:pt x="63173" y="54167"/>
                </a:cubicBezTo>
                <a:cubicBezTo>
                  <a:pt x="58955" y="50452"/>
                  <a:pt x="52690" y="48595"/>
                  <a:pt x="44377" y="48595"/>
                </a:cubicBezTo>
                <a:cubicBezTo>
                  <a:pt x="36614" y="48595"/>
                  <a:pt x="30883" y="49955"/>
                  <a:pt x="27185" y="52675"/>
                </a:cubicBezTo>
                <a:cubicBezTo>
                  <a:pt x="23487" y="55395"/>
                  <a:pt x="20752" y="60208"/>
                  <a:pt x="18979" y="67115"/>
                </a:cubicBezTo>
                <a:lnTo>
                  <a:pt x="2842" y="64915"/>
                </a:lnTo>
                <a:cubicBezTo>
                  <a:pt x="4309" y="57987"/>
                  <a:pt x="6724" y="52392"/>
                  <a:pt x="10086" y="48130"/>
                </a:cubicBezTo>
                <a:cubicBezTo>
                  <a:pt x="13448" y="43869"/>
                  <a:pt x="18307" y="40589"/>
                  <a:pt x="24664" y="38291"/>
                </a:cubicBezTo>
                <a:cubicBezTo>
                  <a:pt x="31021" y="35991"/>
                  <a:pt x="38387" y="34841"/>
                  <a:pt x="46761" y="34841"/>
                </a:cubicBezTo>
                <a:cubicBezTo>
                  <a:pt x="55074" y="34841"/>
                  <a:pt x="61828" y="35819"/>
                  <a:pt x="67024" y="37775"/>
                </a:cubicBezTo>
                <a:cubicBezTo>
                  <a:pt x="72219" y="39731"/>
                  <a:pt x="76040" y="42192"/>
                  <a:pt x="78485" y="45156"/>
                </a:cubicBezTo>
                <a:cubicBezTo>
                  <a:pt x="80930" y="48121"/>
                  <a:pt x="82641" y="51865"/>
                  <a:pt x="83619" y="56388"/>
                </a:cubicBezTo>
                <a:cubicBezTo>
                  <a:pt x="84169" y="59200"/>
                  <a:pt x="84444" y="64273"/>
                  <a:pt x="84444" y="71608"/>
                </a:cubicBezTo>
                <a:lnTo>
                  <a:pt x="84444" y="93613"/>
                </a:lnTo>
                <a:cubicBezTo>
                  <a:pt x="84444" y="108956"/>
                  <a:pt x="84796" y="118659"/>
                  <a:pt x="85499" y="122724"/>
                </a:cubicBezTo>
                <a:cubicBezTo>
                  <a:pt x="86202" y="126789"/>
                  <a:pt x="87592" y="130686"/>
                  <a:pt x="89671" y="134414"/>
                </a:cubicBezTo>
                <a:lnTo>
                  <a:pt x="72433" y="134414"/>
                </a:lnTo>
                <a:cubicBezTo>
                  <a:pt x="70722" y="130987"/>
                  <a:pt x="69622" y="126980"/>
                  <a:pt x="69133" y="122392"/>
                </a:cubicBezTo>
                <a:moveTo>
                  <a:pt x="67757" y="85453"/>
                </a:moveTo>
                <a:cubicBezTo>
                  <a:pt x="61767" y="87919"/>
                  <a:pt x="52782" y="90014"/>
                  <a:pt x="40801" y="91739"/>
                </a:cubicBezTo>
                <a:cubicBezTo>
                  <a:pt x="34016" y="92721"/>
                  <a:pt x="29218" y="93826"/>
                  <a:pt x="26406" y="95054"/>
                </a:cubicBezTo>
                <a:cubicBezTo>
                  <a:pt x="23594" y="96281"/>
                  <a:pt x="21424" y="98076"/>
                  <a:pt x="19896" y="100441"/>
                </a:cubicBezTo>
                <a:cubicBezTo>
                  <a:pt x="18368" y="102804"/>
                  <a:pt x="17604" y="105428"/>
                  <a:pt x="17604" y="108312"/>
                </a:cubicBezTo>
                <a:cubicBezTo>
                  <a:pt x="17604" y="112730"/>
                  <a:pt x="19270" y="116413"/>
                  <a:pt x="22601" y="119360"/>
                </a:cubicBezTo>
                <a:cubicBezTo>
                  <a:pt x="25932" y="122306"/>
                  <a:pt x="30807" y="123778"/>
                  <a:pt x="37225" y="123778"/>
                </a:cubicBezTo>
                <a:cubicBezTo>
                  <a:pt x="43582" y="123778"/>
                  <a:pt x="49236" y="122381"/>
                  <a:pt x="54187" y="119587"/>
                </a:cubicBezTo>
                <a:cubicBezTo>
                  <a:pt x="59139" y="116792"/>
                  <a:pt x="62776" y="112969"/>
                  <a:pt x="65098" y="108117"/>
                </a:cubicBezTo>
                <a:cubicBezTo>
                  <a:pt x="66871" y="104369"/>
                  <a:pt x="67757" y="98841"/>
                  <a:pt x="67757" y="91533"/>
                </a:cubicBezTo>
                <a:lnTo>
                  <a:pt x="67757" y="85453"/>
                </a:lnTo>
                <a:close/>
                <a:moveTo>
                  <a:pt x="109997" y="134414"/>
                </a:moveTo>
                <a:lnTo>
                  <a:pt x="109997" y="37042"/>
                </a:lnTo>
                <a:lnTo>
                  <a:pt x="124850" y="37042"/>
                </a:lnTo>
                <a:lnTo>
                  <a:pt x="124850" y="50795"/>
                </a:lnTo>
                <a:cubicBezTo>
                  <a:pt x="132002" y="40159"/>
                  <a:pt x="142332" y="34841"/>
                  <a:pt x="155840" y="34841"/>
                </a:cubicBezTo>
                <a:cubicBezTo>
                  <a:pt x="161708" y="34841"/>
                  <a:pt x="167103" y="35896"/>
                  <a:pt x="172023" y="38005"/>
                </a:cubicBezTo>
                <a:cubicBezTo>
                  <a:pt x="176944" y="40113"/>
                  <a:pt x="180627" y="42879"/>
                  <a:pt x="183072" y="46302"/>
                </a:cubicBezTo>
                <a:cubicBezTo>
                  <a:pt x="185517" y="49725"/>
                  <a:pt x="187228" y="53790"/>
                  <a:pt x="188206" y="58497"/>
                </a:cubicBezTo>
                <a:cubicBezTo>
                  <a:pt x="188817" y="61553"/>
                  <a:pt x="189123" y="66902"/>
                  <a:pt x="189123" y="74542"/>
                </a:cubicBezTo>
                <a:lnTo>
                  <a:pt x="189123" y="134414"/>
                </a:lnTo>
                <a:lnTo>
                  <a:pt x="172619" y="134414"/>
                </a:lnTo>
                <a:lnTo>
                  <a:pt x="172619" y="75121"/>
                </a:lnTo>
                <a:cubicBezTo>
                  <a:pt x="172619" y="68390"/>
                  <a:pt x="171978" y="63356"/>
                  <a:pt x="170694" y="60021"/>
                </a:cubicBezTo>
                <a:cubicBezTo>
                  <a:pt x="169410" y="56686"/>
                  <a:pt x="167133" y="54024"/>
                  <a:pt x="163863" y="52036"/>
                </a:cubicBezTo>
                <a:cubicBezTo>
                  <a:pt x="160593" y="50047"/>
                  <a:pt x="156757" y="49053"/>
                  <a:pt x="152356" y="49053"/>
                </a:cubicBezTo>
                <a:cubicBezTo>
                  <a:pt x="145327" y="49053"/>
                  <a:pt x="139260" y="51287"/>
                  <a:pt x="134156" y="55755"/>
                </a:cubicBezTo>
                <a:cubicBezTo>
                  <a:pt x="129052" y="60221"/>
                  <a:pt x="126500" y="68695"/>
                  <a:pt x="126500" y="81178"/>
                </a:cubicBezTo>
                <a:lnTo>
                  <a:pt x="126500" y="134414"/>
                </a:lnTo>
                <a:lnTo>
                  <a:pt x="109997" y="134414"/>
                </a:lnTo>
                <a:close/>
                <a:moveTo>
                  <a:pt x="277573" y="134414"/>
                </a:moveTo>
                <a:lnTo>
                  <a:pt x="277573" y="122128"/>
                </a:lnTo>
                <a:cubicBezTo>
                  <a:pt x="271399" y="131786"/>
                  <a:pt x="262322" y="136615"/>
                  <a:pt x="250342" y="136615"/>
                </a:cubicBezTo>
                <a:cubicBezTo>
                  <a:pt x="242579" y="136615"/>
                  <a:pt x="235443" y="134475"/>
                  <a:pt x="228933" y="130197"/>
                </a:cubicBezTo>
                <a:cubicBezTo>
                  <a:pt x="222423" y="125918"/>
                  <a:pt x="217380" y="119943"/>
                  <a:pt x="213804" y="112272"/>
                </a:cubicBezTo>
                <a:cubicBezTo>
                  <a:pt x="210228" y="104600"/>
                  <a:pt x="208440" y="95783"/>
                  <a:pt x="208440" y="85820"/>
                </a:cubicBezTo>
                <a:cubicBezTo>
                  <a:pt x="208440" y="76101"/>
                  <a:pt x="210060" y="67284"/>
                  <a:pt x="213300" y="59368"/>
                </a:cubicBezTo>
                <a:cubicBezTo>
                  <a:pt x="216540" y="51452"/>
                  <a:pt x="221399" y="45385"/>
                  <a:pt x="227878" y="41168"/>
                </a:cubicBezTo>
                <a:cubicBezTo>
                  <a:pt x="234358" y="36950"/>
                  <a:pt x="241601" y="34841"/>
                  <a:pt x="249608" y="34841"/>
                </a:cubicBezTo>
                <a:cubicBezTo>
                  <a:pt x="255476" y="34841"/>
                  <a:pt x="260703" y="36079"/>
                  <a:pt x="265287" y="38555"/>
                </a:cubicBezTo>
                <a:cubicBezTo>
                  <a:pt x="269871" y="41030"/>
                  <a:pt x="273600" y="44255"/>
                  <a:pt x="276473" y="48228"/>
                </a:cubicBezTo>
                <a:lnTo>
                  <a:pt x="276473" y="0"/>
                </a:lnTo>
                <a:lnTo>
                  <a:pt x="292885" y="0"/>
                </a:lnTo>
                <a:lnTo>
                  <a:pt x="292885" y="134414"/>
                </a:lnTo>
                <a:lnTo>
                  <a:pt x="277573" y="134414"/>
                </a:lnTo>
                <a:moveTo>
                  <a:pt x="225403" y="85774"/>
                </a:moveTo>
                <a:cubicBezTo>
                  <a:pt x="225403" y="98198"/>
                  <a:pt x="228031" y="107485"/>
                  <a:pt x="233288" y="113636"/>
                </a:cubicBezTo>
                <a:cubicBezTo>
                  <a:pt x="238545" y="119786"/>
                  <a:pt x="244749" y="122862"/>
                  <a:pt x="251900" y="122862"/>
                </a:cubicBezTo>
                <a:cubicBezTo>
                  <a:pt x="259113" y="122862"/>
                  <a:pt x="265241" y="119924"/>
                  <a:pt x="270284" y="114048"/>
                </a:cubicBezTo>
                <a:cubicBezTo>
                  <a:pt x="275327" y="108171"/>
                  <a:pt x="277848" y="99202"/>
                  <a:pt x="277848" y="87143"/>
                </a:cubicBezTo>
                <a:cubicBezTo>
                  <a:pt x="277848" y="73868"/>
                  <a:pt x="275281" y="64124"/>
                  <a:pt x="270146" y="57912"/>
                </a:cubicBezTo>
                <a:cubicBezTo>
                  <a:pt x="265012" y="51700"/>
                  <a:pt x="258685" y="48595"/>
                  <a:pt x="251167" y="48595"/>
                </a:cubicBezTo>
                <a:cubicBezTo>
                  <a:pt x="243832" y="48595"/>
                  <a:pt x="237704" y="51579"/>
                  <a:pt x="232784" y="57548"/>
                </a:cubicBezTo>
                <a:cubicBezTo>
                  <a:pt x="227863" y="63516"/>
                  <a:pt x="225403" y="72924"/>
                  <a:pt x="225403" y="85774"/>
                </a:cubicBezTo>
                <a:close/>
                <a:moveTo>
                  <a:pt x="407039" y="119836"/>
                </a:moveTo>
                <a:lnTo>
                  <a:pt x="409423" y="134414"/>
                </a:lnTo>
                <a:cubicBezTo>
                  <a:pt x="404777" y="135270"/>
                  <a:pt x="400621" y="135698"/>
                  <a:pt x="396953" y="135698"/>
                </a:cubicBezTo>
                <a:cubicBezTo>
                  <a:pt x="390963" y="135698"/>
                  <a:pt x="386318" y="134750"/>
                  <a:pt x="383017" y="132856"/>
                </a:cubicBezTo>
                <a:cubicBezTo>
                  <a:pt x="379716" y="130961"/>
                  <a:pt x="377393" y="128470"/>
                  <a:pt x="376049" y="125383"/>
                </a:cubicBezTo>
                <a:cubicBezTo>
                  <a:pt x="374704" y="122296"/>
                  <a:pt x="374031" y="115802"/>
                  <a:pt x="374031" y="105899"/>
                </a:cubicBezTo>
                <a:lnTo>
                  <a:pt x="374031" y="49878"/>
                </a:lnTo>
                <a:lnTo>
                  <a:pt x="361929" y="49878"/>
                </a:lnTo>
                <a:lnTo>
                  <a:pt x="361929" y="37042"/>
                </a:lnTo>
                <a:lnTo>
                  <a:pt x="374031" y="37042"/>
                </a:lnTo>
                <a:lnTo>
                  <a:pt x="374031" y="12862"/>
                </a:lnTo>
                <a:lnTo>
                  <a:pt x="390444" y="2934"/>
                </a:lnTo>
                <a:lnTo>
                  <a:pt x="390444" y="37042"/>
                </a:lnTo>
                <a:lnTo>
                  <a:pt x="407039" y="37042"/>
                </a:lnTo>
                <a:lnTo>
                  <a:pt x="407039" y="49878"/>
                </a:lnTo>
                <a:lnTo>
                  <a:pt x="390444" y="49878"/>
                </a:lnTo>
                <a:lnTo>
                  <a:pt x="390444" y="106816"/>
                </a:lnTo>
                <a:cubicBezTo>
                  <a:pt x="390444" y="111523"/>
                  <a:pt x="390734" y="114549"/>
                  <a:pt x="391315" y="115893"/>
                </a:cubicBezTo>
                <a:cubicBezTo>
                  <a:pt x="391895" y="117238"/>
                  <a:pt x="392843" y="118308"/>
                  <a:pt x="394157" y="119102"/>
                </a:cubicBezTo>
                <a:cubicBezTo>
                  <a:pt x="395471" y="119897"/>
                  <a:pt x="397351" y="120294"/>
                  <a:pt x="399796" y="120294"/>
                </a:cubicBezTo>
                <a:cubicBezTo>
                  <a:pt x="401629" y="120294"/>
                  <a:pt x="404044" y="120142"/>
                  <a:pt x="407039" y="119836"/>
                </a:cubicBezTo>
                <a:close/>
                <a:moveTo>
                  <a:pt x="423208" y="134414"/>
                </a:moveTo>
                <a:lnTo>
                  <a:pt x="423208" y="0"/>
                </a:lnTo>
                <a:lnTo>
                  <a:pt x="439712" y="0"/>
                </a:lnTo>
                <a:lnTo>
                  <a:pt x="439712" y="48228"/>
                </a:lnTo>
                <a:cubicBezTo>
                  <a:pt x="447414" y="39303"/>
                  <a:pt x="457133" y="34841"/>
                  <a:pt x="468869" y="34841"/>
                </a:cubicBezTo>
                <a:cubicBezTo>
                  <a:pt x="476082" y="34841"/>
                  <a:pt x="482347" y="36263"/>
                  <a:pt x="487665" y="39105"/>
                </a:cubicBezTo>
                <a:cubicBezTo>
                  <a:pt x="492983" y="41947"/>
                  <a:pt x="496788" y="45874"/>
                  <a:pt x="499080" y="50887"/>
                </a:cubicBezTo>
                <a:cubicBezTo>
                  <a:pt x="501372" y="55899"/>
                  <a:pt x="502518" y="63173"/>
                  <a:pt x="502518" y="72708"/>
                </a:cubicBezTo>
                <a:lnTo>
                  <a:pt x="502518" y="134414"/>
                </a:lnTo>
                <a:lnTo>
                  <a:pt x="486014" y="134414"/>
                </a:lnTo>
                <a:lnTo>
                  <a:pt x="486014" y="72708"/>
                </a:lnTo>
                <a:cubicBezTo>
                  <a:pt x="486014" y="64456"/>
                  <a:pt x="484227" y="58451"/>
                  <a:pt x="480651" y="54692"/>
                </a:cubicBezTo>
                <a:cubicBezTo>
                  <a:pt x="477075" y="50933"/>
                  <a:pt x="472017" y="49053"/>
                  <a:pt x="465476" y="49053"/>
                </a:cubicBezTo>
                <a:cubicBezTo>
                  <a:pt x="460586" y="49053"/>
                  <a:pt x="455987" y="50321"/>
                  <a:pt x="451677" y="52858"/>
                </a:cubicBezTo>
                <a:cubicBezTo>
                  <a:pt x="447368" y="55395"/>
                  <a:pt x="444296" y="58833"/>
                  <a:pt x="442463" y="63173"/>
                </a:cubicBezTo>
                <a:cubicBezTo>
                  <a:pt x="440629" y="67513"/>
                  <a:pt x="439712" y="73503"/>
                  <a:pt x="439712" y="81144"/>
                </a:cubicBezTo>
                <a:lnTo>
                  <a:pt x="439712" y="134414"/>
                </a:lnTo>
                <a:lnTo>
                  <a:pt x="423208" y="134414"/>
                </a:lnTo>
                <a:close/>
                <a:moveTo>
                  <a:pt x="594269" y="103057"/>
                </a:moveTo>
                <a:lnTo>
                  <a:pt x="611323" y="105166"/>
                </a:lnTo>
                <a:cubicBezTo>
                  <a:pt x="608633" y="115129"/>
                  <a:pt x="603652" y="122862"/>
                  <a:pt x="596378" y="128363"/>
                </a:cubicBezTo>
                <a:cubicBezTo>
                  <a:pt x="589104" y="133864"/>
                  <a:pt x="579813" y="136615"/>
                  <a:pt x="568505" y="136615"/>
                </a:cubicBezTo>
                <a:cubicBezTo>
                  <a:pt x="554262" y="136615"/>
                  <a:pt x="542970" y="132229"/>
                  <a:pt x="534626" y="123458"/>
                </a:cubicBezTo>
                <a:cubicBezTo>
                  <a:pt x="526282" y="114686"/>
                  <a:pt x="522111" y="102385"/>
                  <a:pt x="522111" y="86553"/>
                </a:cubicBezTo>
                <a:cubicBezTo>
                  <a:pt x="522111" y="70172"/>
                  <a:pt x="526328" y="57458"/>
                  <a:pt x="534764" y="48411"/>
                </a:cubicBezTo>
                <a:cubicBezTo>
                  <a:pt x="543199" y="39365"/>
                  <a:pt x="554140" y="34841"/>
                  <a:pt x="567588" y="34841"/>
                </a:cubicBezTo>
                <a:cubicBezTo>
                  <a:pt x="580607" y="34841"/>
                  <a:pt x="591243" y="39266"/>
                  <a:pt x="599495" y="48116"/>
                </a:cubicBezTo>
                <a:cubicBezTo>
                  <a:pt x="607747" y="56964"/>
                  <a:pt x="611873" y="69412"/>
                  <a:pt x="611873" y="85462"/>
                </a:cubicBezTo>
                <a:cubicBezTo>
                  <a:pt x="611873" y="86438"/>
                  <a:pt x="611842" y="87902"/>
                  <a:pt x="611781" y="89854"/>
                </a:cubicBezTo>
                <a:lnTo>
                  <a:pt x="539165" y="89854"/>
                </a:lnTo>
                <a:cubicBezTo>
                  <a:pt x="539776" y="100520"/>
                  <a:pt x="542802" y="108688"/>
                  <a:pt x="548242" y="114358"/>
                </a:cubicBezTo>
                <a:cubicBezTo>
                  <a:pt x="553682" y="120027"/>
                  <a:pt x="560467" y="122862"/>
                  <a:pt x="568596" y="122862"/>
                </a:cubicBezTo>
                <a:cubicBezTo>
                  <a:pt x="574648" y="122862"/>
                  <a:pt x="579813" y="121288"/>
                  <a:pt x="584092" y="118140"/>
                </a:cubicBezTo>
                <a:cubicBezTo>
                  <a:pt x="588370" y="114990"/>
                  <a:pt x="591763" y="109962"/>
                  <a:pt x="594269" y="103057"/>
                </a:cubicBezTo>
                <a:moveTo>
                  <a:pt x="540081" y="76101"/>
                </a:moveTo>
                <a:lnTo>
                  <a:pt x="594452" y="76101"/>
                </a:lnTo>
                <a:cubicBezTo>
                  <a:pt x="593719" y="68044"/>
                  <a:pt x="591641" y="62001"/>
                  <a:pt x="588218" y="57972"/>
                </a:cubicBezTo>
                <a:cubicBezTo>
                  <a:pt x="582961" y="51720"/>
                  <a:pt x="576145" y="48595"/>
                  <a:pt x="567771" y="48595"/>
                </a:cubicBezTo>
                <a:cubicBezTo>
                  <a:pt x="560192" y="48595"/>
                  <a:pt x="553819" y="51090"/>
                  <a:pt x="548654" y="56081"/>
                </a:cubicBezTo>
                <a:cubicBezTo>
                  <a:pt x="543489" y="61071"/>
                  <a:pt x="540632" y="67744"/>
                  <a:pt x="540081" y="7610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6" name="Text optimzerstates">
            <a:extLst xmlns:a="http://schemas.openxmlformats.org/drawingml/2006/main">
              <a:ext uri="{FF2B5EF4-FFF2-40B4-BE49-F238E27FC236}">
                <a16:creationId xmlns:a16="http://schemas.microsoft.com/office/drawing/2014/main" id="{808A0534-089A-48F3-8AFE-D03FEC536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1450" y="1121722"/>
            <a:ext cx="1259648" cy="171823"/>
          </a:xfrm>
          <a:custGeom xmlns:a="http://schemas.openxmlformats.org/drawingml/2006/main">
            <a:pathLst>
              <a:path w="1259648" h="171823">
                <a:moveTo>
                  <a:pt x="0" y="85728"/>
                </a:moveTo>
                <a:cubicBezTo>
                  <a:pt x="0" y="67696"/>
                  <a:pt x="5012" y="54340"/>
                  <a:pt x="15037" y="45661"/>
                </a:cubicBezTo>
                <a:cubicBezTo>
                  <a:pt x="23411" y="38448"/>
                  <a:pt x="33619" y="34841"/>
                  <a:pt x="45661" y="34841"/>
                </a:cubicBezTo>
                <a:cubicBezTo>
                  <a:pt x="59047" y="34841"/>
                  <a:pt x="69988" y="39227"/>
                  <a:pt x="78485" y="47999"/>
                </a:cubicBezTo>
                <a:cubicBezTo>
                  <a:pt x="86981" y="56770"/>
                  <a:pt x="91229" y="68888"/>
                  <a:pt x="91229" y="84353"/>
                </a:cubicBezTo>
                <a:cubicBezTo>
                  <a:pt x="91229" y="96883"/>
                  <a:pt x="89350" y="106740"/>
                  <a:pt x="85591" y="113922"/>
                </a:cubicBezTo>
                <a:cubicBezTo>
                  <a:pt x="81831" y="121104"/>
                  <a:pt x="76361" y="126682"/>
                  <a:pt x="69178" y="130655"/>
                </a:cubicBezTo>
                <a:cubicBezTo>
                  <a:pt x="61996" y="134628"/>
                  <a:pt x="54157" y="136615"/>
                  <a:pt x="45661" y="136615"/>
                </a:cubicBezTo>
                <a:cubicBezTo>
                  <a:pt x="32030" y="136615"/>
                  <a:pt x="21012" y="132244"/>
                  <a:pt x="12607" y="123503"/>
                </a:cubicBezTo>
                <a:cubicBezTo>
                  <a:pt x="4202" y="114763"/>
                  <a:pt x="0" y="102171"/>
                  <a:pt x="0" y="85728"/>
                </a:cubicBezTo>
                <a:moveTo>
                  <a:pt x="16962" y="85682"/>
                </a:moveTo>
                <a:cubicBezTo>
                  <a:pt x="16962" y="98106"/>
                  <a:pt x="19682" y="107408"/>
                  <a:pt x="25122" y="113590"/>
                </a:cubicBezTo>
                <a:cubicBezTo>
                  <a:pt x="30563" y="119771"/>
                  <a:pt x="37409" y="122862"/>
                  <a:pt x="45661" y="122862"/>
                </a:cubicBezTo>
                <a:cubicBezTo>
                  <a:pt x="53851" y="122862"/>
                  <a:pt x="60667" y="119756"/>
                  <a:pt x="66107" y="113544"/>
                </a:cubicBezTo>
                <a:cubicBezTo>
                  <a:pt x="71547" y="107332"/>
                  <a:pt x="74267" y="97862"/>
                  <a:pt x="74267" y="85135"/>
                </a:cubicBezTo>
                <a:cubicBezTo>
                  <a:pt x="74267" y="73137"/>
                  <a:pt x="71532" y="64048"/>
                  <a:pt x="66061" y="57866"/>
                </a:cubicBezTo>
                <a:cubicBezTo>
                  <a:pt x="60590" y="51685"/>
                  <a:pt x="53790" y="48595"/>
                  <a:pt x="45661" y="48595"/>
                </a:cubicBezTo>
                <a:cubicBezTo>
                  <a:pt x="37409" y="48595"/>
                  <a:pt x="30563" y="51670"/>
                  <a:pt x="25122" y="57821"/>
                </a:cubicBezTo>
                <a:cubicBezTo>
                  <a:pt x="19682" y="63971"/>
                  <a:pt x="16962" y="73259"/>
                  <a:pt x="16962" y="85682"/>
                </a:cubicBezTo>
                <a:close/>
                <a:moveTo>
                  <a:pt x="110547" y="171823"/>
                </a:moveTo>
                <a:lnTo>
                  <a:pt x="110547" y="37042"/>
                </a:lnTo>
                <a:lnTo>
                  <a:pt x="125583" y="37042"/>
                </a:lnTo>
                <a:lnTo>
                  <a:pt x="125583" y="49603"/>
                </a:lnTo>
                <a:cubicBezTo>
                  <a:pt x="129129" y="44683"/>
                  <a:pt x="133132" y="40992"/>
                  <a:pt x="137595" y="38532"/>
                </a:cubicBezTo>
                <a:cubicBezTo>
                  <a:pt x="142057" y="36071"/>
                  <a:pt x="147466" y="34841"/>
                  <a:pt x="153823" y="34841"/>
                </a:cubicBezTo>
                <a:cubicBezTo>
                  <a:pt x="162136" y="34841"/>
                  <a:pt x="169471" y="36981"/>
                  <a:pt x="175828" y="41259"/>
                </a:cubicBezTo>
                <a:cubicBezTo>
                  <a:pt x="182185" y="45538"/>
                  <a:pt x="186984" y="51574"/>
                  <a:pt x="190223" y="59368"/>
                </a:cubicBezTo>
                <a:cubicBezTo>
                  <a:pt x="193463" y="67161"/>
                  <a:pt x="195083" y="75704"/>
                  <a:pt x="195083" y="84995"/>
                </a:cubicBezTo>
                <a:cubicBezTo>
                  <a:pt x="195083" y="94958"/>
                  <a:pt x="193295" y="103928"/>
                  <a:pt x="189719" y="111905"/>
                </a:cubicBezTo>
                <a:cubicBezTo>
                  <a:pt x="186143" y="119882"/>
                  <a:pt x="180948" y="125994"/>
                  <a:pt x="174132" y="130242"/>
                </a:cubicBezTo>
                <a:cubicBezTo>
                  <a:pt x="167317" y="134491"/>
                  <a:pt x="160150" y="136615"/>
                  <a:pt x="152631" y="136615"/>
                </a:cubicBezTo>
                <a:cubicBezTo>
                  <a:pt x="147130" y="136615"/>
                  <a:pt x="142194" y="135438"/>
                  <a:pt x="137824" y="133085"/>
                </a:cubicBezTo>
                <a:cubicBezTo>
                  <a:pt x="133453" y="130730"/>
                  <a:pt x="129862" y="127755"/>
                  <a:pt x="127051" y="124162"/>
                </a:cubicBezTo>
                <a:lnTo>
                  <a:pt x="127051" y="171823"/>
                </a:lnTo>
                <a:lnTo>
                  <a:pt x="110547" y="171823"/>
                </a:lnTo>
                <a:moveTo>
                  <a:pt x="125492" y="86141"/>
                </a:moveTo>
                <a:cubicBezTo>
                  <a:pt x="125492" y="98656"/>
                  <a:pt x="128029" y="107905"/>
                  <a:pt x="133102" y="113888"/>
                </a:cubicBezTo>
                <a:cubicBezTo>
                  <a:pt x="138175" y="119870"/>
                  <a:pt x="144318" y="122862"/>
                  <a:pt x="151531" y="122862"/>
                </a:cubicBezTo>
                <a:cubicBezTo>
                  <a:pt x="158866" y="122862"/>
                  <a:pt x="165147" y="119763"/>
                  <a:pt x="170373" y="113567"/>
                </a:cubicBezTo>
                <a:cubicBezTo>
                  <a:pt x="175599" y="107370"/>
                  <a:pt x="178212" y="97770"/>
                  <a:pt x="178212" y="84765"/>
                </a:cubicBezTo>
                <a:cubicBezTo>
                  <a:pt x="178212" y="72372"/>
                  <a:pt x="175660" y="63093"/>
                  <a:pt x="170556" y="56927"/>
                </a:cubicBezTo>
                <a:cubicBezTo>
                  <a:pt x="165452" y="50761"/>
                  <a:pt x="159355" y="47678"/>
                  <a:pt x="152265" y="47678"/>
                </a:cubicBezTo>
                <a:cubicBezTo>
                  <a:pt x="145235" y="47678"/>
                  <a:pt x="139016" y="50959"/>
                  <a:pt x="133606" y="57523"/>
                </a:cubicBezTo>
                <a:cubicBezTo>
                  <a:pt x="128197" y="64086"/>
                  <a:pt x="125492" y="73625"/>
                  <a:pt x="125492" y="86141"/>
                </a:cubicBezTo>
                <a:close/>
                <a:moveTo>
                  <a:pt x="250984" y="119836"/>
                </a:moveTo>
                <a:lnTo>
                  <a:pt x="253368" y="134414"/>
                </a:lnTo>
                <a:cubicBezTo>
                  <a:pt x="248722" y="135270"/>
                  <a:pt x="244566" y="135698"/>
                  <a:pt x="240898" y="135698"/>
                </a:cubicBezTo>
                <a:cubicBezTo>
                  <a:pt x="234908" y="135698"/>
                  <a:pt x="230262" y="134750"/>
                  <a:pt x="226962" y="132856"/>
                </a:cubicBezTo>
                <a:cubicBezTo>
                  <a:pt x="223661" y="130961"/>
                  <a:pt x="221338" y="128470"/>
                  <a:pt x="219993" y="125383"/>
                </a:cubicBezTo>
                <a:cubicBezTo>
                  <a:pt x="218649" y="122296"/>
                  <a:pt x="217976" y="115802"/>
                  <a:pt x="217976" y="105899"/>
                </a:cubicBezTo>
                <a:lnTo>
                  <a:pt x="217976" y="49878"/>
                </a:lnTo>
                <a:lnTo>
                  <a:pt x="205874" y="49878"/>
                </a:lnTo>
                <a:lnTo>
                  <a:pt x="205874" y="37042"/>
                </a:lnTo>
                <a:lnTo>
                  <a:pt x="217976" y="37042"/>
                </a:lnTo>
                <a:lnTo>
                  <a:pt x="217976" y="12862"/>
                </a:lnTo>
                <a:lnTo>
                  <a:pt x="234388" y="2934"/>
                </a:lnTo>
                <a:lnTo>
                  <a:pt x="234388" y="37042"/>
                </a:lnTo>
                <a:lnTo>
                  <a:pt x="250984" y="37042"/>
                </a:lnTo>
                <a:lnTo>
                  <a:pt x="250984" y="49878"/>
                </a:lnTo>
                <a:lnTo>
                  <a:pt x="234388" y="49878"/>
                </a:lnTo>
                <a:lnTo>
                  <a:pt x="234388" y="106816"/>
                </a:lnTo>
                <a:cubicBezTo>
                  <a:pt x="234388" y="111523"/>
                  <a:pt x="234679" y="114549"/>
                  <a:pt x="235259" y="115893"/>
                </a:cubicBezTo>
                <a:cubicBezTo>
                  <a:pt x="235840" y="117238"/>
                  <a:pt x="236788" y="118308"/>
                  <a:pt x="238102" y="119102"/>
                </a:cubicBezTo>
                <a:cubicBezTo>
                  <a:pt x="239416" y="119897"/>
                  <a:pt x="241296" y="120294"/>
                  <a:pt x="243741" y="120294"/>
                </a:cubicBezTo>
                <a:cubicBezTo>
                  <a:pt x="245574" y="120294"/>
                  <a:pt x="247989" y="120142"/>
                  <a:pt x="250984" y="119836"/>
                </a:cubicBezTo>
                <a:close/>
                <a:moveTo>
                  <a:pt x="267244" y="19071"/>
                </a:moveTo>
                <a:lnTo>
                  <a:pt x="267244" y="0"/>
                </a:lnTo>
                <a:lnTo>
                  <a:pt x="283748" y="0"/>
                </a:lnTo>
                <a:lnTo>
                  <a:pt x="283748" y="19071"/>
                </a:lnTo>
                <a:lnTo>
                  <a:pt x="267244" y="19071"/>
                </a:lnTo>
                <a:moveTo>
                  <a:pt x="267244" y="134414"/>
                </a:moveTo>
                <a:lnTo>
                  <a:pt x="267244" y="37042"/>
                </a:lnTo>
                <a:lnTo>
                  <a:pt x="283748" y="37042"/>
                </a:lnTo>
                <a:lnTo>
                  <a:pt x="283748" y="134414"/>
                </a:lnTo>
                <a:lnTo>
                  <a:pt x="267244" y="134414"/>
                </a:lnTo>
                <a:close/>
                <a:moveTo>
                  <a:pt x="308839" y="134414"/>
                </a:moveTo>
                <a:lnTo>
                  <a:pt x="308839" y="37042"/>
                </a:lnTo>
                <a:lnTo>
                  <a:pt x="323601" y="37042"/>
                </a:lnTo>
                <a:lnTo>
                  <a:pt x="323601" y="50612"/>
                </a:lnTo>
                <a:cubicBezTo>
                  <a:pt x="326657" y="45871"/>
                  <a:pt x="330722" y="42057"/>
                  <a:pt x="335795" y="39171"/>
                </a:cubicBezTo>
                <a:cubicBezTo>
                  <a:pt x="340869" y="36284"/>
                  <a:pt x="346645" y="34841"/>
                  <a:pt x="353124" y="34841"/>
                </a:cubicBezTo>
                <a:cubicBezTo>
                  <a:pt x="360337" y="34841"/>
                  <a:pt x="366251" y="36331"/>
                  <a:pt x="370866" y="39311"/>
                </a:cubicBezTo>
                <a:cubicBezTo>
                  <a:pt x="375481" y="42289"/>
                  <a:pt x="378736" y="46453"/>
                  <a:pt x="380630" y="51804"/>
                </a:cubicBezTo>
                <a:cubicBezTo>
                  <a:pt x="388332" y="40495"/>
                  <a:pt x="398357" y="34841"/>
                  <a:pt x="410704" y="34841"/>
                </a:cubicBezTo>
                <a:cubicBezTo>
                  <a:pt x="420362" y="34841"/>
                  <a:pt x="427789" y="37516"/>
                  <a:pt x="432984" y="42864"/>
                </a:cubicBezTo>
                <a:cubicBezTo>
                  <a:pt x="438180" y="48212"/>
                  <a:pt x="440778" y="56449"/>
                  <a:pt x="440778" y="67574"/>
                </a:cubicBezTo>
                <a:lnTo>
                  <a:pt x="440778" y="134414"/>
                </a:lnTo>
                <a:lnTo>
                  <a:pt x="424366" y="134414"/>
                </a:lnTo>
                <a:lnTo>
                  <a:pt x="424366" y="73009"/>
                </a:lnTo>
                <a:cubicBezTo>
                  <a:pt x="424366" y="66400"/>
                  <a:pt x="423831" y="61643"/>
                  <a:pt x="422761" y="58737"/>
                </a:cubicBezTo>
                <a:cubicBezTo>
                  <a:pt x="421691" y="55830"/>
                  <a:pt x="419751" y="53489"/>
                  <a:pt x="416939" y="51715"/>
                </a:cubicBezTo>
                <a:cubicBezTo>
                  <a:pt x="414127" y="49940"/>
                  <a:pt x="410826" y="49053"/>
                  <a:pt x="407037" y="49053"/>
                </a:cubicBezTo>
                <a:cubicBezTo>
                  <a:pt x="400191" y="49053"/>
                  <a:pt x="394506" y="51333"/>
                  <a:pt x="389983" y="55892"/>
                </a:cubicBezTo>
                <a:cubicBezTo>
                  <a:pt x="385459" y="60450"/>
                  <a:pt x="383198" y="67747"/>
                  <a:pt x="383198" y="77783"/>
                </a:cubicBezTo>
                <a:lnTo>
                  <a:pt x="383198" y="134414"/>
                </a:lnTo>
                <a:lnTo>
                  <a:pt x="366694" y="134414"/>
                </a:lnTo>
                <a:lnTo>
                  <a:pt x="366694" y="71081"/>
                </a:lnTo>
                <a:cubicBezTo>
                  <a:pt x="366694" y="63738"/>
                  <a:pt x="365349" y="58231"/>
                  <a:pt x="362660" y="54560"/>
                </a:cubicBezTo>
                <a:cubicBezTo>
                  <a:pt x="359970" y="50889"/>
                  <a:pt x="355569" y="49053"/>
                  <a:pt x="349457" y="49053"/>
                </a:cubicBezTo>
                <a:cubicBezTo>
                  <a:pt x="344811" y="49053"/>
                  <a:pt x="340517" y="50277"/>
                  <a:pt x="336574" y="52726"/>
                </a:cubicBezTo>
                <a:cubicBezTo>
                  <a:pt x="332632" y="55173"/>
                  <a:pt x="329774" y="58753"/>
                  <a:pt x="328002" y="63465"/>
                </a:cubicBezTo>
                <a:cubicBezTo>
                  <a:pt x="326229" y="68176"/>
                  <a:pt x="325343" y="74967"/>
                  <a:pt x="325343" y="83840"/>
                </a:cubicBezTo>
                <a:lnTo>
                  <a:pt x="325343" y="134414"/>
                </a:lnTo>
                <a:lnTo>
                  <a:pt x="308839" y="134414"/>
                </a:lnTo>
                <a:close/>
                <a:moveTo>
                  <a:pt x="456546" y="134414"/>
                </a:moveTo>
                <a:lnTo>
                  <a:pt x="456546" y="121028"/>
                </a:lnTo>
                <a:lnTo>
                  <a:pt x="518527" y="49878"/>
                </a:lnTo>
                <a:cubicBezTo>
                  <a:pt x="511498" y="50245"/>
                  <a:pt x="505294" y="50428"/>
                  <a:pt x="499915" y="50428"/>
                </a:cubicBezTo>
                <a:lnTo>
                  <a:pt x="460214" y="50428"/>
                </a:lnTo>
                <a:lnTo>
                  <a:pt x="460214" y="37042"/>
                </a:lnTo>
                <a:lnTo>
                  <a:pt x="539799" y="37042"/>
                </a:lnTo>
                <a:lnTo>
                  <a:pt x="539799" y="47953"/>
                </a:lnTo>
                <a:lnTo>
                  <a:pt x="487078" y="109750"/>
                </a:lnTo>
                <a:lnTo>
                  <a:pt x="476901" y="121028"/>
                </a:lnTo>
                <a:cubicBezTo>
                  <a:pt x="484297" y="120478"/>
                  <a:pt x="491235" y="120203"/>
                  <a:pt x="497714" y="120203"/>
                </a:cubicBezTo>
                <a:lnTo>
                  <a:pt x="542733" y="120203"/>
                </a:lnTo>
                <a:lnTo>
                  <a:pt x="542733" y="134414"/>
                </a:lnTo>
                <a:lnTo>
                  <a:pt x="456546" y="134414"/>
                </a:lnTo>
                <a:close/>
                <a:moveTo>
                  <a:pt x="625802" y="103057"/>
                </a:moveTo>
                <a:lnTo>
                  <a:pt x="642856" y="105166"/>
                </a:lnTo>
                <a:cubicBezTo>
                  <a:pt x="640167" y="115129"/>
                  <a:pt x="635185" y="122862"/>
                  <a:pt x="627911" y="128363"/>
                </a:cubicBezTo>
                <a:cubicBezTo>
                  <a:pt x="620637" y="133864"/>
                  <a:pt x="611346" y="136615"/>
                  <a:pt x="600038" y="136615"/>
                </a:cubicBezTo>
                <a:cubicBezTo>
                  <a:pt x="585796" y="136615"/>
                  <a:pt x="574503" y="132229"/>
                  <a:pt x="566159" y="123458"/>
                </a:cubicBezTo>
                <a:cubicBezTo>
                  <a:pt x="557816" y="114686"/>
                  <a:pt x="553644" y="102385"/>
                  <a:pt x="553644" y="86553"/>
                </a:cubicBezTo>
                <a:cubicBezTo>
                  <a:pt x="553644" y="70172"/>
                  <a:pt x="557862" y="57458"/>
                  <a:pt x="566297" y="48411"/>
                </a:cubicBezTo>
                <a:cubicBezTo>
                  <a:pt x="574732" y="39365"/>
                  <a:pt x="585674" y="34841"/>
                  <a:pt x="599121" y="34841"/>
                </a:cubicBezTo>
                <a:cubicBezTo>
                  <a:pt x="612141" y="34841"/>
                  <a:pt x="622777" y="39266"/>
                  <a:pt x="631029" y="48116"/>
                </a:cubicBezTo>
                <a:cubicBezTo>
                  <a:pt x="639280" y="56964"/>
                  <a:pt x="643406" y="69412"/>
                  <a:pt x="643406" y="85462"/>
                </a:cubicBezTo>
                <a:cubicBezTo>
                  <a:pt x="643406" y="86438"/>
                  <a:pt x="643376" y="87902"/>
                  <a:pt x="643315" y="89854"/>
                </a:cubicBezTo>
                <a:lnTo>
                  <a:pt x="570698" y="89854"/>
                </a:lnTo>
                <a:cubicBezTo>
                  <a:pt x="571309" y="100520"/>
                  <a:pt x="574335" y="108688"/>
                  <a:pt x="579775" y="114358"/>
                </a:cubicBezTo>
                <a:cubicBezTo>
                  <a:pt x="585215" y="120027"/>
                  <a:pt x="592000" y="122862"/>
                  <a:pt x="600130" y="122862"/>
                </a:cubicBezTo>
                <a:cubicBezTo>
                  <a:pt x="606181" y="122862"/>
                  <a:pt x="611346" y="121288"/>
                  <a:pt x="615625" y="118140"/>
                </a:cubicBezTo>
                <a:cubicBezTo>
                  <a:pt x="619904" y="114990"/>
                  <a:pt x="623296" y="109962"/>
                  <a:pt x="625802" y="103057"/>
                </a:cubicBezTo>
                <a:moveTo>
                  <a:pt x="571615" y="76101"/>
                </a:moveTo>
                <a:lnTo>
                  <a:pt x="625986" y="76101"/>
                </a:lnTo>
                <a:cubicBezTo>
                  <a:pt x="625252" y="68044"/>
                  <a:pt x="623174" y="62001"/>
                  <a:pt x="619751" y="57972"/>
                </a:cubicBezTo>
                <a:cubicBezTo>
                  <a:pt x="614494" y="51720"/>
                  <a:pt x="607679" y="48595"/>
                  <a:pt x="599305" y="48595"/>
                </a:cubicBezTo>
                <a:cubicBezTo>
                  <a:pt x="591725" y="48595"/>
                  <a:pt x="585353" y="51090"/>
                  <a:pt x="580188" y="56081"/>
                </a:cubicBezTo>
                <a:cubicBezTo>
                  <a:pt x="575023" y="61071"/>
                  <a:pt x="572165" y="67744"/>
                  <a:pt x="571615" y="76101"/>
                </a:cubicBezTo>
                <a:close/>
                <a:moveTo>
                  <a:pt x="663366" y="134414"/>
                </a:moveTo>
                <a:lnTo>
                  <a:pt x="663366" y="37042"/>
                </a:lnTo>
                <a:lnTo>
                  <a:pt x="678219" y="37042"/>
                </a:lnTo>
                <a:lnTo>
                  <a:pt x="678219" y="51712"/>
                </a:lnTo>
                <a:cubicBezTo>
                  <a:pt x="682009" y="44843"/>
                  <a:pt x="685508" y="40314"/>
                  <a:pt x="688717" y="38125"/>
                </a:cubicBezTo>
                <a:cubicBezTo>
                  <a:pt x="691926" y="35936"/>
                  <a:pt x="695456" y="34841"/>
                  <a:pt x="699307" y="34841"/>
                </a:cubicBezTo>
                <a:cubicBezTo>
                  <a:pt x="704870" y="34841"/>
                  <a:pt x="710524" y="36606"/>
                  <a:pt x="716269" y="40136"/>
                </a:cubicBezTo>
                <a:lnTo>
                  <a:pt x="710585" y="55379"/>
                </a:lnTo>
                <a:cubicBezTo>
                  <a:pt x="706551" y="52996"/>
                  <a:pt x="702516" y="51804"/>
                  <a:pt x="698482" y="51804"/>
                </a:cubicBezTo>
                <a:cubicBezTo>
                  <a:pt x="694876" y="51804"/>
                  <a:pt x="691636" y="52890"/>
                  <a:pt x="688763" y="55064"/>
                </a:cubicBezTo>
                <a:cubicBezTo>
                  <a:pt x="685890" y="57236"/>
                  <a:pt x="683843" y="60249"/>
                  <a:pt x="682620" y="64104"/>
                </a:cubicBezTo>
                <a:cubicBezTo>
                  <a:pt x="680786" y="69978"/>
                  <a:pt x="679869" y="76403"/>
                  <a:pt x="679869" y="83379"/>
                </a:cubicBezTo>
                <a:lnTo>
                  <a:pt x="679869" y="134414"/>
                </a:lnTo>
                <a:lnTo>
                  <a:pt x="663366" y="134414"/>
                </a:lnTo>
                <a:close/>
                <a:moveTo>
                  <a:pt x="771679" y="105258"/>
                </a:moveTo>
                <a:lnTo>
                  <a:pt x="788000" y="102690"/>
                </a:lnTo>
                <a:cubicBezTo>
                  <a:pt x="788917" y="109202"/>
                  <a:pt x="791469" y="114192"/>
                  <a:pt x="795656" y="117661"/>
                </a:cubicBezTo>
                <a:cubicBezTo>
                  <a:pt x="799843" y="121128"/>
                  <a:pt x="805696" y="122862"/>
                  <a:pt x="813214" y="122862"/>
                </a:cubicBezTo>
                <a:cubicBezTo>
                  <a:pt x="820794" y="122862"/>
                  <a:pt x="826417" y="121331"/>
                  <a:pt x="830085" y="118269"/>
                </a:cubicBezTo>
                <a:cubicBezTo>
                  <a:pt x="833752" y="115205"/>
                  <a:pt x="835586" y="111612"/>
                  <a:pt x="835586" y="107490"/>
                </a:cubicBezTo>
                <a:cubicBezTo>
                  <a:pt x="835586" y="103790"/>
                  <a:pt x="833966" y="100879"/>
                  <a:pt x="830726" y="98756"/>
                </a:cubicBezTo>
                <a:cubicBezTo>
                  <a:pt x="828465" y="97301"/>
                  <a:pt x="822841" y="95451"/>
                  <a:pt x="813856" y="93206"/>
                </a:cubicBezTo>
                <a:cubicBezTo>
                  <a:pt x="801753" y="90148"/>
                  <a:pt x="793364" y="87503"/>
                  <a:pt x="788688" y="85270"/>
                </a:cubicBezTo>
                <a:cubicBezTo>
                  <a:pt x="784012" y="83037"/>
                  <a:pt x="780466" y="79947"/>
                  <a:pt x="778052" y="76001"/>
                </a:cubicBezTo>
                <a:cubicBezTo>
                  <a:pt x="775637" y="72054"/>
                  <a:pt x="774430" y="67695"/>
                  <a:pt x="774430" y="62924"/>
                </a:cubicBezTo>
                <a:cubicBezTo>
                  <a:pt x="774430" y="58580"/>
                  <a:pt x="775423" y="54557"/>
                  <a:pt x="777410" y="50855"/>
                </a:cubicBezTo>
                <a:cubicBezTo>
                  <a:pt x="779397" y="47153"/>
                  <a:pt x="782101" y="44079"/>
                  <a:pt x="785524" y="41632"/>
                </a:cubicBezTo>
                <a:cubicBezTo>
                  <a:pt x="788092" y="39735"/>
                  <a:pt x="791591" y="38130"/>
                  <a:pt x="796023" y="36815"/>
                </a:cubicBezTo>
                <a:cubicBezTo>
                  <a:pt x="800454" y="35499"/>
                  <a:pt x="805207" y="34841"/>
                  <a:pt x="810280" y="34841"/>
                </a:cubicBezTo>
                <a:cubicBezTo>
                  <a:pt x="817921" y="34841"/>
                  <a:pt x="824629" y="35949"/>
                  <a:pt x="830406" y="38165"/>
                </a:cubicBezTo>
                <a:cubicBezTo>
                  <a:pt x="836182" y="40379"/>
                  <a:pt x="840445" y="43379"/>
                  <a:pt x="843196" y="47165"/>
                </a:cubicBezTo>
                <a:cubicBezTo>
                  <a:pt x="845947" y="50949"/>
                  <a:pt x="847841" y="56010"/>
                  <a:pt x="848881" y="62348"/>
                </a:cubicBezTo>
                <a:lnTo>
                  <a:pt x="832744" y="64548"/>
                </a:lnTo>
                <a:cubicBezTo>
                  <a:pt x="832010" y="59536"/>
                  <a:pt x="829886" y="55624"/>
                  <a:pt x="826371" y="52812"/>
                </a:cubicBezTo>
                <a:cubicBezTo>
                  <a:pt x="822857" y="50000"/>
                  <a:pt x="817890" y="48595"/>
                  <a:pt x="811472" y="48595"/>
                </a:cubicBezTo>
                <a:cubicBezTo>
                  <a:pt x="803892" y="48595"/>
                  <a:pt x="798483" y="49842"/>
                  <a:pt x="795243" y="52337"/>
                </a:cubicBezTo>
                <a:cubicBezTo>
                  <a:pt x="792004" y="54829"/>
                  <a:pt x="790384" y="57749"/>
                  <a:pt x="790384" y="61096"/>
                </a:cubicBezTo>
                <a:cubicBezTo>
                  <a:pt x="790384" y="63223"/>
                  <a:pt x="791056" y="65139"/>
                  <a:pt x="792401" y="66843"/>
                </a:cubicBezTo>
                <a:cubicBezTo>
                  <a:pt x="793746" y="68606"/>
                  <a:pt x="795855" y="70066"/>
                  <a:pt x="798727" y="71221"/>
                </a:cubicBezTo>
                <a:cubicBezTo>
                  <a:pt x="800378" y="71831"/>
                  <a:pt x="805237" y="73230"/>
                  <a:pt x="813306" y="75419"/>
                </a:cubicBezTo>
                <a:cubicBezTo>
                  <a:pt x="824981" y="78534"/>
                  <a:pt x="833126" y="81084"/>
                  <a:pt x="837741" y="83069"/>
                </a:cubicBezTo>
                <a:cubicBezTo>
                  <a:pt x="842355" y="85054"/>
                  <a:pt x="845977" y="87940"/>
                  <a:pt x="848606" y="91728"/>
                </a:cubicBezTo>
                <a:cubicBezTo>
                  <a:pt x="851234" y="95514"/>
                  <a:pt x="852548" y="100216"/>
                  <a:pt x="852548" y="105833"/>
                </a:cubicBezTo>
                <a:cubicBezTo>
                  <a:pt x="852548" y="111331"/>
                  <a:pt x="850944" y="116507"/>
                  <a:pt x="847735" y="121363"/>
                </a:cubicBezTo>
                <a:cubicBezTo>
                  <a:pt x="844525" y="126217"/>
                  <a:pt x="839895" y="129972"/>
                  <a:pt x="833844" y="132629"/>
                </a:cubicBezTo>
                <a:cubicBezTo>
                  <a:pt x="827792" y="135286"/>
                  <a:pt x="820946" y="136615"/>
                  <a:pt x="813306" y="136615"/>
                </a:cubicBezTo>
                <a:cubicBezTo>
                  <a:pt x="800653" y="136615"/>
                  <a:pt x="791010" y="133979"/>
                  <a:pt x="784378" y="128707"/>
                </a:cubicBezTo>
                <a:cubicBezTo>
                  <a:pt x="777746" y="123435"/>
                  <a:pt x="773513" y="115618"/>
                  <a:pt x="771679" y="105258"/>
                </a:cubicBezTo>
                <a:close/>
                <a:moveTo>
                  <a:pt x="908203" y="119836"/>
                </a:moveTo>
                <a:lnTo>
                  <a:pt x="910586" y="134414"/>
                </a:lnTo>
                <a:cubicBezTo>
                  <a:pt x="905941" y="135270"/>
                  <a:pt x="901784" y="135698"/>
                  <a:pt x="898117" y="135698"/>
                </a:cubicBezTo>
                <a:cubicBezTo>
                  <a:pt x="892127" y="135698"/>
                  <a:pt x="887481" y="134750"/>
                  <a:pt x="884180" y="132856"/>
                </a:cubicBezTo>
                <a:cubicBezTo>
                  <a:pt x="880880" y="130961"/>
                  <a:pt x="878557" y="128470"/>
                  <a:pt x="877212" y="125383"/>
                </a:cubicBezTo>
                <a:cubicBezTo>
                  <a:pt x="875867" y="122296"/>
                  <a:pt x="875195" y="115802"/>
                  <a:pt x="875195" y="105899"/>
                </a:cubicBezTo>
                <a:lnTo>
                  <a:pt x="875195" y="49878"/>
                </a:lnTo>
                <a:lnTo>
                  <a:pt x="863092" y="49878"/>
                </a:lnTo>
                <a:lnTo>
                  <a:pt x="863092" y="37042"/>
                </a:lnTo>
                <a:lnTo>
                  <a:pt x="875195" y="37042"/>
                </a:lnTo>
                <a:lnTo>
                  <a:pt x="875195" y="12862"/>
                </a:lnTo>
                <a:lnTo>
                  <a:pt x="891607" y="2934"/>
                </a:lnTo>
                <a:lnTo>
                  <a:pt x="891607" y="37042"/>
                </a:lnTo>
                <a:lnTo>
                  <a:pt x="908203" y="37042"/>
                </a:lnTo>
                <a:lnTo>
                  <a:pt x="908203" y="49878"/>
                </a:lnTo>
                <a:lnTo>
                  <a:pt x="891607" y="49878"/>
                </a:lnTo>
                <a:lnTo>
                  <a:pt x="891607" y="106816"/>
                </a:lnTo>
                <a:cubicBezTo>
                  <a:pt x="891607" y="111523"/>
                  <a:pt x="891897" y="114549"/>
                  <a:pt x="892478" y="115893"/>
                </a:cubicBezTo>
                <a:cubicBezTo>
                  <a:pt x="893059" y="117238"/>
                  <a:pt x="894006" y="118308"/>
                  <a:pt x="895320" y="119102"/>
                </a:cubicBezTo>
                <a:cubicBezTo>
                  <a:pt x="896635" y="119897"/>
                  <a:pt x="898514" y="120294"/>
                  <a:pt x="900959" y="120294"/>
                </a:cubicBezTo>
                <a:cubicBezTo>
                  <a:pt x="902793" y="120294"/>
                  <a:pt x="905207" y="120142"/>
                  <a:pt x="908203" y="119836"/>
                </a:cubicBezTo>
                <a:close/>
                <a:moveTo>
                  <a:pt x="987911" y="122392"/>
                </a:moveTo>
                <a:cubicBezTo>
                  <a:pt x="981798" y="127591"/>
                  <a:pt x="975915" y="131262"/>
                  <a:pt x="970261" y="133403"/>
                </a:cubicBezTo>
                <a:cubicBezTo>
                  <a:pt x="964607" y="135544"/>
                  <a:pt x="958540" y="136615"/>
                  <a:pt x="952061" y="136615"/>
                </a:cubicBezTo>
                <a:cubicBezTo>
                  <a:pt x="941364" y="136615"/>
                  <a:pt x="933143" y="134000"/>
                  <a:pt x="927397" y="128770"/>
                </a:cubicBezTo>
                <a:cubicBezTo>
                  <a:pt x="921651" y="123540"/>
                  <a:pt x="918778" y="116857"/>
                  <a:pt x="918778" y="108722"/>
                </a:cubicBezTo>
                <a:cubicBezTo>
                  <a:pt x="918778" y="103952"/>
                  <a:pt x="919863" y="99595"/>
                  <a:pt x="922033" y="95650"/>
                </a:cubicBezTo>
                <a:cubicBezTo>
                  <a:pt x="924203" y="91704"/>
                  <a:pt x="927046" y="88538"/>
                  <a:pt x="930560" y="86152"/>
                </a:cubicBezTo>
                <a:cubicBezTo>
                  <a:pt x="934075" y="83766"/>
                  <a:pt x="938033" y="81962"/>
                  <a:pt x="942434" y="80740"/>
                </a:cubicBezTo>
                <a:cubicBezTo>
                  <a:pt x="945673" y="79882"/>
                  <a:pt x="950563" y="79056"/>
                  <a:pt x="957104" y="78261"/>
                </a:cubicBezTo>
                <a:cubicBezTo>
                  <a:pt x="970429" y="76683"/>
                  <a:pt x="980240" y="74802"/>
                  <a:pt x="986536" y="72617"/>
                </a:cubicBezTo>
                <a:cubicBezTo>
                  <a:pt x="986597" y="70365"/>
                  <a:pt x="986627" y="68934"/>
                  <a:pt x="986627" y="68325"/>
                </a:cubicBezTo>
                <a:cubicBezTo>
                  <a:pt x="986627" y="61626"/>
                  <a:pt x="985069" y="56907"/>
                  <a:pt x="981951" y="54167"/>
                </a:cubicBezTo>
                <a:cubicBezTo>
                  <a:pt x="977734" y="50452"/>
                  <a:pt x="971468" y="48595"/>
                  <a:pt x="963155" y="48595"/>
                </a:cubicBezTo>
                <a:cubicBezTo>
                  <a:pt x="955392" y="48595"/>
                  <a:pt x="949662" y="49955"/>
                  <a:pt x="945964" y="52675"/>
                </a:cubicBezTo>
                <a:cubicBezTo>
                  <a:pt x="942266" y="55395"/>
                  <a:pt x="939530" y="60208"/>
                  <a:pt x="937758" y="67115"/>
                </a:cubicBezTo>
                <a:lnTo>
                  <a:pt x="921621" y="64915"/>
                </a:lnTo>
                <a:cubicBezTo>
                  <a:pt x="923088" y="57987"/>
                  <a:pt x="925502" y="52392"/>
                  <a:pt x="928864" y="48130"/>
                </a:cubicBezTo>
                <a:cubicBezTo>
                  <a:pt x="932226" y="43869"/>
                  <a:pt x="937085" y="40589"/>
                  <a:pt x="943442" y="38291"/>
                </a:cubicBezTo>
                <a:cubicBezTo>
                  <a:pt x="949799" y="35991"/>
                  <a:pt x="957165" y="34841"/>
                  <a:pt x="965539" y="34841"/>
                </a:cubicBezTo>
                <a:cubicBezTo>
                  <a:pt x="973852" y="34841"/>
                  <a:pt x="980606" y="35819"/>
                  <a:pt x="985802" y="37775"/>
                </a:cubicBezTo>
                <a:cubicBezTo>
                  <a:pt x="990998" y="39731"/>
                  <a:pt x="994818" y="42192"/>
                  <a:pt x="997263" y="45156"/>
                </a:cubicBezTo>
                <a:cubicBezTo>
                  <a:pt x="999708" y="48121"/>
                  <a:pt x="1001420" y="51865"/>
                  <a:pt x="1002398" y="56388"/>
                </a:cubicBezTo>
                <a:cubicBezTo>
                  <a:pt x="1002948" y="59200"/>
                  <a:pt x="1003223" y="64273"/>
                  <a:pt x="1003223" y="71608"/>
                </a:cubicBezTo>
                <a:lnTo>
                  <a:pt x="1003223" y="93613"/>
                </a:lnTo>
                <a:cubicBezTo>
                  <a:pt x="1003223" y="108956"/>
                  <a:pt x="1003574" y="118659"/>
                  <a:pt x="1004277" y="122724"/>
                </a:cubicBezTo>
                <a:cubicBezTo>
                  <a:pt x="1004980" y="126789"/>
                  <a:pt x="1006371" y="130686"/>
                  <a:pt x="1008449" y="134414"/>
                </a:cubicBezTo>
                <a:lnTo>
                  <a:pt x="991212" y="134414"/>
                </a:lnTo>
                <a:cubicBezTo>
                  <a:pt x="989500" y="130987"/>
                  <a:pt x="988400" y="126980"/>
                  <a:pt x="987911" y="122392"/>
                </a:cubicBezTo>
                <a:moveTo>
                  <a:pt x="986536" y="85453"/>
                </a:moveTo>
                <a:cubicBezTo>
                  <a:pt x="980545" y="87919"/>
                  <a:pt x="971560" y="90014"/>
                  <a:pt x="959579" y="91739"/>
                </a:cubicBezTo>
                <a:cubicBezTo>
                  <a:pt x="952794" y="92721"/>
                  <a:pt x="947996" y="93826"/>
                  <a:pt x="945184" y="95054"/>
                </a:cubicBezTo>
                <a:cubicBezTo>
                  <a:pt x="942373" y="96281"/>
                  <a:pt x="940203" y="98076"/>
                  <a:pt x="938675" y="100441"/>
                </a:cubicBezTo>
                <a:cubicBezTo>
                  <a:pt x="937146" y="102804"/>
                  <a:pt x="936382" y="105428"/>
                  <a:pt x="936382" y="108312"/>
                </a:cubicBezTo>
                <a:cubicBezTo>
                  <a:pt x="936382" y="112730"/>
                  <a:pt x="938048" y="116413"/>
                  <a:pt x="941379" y="119360"/>
                </a:cubicBezTo>
                <a:cubicBezTo>
                  <a:pt x="944711" y="122306"/>
                  <a:pt x="949585" y="123778"/>
                  <a:pt x="956004" y="123778"/>
                </a:cubicBezTo>
                <a:cubicBezTo>
                  <a:pt x="962361" y="123778"/>
                  <a:pt x="968015" y="122381"/>
                  <a:pt x="972966" y="119587"/>
                </a:cubicBezTo>
                <a:cubicBezTo>
                  <a:pt x="977917" y="116792"/>
                  <a:pt x="981554" y="112969"/>
                  <a:pt x="983877" y="108117"/>
                </a:cubicBezTo>
                <a:cubicBezTo>
                  <a:pt x="985649" y="104369"/>
                  <a:pt x="986536" y="98841"/>
                  <a:pt x="986536" y="91533"/>
                </a:cubicBezTo>
                <a:lnTo>
                  <a:pt x="986536" y="85453"/>
                </a:lnTo>
                <a:close/>
                <a:moveTo>
                  <a:pt x="1064808" y="119836"/>
                </a:moveTo>
                <a:lnTo>
                  <a:pt x="1067192" y="134414"/>
                </a:lnTo>
                <a:cubicBezTo>
                  <a:pt x="1062547" y="135270"/>
                  <a:pt x="1058390" y="135698"/>
                  <a:pt x="1054723" y="135698"/>
                </a:cubicBezTo>
                <a:cubicBezTo>
                  <a:pt x="1048732" y="135698"/>
                  <a:pt x="1044087" y="134750"/>
                  <a:pt x="1040786" y="132856"/>
                </a:cubicBezTo>
                <a:cubicBezTo>
                  <a:pt x="1037485" y="130961"/>
                  <a:pt x="1035162" y="128470"/>
                  <a:pt x="1033818" y="125383"/>
                </a:cubicBezTo>
                <a:cubicBezTo>
                  <a:pt x="1032473" y="122296"/>
                  <a:pt x="1031801" y="115802"/>
                  <a:pt x="1031801" y="105899"/>
                </a:cubicBezTo>
                <a:lnTo>
                  <a:pt x="1031801" y="49878"/>
                </a:lnTo>
                <a:lnTo>
                  <a:pt x="1019698" y="49878"/>
                </a:lnTo>
                <a:lnTo>
                  <a:pt x="1019698" y="37042"/>
                </a:lnTo>
                <a:lnTo>
                  <a:pt x="1031801" y="37042"/>
                </a:lnTo>
                <a:lnTo>
                  <a:pt x="1031801" y="12862"/>
                </a:lnTo>
                <a:lnTo>
                  <a:pt x="1048213" y="2934"/>
                </a:lnTo>
                <a:lnTo>
                  <a:pt x="1048213" y="37042"/>
                </a:lnTo>
                <a:lnTo>
                  <a:pt x="1064808" y="37042"/>
                </a:lnTo>
                <a:lnTo>
                  <a:pt x="1064808" y="49878"/>
                </a:lnTo>
                <a:lnTo>
                  <a:pt x="1048213" y="49878"/>
                </a:lnTo>
                <a:lnTo>
                  <a:pt x="1048213" y="106816"/>
                </a:lnTo>
                <a:cubicBezTo>
                  <a:pt x="1048213" y="111523"/>
                  <a:pt x="1048503" y="114549"/>
                  <a:pt x="1049084" y="115893"/>
                </a:cubicBezTo>
                <a:cubicBezTo>
                  <a:pt x="1049664" y="117238"/>
                  <a:pt x="1050612" y="118308"/>
                  <a:pt x="1051926" y="119102"/>
                </a:cubicBezTo>
                <a:cubicBezTo>
                  <a:pt x="1053240" y="119897"/>
                  <a:pt x="1055120" y="120294"/>
                  <a:pt x="1057565" y="120294"/>
                </a:cubicBezTo>
                <a:cubicBezTo>
                  <a:pt x="1059399" y="120294"/>
                  <a:pt x="1061813" y="120142"/>
                  <a:pt x="1064808" y="119836"/>
                </a:cubicBezTo>
                <a:close/>
                <a:moveTo>
                  <a:pt x="1147634" y="103057"/>
                </a:moveTo>
                <a:lnTo>
                  <a:pt x="1164688" y="105166"/>
                </a:lnTo>
                <a:cubicBezTo>
                  <a:pt x="1161999" y="115129"/>
                  <a:pt x="1157017" y="122862"/>
                  <a:pt x="1149743" y="128363"/>
                </a:cubicBezTo>
                <a:cubicBezTo>
                  <a:pt x="1142469" y="133864"/>
                  <a:pt x="1133178" y="136615"/>
                  <a:pt x="1121870" y="136615"/>
                </a:cubicBezTo>
                <a:cubicBezTo>
                  <a:pt x="1107628" y="136615"/>
                  <a:pt x="1096335" y="132229"/>
                  <a:pt x="1087992" y="123458"/>
                </a:cubicBezTo>
                <a:cubicBezTo>
                  <a:pt x="1079648" y="114686"/>
                  <a:pt x="1075476" y="102385"/>
                  <a:pt x="1075476" y="86553"/>
                </a:cubicBezTo>
                <a:cubicBezTo>
                  <a:pt x="1075476" y="70172"/>
                  <a:pt x="1079694" y="57458"/>
                  <a:pt x="1088129" y="48411"/>
                </a:cubicBezTo>
                <a:cubicBezTo>
                  <a:pt x="1096564" y="39365"/>
                  <a:pt x="1107506" y="34841"/>
                  <a:pt x="1120953" y="34841"/>
                </a:cubicBezTo>
                <a:cubicBezTo>
                  <a:pt x="1133973" y="34841"/>
                  <a:pt x="1144609" y="39266"/>
                  <a:pt x="1152861" y="48116"/>
                </a:cubicBezTo>
                <a:cubicBezTo>
                  <a:pt x="1161113" y="56964"/>
                  <a:pt x="1165238" y="69412"/>
                  <a:pt x="1165238" y="85462"/>
                </a:cubicBezTo>
                <a:cubicBezTo>
                  <a:pt x="1165238" y="86438"/>
                  <a:pt x="1165208" y="87902"/>
                  <a:pt x="1165147" y="89854"/>
                </a:cubicBezTo>
                <a:lnTo>
                  <a:pt x="1092530" y="89854"/>
                </a:lnTo>
                <a:cubicBezTo>
                  <a:pt x="1093141" y="100520"/>
                  <a:pt x="1096167" y="108688"/>
                  <a:pt x="1101607" y="114358"/>
                </a:cubicBezTo>
                <a:cubicBezTo>
                  <a:pt x="1107047" y="120027"/>
                  <a:pt x="1113832" y="122862"/>
                  <a:pt x="1121962" y="122862"/>
                </a:cubicBezTo>
                <a:cubicBezTo>
                  <a:pt x="1128013" y="122862"/>
                  <a:pt x="1133178" y="121288"/>
                  <a:pt x="1137457" y="118140"/>
                </a:cubicBezTo>
                <a:cubicBezTo>
                  <a:pt x="1141736" y="114990"/>
                  <a:pt x="1145128" y="109962"/>
                  <a:pt x="1147634" y="103057"/>
                </a:cubicBezTo>
                <a:moveTo>
                  <a:pt x="1093447" y="76101"/>
                </a:moveTo>
                <a:lnTo>
                  <a:pt x="1147818" y="76101"/>
                </a:lnTo>
                <a:cubicBezTo>
                  <a:pt x="1147084" y="68044"/>
                  <a:pt x="1145006" y="62001"/>
                  <a:pt x="1141583" y="57972"/>
                </a:cubicBezTo>
                <a:cubicBezTo>
                  <a:pt x="1136326" y="51720"/>
                  <a:pt x="1129511" y="48595"/>
                  <a:pt x="1121137" y="48595"/>
                </a:cubicBezTo>
                <a:cubicBezTo>
                  <a:pt x="1113557" y="48595"/>
                  <a:pt x="1107185" y="51090"/>
                  <a:pt x="1102020" y="56081"/>
                </a:cubicBezTo>
                <a:cubicBezTo>
                  <a:pt x="1096855" y="61071"/>
                  <a:pt x="1093997" y="67744"/>
                  <a:pt x="1093447" y="76101"/>
                </a:cubicBezTo>
                <a:close/>
                <a:moveTo>
                  <a:pt x="1178780" y="105258"/>
                </a:moveTo>
                <a:lnTo>
                  <a:pt x="1195100" y="102690"/>
                </a:lnTo>
                <a:cubicBezTo>
                  <a:pt x="1196017" y="109202"/>
                  <a:pt x="1198569" y="114192"/>
                  <a:pt x="1202756" y="117661"/>
                </a:cubicBezTo>
                <a:cubicBezTo>
                  <a:pt x="1206943" y="121128"/>
                  <a:pt x="1212796" y="122862"/>
                  <a:pt x="1220314" y="122862"/>
                </a:cubicBezTo>
                <a:cubicBezTo>
                  <a:pt x="1227894" y="122862"/>
                  <a:pt x="1233517" y="121331"/>
                  <a:pt x="1237185" y="118269"/>
                </a:cubicBezTo>
                <a:cubicBezTo>
                  <a:pt x="1240852" y="115205"/>
                  <a:pt x="1242686" y="111612"/>
                  <a:pt x="1242686" y="107490"/>
                </a:cubicBezTo>
                <a:cubicBezTo>
                  <a:pt x="1242686" y="103790"/>
                  <a:pt x="1241066" y="100879"/>
                  <a:pt x="1237826" y="98756"/>
                </a:cubicBezTo>
                <a:cubicBezTo>
                  <a:pt x="1235565" y="97301"/>
                  <a:pt x="1229941" y="95451"/>
                  <a:pt x="1220956" y="93206"/>
                </a:cubicBezTo>
                <a:cubicBezTo>
                  <a:pt x="1208853" y="90148"/>
                  <a:pt x="1200464" y="87503"/>
                  <a:pt x="1195788" y="85270"/>
                </a:cubicBezTo>
                <a:cubicBezTo>
                  <a:pt x="1191112" y="83037"/>
                  <a:pt x="1187566" y="79947"/>
                  <a:pt x="1185152" y="76001"/>
                </a:cubicBezTo>
                <a:cubicBezTo>
                  <a:pt x="1182737" y="72054"/>
                  <a:pt x="1181530" y="67695"/>
                  <a:pt x="1181530" y="62924"/>
                </a:cubicBezTo>
                <a:cubicBezTo>
                  <a:pt x="1181530" y="58580"/>
                  <a:pt x="1182523" y="54557"/>
                  <a:pt x="1184510" y="50855"/>
                </a:cubicBezTo>
                <a:cubicBezTo>
                  <a:pt x="1186497" y="47153"/>
                  <a:pt x="1189201" y="44079"/>
                  <a:pt x="1192624" y="41632"/>
                </a:cubicBezTo>
                <a:cubicBezTo>
                  <a:pt x="1195192" y="39735"/>
                  <a:pt x="1198691" y="38130"/>
                  <a:pt x="1203123" y="36815"/>
                </a:cubicBezTo>
                <a:cubicBezTo>
                  <a:pt x="1207554" y="35499"/>
                  <a:pt x="1212307" y="34841"/>
                  <a:pt x="1217380" y="34841"/>
                </a:cubicBezTo>
                <a:cubicBezTo>
                  <a:pt x="1225021" y="34841"/>
                  <a:pt x="1231729" y="35949"/>
                  <a:pt x="1237506" y="38165"/>
                </a:cubicBezTo>
                <a:cubicBezTo>
                  <a:pt x="1243282" y="40379"/>
                  <a:pt x="1247545" y="43379"/>
                  <a:pt x="1250296" y="47165"/>
                </a:cubicBezTo>
                <a:cubicBezTo>
                  <a:pt x="1253047" y="50949"/>
                  <a:pt x="1254941" y="56010"/>
                  <a:pt x="1255981" y="62348"/>
                </a:cubicBezTo>
                <a:lnTo>
                  <a:pt x="1239844" y="64548"/>
                </a:lnTo>
                <a:cubicBezTo>
                  <a:pt x="1239110" y="59536"/>
                  <a:pt x="1236986" y="55624"/>
                  <a:pt x="1233471" y="52812"/>
                </a:cubicBezTo>
                <a:cubicBezTo>
                  <a:pt x="1229957" y="50000"/>
                  <a:pt x="1224990" y="48595"/>
                  <a:pt x="1218572" y="48595"/>
                </a:cubicBezTo>
                <a:cubicBezTo>
                  <a:pt x="1210992" y="48595"/>
                  <a:pt x="1205583" y="49842"/>
                  <a:pt x="1202343" y="52337"/>
                </a:cubicBezTo>
                <a:cubicBezTo>
                  <a:pt x="1199104" y="54829"/>
                  <a:pt x="1197484" y="57749"/>
                  <a:pt x="1197484" y="61096"/>
                </a:cubicBezTo>
                <a:cubicBezTo>
                  <a:pt x="1197484" y="63223"/>
                  <a:pt x="1198156" y="65139"/>
                  <a:pt x="1199501" y="66843"/>
                </a:cubicBezTo>
                <a:cubicBezTo>
                  <a:pt x="1200846" y="68606"/>
                  <a:pt x="1202955" y="70066"/>
                  <a:pt x="1205827" y="71221"/>
                </a:cubicBezTo>
                <a:cubicBezTo>
                  <a:pt x="1207478" y="71831"/>
                  <a:pt x="1212337" y="73230"/>
                  <a:pt x="1220406" y="75419"/>
                </a:cubicBezTo>
                <a:cubicBezTo>
                  <a:pt x="1232081" y="78534"/>
                  <a:pt x="1240226" y="81084"/>
                  <a:pt x="1244841" y="83069"/>
                </a:cubicBezTo>
                <a:cubicBezTo>
                  <a:pt x="1249456" y="85054"/>
                  <a:pt x="1253077" y="87940"/>
                  <a:pt x="1255706" y="91728"/>
                </a:cubicBezTo>
                <a:cubicBezTo>
                  <a:pt x="1258334" y="95514"/>
                  <a:pt x="1259648" y="100216"/>
                  <a:pt x="1259648" y="105833"/>
                </a:cubicBezTo>
                <a:cubicBezTo>
                  <a:pt x="1259648" y="111331"/>
                  <a:pt x="1258044" y="116507"/>
                  <a:pt x="1254835" y="121363"/>
                </a:cubicBezTo>
                <a:cubicBezTo>
                  <a:pt x="1251625" y="126217"/>
                  <a:pt x="1246995" y="129972"/>
                  <a:pt x="1240944" y="132629"/>
                </a:cubicBezTo>
                <a:cubicBezTo>
                  <a:pt x="1234892" y="135286"/>
                  <a:pt x="1228046" y="136615"/>
                  <a:pt x="1220406" y="136615"/>
                </a:cubicBezTo>
                <a:cubicBezTo>
                  <a:pt x="1207753" y="136615"/>
                  <a:pt x="1198110" y="133979"/>
                  <a:pt x="1191478" y="128707"/>
                </a:cubicBezTo>
                <a:cubicBezTo>
                  <a:pt x="1184846" y="123435"/>
                  <a:pt x="1180613" y="115618"/>
                  <a:pt x="1178780" y="10525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58F9969-8735-4B52-A577-81A14EF2D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6885" y="1516936"/>
            <a:ext cx="10" cy="1270204"/>
          </a:xfrm>
          <a:custGeom xmlns:a="http://schemas.openxmlformats.org/drawingml/2006/main">
            <a:pathLst>
              <a:path w="1" h="1270204" fill="none">
                <a:moveTo>
                  <a:pt x="0" y="0"/>
                </a:moveTo>
                <a:lnTo>
                  <a:pt x="0" y="1270204"/>
                </a:lnTo>
              </a:path>
            </a:pathLst>
          </a:custGeom>
          <a:noFill xmlns:a="http://schemas.openxmlformats.org/drawingml/2006/main"/>
          <a:ln xmlns:a="http://schemas.openxmlformats.org/drawingml/2006/main" w="20864" cap="flat">
            <a:solidFill>
              <a:srgbClr val="FF9999"/>
            </a:solidFill>
            <a:miter/>
          </a:ln>
        </p:spPr>
      </p:sp>
      <p:sp>
        <p:nvSpPr>
          <p:cNvPr id="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8312D0C-FC28-4E39-B0F3-2A0BE0340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5157" y="2766276"/>
            <a:ext cx="83456" cy="83456"/>
          </a:xfrm>
          <a:custGeom xmlns:a="http://schemas.openxmlformats.org/drawingml/2006/main">
            <a:pathLst>
              <a:path w="83456" h="83456">
                <a:moveTo>
                  <a:pt x="41728" y="83456"/>
                </a:moveTo>
                <a:lnTo>
                  <a:pt x="0" y="0"/>
                </a:lnTo>
                <a:lnTo>
                  <a:pt x="41728" y="20864"/>
                </a:lnTo>
                <a:lnTo>
                  <a:pt x="83456" y="0"/>
                </a:lnTo>
                <a:lnTo>
                  <a:pt x="41728" y="83456"/>
                </a:lnTo>
                <a:close/>
              </a:path>
            </a:pathLst>
          </a:custGeom>
          <a:solidFill xmlns:a="http://schemas.openxmlformats.org/drawingml/2006/main">
            <a:srgbClr val="FF999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C8D0372-B00C-453E-87E1-1724BE17E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5157" y="2766276"/>
            <a:ext cx="83456" cy="83456"/>
          </a:xfrm>
          <a:custGeom xmlns:a="http://schemas.openxmlformats.org/drawingml/2006/main">
            <a:pathLst>
              <a:path w="83456" h="83456" fill="none">
                <a:moveTo>
                  <a:pt x="41728" y="83456"/>
                </a:moveTo>
                <a:lnTo>
                  <a:pt x="0" y="0"/>
                </a:lnTo>
                <a:lnTo>
                  <a:pt x="41728" y="20864"/>
                </a:lnTo>
                <a:lnTo>
                  <a:pt x="83456" y="0"/>
                </a:lnTo>
                <a:lnTo>
                  <a:pt x="41728" y="83456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0864" cap="flat">
            <a:solidFill>
              <a:srgbClr val="FF9999"/>
            </a:solidFill>
            <a:miter/>
          </a:ln>
        </p:spPr>
      </p:sp>
      <p:sp>
        <p:nvSpPr>
          <p:cNvPr id="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A8633D9-FC1E-4A7D-9E15-8BD11731B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3365" y="1516936"/>
            <a:ext cx="10" cy="1270204"/>
          </a:xfrm>
          <a:custGeom xmlns:a="http://schemas.openxmlformats.org/drawingml/2006/main">
            <a:pathLst>
              <a:path w="1" h="1270204" fill="none">
                <a:moveTo>
                  <a:pt x="0" y="0"/>
                </a:moveTo>
                <a:lnTo>
                  <a:pt x="0" y="1270204"/>
                </a:lnTo>
              </a:path>
            </a:pathLst>
          </a:custGeom>
          <a:noFill xmlns:a="http://schemas.openxmlformats.org/drawingml/2006/main"/>
          <a:ln xmlns:a="http://schemas.openxmlformats.org/drawingml/2006/main" w="20864" cap="flat">
            <a:solidFill>
              <a:srgbClr val="D79B00"/>
            </a:solidFill>
            <a:miter/>
          </a:ln>
        </p:spPr>
      </p:sp>
      <p:sp>
        <p:nvSpPr>
          <p:cNvPr id="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C6F8D0B-B8CF-4B2D-966E-75782BAEC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1637" y="2766276"/>
            <a:ext cx="83456" cy="83456"/>
          </a:xfrm>
          <a:custGeom xmlns:a="http://schemas.openxmlformats.org/drawingml/2006/main">
            <a:pathLst>
              <a:path w="83456" h="83456">
                <a:moveTo>
                  <a:pt x="41728" y="83456"/>
                </a:moveTo>
                <a:lnTo>
                  <a:pt x="0" y="0"/>
                </a:lnTo>
                <a:lnTo>
                  <a:pt x="41728" y="20864"/>
                </a:lnTo>
                <a:lnTo>
                  <a:pt x="83456" y="0"/>
                </a:lnTo>
                <a:lnTo>
                  <a:pt x="41728" y="83456"/>
                </a:lnTo>
                <a:close/>
              </a:path>
            </a:pathLst>
          </a:custGeom>
          <a:solidFill xmlns:a="http://schemas.openxmlformats.org/drawingml/2006/main">
            <a:srgbClr val="D79B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DC33864-75E4-4FF0-B760-4AA11E615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1637" y="2766276"/>
            <a:ext cx="83456" cy="83456"/>
          </a:xfrm>
          <a:custGeom xmlns:a="http://schemas.openxmlformats.org/drawingml/2006/main">
            <a:pathLst>
              <a:path w="83456" h="83456" fill="none">
                <a:moveTo>
                  <a:pt x="41728" y="83456"/>
                </a:moveTo>
                <a:lnTo>
                  <a:pt x="0" y="0"/>
                </a:lnTo>
                <a:lnTo>
                  <a:pt x="41728" y="20864"/>
                </a:lnTo>
                <a:lnTo>
                  <a:pt x="83456" y="0"/>
                </a:lnTo>
                <a:lnTo>
                  <a:pt x="41728" y="83456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0864" cap="flat">
            <a:solidFill>
              <a:srgbClr val="D79B00"/>
            </a:solidFill>
            <a:miter/>
          </a:ln>
        </p:spPr>
      </p:sp>
      <p:sp>
        <p:nvSpPr>
          <p:cNvPr id="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00AB375-96D1-4268-AF35-3949DF784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5516" y="1516936"/>
            <a:ext cx="10" cy="1270204"/>
          </a:xfrm>
          <a:custGeom xmlns:a="http://schemas.openxmlformats.org/drawingml/2006/main">
            <a:pathLst>
              <a:path w="1" h="1270204" fill="none">
                <a:moveTo>
                  <a:pt x="0" y="0"/>
                </a:moveTo>
                <a:lnTo>
                  <a:pt x="0" y="1270204"/>
                </a:lnTo>
              </a:path>
            </a:pathLst>
          </a:custGeom>
          <a:noFill xmlns:a="http://schemas.openxmlformats.org/drawingml/2006/main"/>
          <a:ln xmlns:a="http://schemas.openxmlformats.org/drawingml/2006/main" w="20864" cap="flat">
            <a:solidFill>
              <a:srgbClr val="6C8EBF"/>
            </a:solidFill>
            <a:miter/>
          </a:ln>
        </p:spPr>
      </p:sp>
      <p:sp>
        <p:nvSpPr>
          <p:cNvPr id="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49418FF-353A-44F0-BBE7-0EEF8031B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3788" y="2766276"/>
            <a:ext cx="83456" cy="83456"/>
          </a:xfrm>
          <a:custGeom xmlns:a="http://schemas.openxmlformats.org/drawingml/2006/main">
            <a:pathLst>
              <a:path w="83456" h="83456">
                <a:moveTo>
                  <a:pt x="41728" y="83456"/>
                </a:moveTo>
                <a:lnTo>
                  <a:pt x="0" y="0"/>
                </a:lnTo>
                <a:lnTo>
                  <a:pt x="41728" y="20864"/>
                </a:lnTo>
                <a:lnTo>
                  <a:pt x="83456" y="0"/>
                </a:lnTo>
                <a:lnTo>
                  <a:pt x="41728" y="83456"/>
                </a:lnTo>
                <a:close/>
              </a:path>
            </a:pathLst>
          </a:custGeom>
          <a:solidFill xmlns:a="http://schemas.openxmlformats.org/drawingml/2006/main">
            <a:srgbClr val="6C8EB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0B6C2C2-A399-4499-8AEF-3F07F7F3B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3788" y="2766276"/>
            <a:ext cx="83456" cy="83456"/>
          </a:xfrm>
          <a:custGeom xmlns:a="http://schemas.openxmlformats.org/drawingml/2006/main">
            <a:pathLst>
              <a:path w="83456" h="83456" fill="none">
                <a:moveTo>
                  <a:pt x="41728" y="83456"/>
                </a:moveTo>
                <a:lnTo>
                  <a:pt x="0" y="0"/>
                </a:lnTo>
                <a:lnTo>
                  <a:pt x="41728" y="20864"/>
                </a:lnTo>
                <a:lnTo>
                  <a:pt x="83456" y="0"/>
                </a:lnTo>
                <a:lnTo>
                  <a:pt x="41728" y="83456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0864" cap="flat">
            <a:solidFill>
              <a:srgbClr val="6C8EBF"/>
            </a:solidFill>
            <a:miter/>
          </a:ln>
        </p:spPr>
      </p:sp>
      <p:sp>
        <p:nvSpPr>
          <p:cNvPr id="76" name="Text Reduceall">
            <a:extLst xmlns:a="http://schemas.openxmlformats.org/drawingml/2006/main">
              <a:ext uri="{FF2B5EF4-FFF2-40B4-BE49-F238E27FC236}">
                <a16:creationId xmlns:a16="http://schemas.microsoft.com/office/drawing/2014/main" id="{CA39DB2B-9099-42BE-B3C5-38D712BF2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1689" y="2133628"/>
            <a:ext cx="859123" cy="136615"/>
          </a:xfrm>
          <a:custGeom xmlns:a="http://schemas.openxmlformats.org/drawingml/2006/main">
            <a:pathLst>
              <a:path w="859123" h="136615">
                <a:moveTo>
                  <a:pt x="0" y="134414"/>
                </a:moveTo>
                <a:lnTo>
                  <a:pt x="0" y="0"/>
                </a:lnTo>
                <a:lnTo>
                  <a:pt x="59597" y="0"/>
                </a:lnTo>
                <a:cubicBezTo>
                  <a:pt x="71578" y="0"/>
                  <a:pt x="80685" y="1206"/>
                  <a:pt x="86920" y="3619"/>
                </a:cubicBezTo>
                <a:cubicBezTo>
                  <a:pt x="93155" y="6029"/>
                  <a:pt x="98136" y="10287"/>
                  <a:pt x="101865" y="16392"/>
                </a:cubicBezTo>
                <a:cubicBezTo>
                  <a:pt x="105594" y="22497"/>
                  <a:pt x="107458" y="29243"/>
                  <a:pt x="107458" y="36629"/>
                </a:cubicBezTo>
                <a:cubicBezTo>
                  <a:pt x="107458" y="46153"/>
                  <a:pt x="104371" y="54182"/>
                  <a:pt x="98198" y="60714"/>
                </a:cubicBezTo>
                <a:cubicBezTo>
                  <a:pt x="92024" y="67245"/>
                  <a:pt x="82488" y="71396"/>
                  <a:pt x="69591" y="73167"/>
                </a:cubicBezTo>
                <a:cubicBezTo>
                  <a:pt x="74298" y="75432"/>
                  <a:pt x="77873" y="77667"/>
                  <a:pt x="80318" y="79872"/>
                </a:cubicBezTo>
                <a:cubicBezTo>
                  <a:pt x="85514" y="84645"/>
                  <a:pt x="90435" y="90613"/>
                  <a:pt x="95080" y="97776"/>
                </a:cubicBezTo>
                <a:lnTo>
                  <a:pt x="118461" y="134414"/>
                </a:lnTo>
                <a:lnTo>
                  <a:pt x="96089" y="134414"/>
                </a:lnTo>
                <a:lnTo>
                  <a:pt x="78301" y="106407"/>
                </a:lnTo>
                <a:cubicBezTo>
                  <a:pt x="73106" y="98327"/>
                  <a:pt x="68827" y="92144"/>
                  <a:pt x="65465" y="87860"/>
                </a:cubicBezTo>
                <a:cubicBezTo>
                  <a:pt x="62103" y="83573"/>
                  <a:pt x="59093" y="80573"/>
                  <a:pt x="56434" y="78860"/>
                </a:cubicBezTo>
                <a:cubicBezTo>
                  <a:pt x="53775" y="77145"/>
                  <a:pt x="51070" y="75950"/>
                  <a:pt x="48319" y="75276"/>
                </a:cubicBezTo>
                <a:cubicBezTo>
                  <a:pt x="46302" y="74848"/>
                  <a:pt x="43002" y="74634"/>
                  <a:pt x="38417" y="74634"/>
                </a:cubicBezTo>
                <a:lnTo>
                  <a:pt x="17787" y="74634"/>
                </a:lnTo>
                <a:lnTo>
                  <a:pt x="17787" y="134414"/>
                </a:lnTo>
                <a:lnTo>
                  <a:pt x="0" y="134414"/>
                </a:lnTo>
                <a:moveTo>
                  <a:pt x="17787" y="59230"/>
                </a:moveTo>
                <a:lnTo>
                  <a:pt x="56021" y="59230"/>
                </a:lnTo>
                <a:cubicBezTo>
                  <a:pt x="64151" y="59230"/>
                  <a:pt x="70508" y="58392"/>
                  <a:pt x="75092" y="56715"/>
                </a:cubicBezTo>
                <a:cubicBezTo>
                  <a:pt x="79677" y="55037"/>
                  <a:pt x="83161" y="52354"/>
                  <a:pt x="85545" y="48663"/>
                </a:cubicBezTo>
                <a:cubicBezTo>
                  <a:pt x="87929" y="44973"/>
                  <a:pt x="89121" y="40962"/>
                  <a:pt x="89121" y="36629"/>
                </a:cubicBezTo>
                <a:cubicBezTo>
                  <a:pt x="89121" y="30286"/>
                  <a:pt x="86813" y="25071"/>
                  <a:pt x="82198" y="20985"/>
                </a:cubicBezTo>
                <a:cubicBezTo>
                  <a:pt x="77583" y="16897"/>
                  <a:pt x="70294" y="14853"/>
                  <a:pt x="60331" y="14853"/>
                </a:cubicBezTo>
                <a:lnTo>
                  <a:pt x="17787" y="14853"/>
                </a:lnTo>
                <a:lnTo>
                  <a:pt x="17787" y="59230"/>
                </a:lnTo>
                <a:close/>
                <a:moveTo>
                  <a:pt x="199848" y="103057"/>
                </a:moveTo>
                <a:lnTo>
                  <a:pt x="216902" y="105166"/>
                </a:lnTo>
                <a:cubicBezTo>
                  <a:pt x="214212" y="115129"/>
                  <a:pt x="209231" y="122862"/>
                  <a:pt x="201957" y="128363"/>
                </a:cubicBezTo>
                <a:cubicBezTo>
                  <a:pt x="194683" y="133864"/>
                  <a:pt x="185392" y="136615"/>
                  <a:pt x="174084" y="136615"/>
                </a:cubicBezTo>
                <a:cubicBezTo>
                  <a:pt x="159841" y="136615"/>
                  <a:pt x="148548" y="132229"/>
                  <a:pt x="140205" y="123458"/>
                </a:cubicBezTo>
                <a:cubicBezTo>
                  <a:pt x="131861" y="114686"/>
                  <a:pt x="127690" y="102385"/>
                  <a:pt x="127690" y="86553"/>
                </a:cubicBezTo>
                <a:cubicBezTo>
                  <a:pt x="127690" y="70172"/>
                  <a:pt x="131907" y="57458"/>
                  <a:pt x="140342" y="48411"/>
                </a:cubicBezTo>
                <a:cubicBezTo>
                  <a:pt x="148778" y="39365"/>
                  <a:pt x="159719" y="34841"/>
                  <a:pt x="173167" y="34841"/>
                </a:cubicBezTo>
                <a:cubicBezTo>
                  <a:pt x="186186" y="34841"/>
                  <a:pt x="196822" y="39266"/>
                  <a:pt x="205074" y="48116"/>
                </a:cubicBezTo>
                <a:cubicBezTo>
                  <a:pt x="213326" y="56964"/>
                  <a:pt x="217452" y="69412"/>
                  <a:pt x="217452" y="85462"/>
                </a:cubicBezTo>
                <a:cubicBezTo>
                  <a:pt x="217452" y="86438"/>
                  <a:pt x="217421" y="87902"/>
                  <a:pt x="217360" y="89854"/>
                </a:cubicBezTo>
                <a:lnTo>
                  <a:pt x="144743" y="89854"/>
                </a:lnTo>
                <a:cubicBezTo>
                  <a:pt x="145355" y="100520"/>
                  <a:pt x="148380" y="108688"/>
                  <a:pt x="153821" y="114358"/>
                </a:cubicBezTo>
                <a:cubicBezTo>
                  <a:pt x="159261" y="120027"/>
                  <a:pt x="166046" y="122862"/>
                  <a:pt x="174175" y="122862"/>
                </a:cubicBezTo>
                <a:cubicBezTo>
                  <a:pt x="180227" y="122862"/>
                  <a:pt x="185392" y="121288"/>
                  <a:pt x="189670" y="118140"/>
                </a:cubicBezTo>
                <a:cubicBezTo>
                  <a:pt x="193949" y="114990"/>
                  <a:pt x="197342" y="109962"/>
                  <a:pt x="199848" y="103057"/>
                </a:cubicBezTo>
                <a:moveTo>
                  <a:pt x="145660" y="76101"/>
                </a:moveTo>
                <a:lnTo>
                  <a:pt x="200031" y="76101"/>
                </a:lnTo>
                <a:cubicBezTo>
                  <a:pt x="199298" y="68044"/>
                  <a:pt x="197219" y="62001"/>
                  <a:pt x="193796" y="57972"/>
                </a:cubicBezTo>
                <a:cubicBezTo>
                  <a:pt x="188540" y="51720"/>
                  <a:pt x="181724" y="48595"/>
                  <a:pt x="173350" y="48595"/>
                </a:cubicBezTo>
                <a:cubicBezTo>
                  <a:pt x="165770" y="48595"/>
                  <a:pt x="159398" y="51090"/>
                  <a:pt x="154233" y="56081"/>
                </a:cubicBezTo>
                <a:cubicBezTo>
                  <a:pt x="149068" y="61071"/>
                  <a:pt x="146210" y="67744"/>
                  <a:pt x="145660" y="76101"/>
                </a:cubicBezTo>
                <a:close/>
                <a:moveTo>
                  <a:pt x="300767" y="134414"/>
                </a:moveTo>
                <a:lnTo>
                  <a:pt x="300767" y="122128"/>
                </a:lnTo>
                <a:cubicBezTo>
                  <a:pt x="294594" y="131786"/>
                  <a:pt x="285517" y="136615"/>
                  <a:pt x="273536" y="136615"/>
                </a:cubicBezTo>
                <a:cubicBezTo>
                  <a:pt x="265773" y="136615"/>
                  <a:pt x="258637" y="134475"/>
                  <a:pt x="252127" y="130197"/>
                </a:cubicBezTo>
                <a:cubicBezTo>
                  <a:pt x="245617" y="125918"/>
                  <a:pt x="240574" y="119943"/>
                  <a:pt x="236998" y="112272"/>
                </a:cubicBezTo>
                <a:cubicBezTo>
                  <a:pt x="233423" y="104600"/>
                  <a:pt x="231635" y="95783"/>
                  <a:pt x="231635" y="85820"/>
                </a:cubicBezTo>
                <a:cubicBezTo>
                  <a:pt x="231635" y="76101"/>
                  <a:pt x="233255" y="67284"/>
                  <a:pt x="236494" y="59368"/>
                </a:cubicBezTo>
                <a:cubicBezTo>
                  <a:pt x="239734" y="51452"/>
                  <a:pt x="244593" y="45385"/>
                  <a:pt x="251072" y="41168"/>
                </a:cubicBezTo>
                <a:cubicBezTo>
                  <a:pt x="257552" y="36950"/>
                  <a:pt x="264795" y="34841"/>
                  <a:pt x="272803" y="34841"/>
                </a:cubicBezTo>
                <a:cubicBezTo>
                  <a:pt x="278671" y="34841"/>
                  <a:pt x="283897" y="36079"/>
                  <a:pt x="288481" y="38555"/>
                </a:cubicBezTo>
                <a:cubicBezTo>
                  <a:pt x="293065" y="41030"/>
                  <a:pt x="296794" y="44255"/>
                  <a:pt x="299667" y="48228"/>
                </a:cubicBezTo>
                <a:lnTo>
                  <a:pt x="299667" y="0"/>
                </a:lnTo>
                <a:lnTo>
                  <a:pt x="316079" y="0"/>
                </a:lnTo>
                <a:lnTo>
                  <a:pt x="316079" y="134414"/>
                </a:lnTo>
                <a:lnTo>
                  <a:pt x="300767" y="134414"/>
                </a:lnTo>
                <a:moveTo>
                  <a:pt x="248597" y="85774"/>
                </a:moveTo>
                <a:cubicBezTo>
                  <a:pt x="248597" y="98198"/>
                  <a:pt x="251225" y="107485"/>
                  <a:pt x="256482" y="113636"/>
                </a:cubicBezTo>
                <a:cubicBezTo>
                  <a:pt x="261739" y="119786"/>
                  <a:pt x="267943" y="122862"/>
                  <a:pt x="275095" y="122862"/>
                </a:cubicBezTo>
                <a:cubicBezTo>
                  <a:pt x="282307" y="122862"/>
                  <a:pt x="288435" y="119924"/>
                  <a:pt x="293478" y="114048"/>
                </a:cubicBezTo>
                <a:cubicBezTo>
                  <a:pt x="298521" y="108171"/>
                  <a:pt x="301042" y="99202"/>
                  <a:pt x="301042" y="87143"/>
                </a:cubicBezTo>
                <a:cubicBezTo>
                  <a:pt x="301042" y="73868"/>
                  <a:pt x="298475" y="64124"/>
                  <a:pt x="293341" y="57912"/>
                </a:cubicBezTo>
                <a:cubicBezTo>
                  <a:pt x="288206" y="51700"/>
                  <a:pt x="281880" y="48595"/>
                  <a:pt x="274361" y="48595"/>
                </a:cubicBezTo>
                <a:cubicBezTo>
                  <a:pt x="267026" y="48595"/>
                  <a:pt x="260898" y="51579"/>
                  <a:pt x="255978" y="57548"/>
                </a:cubicBezTo>
                <a:cubicBezTo>
                  <a:pt x="251057" y="63516"/>
                  <a:pt x="248597" y="72924"/>
                  <a:pt x="248597" y="85774"/>
                </a:cubicBezTo>
                <a:close/>
                <a:moveTo>
                  <a:pt x="405813" y="134414"/>
                </a:moveTo>
                <a:lnTo>
                  <a:pt x="405813" y="120111"/>
                </a:lnTo>
                <a:cubicBezTo>
                  <a:pt x="398233" y="131114"/>
                  <a:pt x="387934" y="136615"/>
                  <a:pt x="374914" y="136615"/>
                </a:cubicBezTo>
                <a:cubicBezTo>
                  <a:pt x="369168" y="136615"/>
                  <a:pt x="363804" y="135515"/>
                  <a:pt x="358823" y="133314"/>
                </a:cubicBezTo>
                <a:cubicBezTo>
                  <a:pt x="353841" y="131114"/>
                  <a:pt x="350143" y="128348"/>
                  <a:pt x="347729" y="125016"/>
                </a:cubicBezTo>
                <a:cubicBezTo>
                  <a:pt x="345314" y="121685"/>
                  <a:pt x="343618" y="117605"/>
                  <a:pt x="342640" y="112776"/>
                </a:cubicBezTo>
                <a:cubicBezTo>
                  <a:pt x="341967" y="109536"/>
                  <a:pt x="341631" y="104402"/>
                  <a:pt x="341631" y="97372"/>
                </a:cubicBezTo>
                <a:lnTo>
                  <a:pt x="341631" y="37042"/>
                </a:lnTo>
                <a:lnTo>
                  <a:pt x="358135" y="37042"/>
                </a:lnTo>
                <a:lnTo>
                  <a:pt x="358135" y="91046"/>
                </a:lnTo>
                <a:cubicBezTo>
                  <a:pt x="358135" y="99665"/>
                  <a:pt x="358471" y="105471"/>
                  <a:pt x="359144" y="108467"/>
                </a:cubicBezTo>
                <a:cubicBezTo>
                  <a:pt x="360183" y="112807"/>
                  <a:pt x="362383" y="116214"/>
                  <a:pt x="365745" y="118690"/>
                </a:cubicBezTo>
                <a:cubicBezTo>
                  <a:pt x="369107" y="121165"/>
                  <a:pt x="373264" y="122403"/>
                  <a:pt x="378215" y="122403"/>
                </a:cubicBezTo>
                <a:cubicBezTo>
                  <a:pt x="383166" y="122403"/>
                  <a:pt x="387811" y="121135"/>
                  <a:pt x="392151" y="118598"/>
                </a:cubicBezTo>
                <a:cubicBezTo>
                  <a:pt x="396491" y="116061"/>
                  <a:pt x="399563" y="112608"/>
                  <a:pt x="401366" y="108237"/>
                </a:cubicBezTo>
                <a:cubicBezTo>
                  <a:pt x="403169" y="103867"/>
                  <a:pt x="404071" y="97525"/>
                  <a:pt x="404071" y="89212"/>
                </a:cubicBezTo>
                <a:lnTo>
                  <a:pt x="404071" y="37042"/>
                </a:lnTo>
                <a:lnTo>
                  <a:pt x="420574" y="37042"/>
                </a:lnTo>
                <a:lnTo>
                  <a:pt x="420574" y="134414"/>
                </a:lnTo>
                <a:lnTo>
                  <a:pt x="405813" y="134414"/>
                </a:lnTo>
                <a:close/>
                <a:moveTo>
                  <a:pt x="509942" y="98656"/>
                </a:moveTo>
                <a:lnTo>
                  <a:pt x="526170" y="100765"/>
                </a:lnTo>
                <a:cubicBezTo>
                  <a:pt x="524398" y="111979"/>
                  <a:pt x="519859" y="120759"/>
                  <a:pt x="512555" y="127102"/>
                </a:cubicBezTo>
                <a:cubicBezTo>
                  <a:pt x="505250" y="133444"/>
                  <a:pt x="496280" y="136615"/>
                  <a:pt x="485644" y="136615"/>
                </a:cubicBezTo>
                <a:cubicBezTo>
                  <a:pt x="472319" y="136615"/>
                  <a:pt x="461607" y="132260"/>
                  <a:pt x="453508" y="123549"/>
                </a:cubicBezTo>
                <a:cubicBezTo>
                  <a:pt x="445409" y="114839"/>
                  <a:pt x="441359" y="102354"/>
                  <a:pt x="441359" y="86095"/>
                </a:cubicBezTo>
                <a:cubicBezTo>
                  <a:pt x="441359" y="75581"/>
                  <a:pt x="443101" y="66382"/>
                  <a:pt x="446585" y="58497"/>
                </a:cubicBezTo>
                <a:cubicBezTo>
                  <a:pt x="450069" y="50612"/>
                  <a:pt x="455372" y="44698"/>
                  <a:pt x="462493" y="40755"/>
                </a:cubicBezTo>
                <a:cubicBezTo>
                  <a:pt x="469614" y="36813"/>
                  <a:pt x="477362" y="34841"/>
                  <a:pt x="485736" y="34841"/>
                </a:cubicBezTo>
                <a:cubicBezTo>
                  <a:pt x="496311" y="34841"/>
                  <a:pt x="504960" y="37524"/>
                  <a:pt x="511684" y="42890"/>
                </a:cubicBezTo>
                <a:cubicBezTo>
                  <a:pt x="518407" y="48254"/>
                  <a:pt x="522717" y="55870"/>
                  <a:pt x="524612" y="65740"/>
                </a:cubicBezTo>
                <a:lnTo>
                  <a:pt x="508566" y="68216"/>
                </a:lnTo>
                <a:cubicBezTo>
                  <a:pt x="507038" y="61706"/>
                  <a:pt x="504333" y="56808"/>
                  <a:pt x="500452" y="53523"/>
                </a:cubicBezTo>
                <a:cubicBezTo>
                  <a:pt x="496570" y="50237"/>
                  <a:pt x="491879" y="48595"/>
                  <a:pt x="486378" y="48595"/>
                </a:cubicBezTo>
                <a:cubicBezTo>
                  <a:pt x="478065" y="48595"/>
                  <a:pt x="471310" y="51560"/>
                  <a:pt x="466115" y="57491"/>
                </a:cubicBezTo>
                <a:cubicBezTo>
                  <a:pt x="460919" y="63420"/>
                  <a:pt x="458321" y="72802"/>
                  <a:pt x="458321" y="85636"/>
                </a:cubicBezTo>
                <a:cubicBezTo>
                  <a:pt x="458321" y="98654"/>
                  <a:pt x="460827" y="108113"/>
                  <a:pt x="465840" y="114014"/>
                </a:cubicBezTo>
                <a:cubicBezTo>
                  <a:pt x="470852" y="119912"/>
                  <a:pt x="477392" y="122862"/>
                  <a:pt x="485461" y="122862"/>
                </a:cubicBezTo>
                <a:cubicBezTo>
                  <a:pt x="491940" y="122862"/>
                  <a:pt x="497350" y="120883"/>
                  <a:pt x="501690" y="116925"/>
                </a:cubicBezTo>
                <a:cubicBezTo>
                  <a:pt x="506030" y="112967"/>
                  <a:pt x="508780" y="106877"/>
                  <a:pt x="509942" y="98656"/>
                </a:cubicBezTo>
                <a:close/>
                <a:moveTo>
                  <a:pt x="606947" y="103057"/>
                </a:moveTo>
                <a:lnTo>
                  <a:pt x="624001" y="105166"/>
                </a:lnTo>
                <a:cubicBezTo>
                  <a:pt x="621311" y="115129"/>
                  <a:pt x="616330" y="122862"/>
                  <a:pt x="609056" y="128363"/>
                </a:cubicBezTo>
                <a:cubicBezTo>
                  <a:pt x="601782" y="133864"/>
                  <a:pt x="592491" y="136615"/>
                  <a:pt x="581183" y="136615"/>
                </a:cubicBezTo>
                <a:cubicBezTo>
                  <a:pt x="566941" y="136615"/>
                  <a:pt x="555648" y="132229"/>
                  <a:pt x="547304" y="123458"/>
                </a:cubicBezTo>
                <a:cubicBezTo>
                  <a:pt x="538960" y="114686"/>
                  <a:pt x="534789" y="102385"/>
                  <a:pt x="534789" y="86553"/>
                </a:cubicBezTo>
                <a:cubicBezTo>
                  <a:pt x="534789" y="70172"/>
                  <a:pt x="539006" y="57458"/>
                  <a:pt x="547442" y="48411"/>
                </a:cubicBezTo>
                <a:cubicBezTo>
                  <a:pt x="555877" y="39365"/>
                  <a:pt x="566818" y="34841"/>
                  <a:pt x="580266" y="34841"/>
                </a:cubicBezTo>
                <a:cubicBezTo>
                  <a:pt x="593285" y="34841"/>
                  <a:pt x="603921" y="39266"/>
                  <a:pt x="612173" y="48116"/>
                </a:cubicBezTo>
                <a:cubicBezTo>
                  <a:pt x="620425" y="56964"/>
                  <a:pt x="624551" y="69412"/>
                  <a:pt x="624551" y="85462"/>
                </a:cubicBezTo>
                <a:cubicBezTo>
                  <a:pt x="624551" y="86438"/>
                  <a:pt x="624520" y="87902"/>
                  <a:pt x="624459" y="89854"/>
                </a:cubicBezTo>
                <a:lnTo>
                  <a:pt x="551843" y="89854"/>
                </a:lnTo>
                <a:cubicBezTo>
                  <a:pt x="552454" y="100520"/>
                  <a:pt x="555480" y="108688"/>
                  <a:pt x="560920" y="114358"/>
                </a:cubicBezTo>
                <a:cubicBezTo>
                  <a:pt x="566360" y="120027"/>
                  <a:pt x="573145" y="122862"/>
                  <a:pt x="581274" y="122862"/>
                </a:cubicBezTo>
                <a:cubicBezTo>
                  <a:pt x="587326" y="122862"/>
                  <a:pt x="592491" y="121288"/>
                  <a:pt x="596770" y="118140"/>
                </a:cubicBezTo>
                <a:cubicBezTo>
                  <a:pt x="601048" y="114990"/>
                  <a:pt x="604441" y="109962"/>
                  <a:pt x="606947" y="103057"/>
                </a:cubicBezTo>
                <a:moveTo>
                  <a:pt x="552759" y="76101"/>
                </a:moveTo>
                <a:lnTo>
                  <a:pt x="607130" y="76101"/>
                </a:lnTo>
                <a:cubicBezTo>
                  <a:pt x="606397" y="68044"/>
                  <a:pt x="604319" y="62001"/>
                  <a:pt x="600896" y="57972"/>
                </a:cubicBezTo>
                <a:cubicBezTo>
                  <a:pt x="595639" y="51720"/>
                  <a:pt x="588823" y="48595"/>
                  <a:pt x="580449" y="48595"/>
                </a:cubicBezTo>
                <a:cubicBezTo>
                  <a:pt x="572870" y="48595"/>
                  <a:pt x="566497" y="51090"/>
                  <a:pt x="561332" y="56081"/>
                </a:cubicBezTo>
                <a:cubicBezTo>
                  <a:pt x="556167" y="61071"/>
                  <a:pt x="553310" y="67744"/>
                  <a:pt x="552759" y="76101"/>
                </a:cubicBezTo>
                <a:close/>
                <a:moveTo>
                  <a:pt x="760436" y="122392"/>
                </a:moveTo>
                <a:cubicBezTo>
                  <a:pt x="754323" y="127591"/>
                  <a:pt x="748440" y="131262"/>
                  <a:pt x="742786" y="133403"/>
                </a:cubicBezTo>
                <a:cubicBezTo>
                  <a:pt x="737132" y="135544"/>
                  <a:pt x="731065" y="136615"/>
                  <a:pt x="724586" y="136615"/>
                </a:cubicBezTo>
                <a:cubicBezTo>
                  <a:pt x="713889" y="136615"/>
                  <a:pt x="705668" y="134000"/>
                  <a:pt x="699922" y="128770"/>
                </a:cubicBezTo>
                <a:cubicBezTo>
                  <a:pt x="694176" y="123540"/>
                  <a:pt x="691303" y="116857"/>
                  <a:pt x="691303" y="108722"/>
                </a:cubicBezTo>
                <a:cubicBezTo>
                  <a:pt x="691303" y="103952"/>
                  <a:pt x="692388" y="99595"/>
                  <a:pt x="694558" y="95650"/>
                </a:cubicBezTo>
                <a:cubicBezTo>
                  <a:pt x="696728" y="91704"/>
                  <a:pt x="699570" y="88538"/>
                  <a:pt x="703085" y="86152"/>
                </a:cubicBezTo>
                <a:cubicBezTo>
                  <a:pt x="706600" y="83766"/>
                  <a:pt x="710558" y="81962"/>
                  <a:pt x="714959" y="80740"/>
                </a:cubicBezTo>
                <a:cubicBezTo>
                  <a:pt x="718198" y="79882"/>
                  <a:pt x="723088" y="79056"/>
                  <a:pt x="729629" y="78261"/>
                </a:cubicBezTo>
                <a:cubicBezTo>
                  <a:pt x="742954" y="76683"/>
                  <a:pt x="752765" y="74802"/>
                  <a:pt x="759060" y="72617"/>
                </a:cubicBezTo>
                <a:cubicBezTo>
                  <a:pt x="759122" y="70365"/>
                  <a:pt x="759152" y="68934"/>
                  <a:pt x="759152" y="68325"/>
                </a:cubicBezTo>
                <a:cubicBezTo>
                  <a:pt x="759152" y="61626"/>
                  <a:pt x="757593" y="56907"/>
                  <a:pt x="754476" y="54167"/>
                </a:cubicBezTo>
                <a:cubicBezTo>
                  <a:pt x="750258" y="50452"/>
                  <a:pt x="743993" y="48595"/>
                  <a:pt x="735680" y="48595"/>
                </a:cubicBezTo>
                <a:cubicBezTo>
                  <a:pt x="727917" y="48595"/>
                  <a:pt x="722187" y="49955"/>
                  <a:pt x="718489" y="52675"/>
                </a:cubicBezTo>
                <a:cubicBezTo>
                  <a:pt x="714790" y="55395"/>
                  <a:pt x="712055" y="60208"/>
                  <a:pt x="710283" y="67115"/>
                </a:cubicBezTo>
                <a:lnTo>
                  <a:pt x="694145" y="64915"/>
                </a:lnTo>
                <a:cubicBezTo>
                  <a:pt x="695612" y="57987"/>
                  <a:pt x="698027" y="52392"/>
                  <a:pt x="701389" y="48130"/>
                </a:cubicBezTo>
                <a:cubicBezTo>
                  <a:pt x="704751" y="43869"/>
                  <a:pt x="709610" y="40589"/>
                  <a:pt x="715967" y="38291"/>
                </a:cubicBezTo>
                <a:cubicBezTo>
                  <a:pt x="722324" y="35991"/>
                  <a:pt x="729690" y="34841"/>
                  <a:pt x="738064" y="34841"/>
                </a:cubicBezTo>
                <a:cubicBezTo>
                  <a:pt x="746377" y="34841"/>
                  <a:pt x="753131" y="35819"/>
                  <a:pt x="758327" y="37775"/>
                </a:cubicBezTo>
                <a:cubicBezTo>
                  <a:pt x="763523" y="39731"/>
                  <a:pt x="767343" y="42192"/>
                  <a:pt x="769788" y="45156"/>
                </a:cubicBezTo>
                <a:cubicBezTo>
                  <a:pt x="772233" y="48121"/>
                  <a:pt x="773944" y="51865"/>
                  <a:pt x="774922" y="56388"/>
                </a:cubicBezTo>
                <a:cubicBezTo>
                  <a:pt x="775473" y="59200"/>
                  <a:pt x="775748" y="64273"/>
                  <a:pt x="775748" y="71608"/>
                </a:cubicBezTo>
                <a:lnTo>
                  <a:pt x="775748" y="93613"/>
                </a:lnTo>
                <a:cubicBezTo>
                  <a:pt x="775748" y="108956"/>
                  <a:pt x="776099" y="118659"/>
                  <a:pt x="776802" y="122724"/>
                </a:cubicBezTo>
                <a:cubicBezTo>
                  <a:pt x="777505" y="126789"/>
                  <a:pt x="778896" y="130686"/>
                  <a:pt x="780974" y="134414"/>
                </a:cubicBezTo>
                <a:lnTo>
                  <a:pt x="763736" y="134414"/>
                </a:lnTo>
                <a:cubicBezTo>
                  <a:pt x="762025" y="130987"/>
                  <a:pt x="760925" y="126980"/>
                  <a:pt x="760436" y="122392"/>
                </a:cubicBezTo>
                <a:moveTo>
                  <a:pt x="759060" y="85453"/>
                </a:moveTo>
                <a:cubicBezTo>
                  <a:pt x="753070" y="87919"/>
                  <a:pt x="744085" y="90014"/>
                  <a:pt x="732104" y="91739"/>
                </a:cubicBezTo>
                <a:cubicBezTo>
                  <a:pt x="725319" y="92721"/>
                  <a:pt x="720521" y="93826"/>
                  <a:pt x="717709" y="95054"/>
                </a:cubicBezTo>
                <a:cubicBezTo>
                  <a:pt x="714897" y="96281"/>
                  <a:pt x="712728" y="98076"/>
                  <a:pt x="711199" y="100441"/>
                </a:cubicBezTo>
                <a:cubicBezTo>
                  <a:pt x="709671" y="102804"/>
                  <a:pt x="708907" y="105428"/>
                  <a:pt x="708907" y="108312"/>
                </a:cubicBezTo>
                <a:cubicBezTo>
                  <a:pt x="708907" y="112730"/>
                  <a:pt x="710573" y="116413"/>
                  <a:pt x="713904" y="119360"/>
                </a:cubicBezTo>
                <a:cubicBezTo>
                  <a:pt x="717235" y="122306"/>
                  <a:pt x="722110" y="123778"/>
                  <a:pt x="728528" y="123778"/>
                </a:cubicBezTo>
                <a:cubicBezTo>
                  <a:pt x="734885" y="123778"/>
                  <a:pt x="740539" y="122381"/>
                  <a:pt x="745491" y="119587"/>
                </a:cubicBezTo>
                <a:cubicBezTo>
                  <a:pt x="750442" y="116792"/>
                  <a:pt x="754079" y="112969"/>
                  <a:pt x="756401" y="108117"/>
                </a:cubicBezTo>
                <a:cubicBezTo>
                  <a:pt x="758174" y="104369"/>
                  <a:pt x="759060" y="98841"/>
                  <a:pt x="759060" y="91533"/>
                </a:cubicBezTo>
                <a:lnTo>
                  <a:pt x="759060" y="85453"/>
                </a:lnTo>
                <a:close/>
                <a:moveTo>
                  <a:pt x="800933" y="134414"/>
                </a:moveTo>
                <a:lnTo>
                  <a:pt x="800933" y="0"/>
                </a:lnTo>
                <a:lnTo>
                  <a:pt x="817437" y="0"/>
                </a:lnTo>
                <a:lnTo>
                  <a:pt x="817437" y="134414"/>
                </a:lnTo>
                <a:lnTo>
                  <a:pt x="800933" y="134414"/>
                </a:lnTo>
                <a:close/>
                <a:moveTo>
                  <a:pt x="842619" y="134414"/>
                </a:moveTo>
                <a:lnTo>
                  <a:pt x="842619" y="0"/>
                </a:lnTo>
                <a:lnTo>
                  <a:pt x="859123" y="0"/>
                </a:lnTo>
                <a:lnTo>
                  <a:pt x="859123" y="134414"/>
                </a:lnTo>
                <a:lnTo>
                  <a:pt x="842619" y="13441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7" name="Text Intermediate">
            <a:extLst xmlns:a="http://schemas.openxmlformats.org/drawingml/2006/main">
              <a:ext uri="{FF2B5EF4-FFF2-40B4-BE49-F238E27FC236}">
                <a16:creationId xmlns:a16="http://schemas.microsoft.com/office/drawing/2014/main" id="{5B831D99-BD83-4491-85AA-789B2CB0C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31" y="620984"/>
            <a:ext cx="1018385" cy="136615"/>
          </a:xfrm>
          <a:custGeom xmlns:a="http://schemas.openxmlformats.org/drawingml/2006/main">
            <a:pathLst>
              <a:path w="1018385" h="136615">
                <a:moveTo>
                  <a:pt x="0" y="134414"/>
                </a:moveTo>
                <a:lnTo>
                  <a:pt x="0" y="0"/>
                </a:lnTo>
                <a:lnTo>
                  <a:pt x="17787" y="0"/>
                </a:lnTo>
                <a:lnTo>
                  <a:pt x="17787" y="134414"/>
                </a:lnTo>
                <a:lnTo>
                  <a:pt x="0" y="134414"/>
                </a:lnTo>
                <a:close/>
                <a:moveTo>
                  <a:pt x="47067" y="134414"/>
                </a:moveTo>
                <a:lnTo>
                  <a:pt x="47067" y="37042"/>
                </a:lnTo>
                <a:lnTo>
                  <a:pt x="61921" y="37042"/>
                </a:lnTo>
                <a:lnTo>
                  <a:pt x="61921" y="50795"/>
                </a:lnTo>
                <a:cubicBezTo>
                  <a:pt x="69072" y="40159"/>
                  <a:pt x="79403" y="34841"/>
                  <a:pt x="92911" y="34841"/>
                </a:cubicBezTo>
                <a:cubicBezTo>
                  <a:pt x="98779" y="34841"/>
                  <a:pt x="104174" y="35896"/>
                  <a:pt x="109094" y="38005"/>
                </a:cubicBezTo>
                <a:cubicBezTo>
                  <a:pt x="114015" y="40113"/>
                  <a:pt x="117698" y="42879"/>
                  <a:pt x="120143" y="46302"/>
                </a:cubicBezTo>
                <a:cubicBezTo>
                  <a:pt x="122588" y="49725"/>
                  <a:pt x="124299" y="53790"/>
                  <a:pt x="125277" y="58497"/>
                </a:cubicBezTo>
                <a:cubicBezTo>
                  <a:pt x="125888" y="61553"/>
                  <a:pt x="126194" y="66902"/>
                  <a:pt x="126194" y="74542"/>
                </a:cubicBezTo>
                <a:lnTo>
                  <a:pt x="126194" y="134414"/>
                </a:lnTo>
                <a:lnTo>
                  <a:pt x="109690" y="134414"/>
                </a:lnTo>
                <a:lnTo>
                  <a:pt x="109690" y="75121"/>
                </a:lnTo>
                <a:cubicBezTo>
                  <a:pt x="109690" y="68390"/>
                  <a:pt x="109048" y="63356"/>
                  <a:pt x="107765" y="60021"/>
                </a:cubicBezTo>
                <a:cubicBezTo>
                  <a:pt x="106481" y="56686"/>
                  <a:pt x="104204" y="54024"/>
                  <a:pt x="100934" y="52036"/>
                </a:cubicBezTo>
                <a:cubicBezTo>
                  <a:pt x="97664" y="50047"/>
                  <a:pt x="93828" y="49053"/>
                  <a:pt x="89427" y="49053"/>
                </a:cubicBezTo>
                <a:cubicBezTo>
                  <a:pt x="82398" y="49053"/>
                  <a:pt x="76331" y="51287"/>
                  <a:pt x="71227" y="55755"/>
                </a:cubicBezTo>
                <a:cubicBezTo>
                  <a:pt x="66123" y="60221"/>
                  <a:pt x="63571" y="68695"/>
                  <a:pt x="63571" y="81178"/>
                </a:cubicBezTo>
                <a:lnTo>
                  <a:pt x="63571" y="134414"/>
                </a:lnTo>
                <a:lnTo>
                  <a:pt x="47067" y="134414"/>
                </a:lnTo>
                <a:close/>
                <a:moveTo>
                  <a:pt x="187504" y="119836"/>
                </a:moveTo>
                <a:lnTo>
                  <a:pt x="189888" y="134414"/>
                </a:lnTo>
                <a:cubicBezTo>
                  <a:pt x="185243" y="135270"/>
                  <a:pt x="181086" y="135698"/>
                  <a:pt x="177419" y="135698"/>
                </a:cubicBezTo>
                <a:cubicBezTo>
                  <a:pt x="171429" y="135698"/>
                  <a:pt x="166783" y="134750"/>
                  <a:pt x="163482" y="132856"/>
                </a:cubicBezTo>
                <a:cubicBezTo>
                  <a:pt x="160181" y="130961"/>
                  <a:pt x="157859" y="128470"/>
                  <a:pt x="156514" y="125383"/>
                </a:cubicBezTo>
                <a:cubicBezTo>
                  <a:pt x="155169" y="122296"/>
                  <a:pt x="154497" y="115802"/>
                  <a:pt x="154497" y="105899"/>
                </a:cubicBezTo>
                <a:lnTo>
                  <a:pt x="154497" y="49878"/>
                </a:lnTo>
                <a:lnTo>
                  <a:pt x="142394" y="49878"/>
                </a:lnTo>
                <a:lnTo>
                  <a:pt x="142394" y="37042"/>
                </a:lnTo>
                <a:lnTo>
                  <a:pt x="154497" y="37042"/>
                </a:lnTo>
                <a:lnTo>
                  <a:pt x="154497" y="12862"/>
                </a:lnTo>
                <a:lnTo>
                  <a:pt x="170909" y="2934"/>
                </a:lnTo>
                <a:lnTo>
                  <a:pt x="170909" y="37042"/>
                </a:lnTo>
                <a:lnTo>
                  <a:pt x="187504" y="37042"/>
                </a:lnTo>
                <a:lnTo>
                  <a:pt x="187504" y="49878"/>
                </a:lnTo>
                <a:lnTo>
                  <a:pt x="170909" y="49878"/>
                </a:lnTo>
                <a:lnTo>
                  <a:pt x="170909" y="106816"/>
                </a:lnTo>
                <a:cubicBezTo>
                  <a:pt x="170909" y="111523"/>
                  <a:pt x="171199" y="114549"/>
                  <a:pt x="171780" y="115893"/>
                </a:cubicBezTo>
                <a:cubicBezTo>
                  <a:pt x="172361" y="117238"/>
                  <a:pt x="173308" y="118308"/>
                  <a:pt x="174622" y="119102"/>
                </a:cubicBezTo>
                <a:cubicBezTo>
                  <a:pt x="175936" y="119897"/>
                  <a:pt x="177816" y="120294"/>
                  <a:pt x="180261" y="120294"/>
                </a:cubicBezTo>
                <a:cubicBezTo>
                  <a:pt x="182095" y="120294"/>
                  <a:pt x="184509" y="120142"/>
                  <a:pt x="187504" y="119836"/>
                </a:cubicBezTo>
                <a:close/>
                <a:moveTo>
                  <a:pt x="270330" y="103057"/>
                </a:moveTo>
                <a:lnTo>
                  <a:pt x="287384" y="105166"/>
                </a:lnTo>
                <a:cubicBezTo>
                  <a:pt x="284694" y="115129"/>
                  <a:pt x="279713" y="122862"/>
                  <a:pt x="272439" y="128363"/>
                </a:cubicBezTo>
                <a:cubicBezTo>
                  <a:pt x="265165" y="133864"/>
                  <a:pt x="255874" y="136615"/>
                  <a:pt x="244566" y="136615"/>
                </a:cubicBezTo>
                <a:cubicBezTo>
                  <a:pt x="230324" y="136615"/>
                  <a:pt x="219031" y="132229"/>
                  <a:pt x="210687" y="123458"/>
                </a:cubicBezTo>
                <a:cubicBezTo>
                  <a:pt x="202344" y="114686"/>
                  <a:pt x="198172" y="102385"/>
                  <a:pt x="198172" y="86553"/>
                </a:cubicBezTo>
                <a:cubicBezTo>
                  <a:pt x="198172" y="70172"/>
                  <a:pt x="202389" y="57458"/>
                  <a:pt x="210825" y="48411"/>
                </a:cubicBezTo>
                <a:cubicBezTo>
                  <a:pt x="219260" y="39365"/>
                  <a:pt x="230201" y="34841"/>
                  <a:pt x="243649" y="34841"/>
                </a:cubicBezTo>
                <a:cubicBezTo>
                  <a:pt x="256669" y="34841"/>
                  <a:pt x="267304" y="39266"/>
                  <a:pt x="275556" y="48116"/>
                </a:cubicBezTo>
                <a:cubicBezTo>
                  <a:pt x="283808" y="56964"/>
                  <a:pt x="287934" y="69412"/>
                  <a:pt x="287934" y="85462"/>
                </a:cubicBezTo>
                <a:cubicBezTo>
                  <a:pt x="287934" y="86438"/>
                  <a:pt x="287904" y="87902"/>
                  <a:pt x="287842" y="89854"/>
                </a:cubicBezTo>
                <a:lnTo>
                  <a:pt x="215226" y="89854"/>
                </a:lnTo>
                <a:cubicBezTo>
                  <a:pt x="215837" y="100520"/>
                  <a:pt x="218863" y="108688"/>
                  <a:pt x="224303" y="114358"/>
                </a:cubicBezTo>
                <a:cubicBezTo>
                  <a:pt x="229743" y="120027"/>
                  <a:pt x="236528" y="122862"/>
                  <a:pt x="244657" y="122862"/>
                </a:cubicBezTo>
                <a:cubicBezTo>
                  <a:pt x="250709" y="122862"/>
                  <a:pt x="255874" y="121288"/>
                  <a:pt x="260153" y="118140"/>
                </a:cubicBezTo>
                <a:cubicBezTo>
                  <a:pt x="264431" y="114990"/>
                  <a:pt x="267824" y="109962"/>
                  <a:pt x="270330" y="103057"/>
                </a:cubicBezTo>
                <a:moveTo>
                  <a:pt x="216143" y="76101"/>
                </a:moveTo>
                <a:lnTo>
                  <a:pt x="270513" y="76101"/>
                </a:lnTo>
                <a:cubicBezTo>
                  <a:pt x="269780" y="68044"/>
                  <a:pt x="267702" y="62001"/>
                  <a:pt x="264279" y="57972"/>
                </a:cubicBezTo>
                <a:cubicBezTo>
                  <a:pt x="259022" y="51720"/>
                  <a:pt x="252206" y="48595"/>
                  <a:pt x="243832" y="48595"/>
                </a:cubicBezTo>
                <a:cubicBezTo>
                  <a:pt x="236253" y="48595"/>
                  <a:pt x="229880" y="51090"/>
                  <a:pt x="224715" y="56081"/>
                </a:cubicBezTo>
                <a:cubicBezTo>
                  <a:pt x="219550" y="61071"/>
                  <a:pt x="216693" y="67744"/>
                  <a:pt x="216143" y="76101"/>
                </a:cubicBezTo>
                <a:close/>
                <a:moveTo>
                  <a:pt x="307893" y="134414"/>
                </a:moveTo>
                <a:lnTo>
                  <a:pt x="307893" y="37042"/>
                </a:lnTo>
                <a:lnTo>
                  <a:pt x="322747" y="37042"/>
                </a:lnTo>
                <a:lnTo>
                  <a:pt x="322747" y="51712"/>
                </a:lnTo>
                <a:cubicBezTo>
                  <a:pt x="326537" y="44843"/>
                  <a:pt x="330036" y="40314"/>
                  <a:pt x="333245" y="38125"/>
                </a:cubicBezTo>
                <a:cubicBezTo>
                  <a:pt x="336454" y="35936"/>
                  <a:pt x="339984" y="34841"/>
                  <a:pt x="343835" y="34841"/>
                </a:cubicBezTo>
                <a:cubicBezTo>
                  <a:pt x="349397" y="34841"/>
                  <a:pt x="355051" y="36606"/>
                  <a:pt x="360797" y="40136"/>
                </a:cubicBezTo>
                <a:lnTo>
                  <a:pt x="355113" y="55379"/>
                </a:lnTo>
                <a:cubicBezTo>
                  <a:pt x="351078" y="52996"/>
                  <a:pt x="347044" y="51804"/>
                  <a:pt x="343010" y="51804"/>
                </a:cubicBezTo>
                <a:cubicBezTo>
                  <a:pt x="339403" y="51804"/>
                  <a:pt x="336164" y="52890"/>
                  <a:pt x="333291" y="55064"/>
                </a:cubicBezTo>
                <a:cubicBezTo>
                  <a:pt x="330418" y="57236"/>
                  <a:pt x="328370" y="60249"/>
                  <a:pt x="327148" y="64104"/>
                </a:cubicBezTo>
                <a:cubicBezTo>
                  <a:pt x="325314" y="69978"/>
                  <a:pt x="324397" y="76403"/>
                  <a:pt x="324397" y="83379"/>
                </a:cubicBezTo>
                <a:lnTo>
                  <a:pt x="324397" y="134414"/>
                </a:lnTo>
                <a:lnTo>
                  <a:pt x="307893" y="134414"/>
                </a:lnTo>
                <a:close/>
                <a:moveTo>
                  <a:pt x="370606" y="134414"/>
                </a:moveTo>
                <a:lnTo>
                  <a:pt x="370606" y="37042"/>
                </a:lnTo>
                <a:lnTo>
                  <a:pt x="385368" y="37042"/>
                </a:lnTo>
                <a:lnTo>
                  <a:pt x="385368" y="50612"/>
                </a:lnTo>
                <a:cubicBezTo>
                  <a:pt x="388424" y="45871"/>
                  <a:pt x="392489" y="42057"/>
                  <a:pt x="397563" y="39171"/>
                </a:cubicBezTo>
                <a:cubicBezTo>
                  <a:pt x="402636" y="36284"/>
                  <a:pt x="408412" y="34841"/>
                  <a:pt x="414892" y="34841"/>
                </a:cubicBezTo>
                <a:cubicBezTo>
                  <a:pt x="422104" y="34841"/>
                  <a:pt x="428018" y="36331"/>
                  <a:pt x="432633" y="39311"/>
                </a:cubicBezTo>
                <a:cubicBezTo>
                  <a:pt x="437248" y="42289"/>
                  <a:pt x="440503" y="46453"/>
                  <a:pt x="442398" y="51804"/>
                </a:cubicBezTo>
                <a:cubicBezTo>
                  <a:pt x="450100" y="40495"/>
                  <a:pt x="460124" y="34841"/>
                  <a:pt x="472472" y="34841"/>
                </a:cubicBezTo>
                <a:cubicBezTo>
                  <a:pt x="482129" y="34841"/>
                  <a:pt x="489556" y="37516"/>
                  <a:pt x="494752" y="42864"/>
                </a:cubicBezTo>
                <a:cubicBezTo>
                  <a:pt x="499947" y="48212"/>
                  <a:pt x="502545" y="56449"/>
                  <a:pt x="502545" y="67574"/>
                </a:cubicBezTo>
                <a:lnTo>
                  <a:pt x="502545" y="134414"/>
                </a:lnTo>
                <a:lnTo>
                  <a:pt x="486133" y="134414"/>
                </a:lnTo>
                <a:lnTo>
                  <a:pt x="486133" y="73009"/>
                </a:lnTo>
                <a:cubicBezTo>
                  <a:pt x="486133" y="66400"/>
                  <a:pt x="485598" y="61643"/>
                  <a:pt x="484528" y="58737"/>
                </a:cubicBezTo>
                <a:cubicBezTo>
                  <a:pt x="483459" y="55830"/>
                  <a:pt x="481518" y="53489"/>
                  <a:pt x="478706" y="51715"/>
                </a:cubicBezTo>
                <a:cubicBezTo>
                  <a:pt x="475895" y="49940"/>
                  <a:pt x="472594" y="49053"/>
                  <a:pt x="468804" y="49053"/>
                </a:cubicBezTo>
                <a:cubicBezTo>
                  <a:pt x="461958" y="49053"/>
                  <a:pt x="456273" y="51333"/>
                  <a:pt x="451750" y="55892"/>
                </a:cubicBezTo>
                <a:cubicBezTo>
                  <a:pt x="447227" y="60450"/>
                  <a:pt x="444965" y="67747"/>
                  <a:pt x="444965" y="77783"/>
                </a:cubicBezTo>
                <a:lnTo>
                  <a:pt x="444965" y="134414"/>
                </a:lnTo>
                <a:lnTo>
                  <a:pt x="428461" y="134414"/>
                </a:lnTo>
                <a:lnTo>
                  <a:pt x="428461" y="71081"/>
                </a:lnTo>
                <a:cubicBezTo>
                  <a:pt x="428461" y="63738"/>
                  <a:pt x="427117" y="58231"/>
                  <a:pt x="424427" y="54560"/>
                </a:cubicBezTo>
                <a:cubicBezTo>
                  <a:pt x="421738" y="50889"/>
                  <a:pt x="417337" y="49053"/>
                  <a:pt x="411224" y="49053"/>
                </a:cubicBezTo>
                <a:cubicBezTo>
                  <a:pt x="406579" y="49053"/>
                  <a:pt x="402285" y="50277"/>
                  <a:pt x="398342" y="52726"/>
                </a:cubicBezTo>
                <a:cubicBezTo>
                  <a:pt x="394399" y="55173"/>
                  <a:pt x="391542" y="58753"/>
                  <a:pt x="389769" y="63465"/>
                </a:cubicBezTo>
                <a:cubicBezTo>
                  <a:pt x="387996" y="68176"/>
                  <a:pt x="387110" y="74967"/>
                  <a:pt x="387110" y="83840"/>
                </a:cubicBezTo>
                <a:lnTo>
                  <a:pt x="387110" y="134414"/>
                </a:lnTo>
                <a:lnTo>
                  <a:pt x="370606" y="134414"/>
                </a:lnTo>
                <a:close/>
                <a:moveTo>
                  <a:pt x="593681" y="103057"/>
                </a:moveTo>
                <a:lnTo>
                  <a:pt x="610735" y="105166"/>
                </a:lnTo>
                <a:cubicBezTo>
                  <a:pt x="608046" y="115129"/>
                  <a:pt x="603064" y="122862"/>
                  <a:pt x="595790" y="128363"/>
                </a:cubicBezTo>
                <a:cubicBezTo>
                  <a:pt x="588516" y="133864"/>
                  <a:pt x="579225" y="136615"/>
                  <a:pt x="567917" y="136615"/>
                </a:cubicBezTo>
                <a:cubicBezTo>
                  <a:pt x="553675" y="136615"/>
                  <a:pt x="542382" y="132229"/>
                  <a:pt x="534038" y="123458"/>
                </a:cubicBezTo>
                <a:cubicBezTo>
                  <a:pt x="525695" y="114686"/>
                  <a:pt x="521523" y="102385"/>
                  <a:pt x="521523" y="86553"/>
                </a:cubicBezTo>
                <a:cubicBezTo>
                  <a:pt x="521523" y="70172"/>
                  <a:pt x="525741" y="57458"/>
                  <a:pt x="534176" y="48411"/>
                </a:cubicBezTo>
                <a:cubicBezTo>
                  <a:pt x="542611" y="39365"/>
                  <a:pt x="553553" y="34841"/>
                  <a:pt x="567000" y="34841"/>
                </a:cubicBezTo>
                <a:cubicBezTo>
                  <a:pt x="580020" y="34841"/>
                  <a:pt x="590656" y="39266"/>
                  <a:pt x="598908" y="48116"/>
                </a:cubicBezTo>
                <a:cubicBezTo>
                  <a:pt x="607159" y="56964"/>
                  <a:pt x="611285" y="69412"/>
                  <a:pt x="611285" y="85462"/>
                </a:cubicBezTo>
                <a:cubicBezTo>
                  <a:pt x="611285" y="86438"/>
                  <a:pt x="611255" y="87902"/>
                  <a:pt x="611194" y="89854"/>
                </a:cubicBezTo>
                <a:lnTo>
                  <a:pt x="538577" y="89854"/>
                </a:lnTo>
                <a:cubicBezTo>
                  <a:pt x="539188" y="100520"/>
                  <a:pt x="542214" y="108688"/>
                  <a:pt x="547654" y="114358"/>
                </a:cubicBezTo>
                <a:cubicBezTo>
                  <a:pt x="553094" y="120027"/>
                  <a:pt x="559879" y="122862"/>
                  <a:pt x="568009" y="122862"/>
                </a:cubicBezTo>
                <a:cubicBezTo>
                  <a:pt x="574060" y="122862"/>
                  <a:pt x="579225" y="121288"/>
                  <a:pt x="583504" y="118140"/>
                </a:cubicBezTo>
                <a:cubicBezTo>
                  <a:pt x="587783" y="114990"/>
                  <a:pt x="591175" y="109962"/>
                  <a:pt x="593681" y="103057"/>
                </a:cubicBezTo>
                <a:moveTo>
                  <a:pt x="539494" y="76101"/>
                </a:moveTo>
                <a:lnTo>
                  <a:pt x="593865" y="76101"/>
                </a:lnTo>
                <a:cubicBezTo>
                  <a:pt x="593131" y="68044"/>
                  <a:pt x="591053" y="62001"/>
                  <a:pt x="587630" y="57972"/>
                </a:cubicBezTo>
                <a:cubicBezTo>
                  <a:pt x="582373" y="51720"/>
                  <a:pt x="575558" y="48595"/>
                  <a:pt x="567184" y="48595"/>
                </a:cubicBezTo>
                <a:cubicBezTo>
                  <a:pt x="559604" y="48595"/>
                  <a:pt x="553232" y="51090"/>
                  <a:pt x="548067" y="56081"/>
                </a:cubicBezTo>
                <a:cubicBezTo>
                  <a:pt x="542902" y="61071"/>
                  <a:pt x="540044" y="67744"/>
                  <a:pt x="539494" y="76101"/>
                </a:cubicBezTo>
                <a:close/>
                <a:moveTo>
                  <a:pt x="694601" y="134414"/>
                </a:moveTo>
                <a:lnTo>
                  <a:pt x="694601" y="122128"/>
                </a:lnTo>
                <a:cubicBezTo>
                  <a:pt x="688427" y="131786"/>
                  <a:pt x="679350" y="136615"/>
                  <a:pt x="667370" y="136615"/>
                </a:cubicBezTo>
                <a:cubicBezTo>
                  <a:pt x="659607" y="136615"/>
                  <a:pt x="652470" y="134475"/>
                  <a:pt x="645961" y="130197"/>
                </a:cubicBezTo>
                <a:cubicBezTo>
                  <a:pt x="639451" y="125918"/>
                  <a:pt x="634408" y="119943"/>
                  <a:pt x="630832" y="112272"/>
                </a:cubicBezTo>
                <a:cubicBezTo>
                  <a:pt x="627256" y="104600"/>
                  <a:pt x="625468" y="95783"/>
                  <a:pt x="625468" y="85820"/>
                </a:cubicBezTo>
                <a:cubicBezTo>
                  <a:pt x="625468" y="76101"/>
                  <a:pt x="627088" y="67284"/>
                  <a:pt x="630328" y="59368"/>
                </a:cubicBezTo>
                <a:cubicBezTo>
                  <a:pt x="633568" y="51452"/>
                  <a:pt x="638427" y="45385"/>
                  <a:pt x="644906" y="41168"/>
                </a:cubicBezTo>
                <a:cubicBezTo>
                  <a:pt x="651385" y="36950"/>
                  <a:pt x="658629" y="34841"/>
                  <a:pt x="666636" y="34841"/>
                </a:cubicBezTo>
                <a:cubicBezTo>
                  <a:pt x="672504" y="34841"/>
                  <a:pt x="677730" y="36079"/>
                  <a:pt x="682315" y="38555"/>
                </a:cubicBezTo>
                <a:cubicBezTo>
                  <a:pt x="686899" y="41030"/>
                  <a:pt x="690628" y="44255"/>
                  <a:pt x="693501" y="48228"/>
                </a:cubicBezTo>
                <a:lnTo>
                  <a:pt x="693501" y="0"/>
                </a:lnTo>
                <a:lnTo>
                  <a:pt x="709913" y="0"/>
                </a:lnTo>
                <a:lnTo>
                  <a:pt x="709913" y="134414"/>
                </a:lnTo>
                <a:lnTo>
                  <a:pt x="694601" y="134414"/>
                </a:lnTo>
                <a:moveTo>
                  <a:pt x="642431" y="85774"/>
                </a:moveTo>
                <a:cubicBezTo>
                  <a:pt x="642431" y="98198"/>
                  <a:pt x="645059" y="107485"/>
                  <a:pt x="650316" y="113636"/>
                </a:cubicBezTo>
                <a:cubicBezTo>
                  <a:pt x="655573" y="119786"/>
                  <a:pt x="661777" y="122862"/>
                  <a:pt x="668928" y="122862"/>
                </a:cubicBezTo>
                <a:cubicBezTo>
                  <a:pt x="676141" y="122862"/>
                  <a:pt x="682269" y="119924"/>
                  <a:pt x="687312" y="114048"/>
                </a:cubicBezTo>
                <a:cubicBezTo>
                  <a:pt x="692355" y="108171"/>
                  <a:pt x="694876" y="99202"/>
                  <a:pt x="694876" y="87143"/>
                </a:cubicBezTo>
                <a:cubicBezTo>
                  <a:pt x="694876" y="73868"/>
                  <a:pt x="692309" y="64124"/>
                  <a:pt x="687174" y="57912"/>
                </a:cubicBezTo>
                <a:cubicBezTo>
                  <a:pt x="682040" y="51700"/>
                  <a:pt x="675713" y="48595"/>
                  <a:pt x="668195" y="48595"/>
                </a:cubicBezTo>
                <a:cubicBezTo>
                  <a:pt x="660860" y="48595"/>
                  <a:pt x="654732" y="51579"/>
                  <a:pt x="649812" y="57548"/>
                </a:cubicBezTo>
                <a:cubicBezTo>
                  <a:pt x="644891" y="63516"/>
                  <a:pt x="642431" y="72924"/>
                  <a:pt x="642431" y="85774"/>
                </a:cubicBezTo>
                <a:close/>
                <a:moveTo>
                  <a:pt x="735924" y="19071"/>
                </a:moveTo>
                <a:lnTo>
                  <a:pt x="735924" y="0"/>
                </a:lnTo>
                <a:lnTo>
                  <a:pt x="752427" y="0"/>
                </a:lnTo>
                <a:lnTo>
                  <a:pt x="752427" y="19071"/>
                </a:lnTo>
                <a:lnTo>
                  <a:pt x="735924" y="19071"/>
                </a:lnTo>
                <a:moveTo>
                  <a:pt x="735924" y="134414"/>
                </a:moveTo>
                <a:lnTo>
                  <a:pt x="735924" y="37042"/>
                </a:lnTo>
                <a:lnTo>
                  <a:pt x="752427" y="37042"/>
                </a:lnTo>
                <a:lnTo>
                  <a:pt x="752427" y="134414"/>
                </a:lnTo>
                <a:lnTo>
                  <a:pt x="735924" y="134414"/>
                </a:lnTo>
                <a:close/>
                <a:moveTo>
                  <a:pt x="841058" y="122392"/>
                </a:moveTo>
                <a:cubicBezTo>
                  <a:pt x="834945" y="127591"/>
                  <a:pt x="829062" y="131262"/>
                  <a:pt x="823408" y="133403"/>
                </a:cubicBezTo>
                <a:cubicBezTo>
                  <a:pt x="817754" y="135544"/>
                  <a:pt x="811687" y="136615"/>
                  <a:pt x="805208" y="136615"/>
                </a:cubicBezTo>
                <a:cubicBezTo>
                  <a:pt x="794511" y="136615"/>
                  <a:pt x="786290" y="134000"/>
                  <a:pt x="780544" y="128770"/>
                </a:cubicBezTo>
                <a:cubicBezTo>
                  <a:pt x="774798" y="123540"/>
                  <a:pt x="771925" y="116857"/>
                  <a:pt x="771925" y="108722"/>
                </a:cubicBezTo>
                <a:cubicBezTo>
                  <a:pt x="771925" y="103952"/>
                  <a:pt x="773010" y="99595"/>
                  <a:pt x="775180" y="95650"/>
                </a:cubicBezTo>
                <a:cubicBezTo>
                  <a:pt x="777350" y="91704"/>
                  <a:pt x="780193" y="88538"/>
                  <a:pt x="783707" y="86152"/>
                </a:cubicBezTo>
                <a:cubicBezTo>
                  <a:pt x="787222" y="83766"/>
                  <a:pt x="791180" y="81962"/>
                  <a:pt x="795581" y="80740"/>
                </a:cubicBezTo>
                <a:cubicBezTo>
                  <a:pt x="798820" y="79882"/>
                  <a:pt x="803710" y="79056"/>
                  <a:pt x="810251" y="78261"/>
                </a:cubicBezTo>
                <a:cubicBezTo>
                  <a:pt x="823576" y="76683"/>
                  <a:pt x="833387" y="74802"/>
                  <a:pt x="839683" y="72617"/>
                </a:cubicBezTo>
                <a:cubicBezTo>
                  <a:pt x="839744" y="70365"/>
                  <a:pt x="839774" y="68934"/>
                  <a:pt x="839774" y="68325"/>
                </a:cubicBezTo>
                <a:cubicBezTo>
                  <a:pt x="839774" y="61626"/>
                  <a:pt x="838216" y="56907"/>
                  <a:pt x="835098" y="54167"/>
                </a:cubicBezTo>
                <a:cubicBezTo>
                  <a:pt x="830881" y="50452"/>
                  <a:pt x="824615" y="48595"/>
                  <a:pt x="816302" y="48595"/>
                </a:cubicBezTo>
                <a:cubicBezTo>
                  <a:pt x="808539" y="48595"/>
                  <a:pt x="802809" y="49955"/>
                  <a:pt x="799111" y="52675"/>
                </a:cubicBezTo>
                <a:cubicBezTo>
                  <a:pt x="795413" y="55395"/>
                  <a:pt x="792677" y="60208"/>
                  <a:pt x="790905" y="67115"/>
                </a:cubicBezTo>
                <a:lnTo>
                  <a:pt x="774768" y="64915"/>
                </a:lnTo>
                <a:cubicBezTo>
                  <a:pt x="776235" y="57987"/>
                  <a:pt x="778649" y="52392"/>
                  <a:pt x="782011" y="48130"/>
                </a:cubicBezTo>
                <a:cubicBezTo>
                  <a:pt x="785373" y="43869"/>
                  <a:pt x="790232" y="40589"/>
                  <a:pt x="796589" y="38291"/>
                </a:cubicBezTo>
                <a:cubicBezTo>
                  <a:pt x="802946" y="35991"/>
                  <a:pt x="810312" y="34841"/>
                  <a:pt x="818686" y="34841"/>
                </a:cubicBezTo>
                <a:cubicBezTo>
                  <a:pt x="826999" y="34841"/>
                  <a:pt x="833754" y="35819"/>
                  <a:pt x="838949" y="37775"/>
                </a:cubicBezTo>
                <a:cubicBezTo>
                  <a:pt x="844145" y="39731"/>
                  <a:pt x="847965" y="42192"/>
                  <a:pt x="850410" y="45156"/>
                </a:cubicBezTo>
                <a:cubicBezTo>
                  <a:pt x="852855" y="48121"/>
                  <a:pt x="854567" y="51865"/>
                  <a:pt x="855545" y="56388"/>
                </a:cubicBezTo>
                <a:cubicBezTo>
                  <a:pt x="856095" y="59200"/>
                  <a:pt x="856370" y="64273"/>
                  <a:pt x="856370" y="71608"/>
                </a:cubicBezTo>
                <a:lnTo>
                  <a:pt x="856370" y="93613"/>
                </a:lnTo>
                <a:cubicBezTo>
                  <a:pt x="856370" y="108956"/>
                  <a:pt x="856721" y="118659"/>
                  <a:pt x="857424" y="122724"/>
                </a:cubicBezTo>
                <a:cubicBezTo>
                  <a:pt x="858127" y="126789"/>
                  <a:pt x="859518" y="130686"/>
                  <a:pt x="861596" y="134414"/>
                </a:cubicBezTo>
                <a:lnTo>
                  <a:pt x="844359" y="134414"/>
                </a:lnTo>
                <a:cubicBezTo>
                  <a:pt x="842647" y="130987"/>
                  <a:pt x="841547" y="126980"/>
                  <a:pt x="841058" y="122392"/>
                </a:cubicBezTo>
                <a:moveTo>
                  <a:pt x="839683" y="85453"/>
                </a:moveTo>
                <a:cubicBezTo>
                  <a:pt x="833692" y="87919"/>
                  <a:pt x="824707" y="90014"/>
                  <a:pt x="812726" y="91739"/>
                </a:cubicBezTo>
                <a:cubicBezTo>
                  <a:pt x="805942" y="92721"/>
                  <a:pt x="801143" y="93826"/>
                  <a:pt x="798331" y="95054"/>
                </a:cubicBezTo>
                <a:cubicBezTo>
                  <a:pt x="795520" y="96281"/>
                  <a:pt x="793350" y="98076"/>
                  <a:pt x="791822" y="100441"/>
                </a:cubicBezTo>
                <a:cubicBezTo>
                  <a:pt x="790294" y="102804"/>
                  <a:pt x="789529" y="105428"/>
                  <a:pt x="789529" y="108312"/>
                </a:cubicBezTo>
                <a:cubicBezTo>
                  <a:pt x="789529" y="112730"/>
                  <a:pt x="791195" y="116413"/>
                  <a:pt x="794526" y="119360"/>
                </a:cubicBezTo>
                <a:cubicBezTo>
                  <a:pt x="797858" y="122306"/>
                  <a:pt x="802732" y="123778"/>
                  <a:pt x="809151" y="123778"/>
                </a:cubicBezTo>
                <a:cubicBezTo>
                  <a:pt x="815508" y="123778"/>
                  <a:pt x="821162" y="122381"/>
                  <a:pt x="826113" y="119587"/>
                </a:cubicBezTo>
                <a:cubicBezTo>
                  <a:pt x="831064" y="116792"/>
                  <a:pt x="834701" y="112969"/>
                  <a:pt x="837024" y="108117"/>
                </a:cubicBezTo>
                <a:cubicBezTo>
                  <a:pt x="838796" y="104369"/>
                  <a:pt x="839683" y="98841"/>
                  <a:pt x="839683" y="91533"/>
                </a:cubicBezTo>
                <a:lnTo>
                  <a:pt x="839683" y="85453"/>
                </a:lnTo>
                <a:close/>
                <a:moveTo>
                  <a:pt x="917955" y="119836"/>
                </a:moveTo>
                <a:lnTo>
                  <a:pt x="920339" y="134414"/>
                </a:lnTo>
                <a:cubicBezTo>
                  <a:pt x="915694" y="135270"/>
                  <a:pt x="911537" y="135698"/>
                  <a:pt x="907870" y="135698"/>
                </a:cubicBezTo>
                <a:cubicBezTo>
                  <a:pt x="901880" y="135698"/>
                  <a:pt x="897234" y="134750"/>
                  <a:pt x="893933" y="132856"/>
                </a:cubicBezTo>
                <a:cubicBezTo>
                  <a:pt x="890632" y="130961"/>
                  <a:pt x="888310" y="128470"/>
                  <a:pt x="886965" y="125383"/>
                </a:cubicBezTo>
                <a:cubicBezTo>
                  <a:pt x="885620" y="122296"/>
                  <a:pt x="884948" y="115802"/>
                  <a:pt x="884948" y="105899"/>
                </a:cubicBezTo>
                <a:lnTo>
                  <a:pt x="884948" y="49878"/>
                </a:lnTo>
                <a:lnTo>
                  <a:pt x="872845" y="49878"/>
                </a:lnTo>
                <a:lnTo>
                  <a:pt x="872845" y="37042"/>
                </a:lnTo>
                <a:lnTo>
                  <a:pt x="884948" y="37042"/>
                </a:lnTo>
                <a:lnTo>
                  <a:pt x="884948" y="12862"/>
                </a:lnTo>
                <a:lnTo>
                  <a:pt x="901360" y="2934"/>
                </a:lnTo>
                <a:lnTo>
                  <a:pt x="901360" y="37042"/>
                </a:lnTo>
                <a:lnTo>
                  <a:pt x="917955" y="37042"/>
                </a:lnTo>
                <a:lnTo>
                  <a:pt x="917955" y="49878"/>
                </a:lnTo>
                <a:lnTo>
                  <a:pt x="901360" y="49878"/>
                </a:lnTo>
                <a:lnTo>
                  <a:pt x="901360" y="106816"/>
                </a:lnTo>
                <a:cubicBezTo>
                  <a:pt x="901360" y="111523"/>
                  <a:pt x="901650" y="114549"/>
                  <a:pt x="902231" y="115893"/>
                </a:cubicBezTo>
                <a:cubicBezTo>
                  <a:pt x="902812" y="117238"/>
                  <a:pt x="903759" y="118308"/>
                  <a:pt x="905073" y="119102"/>
                </a:cubicBezTo>
                <a:cubicBezTo>
                  <a:pt x="906388" y="119897"/>
                  <a:pt x="908267" y="120294"/>
                  <a:pt x="910712" y="120294"/>
                </a:cubicBezTo>
                <a:cubicBezTo>
                  <a:pt x="912546" y="120294"/>
                  <a:pt x="914960" y="120142"/>
                  <a:pt x="917955" y="119836"/>
                </a:cubicBezTo>
                <a:close/>
                <a:moveTo>
                  <a:pt x="1000781" y="103057"/>
                </a:moveTo>
                <a:lnTo>
                  <a:pt x="1017835" y="105166"/>
                </a:lnTo>
                <a:cubicBezTo>
                  <a:pt x="1015146" y="115129"/>
                  <a:pt x="1010164" y="122862"/>
                  <a:pt x="1002890" y="128363"/>
                </a:cubicBezTo>
                <a:cubicBezTo>
                  <a:pt x="995616" y="133864"/>
                  <a:pt x="986325" y="136615"/>
                  <a:pt x="975017" y="136615"/>
                </a:cubicBezTo>
                <a:cubicBezTo>
                  <a:pt x="960775" y="136615"/>
                  <a:pt x="949482" y="132229"/>
                  <a:pt x="941138" y="123458"/>
                </a:cubicBezTo>
                <a:cubicBezTo>
                  <a:pt x="932795" y="114686"/>
                  <a:pt x="928623" y="102385"/>
                  <a:pt x="928623" y="86553"/>
                </a:cubicBezTo>
                <a:cubicBezTo>
                  <a:pt x="928623" y="70172"/>
                  <a:pt x="932840" y="57458"/>
                  <a:pt x="941276" y="48411"/>
                </a:cubicBezTo>
                <a:cubicBezTo>
                  <a:pt x="949711" y="39365"/>
                  <a:pt x="960652" y="34841"/>
                  <a:pt x="974100" y="34841"/>
                </a:cubicBezTo>
                <a:cubicBezTo>
                  <a:pt x="987120" y="34841"/>
                  <a:pt x="997755" y="39266"/>
                  <a:pt x="1006007" y="48116"/>
                </a:cubicBezTo>
                <a:cubicBezTo>
                  <a:pt x="1014259" y="56964"/>
                  <a:pt x="1018385" y="69412"/>
                  <a:pt x="1018385" y="85462"/>
                </a:cubicBezTo>
                <a:cubicBezTo>
                  <a:pt x="1018385" y="86438"/>
                  <a:pt x="1018355" y="87902"/>
                  <a:pt x="1018293" y="89854"/>
                </a:cubicBezTo>
                <a:lnTo>
                  <a:pt x="945677" y="89854"/>
                </a:lnTo>
                <a:cubicBezTo>
                  <a:pt x="946288" y="100520"/>
                  <a:pt x="949314" y="108688"/>
                  <a:pt x="954754" y="114358"/>
                </a:cubicBezTo>
                <a:cubicBezTo>
                  <a:pt x="960194" y="120027"/>
                  <a:pt x="966979" y="122862"/>
                  <a:pt x="975109" y="122862"/>
                </a:cubicBezTo>
                <a:cubicBezTo>
                  <a:pt x="981160" y="122862"/>
                  <a:pt x="986325" y="121288"/>
                  <a:pt x="990604" y="118140"/>
                </a:cubicBezTo>
                <a:cubicBezTo>
                  <a:pt x="994883" y="114990"/>
                  <a:pt x="998275" y="109962"/>
                  <a:pt x="1000781" y="103057"/>
                </a:cubicBezTo>
                <a:moveTo>
                  <a:pt x="946594" y="76101"/>
                </a:moveTo>
                <a:lnTo>
                  <a:pt x="1000964" y="76101"/>
                </a:lnTo>
                <a:cubicBezTo>
                  <a:pt x="1000231" y="68044"/>
                  <a:pt x="998153" y="62001"/>
                  <a:pt x="994730" y="57972"/>
                </a:cubicBezTo>
                <a:cubicBezTo>
                  <a:pt x="989473" y="51720"/>
                  <a:pt x="982657" y="48595"/>
                  <a:pt x="974283" y="48595"/>
                </a:cubicBezTo>
                <a:cubicBezTo>
                  <a:pt x="966704" y="48595"/>
                  <a:pt x="960331" y="51090"/>
                  <a:pt x="955166" y="56081"/>
                </a:cubicBezTo>
                <a:cubicBezTo>
                  <a:pt x="950001" y="61071"/>
                  <a:pt x="947144" y="67744"/>
                  <a:pt x="946594" y="76101"/>
                </a:cubicBezTo>
                <a:close/>
              </a:path>
            </a:pathLst>
          </a:custGeom>
          <a:solidFill xmlns:a="http://schemas.openxmlformats.org/drawingml/2006/main">
            <a:srgbClr val="A771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8" name="Text activations">
            <a:extLst xmlns:a="http://schemas.openxmlformats.org/drawingml/2006/main">
              <a:ext uri="{FF2B5EF4-FFF2-40B4-BE49-F238E27FC236}">
                <a16:creationId xmlns:a16="http://schemas.microsoft.com/office/drawing/2014/main" id="{EC3B6F6D-C964-4A09-B9DE-CAB189054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823" y="850488"/>
            <a:ext cx="873028" cy="136615"/>
          </a:xfrm>
          <a:custGeom xmlns:a="http://schemas.openxmlformats.org/drawingml/2006/main">
            <a:pathLst>
              <a:path w="873028" h="136615">
                <a:moveTo>
                  <a:pt x="69133" y="122392"/>
                </a:moveTo>
                <a:cubicBezTo>
                  <a:pt x="63020" y="127591"/>
                  <a:pt x="57137" y="131262"/>
                  <a:pt x="51483" y="133403"/>
                </a:cubicBezTo>
                <a:cubicBezTo>
                  <a:pt x="45829" y="135544"/>
                  <a:pt x="39762" y="136615"/>
                  <a:pt x="33283" y="136615"/>
                </a:cubicBezTo>
                <a:cubicBezTo>
                  <a:pt x="22586" y="136615"/>
                  <a:pt x="14364" y="134000"/>
                  <a:pt x="8619" y="128770"/>
                </a:cubicBezTo>
                <a:cubicBezTo>
                  <a:pt x="2873" y="123540"/>
                  <a:pt x="0" y="116857"/>
                  <a:pt x="0" y="108722"/>
                </a:cubicBezTo>
                <a:cubicBezTo>
                  <a:pt x="0" y="103952"/>
                  <a:pt x="1085" y="99595"/>
                  <a:pt x="3255" y="95650"/>
                </a:cubicBezTo>
                <a:cubicBezTo>
                  <a:pt x="5425" y="91704"/>
                  <a:pt x="8267" y="88538"/>
                  <a:pt x="11782" y="86152"/>
                </a:cubicBezTo>
                <a:cubicBezTo>
                  <a:pt x="15297" y="83766"/>
                  <a:pt x="19254" y="81962"/>
                  <a:pt x="23655" y="80740"/>
                </a:cubicBezTo>
                <a:cubicBezTo>
                  <a:pt x="26895" y="79882"/>
                  <a:pt x="31785" y="79056"/>
                  <a:pt x="38325" y="78261"/>
                </a:cubicBezTo>
                <a:cubicBezTo>
                  <a:pt x="51651" y="76683"/>
                  <a:pt x="61461" y="74802"/>
                  <a:pt x="67757" y="72617"/>
                </a:cubicBezTo>
                <a:cubicBezTo>
                  <a:pt x="67818" y="70365"/>
                  <a:pt x="67849" y="68934"/>
                  <a:pt x="67849" y="68325"/>
                </a:cubicBezTo>
                <a:cubicBezTo>
                  <a:pt x="67849" y="61626"/>
                  <a:pt x="66290" y="56907"/>
                  <a:pt x="63173" y="54167"/>
                </a:cubicBezTo>
                <a:cubicBezTo>
                  <a:pt x="58955" y="50452"/>
                  <a:pt x="52690" y="48595"/>
                  <a:pt x="44377" y="48595"/>
                </a:cubicBezTo>
                <a:cubicBezTo>
                  <a:pt x="36614" y="48595"/>
                  <a:pt x="30883" y="49955"/>
                  <a:pt x="27185" y="52675"/>
                </a:cubicBezTo>
                <a:cubicBezTo>
                  <a:pt x="23487" y="55395"/>
                  <a:pt x="20752" y="60208"/>
                  <a:pt x="18979" y="67115"/>
                </a:cubicBezTo>
                <a:lnTo>
                  <a:pt x="2842" y="64915"/>
                </a:lnTo>
                <a:cubicBezTo>
                  <a:pt x="4309" y="57987"/>
                  <a:pt x="6724" y="52392"/>
                  <a:pt x="10086" y="48130"/>
                </a:cubicBezTo>
                <a:cubicBezTo>
                  <a:pt x="13448" y="43869"/>
                  <a:pt x="18307" y="40589"/>
                  <a:pt x="24664" y="38291"/>
                </a:cubicBezTo>
                <a:cubicBezTo>
                  <a:pt x="31021" y="35991"/>
                  <a:pt x="38387" y="34841"/>
                  <a:pt x="46761" y="34841"/>
                </a:cubicBezTo>
                <a:cubicBezTo>
                  <a:pt x="55074" y="34841"/>
                  <a:pt x="61828" y="35819"/>
                  <a:pt x="67024" y="37775"/>
                </a:cubicBezTo>
                <a:cubicBezTo>
                  <a:pt x="72219" y="39731"/>
                  <a:pt x="76040" y="42192"/>
                  <a:pt x="78485" y="45156"/>
                </a:cubicBezTo>
                <a:cubicBezTo>
                  <a:pt x="80930" y="48121"/>
                  <a:pt x="82641" y="51865"/>
                  <a:pt x="83619" y="56388"/>
                </a:cubicBezTo>
                <a:cubicBezTo>
                  <a:pt x="84169" y="59200"/>
                  <a:pt x="84444" y="64273"/>
                  <a:pt x="84444" y="71608"/>
                </a:cubicBezTo>
                <a:lnTo>
                  <a:pt x="84444" y="93613"/>
                </a:lnTo>
                <a:cubicBezTo>
                  <a:pt x="84444" y="108956"/>
                  <a:pt x="84796" y="118659"/>
                  <a:pt x="85499" y="122724"/>
                </a:cubicBezTo>
                <a:cubicBezTo>
                  <a:pt x="86202" y="126789"/>
                  <a:pt x="87592" y="130686"/>
                  <a:pt x="89671" y="134414"/>
                </a:cubicBezTo>
                <a:lnTo>
                  <a:pt x="72433" y="134414"/>
                </a:lnTo>
                <a:cubicBezTo>
                  <a:pt x="70722" y="130987"/>
                  <a:pt x="69622" y="126980"/>
                  <a:pt x="69133" y="122392"/>
                </a:cubicBezTo>
                <a:moveTo>
                  <a:pt x="67757" y="85453"/>
                </a:moveTo>
                <a:cubicBezTo>
                  <a:pt x="61767" y="87919"/>
                  <a:pt x="52782" y="90014"/>
                  <a:pt x="40801" y="91739"/>
                </a:cubicBezTo>
                <a:cubicBezTo>
                  <a:pt x="34016" y="92721"/>
                  <a:pt x="29218" y="93826"/>
                  <a:pt x="26406" y="95054"/>
                </a:cubicBezTo>
                <a:cubicBezTo>
                  <a:pt x="23594" y="96281"/>
                  <a:pt x="21424" y="98076"/>
                  <a:pt x="19896" y="100441"/>
                </a:cubicBezTo>
                <a:cubicBezTo>
                  <a:pt x="18368" y="102804"/>
                  <a:pt x="17604" y="105428"/>
                  <a:pt x="17604" y="108312"/>
                </a:cubicBezTo>
                <a:cubicBezTo>
                  <a:pt x="17604" y="112730"/>
                  <a:pt x="19270" y="116413"/>
                  <a:pt x="22601" y="119360"/>
                </a:cubicBezTo>
                <a:cubicBezTo>
                  <a:pt x="25932" y="122306"/>
                  <a:pt x="30807" y="123778"/>
                  <a:pt x="37225" y="123778"/>
                </a:cubicBezTo>
                <a:cubicBezTo>
                  <a:pt x="43582" y="123778"/>
                  <a:pt x="49236" y="122381"/>
                  <a:pt x="54187" y="119587"/>
                </a:cubicBezTo>
                <a:cubicBezTo>
                  <a:pt x="59139" y="116792"/>
                  <a:pt x="62776" y="112969"/>
                  <a:pt x="65098" y="108117"/>
                </a:cubicBezTo>
                <a:cubicBezTo>
                  <a:pt x="66871" y="104369"/>
                  <a:pt x="67757" y="98841"/>
                  <a:pt x="67757" y="91533"/>
                </a:cubicBezTo>
                <a:lnTo>
                  <a:pt x="67757" y="85453"/>
                </a:lnTo>
                <a:close/>
                <a:moveTo>
                  <a:pt x="173536" y="98656"/>
                </a:moveTo>
                <a:lnTo>
                  <a:pt x="189765" y="100765"/>
                </a:lnTo>
                <a:cubicBezTo>
                  <a:pt x="187992" y="111979"/>
                  <a:pt x="183454" y="120759"/>
                  <a:pt x="176149" y="127102"/>
                </a:cubicBezTo>
                <a:cubicBezTo>
                  <a:pt x="168845" y="133444"/>
                  <a:pt x="159875" y="136615"/>
                  <a:pt x="149239" y="136615"/>
                </a:cubicBezTo>
                <a:cubicBezTo>
                  <a:pt x="135914" y="136615"/>
                  <a:pt x="125202" y="132260"/>
                  <a:pt x="117103" y="123549"/>
                </a:cubicBezTo>
                <a:cubicBezTo>
                  <a:pt x="109003" y="114839"/>
                  <a:pt x="104954" y="102354"/>
                  <a:pt x="104954" y="86095"/>
                </a:cubicBezTo>
                <a:cubicBezTo>
                  <a:pt x="104954" y="75581"/>
                  <a:pt x="106696" y="66382"/>
                  <a:pt x="110180" y="58497"/>
                </a:cubicBezTo>
                <a:cubicBezTo>
                  <a:pt x="113664" y="50612"/>
                  <a:pt x="118967" y="44698"/>
                  <a:pt x="126088" y="40755"/>
                </a:cubicBezTo>
                <a:cubicBezTo>
                  <a:pt x="133209" y="36813"/>
                  <a:pt x="140957" y="34841"/>
                  <a:pt x="149331" y="34841"/>
                </a:cubicBezTo>
                <a:cubicBezTo>
                  <a:pt x="159905" y="34841"/>
                  <a:pt x="168555" y="37524"/>
                  <a:pt x="175278" y="42890"/>
                </a:cubicBezTo>
                <a:cubicBezTo>
                  <a:pt x="182002" y="48254"/>
                  <a:pt x="186312" y="55870"/>
                  <a:pt x="188206" y="65740"/>
                </a:cubicBezTo>
                <a:lnTo>
                  <a:pt x="172161" y="68216"/>
                </a:lnTo>
                <a:cubicBezTo>
                  <a:pt x="170633" y="61706"/>
                  <a:pt x="167928" y="56808"/>
                  <a:pt x="164047" y="53523"/>
                </a:cubicBezTo>
                <a:cubicBezTo>
                  <a:pt x="160165" y="50237"/>
                  <a:pt x="155474" y="48595"/>
                  <a:pt x="149973" y="48595"/>
                </a:cubicBezTo>
                <a:cubicBezTo>
                  <a:pt x="141660" y="48595"/>
                  <a:pt x="134905" y="51560"/>
                  <a:pt x="129710" y="57491"/>
                </a:cubicBezTo>
                <a:cubicBezTo>
                  <a:pt x="124514" y="63420"/>
                  <a:pt x="121916" y="72802"/>
                  <a:pt x="121916" y="85636"/>
                </a:cubicBezTo>
                <a:cubicBezTo>
                  <a:pt x="121916" y="98654"/>
                  <a:pt x="124422" y="108113"/>
                  <a:pt x="129435" y="114014"/>
                </a:cubicBezTo>
                <a:cubicBezTo>
                  <a:pt x="134447" y="119912"/>
                  <a:pt x="140987" y="122862"/>
                  <a:pt x="149056" y="122862"/>
                </a:cubicBezTo>
                <a:cubicBezTo>
                  <a:pt x="155535" y="122862"/>
                  <a:pt x="160945" y="120883"/>
                  <a:pt x="165284" y="116925"/>
                </a:cubicBezTo>
                <a:cubicBezTo>
                  <a:pt x="169624" y="112967"/>
                  <a:pt x="172375" y="106877"/>
                  <a:pt x="173536" y="98656"/>
                </a:cubicBezTo>
                <a:close/>
                <a:moveTo>
                  <a:pt x="239918" y="119836"/>
                </a:moveTo>
                <a:lnTo>
                  <a:pt x="242302" y="134414"/>
                </a:lnTo>
                <a:cubicBezTo>
                  <a:pt x="237657" y="135270"/>
                  <a:pt x="233500" y="135698"/>
                  <a:pt x="229833" y="135698"/>
                </a:cubicBezTo>
                <a:cubicBezTo>
                  <a:pt x="223842" y="135698"/>
                  <a:pt x="219197" y="134750"/>
                  <a:pt x="215896" y="132856"/>
                </a:cubicBezTo>
                <a:cubicBezTo>
                  <a:pt x="212595" y="130961"/>
                  <a:pt x="210273" y="128470"/>
                  <a:pt x="208928" y="125383"/>
                </a:cubicBezTo>
                <a:cubicBezTo>
                  <a:pt x="207583" y="122296"/>
                  <a:pt x="206911" y="115802"/>
                  <a:pt x="206911" y="105899"/>
                </a:cubicBezTo>
                <a:lnTo>
                  <a:pt x="206911" y="49878"/>
                </a:lnTo>
                <a:lnTo>
                  <a:pt x="194808" y="49878"/>
                </a:lnTo>
                <a:lnTo>
                  <a:pt x="194808" y="37042"/>
                </a:lnTo>
                <a:lnTo>
                  <a:pt x="206911" y="37042"/>
                </a:lnTo>
                <a:lnTo>
                  <a:pt x="206911" y="12862"/>
                </a:lnTo>
                <a:lnTo>
                  <a:pt x="223323" y="2934"/>
                </a:lnTo>
                <a:lnTo>
                  <a:pt x="223323" y="37042"/>
                </a:lnTo>
                <a:lnTo>
                  <a:pt x="239918" y="37042"/>
                </a:lnTo>
                <a:lnTo>
                  <a:pt x="239918" y="49878"/>
                </a:lnTo>
                <a:lnTo>
                  <a:pt x="223323" y="49878"/>
                </a:lnTo>
                <a:lnTo>
                  <a:pt x="223323" y="106816"/>
                </a:lnTo>
                <a:cubicBezTo>
                  <a:pt x="223323" y="111523"/>
                  <a:pt x="223613" y="114549"/>
                  <a:pt x="224194" y="115893"/>
                </a:cubicBezTo>
                <a:cubicBezTo>
                  <a:pt x="224775" y="117238"/>
                  <a:pt x="225722" y="118308"/>
                  <a:pt x="227036" y="119102"/>
                </a:cubicBezTo>
                <a:cubicBezTo>
                  <a:pt x="228350" y="119897"/>
                  <a:pt x="230230" y="120294"/>
                  <a:pt x="232675" y="120294"/>
                </a:cubicBezTo>
                <a:cubicBezTo>
                  <a:pt x="234509" y="120294"/>
                  <a:pt x="236923" y="120142"/>
                  <a:pt x="239918" y="119836"/>
                </a:cubicBezTo>
                <a:close/>
                <a:moveTo>
                  <a:pt x="256179" y="19071"/>
                </a:moveTo>
                <a:lnTo>
                  <a:pt x="256179" y="0"/>
                </a:lnTo>
                <a:lnTo>
                  <a:pt x="272682" y="0"/>
                </a:lnTo>
                <a:lnTo>
                  <a:pt x="272682" y="19071"/>
                </a:lnTo>
                <a:lnTo>
                  <a:pt x="256179" y="19071"/>
                </a:lnTo>
                <a:moveTo>
                  <a:pt x="256179" y="134414"/>
                </a:moveTo>
                <a:lnTo>
                  <a:pt x="256179" y="37042"/>
                </a:lnTo>
                <a:lnTo>
                  <a:pt x="272682" y="37042"/>
                </a:lnTo>
                <a:lnTo>
                  <a:pt x="272682" y="134414"/>
                </a:lnTo>
                <a:lnTo>
                  <a:pt x="256179" y="134414"/>
                </a:lnTo>
                <a:close/>
                <a:moveTo>
                  <a:pt x="324821" y="134414"/>
                </a:moveTo>
                <a:lnTo>
                  <a:pt x="287779" y="37042"/>
                </a:lnTo>
                <a:lnTo>
                  <a:pt x="305200" y="37042"/>
                </a:lnTo>
                <a:lnTo>
                  <a:pt x="326105" y="95355"/>
                </a:lnTo>
                <a:cubicBezTo>
                  <a:pt x="328366" y="101651"/>
                  <a:pt x="330445" y="108192"/>
                  <a:pt x="332340" y="114976"/>
                </a:cubicBezTo>
                <a:cubicBezTo>
                  <a:pt x="333807" y="109842"/>
                  <a:pt x="335854" y="103668"/>
                  <a:pt x="338483" y="96456"/>
                </a:cubicBezTo>
                <a:lnTo>
                  <a:pt x="360121" y="37042"/>
                </a:lnTo>
                <a:lnTo>
                  <a:pt x="377083" y="37042"/>
                </a:lnTo>
                <a:lnTo>
                  <a:pt x="340225" y="134414"/>
                </a:lnTo>
                <a:lnTo>
                  <a:pt x="324821" y="134414"/>
                </a:lnTo>
                <a:close/>
                <a:moveTo>
                  <a:pt x="455201" y="122392"/>
                </a:moveTo>
                <a:cubicBezTo>
                  <a:pt x="449089" y="127591"/>
                  <a:pt x="443205" y="131262"/>
                  <a:pt x="437551" y="133403"/>
                </a:cubicBezTo>
                <a:cubicBezTo>
                  <a:pt x="431897" y="135544"/>
                  <a:pt x="425831" y="136615"/>
                  <a:pt x="419351" y="136615"/>
                </a:cubicBezTo>
                <a:cubicBezTo>
                  <a:pt x="408654" y="136615"/>
                  <a:pt x="400433" y="134000"/>
                  <a:pt x="394687" y="128770"/>
                </a:cubicBezTo>
                <a:cubicBezTo>
                  <a:pt x="388942" y="123540"/>
                  <a:pt x="386069" y="116857"/>
                  <a:pt x="386069" y="108722"/>
                </a:cubicBezTo>
                <a:cubicBezTo>
                  <a:pt x="386069" y="103952"/>
                  <a:pt x="387154" y="99595"/>
                  <a:pt x="389324" y="95650"/>
                </a:cubicBezTo>
                <a:cubicBezTo>
                  <a:pt x="391494" y="91704"/>
                  <a:pt x="394336" y="88538"/>
                  <a:pt x="397851" y="86152"/>
                </a:cubicBezTo>
                <a:cubicBezTo>
                  <a:pt x="401365" y="83766"/>
                  <a:pt x="405323" y="81962"/>
                  <a:pt x="409724" y="80740"/>
                </a:cubicBezTo>
                <a:cubicBezTo>
                  <a:pt x="412964" y="79882"/>
                  <a:pt x="417854" y="79056"/>
                  <a:pt x="424394" y="78261"/>
                </a:cubicBezTo>
                <a:cubicBezTo>
                  <a:pt x="437719" y="76683"/>
                  <a:pt x="447530" y="74802"/>
                  <a:pt x="453826" y="72617"/>
                </a:cubicBezTo>
                <a:cubicBezTo>
                  <a:pt x="453887" y="70365"/>
                  <a:pt x="453918" y="68934"/>
                  <a:pt x="453918" y="68325"/>
                </a:cubicBezTo>
                <a:cubicBezTo>
                  <a:pt x="453918" y="61626"/>
                  <a:pt x="452359" y="56907"/>
                  <a:pt x="449242" y="54167"/>
                </a:cubicBezTo>
                <a:cubicBezTo>
                  <a:pt x="445024" y="50452"/>
                  <a:pt x="438759" y="48595"/>
                  <a:pt x="430446" y="48595"/>
                </a:cubicBezTo>
                <a:cubicBezTo>
                  <a:pt x="422683" y="48595"/>
                  <a:pt x="416952" y="49955"/>
                  <a:pt x="413254" y="52675"/>
                </a:cubicBezTo>
                <a:cubicBezTo>
                  <a:pt x="409556" y="55395"/>
                  <a:pt x="406821" y="60208"/>
                  <a:pt x="405048" y="67115"/>
                </a:cubicBezTo>
                <a:lnTo>
                  <a:pt x="388911" y="64915"/>
                </a:lnTo>
                <a:cubicBezTo>
                  <a:pt x="390378" y="57987"/>
                  <a:pt x="392792" y="52392"/>
                  <a:pt x="396154" y="48130"/>
                </a:cubicBezTo>
                <a:cubicBezTo>
                  <a:pt x="399516" y="43869"/>
                  <a:pt x="404376" y="40589"/>
                  <a:pt x="410733" y="38291"/>
                </a:cubicBezTo>
                <a:cubicBezTo>
                  <a:pt x="417090" y="35991"/>
                  <a:pt x="424455" y="34841"/>
                  <a:pt x="432829" y="34841"/>
                </a:cubicBezTo>
                <a:cubicBezTo>
                  <a:pt x="441142" y="34841"/>
                  <a:pt x="447897" y="35819"/>
                  <a:pt x="453092" y="37775"/>
                </a:cubicBezTo>
                <a:cubicBezTo>
                  <a:pt x="458288" y="39731"/>
                  <a:pt x="462108" y="42192"/>
                  <a:pt x="464553" y="45156"/>
                </a:cubicBezTo>
                <a:cubicBezTo>
                  <a:pt x="466998" y="48121"/>
                  <a:pt x="468710" y="51865"/>
                  <a:pt x="469688" y="56388"/>
                </a:cubicBezTo>
                <a:cubicBezTo>
                  <a:pt x="470238" y="59200"/>
                  <a:pt x="470513" y="64273"/>
                  <a:pt x="470513" y="71608"/>
                </a:cubicBezTo>
                <a:lnTo>
                  <a:pt x="470513" y="93613"/>
                </a:lnTo>
                <a:cubicBezTo>
                  <a:pt x="470513" y="108956"/>
                  <a:pt x="470865" y="118659"/>
                  <a:pt x="471567" y="122724"/>
                </a:cubicBezTo>
                <a:cubicBezTo>
                  <a:pt x="472270" y="126789"/>
                  <a:pt x="473661" y="130686"/>
                  <a:pt x="475739" y="134414"/>
                </a:cubicBezTo>
                <a:lnTo>
                  <a:pt x="458502" y="134414"/>
                </a:lnTo>
                <a:cubicBezTo>
                  <a:pt x="456790" y="130987"/>
                  <a:pt x="455690" y="126980"/>
                  <a:pt x="455201" y="122392"/>
                </a:cubicBezTo>
                <a:moveTo>
                  <a:pt x="453826" y="85453"/>
                </a:moveTo>
                <a:cubicBezTo>
                  <a:pt x="447836" y="87919"/>
                  <a:pt x="438850" y="90014"/>
                  <a:pt x="426870" y="91739"/>
                </a:cubicBezTo>
                <a:cubicBezTo>
                  <a:pt x="420085" y="92721"/>
                  <a:pt x="415286" y="93826"/>
                  <a:pt x="412475" y="95054"/>
                </a:cubicBezTo>
                <a:cubicBezTo>
                  <a:pt x="409663" y="96281"/>
                  <a:pt x="407493" y="98076"/>
                  <a:pt x="405965" y="100441"/>
                </a:cubicBezTo>
                <a:cubicBezTo>
                  <a:pt x="404437" y="102804"/>
                  <a:pt x="403673" y="105428"/>
                  <a:pt x="403673" y="108312"/>
                </a:cubicBezTo>
                <a:cubicBezTo>
                  <a:pt x="403673" y="112730"/>
                  <a:pt x="405338" y="116413"/>
                  <a:pt x="408670" y="119360"/>
                </a:cubicBezTo>
                <a:cubicBezTo>
                  <a:pt x="412001" y="122306"/>
                  <a:pt x="416876" y="123778"/>
                  <a:pt x="423294" y="123778"/>
                </a:cubicBezTo>
                <a:cubicBezTo>
                  <a:pt x="429651" y="123778"/>
                  <a:pt x="435305" y="122381"/>
                  <a:pt x="440256" y="119587"/>
                </a:cubicBezTo>
                <a:cubicBezTo>
                  <a:pt x="445207" y="116792"/>
                  <a:pt x="448844" y="112969"/>
                  <a:pt x="451167" y="108117"/>
                </a:cubicBezTo>
                <a:cubicBezTo>
                  <a:pt x="452940" y="104369"/>
                  <a:pt x="453826" y="98841"/>
                  <a:pt x="453826" y="91533"/>
                </a:cubicBezTo>
                <a:lnTo>
                  <a:pt x="453826" y="85453"/>
                </a:lnTo>
                <a:close/>
                <a:moveTo>
                  <a:pt x="532099" y="119836"/>
                </a:moveTo>
                <a:lnTo>
                  <a:pt x="534483" y="134414"/>
                </a:lnTo>
                <a:cubicBezTo>
                  <a:pt x="529837" y="135270"/>
                  <a:pt x="525681" y="135698"/>
                  <a:pt x="522013" y="135698"/>
                </a:cubicBezTo>
                <a:cubicBezTo>
                  <a:pt x="516023" y="135698"/>
                  <a:pt x="511377" y="134750"/>
                  <a:pt x="508076" y="132856"/>
                </a:cubicBezTo>
                <a:cubicBezTo>
                  <a:pt x="504776" y="130961"/>
                  <a:pt x="502453" y="128470"/>
                  <a:pt x="501108" y="125383"/>
                </a:cubicBezTo>
                <a:cubicBezTo>
                  <a:pt x="499763" y="122296"/>
                  <a:pt x="499091" y="115802"/>
                  <a:pt x="499091" y="105899"/>
                </a:cubicBezTo>
                <a:lnTo>
                  <a:pt x="499091" y="49878"/>
                </a:lnTo>
                <a:lnTo>
                  <a:pt x="486988" y="49878"/>
                </a:lnTo>
                <a:lnTo>
                  <a:pt x="486988" y="37042"/>
                </a:lnTo>
                <a:lnTo>
                  <a:pt x="499091" y="37042"/>
                </a:lnTo>
                <a:lnTo>
                  <a:pt x="499091" y="12862"/>
                </a:lnTo>
                <a:lnTo>
                  <a:pt x="515503" y="2934"/>
                </a:lnTo>
                <a:lnTo>
                  <a:pt x="515503" y="37042"/>
                </a:lnTo>
                <a:lnTo>
                  <a:pt x="532099" y="37042"/>
                </a:lnTo>
                <a:lnTo>
                  <a:pt x="532099" y="49878"/>
                </a:lnTo>
                <a:lnTo>
                  <a:pt x="515503" y="49878"/>
                </a:lnTo>
                <a:lnTo>
                  <a:pt x="515503" y="106816"/>
                </a:lnTo>
                <a:cubicBezTo>
                  <a:pt x="515503" y="111523"/>
                  <a:pt x="515794" y="114549"/>
                  <a:pt x="516374" y="115893"/>
                </a:cubicBezTo>
                <a:cubicBezTo>
                  <a:pt x="516955" y="117238"/>
                  <a:pt x="517902" y="118308"/>
                  <a:pt x="519217" y="119102"/>
                </a:cubicBezTo>
                <a:cubicBezTo>
                  <a:pt x="520531" y="119897"/>
                  <a:pt x="522410" y="120294"/>
                  <a:pt x="524855" y="120294"/>
                </a:cubicBezTo>
                <a:cubicBezTo>
                  <a:pt x="526689" y="120294"/>
                  <a:pt x="529104" y="120142"/>
                  <a:pt x="532099" y="119836"/>
                </a:cubicBezTo>
                <a:close/>
                <a:moveTo>
                  <a:pt x="548359" y="19071"/>
                </a:moveTo>
                <a:lnTo>
                  <a:pt x="548359" y="0"/>
                </a:lnTo>
                <a:lnTo>
                  <a:pt x="564863" y="0"/>
                </a:lnTo>
                <a:lnTo>
                  <a:pt x="564863" y="19071"/>
                </a:lnTo>
                <a:lnTo>
                  <a:pt x="548359" y="19071"/>
                </a:lnTo>
                <a:moveTo>
                  <a:pt x="548359" y="134414"/>
                </a:moveTo>
                <a:lnTo>
                  <a:pt x="548359" y="37042"/>
                </a:lnTo>
                <a:lnTo>
                  <a:pt x="564863" y="37042"/>
                </a:lnTo>
                <a:lnTo>
                  <a:pt x="564863" y="134414"/>
                </a:lnTo>
                <a:lnTo>
                  <a:pt x="548359" y="134414"/>
                </a:lnTo>
                <a:close/>
                <a:moveTo>
                  <a:pt x="583811" y="85728"/>
                </a:moveTo>
                <a:cubicBezTo>
                  <a:pt x="583811" y="67696"/>
                  <a:pt x="588823" y="54340"/>
                  <a:pt x="598847" y="45661"/>
                </a:cubicBezTo>
                <a:cubicBezTo>
                  <a:pt x="607222" y="38448"/>
                  <a:pt x="617429" y="34841"/>
                  <a:pt x="629471" y="34841"/>
                </a:cubicBezTo>
                <a:cubicBezTo>
                  <a:pt x="642857" y="34841"/>
                  <a:pt x="653799" y="39227"/>
                  <a:pt x="662295" y="47999"/>
                </a:cubicBezTo>
                <a:cubicBezTo>
                  <a:pt x="670792" y="56770"/>
                  <a:pt x="675040" y="68888"/>
                  <a:pt x="675040" y="84353"/>
                </a:cubicBezTo>
                <a:cubicBezTo>
                  <a:pt x="675040" y="96883"/>
                  <a:pt x="673160" y="106740"/>
                  <a:pt x="669401" y="113922"/>
                </a:cubicBezTo>
                <a:cubicBezTo>
                  <a:pt x="665642" y="121104"/>
                  <a:pt x="660171" y="126682"/>
                  <a:pt x="652989" y="130655"/>
                </a:cubicBezTo>
                <a:cubicBezTo>
                  <a:pt x="645807" y="134628"/>
                  <a:pt x="637967" y="136615"/>
                  <a:pt x="629471" y="136615"/>
                </a:cubicBezTo>
                <a:cubicBezTo>
                  <a:pt x="615840" y="136615"/>
                  <a:pt x="604822" y="132244"/>
                  <a:pt x="596418" y="123503"/>
                </a:cubicBezTo>
                <a:cubicBezTo>
                  <a:pt x="588013" y="114763"/>
                  <a:pt x="583811" y="102171"/>
                  <a:pt x="583811" y="85728"/>
                </a:cubicBezTo>
                <a:moveTo>
                  <a:pt x="600773" y="85682"/>
                </a:moveTo>
                <a:cubicBezTo>
                  <a:pt x="600773" y="98106"/>
                  <a:pt x="603493" y="107408"/>
                  <a:pt x="608933" y="113590"/>
                </a:cubicBezTo>
                <a:cubicBezTo>
                  <a:pt x="614373" y="119771"/>
                  <a:pt x="621219" y="122862"/>
                  <a:pt x="629471" y="122862"/>
                </a:cubicBezTo>
                <a:cubicBezTo>
                  <a:pt x="637662" y="122862"/>
                  <a:pt x="644477" y="119756"/>
                  <a:pt x="649917" y="113544"/>
                </a:cubicBezTo>
                <a:cubicBezTo>
                  <a:pt x="655358" y="107332"/>
                  <a:pt x="658078" y="97862"/>
                  <a:pt x="658078" y="85135"/>
                </a:cubicBezTo>
                <a:cubicBezTo>
                  <a:pt x="658078" y="73137"/>
                  <a:pt x="655342" y="64048"/>
                  <a:pt x="649872" y="57866"/>
                </a:cubicBezTo>
                <a:cubicBezTo>
                  <a:pt x="644401" y="51685"/>
                  <a:pt x="637601" y="48595"/>
                  <a:pt x="629471" y="48595"/>
                </a:cubicBezTo>
                <a:cubicBezTo>
                  <a:pt x="621219" y="48595"/>
                  <a:pt x="614373" y="51670"/>
                  <a:pt x="608933" y="57821"/>
                </a:cubicBezTo>
                <a:cubicBezTo>
                  <a:pt x="603493" y="63971"/>
                  <a:pt x="600773" y="73259"/>
                  <a:pt x="600773" y="85682"/>
                </a:cubicBezTo>
                <a:close/>
                <a:moveTo>
                  <a:pt x="694358" y="134414"/>
                </a:moveTo>
                <a:lnTo>
                  <a:pt x="694358" y="37042"/>
                </a:lnTo>
                <a:lnTo>
                  <a:pt x="709211" y="37042"/>
                </a:lnTo>
                <a:lnTo>
                  <a:pt x="709211" y="50795"/>
                </a:lnTo>
                <a:cubicBezTo>
                  <a:pt x="716363" y="40159"/>
                  <a:pt x="726693" y="34841"/>
                  <a:pt x="740201" y="34841"/>
                </a:cubicBezTo>
                <a:cubicBezTo>
                  <a:pt x="746069" y="34841"/>
                  <a:pt x="751464" y="35896"/>
                  <a:pt x="756384" y="38005"/>
                </a:cubicBezTo>
                <a:cubicBezTo>
                  <a:pt x="761305" y="40113"/>
                  <a:pt x="764988" y="42879"/>
                  <a:pt x="767433" y="46302"/>
                </a:cubicBezTo>
                <a:cubicBezTo>
                  <a:pt x="769878" y="49725"/>
                  <a:pt x="771589" y="53790"/>
                  <a:pt x="772567" y="58497"/>
                </a:cubicBezTo>
                <a:cubicBezTo>
                  <a:pt x="773178" y="61553"/>
                  <a:pt x="773484" y="66902"/>
                  <a:pt x="773484" y="74542"/>
                </a:cubicBezTo>
                <a:lnTo>
                  <a:pt x="773484" y="134414"/>
                </a:lnTo>
                <a:lnTo>
                  <a:pt x="756980" y="134414"/>
                </a:lnTo>
                <a:lnTo>
                  <a:pt x="756980" y="75121"/>
                </a:lnTo>
                <a:cubicBezTo>
                  <a:pt x="756980" y="68390"/>
                  <a:pt x="756338" y="63356"/>
                  <a:pt x="755055" y="60021"/>
                </a:cubicBezTo>
                <a:cubicBezTo>
                  <a:pt x="753771" y="56686"/>
                  <a:pt x="751494" y="54024"/>
                  <a:pt x="748224" y="52036"/>
                </a:cubicBezTo>
                <a:cubicBezTo>
                  <a:pt x="744954" y="50047"/>
                  <a:pt x="741118" y="49053"/>
                  <a:pt x="736717" y="49053"/>
                </a:cubicBezTo>
                <a:cubicBezTo>
                  <a:pt x="729688" y="49053"/>
                  <a:pt x="723621" y="51287"/>
                  <a:pt x="718517" y="55755"/>
                </a:cubicBezTo>
                <a:cubicBezTo>
                  <a:pt x="713413" y="60221"/>
                  <a:pt x="710861" y="68695"/>
                  <a:pt x="710861" y="81178"/>
                </a:cubicBezTo>
                <a:lnTo>
                  <a:pt x="710861" y="134414"/>
                </a:lnTo>
                <a:lnTo>
                  <a:pt x="694358" y="134414"/>
                </a:lnTo>
                <a:close/>
                <a:moveTo>
                  <a:pt x="792160" y="105258"/>
                </a:moveTo>
                <a:lnTo>
                  <a:pt x="808480" y="102690"/>
                </a:lnTo>
                <a:cubicBezTo>
                  <a:pt x="809397" y="109202"/>
                  <a:pt x="811949" y="114192"/>
                  <a:pt x="816136" y="117661"/>
                </a:cubicBezTo>
                <a:cubicBezTo>
                  <a:pt x="820323" y="121128"/>
                  <a:pt x="826176" y="122862"/>
                  <a:pt x="833694" y="122862"/>
                </a:cubicBezTo>
                <a:cubicBezTo>
                  <a:pt x="841274" y="122862"/>
                  <a:pt x="846897" y="121331"/>
                  <a:pt x="850565" y="118269"/>
                </a:cubicBezTo>
                <a:cubicBezTo>
                  <a:pt x="854232" y="115205"/>
                  <a:pt x="856066" y="111612"/>
                  <a:pt x="856066" y="107490"/>
                </a:cubicBezTo>
                <a:cubicBezTo>
                  <a:pt x="856066" y="103790"/>
                  <a:pt x="854446" y="100879"/>
                  <a:pt x="851207" y="98756"/>
                </a:cubicBezTo>
                <a:cubicBezTo>
                  <a:pt x="848945" y="97301"/>
                  <a:pt x="843322" y="95451"/>
                  <a:pt x="834336" y="93206"/>
                </a:cubicBezTo>
                <a:cubicBezTo>
                  <a:pt x="822233" y="90148"/>
                  <a:pt x="813844" y="87503"/>
                  <a:pt x="809168" y="85270"/>
                </a:cubicBezTo>
                <a:cubicBezTo>
                  <a:pt x="804492" y="83037"/>
                  <a:pt x="800947" y="79947"/>
                  <a:pt x="798532" y="76001"/>
                </a:cubicBezTo>
                <a:cubicBezTo>
                  <a:pt x="796118" y="72054"/>
                  <a:pt x="794910" y="67695"/>
                  <a:pt x="794910" y="62924"/>
                </a:cubicBezTo>
                <a:cubicBezTo>
                  <a:pt x="794910" y="58580"/>
                  <a:pt x="795904" y="54557"/>
                  <a:pt x="797890" y="50855"/>
                </a:cubicBezTo>
                <a:cubicBezTo>
                  <a:pt x="799877" y="47153"/>
                  <a:pt x="802582" y="44079"/>
                  <a:pt x="806005" y="41632"/>
                </a:cubicBezTo>
                <a:cubicBezTo>
                  <a:pt x="808572" y="39735"/>
                  <a:pt x="812071" y="38130"/>
                  <a:pt x="816503" y="36815"/>
                </a:cubicBezTo>
                <a:cubicBezTo>
                  <a:pt x="820934" y="35499"/>
                  <a:pt x="825687" y="34841"/>
                  <a:pt x="830760" y="34841"/>
                </a:cubicBezTo>
                <a:cubicBezTo>
                  <a:pt x="838401" y="34841"/>
                  <a:pt x="845109" y="35949"/>
                  <a:pt x="850886" y="38165"/>
                </a:cubicBezTo>
                <a:cubicBezTo>
                  <a:pt x="856662" y="40379"/>
                  <a:pt x="860926" y="43379"/>
                  <a:pt x="863676" y="47165"/>
                </a:cubicBezTo>
                <a:cubicBezTo>
                  <a:pt x="866427" y="50949"/>
                  <a:pt x="868322" y="56010"/>
                  <a:pt x="869361" y="62348"/>
                </a:cubicBezTo>
                <a:lnTo>
                  <a:pt x="853224" y="64548"/>
                </a:lnTo>
                <a:cubicBezTo>
                  <a:pt x="852490" y="59536"/>
                  <a:pt x="850366" y="55624"/>
                  <a:pt x="846852" y="52812"/>
                </a:cubicBezTo>
                <a:cubicBezTo>
                  <a:pt x="843337" y="50000"/>
                  <a:pt x="838370" y="48595"/>
                  <a:pt x="831952" y="48595"/>
                </a:cubicBezTo>
                <a:cubicBezTo>
                  <a:pt x="824373" y="48595"/>
                  <a:pt x="818963" y="49842"/>
                  <a:pt x="815724" y="52337"/>
                </a:cubicBezTo>
                <a:cubicBezTo>
                  <a:pt x="812484" y="54829"/>
                  <a:pt x="810864" y="57749"/>
                  <a:pt x="810864" y="61096"/>
                </a:cubicBezTo>
                <a:cubicBezTo>
                  <a:pt x="810864" y="63223"/>
                  <a:pt x="811536" y="65139"/>
                  <a:pt x="812881" y="66843"/>
                </a:cubicBezTo>
                <a:cubicBezTo>
                  <a:pt x="814226" y="68606"/>
                  <a:pt x="816335" y="70066"/>
                  <a:pt x="819208" y="71221"/>
                </a:cubicBezTo>
                <a:cubicBezTo>
                  <a:pt x="820858" y="71831"/>
                  <a:pt x="825718" y="73230"/>
                  <a:pt x="833786" y="75419"/>
                </a:cubicBezTo>
                <a:cubicBezTo>
                  <a:pt x="845461" y="78534"/>
                  <a:pt x="853606" y="81084"/>
                  <a:pt x="858221" y="83069"/>
                </a:cubicBezTo>
                <a:cubicBezTo>
                  <a:pt x="862836" y="85054"/>
                  <a:pt x="866457" y="87940"/>
                  <a:pt x="869086" y="91728"/>
                </a:cubicBezTo>
                <a:cubicBezTo>
                  <a:pt x="871714" y="95514"/>
                  <a:pt x="873028" y="100216"/>
                  <a:pt x="873028" y="105833"/>
                </a:cubicBezTo>
                <a:cubicBezTo>
                  <a:pt x="873028" y="111331"/>
                  <a:pt x="871424" y="116507"/>
                  <a:pt x="868215" y="121363"/>
                </a:cubicBezTo>
                <a:cubicBezTo>
                  <a:pt x="865006" y="126217"/>
                  <a:pt x="860375" y="129972"/>
                  <a:pt x="854324" y="132629"/>
                </a:cubicBezTo>
                <a:cubicBezTo>
                  <a:pt x="848273" y="135286"/>
                  <a:pt x="841427" y="136615"/>
                  <a:pt x="833786" y="136615"/>
                </a:cubicBezTo>
                <a:cubicBezTo>
                  <a:pt x="821133" y="136615"/>
                  <a:pt x="811491" y="133979"/>
                  <a:pt x="804859" y="128707"/>
                </a:cubicBezTo>
                <a:cubicBezTo>
                  <a:pt x="798226" y="123435"/>
                  <a:pt x="793994" y="115618"/>
                  <a:pt x="792160" y="105258"/>
                </a:cubicBezTo>
                <a:close/>
              </a:path>
            </a:pathLst>
          </a:custGeom>
          <a:solidFill xmlns:a="http://schemas.openxmlformats.org/drawingml/2006/main">
            <a:srgbClr val="A771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9" name="Text Optimizer">
            <a:extLst xmlns:a="http://schemas.openxmlformats.org/drawingml/2006/main">
              <a:ext uri="{FF2B5EF4-FFF2-40B4-BE49-F238E27FC236}">
                <a16:creationId xmlns:a16="http://schemas.microsoft.com/office/drawing/2014/main" id="{F5790025-C069-4B24-A641-9E507558D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09" y="2006060"/>
            <a:ext cx="796800" cy="174207"/>
          </a:xfrm>
          <a:custGeom xmlns:a="http://schemas.openxmlformats.org/drawingml/2006/main">
            <a:pathLst>
              <a:path w="796800" h="174207">
                <a:moveTo>
                  <a:pt x="0" y="71287"/>
                </a:moveTo>
                <a:cubicBezTo>
                  <a:pt x="0" y="48990"/>
                  <a:pt x="5990" y="31535"/>
                  <a:pt x="17971" y="18922"/>
                </a:cubicBezTo>
                <a:cubicBezTo>
                  <a:pt x="29951" y="6307"/>
                  <a:pt x="45416" y="0"/>
                  <a:pt x="64365" y="0"/>
                </a:cubicBezTo>
                <a:cubicBezTo>
                  <a:pt x="76773" y="0"/>
                  <a:pt x="87959" y="2963"/>
                  <a:pt x="97923" y="8888"/>
                </a:cubicBezTo>
                <a:cubicBezTo>
                  <a:pt x="107886" y="14813"/>
                  <a:pt x="115481" y="23076"/>
                  <a:pt x="120707" y="33675"/>
                </a:cubicBezTo>
                <a:cubicBezTo>
                  <a:pt x="125933" y="44273"/>
                  <a:pt x="128546" y="56291"/>
                  <a:pt x="128546" y="69729"/>
                </a:cubicBezTo>
                <a:cubicBezTo>
                  <a:pt x="128546" y="83350"/>
                  <a:pt x="125796" y="95537"/>
                  <a:pt x="120294" y="106289"/>
                </a:cubicBezTo>
                <a:cubicBezTo>
                  <a:pt x="114793" y="117039"/>
                  <a:pt x="107000" y="125179"/>
                  <a:pt x="96914" y="130707"/>
                </a:cubicBezTo>
                <a:cubicBezTo>
                  <a:pt x="86828" y="136235"/>
                  <a:pt x="75948" y="138999"/>
                  <a:pt x="64273" y="138999"/>
                </a:cubicBezTo>
                <a:cubicBezTo>
                  <a:pt x="51620" y="138999"/>
                  <a:pt x="40312" y="135944"/>
                  <a:pt x="30349" y="129836"/>
                </a:cubicBezTo>
                <a:cubicBezTo>
                  <a:pt x="20385" y="123727"/>
                  <a:pt x="12836" y="115389"/>
                  <a:pt x="7702" y="104822"/>
                </a:cubicBezTo>
                <a:cubicBezTo>
                  <a:pt x="2567" y="94255"/>
                  <a:pt x="0" y="83077"/>
                  <a:pt x="0" y="71287"/>
                </a:cubicBezTo>
                <a:moveTo>
                  <a:pt x="18338" y="71519"/>
                </a:moveTo>
                <a:cubicBezTo>
                  <a:pt x="18338" y="87746"/>
                  <a:pt x="22693" y="100528"/>
                  <a:pt x="31403" y="109865"/>
                </a:cubicBezTo>
                <a:cubicBezTo>
                  <a:pt x="40113" y="119202"/>
                  <a:pt x="51040" y="123870"/>
                  <a:pt x="64181" y="123870"/>
                </a:cubicBezTo>
                <a:cubicBezTo>
                  <a:pt x="77568" y="123870"/>
                  <a:pt x="88586" y="119156"/>
                  <a:pt x="97235" y="109727"/>
                </a:cubicBezTo>
                <a:cubicBezTo>
                  <a:pt x="105884" y="100297"/>
                  <a:pt x="110209" y="86918"/>
                  <a:pt x="110209" y="69591"/>
                </a:cubicBezTo>
                <a:cubicBezTo>
                  <a:pt x="110209" y="58630"/>
                  <a:pt x="108360" y="49063"/>
                  <a:pt x="104662" y="40890"/>
                </a:cubicBezTo>
                <a:cubicBezTo>
                  <a:pt x="100964" y="32716"/>
                  <a:pt x="95554" y="26379"/>
                  <a:pt x="88433" y="21879"/>
                </a:cubicBezTo>
                <a:cubicBezTo>
                  <a:pt x="81312" y="17379"/>
                  <a:pt x="73320" y="15128"/>
                  <a:pt x="64457" y="15128"/>
                </a:cubicBezTo>
                <a:cubicBezTo>
                  <a:pt x="51865" y="15128"/>
                  <a:pt x="41030" y="19461"/>
                  <a:pt x="31953" y="28125"/>
                </a:cubicBezTo>
                <a:cubicBezTo>
                  <a:pt x="22876" y="36788"/>
                  <a:pt x="18338" y="51253"/>
                  <a:pt x="18338" y="71519"/>
                </a:cubicBezTo>
                <a:close/>
                <a:moveTo>
                  <a:pt x="149391" y="174207"/>
                </a:moveTo>
                <a:lnTo>
                  <a:pt x="149391" y="39426"/>
                </a:lnTo>
                <a:lnTo>
                  <a:pt x="164428" y="39426"/>
                </a:lnTo>
                <a:lnTo>
                  <a:pt x="164428" y="51987"/>
                </a:lnTo>
                <a:cubicBezTo>
                  <a:pt x="167973" y="47066"/>
                  <a:pt x="171977" y="43376"/>
                  <a:pt x="176439" y="40916"/>
                </a:cubicBezTo>
                <a:cubicBezTo>
                  <a:pt x="180901" y="38455"/>
                  <a:pt x="186311" y="37225"/>
                  <a:pt x="192668" y="37225"/>
                </a:cubicBezTo>
                <a:cubicBezTo>
                  <a:pt x="200981" y="37225"/>
                  <a:pt x="208316" y="39365"/>
                  <a:pt x="214673" y="43643"/>
                </a:cubicBezTo>
                <a:cubicBezTo>
                  <a:pt x="221030" y="47922"/>
                  <a:pt x="225828" y="53958"/>
                  <a:pt x="229068" y="61752"/>
                </a:cubicBezTo>
                <a:cubicBezTo>
                  <a:pt x="232307" y="69545"/>
                  <a:pt x="233927" y="78087"/>
                  <a:pt x="233927" y="87378"/>
                </a:cubicBezTo>
                <a:cubicBezTo>
                  <a:pt x="233927" y="97342"/>
                  <a:pt x="232139" y="106312"/>
                  <a:pt x="228563" y="114289"/>
                </a:cubicBezTo>
                <a:cubicBezTo>
                  <a:pt x="224988" y="122266"/>
                  <a:pt x="219792" y="128378"/>
                  <a:pt x="212976" y="132626"/>
                </a:cubicBezTo>
                <a:cubicBezTo>
                  <a:pt x="206161" y="136875"/>
                  <a:pt x="198994" y="138999"/>
                  <a:pt x="191476" y="138999"/>
                </a:cubicBezTo>
                <a:cubicBezTo>
                  <a:pt x="185974" y="138999"/>
                  <a:pt x="181039" y="137822"/>
                  <a:pt x="176668" y="135469"/>
                </a:cubicBezTo>
                <a:cubicBezTo>
                  <a:pt x="172298" y="133113"/>
                  <a:pt x="168707" y="130139"/>
                  <a:pt x="165895" y="126546"/>
                </a:cubicBezTo>
                <a:lnTo>
                  <a:pt x="165895" y="174207"/>
                </a:lnTo>
                <a:lnTo>
                  <a:pt x="149391" y="174207"/>
                </a:lnTo>
                <a:moveTo>
                  <a:pt x="164336" y="88525"/>
                </a:moveTo>
                <a:cubicBezTo>
                  <a:pt x="164336" y="101040"/>
                  <a:pt x="166873" y="110289"/>
                  <a:pt x="171946" y="116272"/>
                </a:cubicBezTo>
                <a:cubicBezTo>
                  <a:pt x="177020" y="122254"/>
                  <a:pt x="183163" y="125245"/>
                  <a:pt x="190375" y="125245"/>
                </a:cubicBezTo>
                <a:cubicBezTo>
                  <a:pt x="197710" y="125245"/>
                  <a:pt x="203991" y="122147"/>
                  <a:pt x="209217" y="115951"/>
                </a:cubicBezTo>
                <a:cubicBezTo>
                  <a:pt x="214443" y="109754"/>
                  <a:pt x="217057" y="100154"/>
                  <a:pt x="217057" y="87149"/>
                </a:cubicBezTo>
                <a:cubicBezTo>
                  <a:pt x="217057" y="74756"/>
                  <a:pt x="214505" y="65477"/>
                  <a:pt x="209401" y="59311"/>
                </a:cubicBezTo>
                <a:cubicBezTo>
                  <a:pt x="204297" y="53145"/>
                  <a:pt x="198199" y="50062"/>
                  <a:pt x="191109" y="50062"/>
                </a:cubicBezTo>
                <a:cubicBezTo>
                  <a:pt x="184080" y="50062"/>
                  <a:pt x="177860" y="53343"/>
                  <a:pt x="172450" y="59906"/>
                </a:cubicBezTo>
                <a:cubicBezTo>
                  <a:pt x="167041" y="66470"/>
                  <a:pt x="164336" y="76009"/>
                  <a:pt x="164336" y="88525"/>
                </a:cubicBezTo>
                <a:close/>
                <a:moveTo>
                  <a:pt x="289828" y="122220"/>
                </a:moveTo>
                <a:lnTo>
                  <a:pt x="292212" y="136798"/>
                </a:lnTo>
                <a:cubicBezTo>
                  <a:pt x="287566" y="137654"/>
                  <a:pt x="283410" y="138082"/>
                  <a:pt x="279742" y="138082"/>
                </a:cubicBezTo>
                <a:cubicBezTo>
                  <a:pt x="273752" y="138082"/>
                  <a:pt x="269107" y="137134"/>
                  <a:pt x="265806" y="135239"/>
                </a:cubicBezTo>
                <a:cubicBezTo>
                  <a:pt x="262505" y="133345"/>
                  <a:pt x="260182" y="130854"/>
                  <a:pt x="258837" y="127767"/>
                </a:cubicBezTo>
                <a:cubicBezTo>
                  <a:pt x="257493" y="124680"/>
                  <a:pt x="256820" y="118186"/>
                  <a:pt x="256820" y="108283"/>
                </a:cubicBezTo>
                <a:lnTo>
                  <a:pt x="256820" y="52262"/>
                </a:lnTo>
                <a:lnTo>
                  <a:pt x="244718" y="52262"/>
                </a:lnTo>
                <a:lnTo>
                  <a:pt x="244718" y="39426"/>
                </a:lnTo>
                <a:lnTo>
                  <a:pt x="256820" y="39426"/>
                </a:lnTo>
                <a:lnTo>
                  <a:pt x="256820" y="15246"/>
                </a:lnTo>
                <a:lnTo>
                  <a:pt x="273232" y="5318"/>
                </a:lnTo>
                <a:lnTo>
                  <a:pt x="273232" y="39426"/>
                </a:lnTo>
                <a:lnTo>
                  <a:pt x="289828" y="39426"/>
                </a:lnTo>
                <a:lnTo>
                  <a:pt x="289828" y="52262"/>
                </a:lnTo>
                <a:lnTo>
                  <a:pt x="273232" y="52262"/>
                </a:lnTo>
                <a:lnTo>
                  <a:pt x="273232" y="109200"/>
                </a:lnTo>
                <a:cubicBezTo>
                  <a:pt x="273232" y="113907"/>
                  <a:pt x="273523" y="116932"/>
                  <a:pt x="274104" y="118277"/>
                </a:cubicBezTo>
                <a:cubicBezTo>
                  <a:pt x="274684" y="119622"/>
                  <a:pt x="275632" y="120692"/>
                  <a:pt x="276946" y="121486"/>
                </a:cubicBezTo>
                <a:cubicBezTo>
                  <a:pt x="278260" y="122281"/>
                  <a:pt x="280140" y="122678"/>
                  <a:pt x="282585" y="122678"/>
                </a:cubicBezTo>
                <a:cubicBezTo>
                  <a:pt x="284418" y="122678"/>
                  <a:pt x="286833" y="122525"/>
                  <a:pt x="289828" y="122220"/>
                </a:cubicBezTo>
                <a:close/>
                <a:moveTo>
                  <a:pt x="306088" y="21455"/>
                </a:moveTo>
                <a:lnTo>
                  <a:pt x="306088" y="2384"/>
                </a:lnTo>
                <a:lnTo>
                  <a:pt x="322592" y="2384"/>
                </a:lnTo>
                <a:lnTo>
                  <a:pt x="322592" y="21455"/>
                </a:lnTo>
                <a:lnTo>
                  <a:pt x="306088" y="21455"/>
                </a:lnTo>
                <a:moveTo>
                  <a:pt x="306088" y="136798"/>
                </a:moveTo>
                <a:lnTo>
                  <a:pt x="306088" y="39426"/>
                </a:lnTo>
                <a:lnTo>
                  <a:pt x="322592" y="39426"/>
                </a:lnTo>
                <a:lnTo>
                  <a:pt x="322592" y="136798"/>
                </a:lnTo>
                <a:lnTo>
                  <a:pt x="306088" y="136798"/>
                </a:lnTo>
                <a:close/>
                <a:moveTo>
                  <a:pt x="347683" y="136798"/>
                </a:moveTo>
                <a:lnTo>
                  <a:pt x="347683" y="39426"/>
                </a:lnTo>
                <a:lnTo>
                  <a:pt x="362445" y="39426"/>
                </a:lnTo>
                <a:lnTo>
                  <a:pt x="362445" y="52996"/>
                </a:lnTo>
                <a:cubicBezTo>
                  <a:pt x="365501" y="48255"/>
                  <a:pt x="369566" y="44441"/>
                  <a:pt x="374639" y="41555"/>
                </a:cubicBezTo>
                <a:cubicBezTo>
                  <a:pt x="379713" y="38668"/>
                  <a:pt x="385489" y="37225"/>
                  <a:pt x="391968" y="37225"/>
                </a:cubicBezTo>
                <a:cubicBezTo>
                  <a:pt x="399181" y="37225"/>
                  <a:pt x="405095" y="38715"/>
                  <a:pt x="409710" y="41695"/>
                </a:cubicBezTo>
                <a:cubicBezTo>
                  <a:pt x="414325" y="44673"/>
                  <a:pt x="417580" y="48837"/>
                  <a:pt x="419474" y="54187"/>
                </a:cubicBezTo>
                <a:cubicBezTo>
                  <a:pt x="427176" y="42879"/>
                  <a:pt x="437201" y="37225"/>
                  <a:pt x="449548" y="37225"/>
                </a:cubicBezTo>
                <a:cubicBezTo>
                  <a:pt x="459206" y="37225"/>
                  <a:pt x="466633" y="39899"/>
                  <a:pt x="471828" y="45248"/>
                </a:cubicBezTo>
                <a:cubicBezTo>
                  <a:pt x="477024" y="50596"/>
                  <a:pt x="479622" y="58833"/>
                  <a:pt x="479622" y="69958"/>
                </a:cubicBezTo>
                <a:lnTo>
                  <a:pt x="479622" y="136798"/>
                </a:lnTo>
                <a:lnTo>
                  <a:pt x="463210" y="136798"/>
                </a:lnTo>
                <a:lnTo>
                  <a:pt x="463210" y="75393"/>
                </a:lnTo>
                <a:cubicBezTo>
                  <a:pt x="463210" y="68784"/>
                  <a:pt x="462675" y="64027"/>
                  <a:pt x="461605" y="61121"/>
                </a:cubicBezTo>
                <a:cubicBezTo>
                  <a:pt x="460535" y="58214"/>
                  <a:pt x="458595" y="55873"/>
                  <a:pt x="455783" y="54099"/>
                </a:cubicBezTo>
                <a:cubicBezTo>
                  <a:pt x="452971" y="52324"/>
                  <a:pt x="449670" y="51437"/>
                  <a:pt x="445881" y="51437"/>
                </a:cubicBezTo>
                <a:cubicBezTo>
                  <a:pt x="439035" y="51437"/>
                  <a:pt x="433350" y="53717"/>
                  <a:pt x="428827" y="58276"/>
                </a:cubicBezTo>
                <a:cubicBezTo>
                  <a:pt x="424303" y="62834"/>
                  <a:pt x="422042" y="70131"/>
                  <a:pt x="422042" y="80167"/>
                </a:cubicBezTo>
                <a:lnTo>
                  <a:pt x="422042" y="136798"/>
                </a:lnTo>
                <a:lnTo>
                  <a:pt x="405538" y="136798"/>
                </a:lnTo>
                <a:lnTo>
                  <a:pt x="405538" y="73465"/>
                </a:lnTo>
                <a:cubicBezTo>
                  <a:pt x="405538" y="66122"/>
                  <a:pt x="404193" y="60615"/>
                  <a:pt x="401504" y="56944"/>
                </a:cubicBezTo>
                <a:cubicBezTo>
                  <a:pt x="398814" y="53272"/>
                  <a:pt x="394413" y="51437"/>
                  <a:pt x="388301" y="51437"/>
                </a:cubicBezTo>
                <a:cubicBezTo>
                  <a:pt x="383655" y="51437"/>
                  <a:pt x="379361" y="52661"/>
                  <a:pt x="375418" y="55110"/>
                </a:cubicBezTo>
                <a:cubicBezTo>
                  <a:pt x="371476" y="57557"/>
                  <a:pt x="368618" y="61137"/>
                  <a:pt x="366846" y="65849"/>
                </a:cubicBezTo>
                <a:cubicBezTo>
                  <a:pt x="365073" y="70559"/>
                  <a:pt x="364187" y="77351"/>
                  <a:pt x="364187" y="86224"/>
                </a:cubicBezTo>
                <a:lnTo>
                  <a:pt x="364187" y="136798"/>
                </a:lnTo>
                <a:lnTo>
                  <a:pt x="347683" y="136798"/>
                </a:lnTo>
                <a:close/>
                <a:moveTo>
                  <a:pt x="504193" y="21455"/>
                </a:moveTo>
                <a:lnTo>
                  <a:pt x="504193" y="2384"/>
                </a:lnTo>
                <a:lnTo>
                  <a:pt x="520696" y="2384"/>
                </a:lnTo>
                <a:lnTo>
                  <a:pt x="520696" y="21455"/>
                </a:lnTo>
                <a:lnTo>
                  <a:pt x="504193" y="21455"/>
                </a:lnTo>
                <a:moveTo>
                  <a:pt x="504193" y="136798"/>
                </a:moveTo>
                <a:lnTo>
                  <a:pt x="504193" y="39426"/>
                </a:lnTo>
                <a:lnTo>
                  <a:pt x="520696" y="39426"/>
                </a:lnTo>
                <a:lnTo>
                  <a:pt x="520696" y="136798"/>
                </a:lnTo>
                <a:lnTo>
                  <a:pt x="504193" y="136798"/>
                </a:lnTo>
                <a:close/>
                <a:moveTo>
                  <a:pt x="537077" y="136798"/>
                </a:moveTo>
                <a:lnTo>
                  <a:pt x="537077" y="123412"/>
                </a:lnTo>
                <a:lnTo>
                  <a:pt x="599058" y="52262"/>
                </a:lnTo>
                <a:cubicBezTo>
                  <a:pt x="592029" y="52629"/>
                  <a:pt x="585824" y="52812"/>
                  <a:pt x="580445" y="52812"/>
                </a:cubicBezTo>
                <a:lnTo>
                  <a:pt x="540745" y="52812"/>
                </a:lnTo>
                <a:lnTo>
                  <a:pt x="540745" y="39426"/>
                </a:lnTo>
                <a:lnTo>
                  <a:pt x="620330" y="39426"/>
                </a:lnTo>
                <a:lnTo>
                  <a:pt x="620330" y="50337"/>
                </a:lnTo>
                <a:lnTo>
                  <a:pt x="567609" y="112134"/>
                </a:lnTo>
                <a:lnTo>
                  <a:pt x="557432" y="123412"/>
                </a:lnTo>
                <a:cubicBezTo>
                  <a:pt x="564828" y="122862"/>
                  <a:pt x="571766" y="122587"/>
                  <a:pt x="578245" y="122587"/>
                </a:cubicBezTo>
                <a:lnTo>
                  <a:pt x="623264" y="122587"/>
                </a:lnTo>
                <a:lnTo>
                  <a:pt x="623264" y="136798"/>
                </a:lnTo>
                <a:lnTo>
                  <a:pt x="537077" y="136798"/>
                </a:lnTo>
                <a:close/>
                <a:moveTo>
                  <a:pt x="706333" y="105441"/>
                </a:moveTo>
                <a:lnTo>
                  <a:pt x="723387" y="107550"/>
                </a:lnTo>
                <a:cubicBezTo>
                  <a:pt x="720697" y="117513"/>
                  <a:pt x="715715" y="125245"/>
                  <a:pt x="708441" y="130747"/>
                </a:cubicBezTo>
                <a:cubicBezTo>
                  <a:pt x="701168" y="136248"/>
                  <a:pt x="691877" y="138999"/>
                  <a:pt x="680568" y="138999"/>
                </a:cubicBezTo>
                <a:cubicBezTo>
                  <a:pt x="666326" y="138999"/>
                  <a:pt x="655033" y="134613"/>
                  <a:pt x="646690" y="125841"/>
                </a:cubicBezTo>
                <a:cubicBezTo>
                  <a:pt x="638346" y="117070"/>
                  <a:pt x="634174" y="104769"/>
                  <a:pt x="634174" y="88937"/>
                </a:cubicBezTo>
                <a:cubicBezTo>
                  <a:pt x="634174" y="72556"/>
                  <a:pt x="638392" y="59842"/>
                  <a:pt x="646827" y="50795"/>
                </a:cubicBezTo>
                <a:cubicBezTo>
                  <a:pt x="655263" y="41748"/>
                  <a:pt x="666204" y="37225"/>
                  <a:pt x="679651" y="37225"/>
                </a:cubicBezTo>
                <a:cubicBezTo>
                  <a:pt x="692671" y="37225"/>
                  <a:pt x="703307" y="41650"/>
                  <a:pt x="711559" y="50500"/>
                </a:cubicBezTo>
                <a:cubicBezTo>
                  <a:pt x="719811" y="59348"/>
                  <a:pt x="723937" y="71796"/>
                  <a:pt x="723937" y="87845"/>
                </a:cubicBezTo>
                <a:cubicBezTo>
                  <a:pt x="723937" y="88822"/>
                  <a:pt x="723906" y="90286"/>
                  <a:pt x="723845" y="92238"/>
                </a:cubicBezTo>
                <a:lnTo>
                  <a:pt x="651228" y="92238"/>
                </a:lnTo>
                <a:cubicBezTo>
                  <a:pt x="651840" y="102904"/>
                  <a:pt x="654865" y="111072"/>
                  <a:pt x="660305" y="116741"/>
                </a:cubicBezTo>
                <a:cubicBezTo>
                  <a:pt x="665746" y="122411"/>
                  <a:pt x="672530" y="125245"/>
                  <a:pt x="680660" y="125245"/>
                </a:cubicBezTo>
                <a:cubicBezTo>
                  <a:pt x="686711" y="125245"/>
                  <a:pt x="691877" y="123672"/>
                  <a:pt x="696155" y="120524"/>
                </a:cubicBezTo>
                <a:cubicBezTo>
                  <a:pt x="700434" y="117374"/>
                  <a:pt x="703826" y="112346"/>
                  <a:pt x="706333" y="105441"/>
                </a:cubicBezTo>
                <a:moveTo>
                  <a:pt x="652145" y="78485"/>
                </a:moveTo>
                <a:lnTo>
                  <a:pt x="706516" y="78485"/>
                </a:lnTo>
                <a:cubicBezTo>
                  <a:pt x="705782" y="70428"/>
                  <a:pt x="703704" y="64385"/>
                  <a:pt x="700281" y="60356"/>
                </a:cubicBezTo>
                <a:cubicBezTo>
                  <a:pt x="695024" y="54104"/>
                  <a:pt x="688209" y="50978"/>
                  <a:pt x="679835" y="50978"/>
                </a:cubicBezTo>
                <a:cubicBezTo>
                  <a:pt x="672255" y="50978"/>
                  <a:pt x="665883" y="53474"/>
                  <a:pt x="660718" y="58465"/>
                </a:cubicBezTo>
                <a:cubicBezTo>
                  <a:pt x="655553" y="63455"/>
                  <a:pt x="652695" y="70128"/>
                  <a:pt x="652145" y="78485"/>
                </a:cubicBezTo>
                <a:close/>
                <a:moveTo>
                  <a:pt x="743896" y="136798"/>
                </a:moveTo>
                <a:lnTo>
                  <a:pt x="743896" y="39426"/>
                </a:lnTo>
                <a:lnTo>
                  <a:pt x="758749" y="39426"/>
                </a:lnTo>
                <a:lnTo>
                  <a:pt x="758749" y="54096"/>
                </a:lnTo>
                <a:cubicBezTo>
                  <a:pt x="762539" y="47227"/>
                  <a:pt x="766039" y="42698"/>
                  <a:pt x="769248" y="40509"/>
                </a:cubicBezTo>
                <a:cubicBezTo>
                  <a:pt x="772457" y="38320"/>
                  <a:pt x="775987" y="37225"/>
                  <a:pt x="779838" y="37225"/>
                </a:cubicBezTo>
                <a:cubicBezTo>
                  <a:pt x="785400" y="37225"/>
                  <a:pt x="791054" y="38990"/>
                  <a:pt x="796800" y="42520"/>
                </a:cubicBezTo>
                <a:lnTo>
                  <a:pt x="791115" y="57763"/>
                </a:lnTo>
                <a:cubicBezTo>
                  <a:pt x="787081" y="55379"/>
                  <a:pt x="783047" y="54187"/>
                  <a:pt x="779012" y="54187"/>
                </a:cubicBezTo>
                <a:cubicBezTo>
                  <a:pt x="775406" y="54187"/>
                  <a:pt x="772166" y="55274"/>
                  <a:pt x="769294" y="57448"/>
                </a:cubicBezTo>
                <a:cubicBezTo>
                  <a:pt x="766421" y="59620"/>
                  <a:pt x="764373" y="62633"/>
                  <a:pt x="763150" y="66488"/>
                </a:cubicBezTo>
                <a:cubicBezTo>
                  <a:pt x="761317" y="72362"/>
                  <a:pt x="760400" y="78787"/>
                  <a:pt x="760400" y="85762"/>
                </a:cubicBezTo>
                <a:lnTo>
                  <a:pt x="760400" y="136798"/>
                </a:lnTo>
                <a:lnTo>
                  <a:pt x="743896" y="136798"/>
                </a:lnTo>
                <a:close/>
              </a:path>
            </a:pathLst>
          </a:custGeom>
          <a:solidFill xmlns:a="http://schemas.openxmlformats.org/drawingml/2006/main">
            <a:srgbClr val="FF666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0" name="Text states">
            <a:extLst xmlns:a="http://schemas.openxmlformats.org/drawingml/2006/main">
              <a:ext uri="{FF2B5EF4-FFF2-40B4-BE49-F238E27FC236}">
                <a16:creationId xmlns:a16="http://schemas.microsoft.com/office/drawing/2014/main" id="{CB5BB7A8-ECF0-4DE5-B104-B4B87DDD7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810" y="2240882"/>
            <a:ext cx="487968" cy="133681"/>
          </a:xfrm>
          <a:custGeom xmlns:a="http://schemas.openxmlformats.org/drawingml/2006/main">
            <a:pathLst>
              <a:path w="487968" h="133681">
                <a:moveTo>
                  <a:pt x="0" y="102324"/>
                </a:moveTo>
                <a:lnTo>
                  <a:pt x="16320" y="99756"/>
                </a:lnTo>
                <a:cubicBezTo>
                  <a:pt x="17237" y="106268"/>
                  <a:pt x="19789" y="111258"/>
                  <a:pt x="23976" y="114727"/>
                </a:cubicBezTo>
                <a:cubicBezTo>
                  <a:pt x="28163" y="118194"/>
                  <a:pt x="34016" y="119928"/>
                  <a:pt x="41535" y="119928"/>
                </a:cubicBezTo>
                <a:cubicBezTo>
                  <a:pt x="49114" y="119928"/>
                  <a:pt x="54738" y="118397"/>
                  <a:pt x="58405" y="115335"/>
                </a:cubicBezTo>
                <a:cubicBezTo>
                  <a:pt x="62073" y="112271"/>
                  <a:pt x="63906" y="108678"/>
                  <a:pt x="63906" y="104556"/>
                </a:cubicBezTo>
                <a:cubicBezTo>
                  <a:pt x="63906" y="100856"/>
                  <a:pt x="62287" y="97945"/>
                  <a:pt x="59047" y="95822"/>
                </a:cubicBezTo>
                <a:cubicBezTo>
                  <a:pt x="56785" y="94367"/>
                  <a:pt x="51162" y="92517"/>
                  <a:pt x="42176" y="90272"/>
                </a:cubicBezTo>
                <a:cubicBezTo>
                  <a:pt x="30074" y="87214"/>
                  <a:pt x="21684" y="84569"/>
                  <a:pt x="17008" y="82336"/>
                </a:cubicBezTo>
                <a:cubicBezTo>
                  <a:pt x="12332" y="80103"/>
                  <a:pt x="8787" y="77013"/>
                  <a:pt x="6372" y="73067"/>
                </a:cubicBezTo>
                <a:cubicBezTo>
                  <a:pt x="3958" y="69120"/>
                  <a:pt x="2751" y="64761"/>
                  <a:pt x="2751" y="59990"/>
                </a:cubicBezTo>
                <a:cubicBezTo>
                  <a:pt x="2751" y="55646"/>
                  <a:pt x="3744" y="51623"/>
                  <a:pt x="5730" y="47921"/>
                </a:cubicBezTo>
                <a:cubicBezTo>
                  <a:pt x="7717" y="44219"/>
                  <a:pt x="10422" y="41145"/>
                  <a:pt x="13845" y="38698"/>
                </a:cubicBezTo>
                <a:cubicBezTo>
                  <a:pt x="16412" y="36801"/>
                  <a:pt x="19912" y="35196"/>
                  <a:pt x="24343" y="33881"/>
                </a:cubicBezTo>
                <a:cubicBezTo>
                  <a:pt x="28775" y="32565"/>
                  <a:pt x="33527" y="31907"/>
                  <a:pt x="38601" y="31907"/>
                </a:cubicBezTo>
                <a:cubicBezTo>
                  <a:pt x="46241" y="31907"/>
                  <a:pt x="52950" y="33015"/>
                  <a:pt x="58726" y="35231"/>
                </a:cubicBezTo>
                <a:cubicBezTo>
                  <a:pt x="64502" y="37445"/>
                  <a:pt x="68766" y="40445"/>
                  <a:pt x="71516" y="44231"/>
                </a:cubicBezTo>
                <a:cubicBezTo>
                  <a:pt x="74267" y="48015"/>
                  <a:pt x="76162" y="53076"/>
                  <a:pt x="77201" y="59414"/>
                </a:cubicBezTo>
                <a:lnTo>
                  <a:pt x="61064" y="61614"/>
                </a:lnTo>
                <a:cubicBezTo>
                  <a:pt x="60331" y="56602"/>
                  <a:pt x="58206" y="52690"/>
                  <a:pt x="54692" y="49878"/>
                </a:cubicBezTo>
                <a:cubicBezTo>
                  <a:pt x="51177" y="47066"/>
                  <a:pt x="46211" y="45661"/>
                  <a:pt x="39792" y="45661"/>
                </a:cubicBezTo>
                <a:cubicBezTo>
                  <a:pt x="32213" y="45661"/>
                  <a:pt x="26803" y="46908"/>
                  <a:pt x="23564" y="49403"/>
                </a:cubicBezTo>
                <a:cubicBezTo>
                  <a:pt x="20324" y="51895"/>
                  <a:pt x="18704" y="54815"/>
                  <a:pt x="18704" y="58162"/>
                </a:cubicBezTo>
                <a:cubicBezTo>
                  <a:pt x="18704" y="60289"/>
                  <a:pt x="19377" y="62205"/>
                  <a:pt x="20721" y="63909"/>
                </a:cubicBezTo>
                <a:cubicBezTo>
                  <a:pt x="22066" y="65672"/>
                  <a:pt x="24175" y="67132"/>
                  <a:pt x="27048" y="68287"/>
                </a:cubicBezTo>
                <a:cubicBezTo>
                  <a:pt x="28698" y="68897"/>
                  <a:pt x="33558" y="70296"/>
                  <a:pt x="41626" y="72485"/>
                </a:cubicBezTo>
                <a:cubicBezTo>
                  <a:pt x="53301" y="75600"/>
                  <a:pt x="61446" y="78150"/>
                  <a:pt x="66061" y="80135"/>
                </a:cubicBezTo>
                <a:cubicBezTo>
                  <a:pt x="70676" y="82120"/>
                  <a:pt x="74298" y="85006"/>
                  <a:pt x="76926" y="88794"/>
                </a:cubicBezTo>
                <a:cubicBezTo>
                  <a:pt x="79554" y="92580"/>
                  <a:pt x="80869" y="97282"/>
                  <a:pt x="80869" y="102899"/>
                </a:cubicBezTo>
                <a:cubicBezTo>
                  <a:pt x="80869" y="108397"/>
                  <a:pt x="79264" y="113573"/>
                  <a:pt x="76055" y="118429"/>
                </a:cubicBezTo>
                <a:cubicBezTo>
                  <a:pt x="72846" y="123283"/>
                  <a:pt x="68216" y="127038"/>
                  <a:pt x="62164" y="129695"/>
                </a:cubicBezTo>
                <a:cubicBezTo>
                  <a:pt x="56113" y="132352"/>
                  <a:pt x="49267" y="133681"/>
                  <a:pt x="41626" y="133681"/>
                </a:cubicBezTo>
                <a:cubicBezTo>
                  <a:pt x="28973" y="133681"/>
                  <a:pt x="19331" y="131045"/>
                  <a:pt x="12699" y="125773"/>
                </a:cubicBezTo>
                <a:cubicBezTo>
                  <a:pt x="6067" y="120501"/>
                  <a:pt x="1834" y="112684"/>
                  <a:pt x="0" y="102324"/>
                </a:cubicBezTo>
                <a:close/>
                <a:moveTo>
                  <a:pt x="136523" y="116902"/>
                </a:moveTo>
                <a:lnTo>
                  <a:pt x="138907" y="131480"/>
                </a:lnTo>
                <a:cubicBezTo>
                  <a:pt x="134261" y="132336"/>
                  <a:pt x="130105" y="132764"/>
                  <a:pt x="126437" y="132764"/>
                </a:cubicBezTo>
                <a:cubicBezTo>
                  <a:pt x="120447" y="132764"/>
                  <a:pt x="115802" y="131816"/>
                  <a:pt x="112501" y="129922"/>
                </a:cubicBezTo>
                <a:cubicBezTo>
                  <a:pt x="109200" y="128027"/>
                  <a:pt x="106877" y="125536"/>
                  <a:pt x="105533" y="122449"/>
                </a:cubicBezTo>
                <a:cubicBezTo>
                  <a:pt x="104188" y="119362"/>
                  <a:pt x="103515" y="112868"/>
                  <a:pt x="103515" y="102965"/>
                </a:cubicBezTo>
                <a:lnTo>
                  <a:pt x="103515" y="46944"/>
                </a:lnTo>
                <a:lnTo>
                  <a:pt x="91413" y="46944"/>
                </a:lnTo>
                <a:lnTo>
                  <a:pt x="91413" y="34108"/>
                </a:lnTo>
                <a:lnTo>
                  <a:pt x="103515" y="34108"/>
                </a:lnTo>
                <a:lnTo>
                  <a:pt x="103515" y="9928"/>
                </a:lnTo>
                <a:lnTo>
                  <a:pt x="119928" y="0"/>
                </a:lnTo>
                <a:lnTo>
                  <a:pt x="119928" y="34108"/>
                </a:lnTo>
                <a:lnTo>
                  <a:pt x="136523" y="34108"/>
                </a:lnTo>
                <a:lnTo>
                  <a:pt x="136523" y="46944"/>
                </a:lnTo>
                <a:lnTo>
                  <a:pt x="119928" y="46944"/>
                </a:lnTo>
                <a:lnTo>
                  <a:pt x="119928" y="103882"/>
                </a:lnTo>
                <a:cubicBezTo>
                  <a:pt x="119928" y="108589"/>
                  <a:pt x="120218" y="111615"/>
                  <a:pt x="120799" y="112959"/>
                </a:cubicBezTo>
                <a:cubicBezTo>
                  <a:pt x="121379" y="114304"/>
                  <a:pt x="122327" y="115374"/>
                  <a:pt x="123641" y="116168"/>
                </a:cubicBezTo>
                <a:cubicBezTo>
                  <a:pt x="124955" y="116963"/>
                  <a:pt x="126835" y="117360"/>
                  <a:pt x="129280" y="117360"/>
                </a:cubicBezTo>
                <a:cubicBezTo>
                  <a:pt x="131114" y="117360"/>
                  <a:pt x="133528" y="117208"/>
                  <a:pt x="136523" y="116902"/>
                </a:cubicBezTo>
                <a:close/>
                <a:moveTo>
                  <a:pt x="216231" y="119458"/>
                </a:moveTo>
                <a:cubicBezTo>
                  <a:pt x="210119" y="124657"/>
                  <a:pt x="204236" y="128328"/>
                  <a:pt x="198581" y="130469"/>
                </a:cubicBezTo>
                <a:cubicBezTo>
                  <a:pt x="192927" y="132610"/>
                  <a:pt x="186861" y="133681"/>
                  <a:pt x="180381" y="133681"/>
                </a:cubicBezTo>
                <a:cubicBezTo>
                  <a:pt x="169684" y="133681"/>
                  <a:pt x="161463" y="131066"/>
                  <a:pt x="155717" y="125836"/>
                </a:cubicBezTo>
                <a:cubicBezTo>
                  <a:pt x="149972" y="120606"/>
                  <a:pt x="147099" y="113923"/>
                  <a:pt x="147099" y="105788"/>
                </a:cubicBezTo>
                <a:cubicBezTo>
                  <a:pt x="147099" y="101018"/>
                  <a:pt x="148184" y="96661"/>
                  <a:pt x="150354" y="92716"/>
                </a:cubicBezTo>
                <a:cubicBezTo>
                  <a:pt x="152524" y="88770"/>
                  <a:pt x="155366" y="85604"/>
                  <a:pt x="158881" y="83218"/>
                </a:cubicBezTo>
                <a:cubicBezTo>
                  <a:pt x="162395" y="80832"/>
                  <a:pt x="166353" y="79028"/>
                  <a:pt x="170754" y="77806"/>
                </a:cubicBezTo>
                <a:cubicBezTo>
                  <a:pt x="173994" y="76948"/>
                  <a:pt x="178884" y="76122"/>
                  <a:pt x="185424" y="75327"/>
                </a:cubicBezTo>
                <a:cubicBezTo>
                  <a:pt x="198750" y="73749"/>
                  <a:pt x="208560" y="71868"/>
                  <a:pt x="214856" y="69683"/>
                </a:cubicBezTo>
                <a:cubicBezTo>
                  <a:pt x="214917" y="67431"/>
                  <a:pt x="214948" y="66000"/>
                  <a:pt x="214948" y="65391"/>
                </a:cubicBezTo>
                <a:cubicBezTo>
                  <a:pt x="214948" y="58692"/>
                  <a:pt x="213389" y="53973"/>
                  <a:pt x="210272" y="51233"/>
                </a:cubicBezTo>
                <a:cubicBezTo>
                  <a:pt x="206054" y="47518"/>
                  <a:pt x="199789" y="45661"/>
                  <a:pt x="191476" y="45661"/>
                </a:cubicBezTo>
                <a:cubicBezTo>
                  <a:pt x="183713" y="45661"/>
                  <a:pt x="177982" y="47021"/>
                  <a:pt x="174284" y="49741"/>
                </a:cubicBezTo>
                <a:cubicBezTo>
                  <a:pt x="170586" y="52461"/>
                  <a:pt x="167851" y="57274"/>
                  <a:pt x="166078" y="64181"/>
                </a:cubicBezTo>
                <a:lnTo>
                  <a:pt x="149941" y="61981"/>
                </a:lnTo>
                <a:cubicBezTo>
                  <a:pt x="151408" y="55053"/>
                  <a:pt x="153823" y="49458"/>
                  <a:pt x="157184" y="45196"/>
                </a:cubicBezTo>
                <a:cubicBezTo>
                  <a:pt x="160546" y="40935"/>
                  <a:pt x="165406" y="37655"/>
                  <a:pt x="171763" y="35357"/>
                </a:cubicBezTo>
                <a:cubicBezTo>
                  <a:pt x="178120" y="33057"/>
                  <a:pt x="185485" y="31907"/>
                  <a:pt x="193860" y="31907"/>
                </a:cubicBezTo>
                <a:cubicBezTo>
                  <a:pt x="202173" y="31907"/>
                  <a:pt x="208927" y="32885"/>
                  <a:pt x="214122" y="34841"/>
                </a:cubicBezTo>
                <a:cubicBezTo>
                  <a:pt x="219318" y="36797"/>
                  <a:pt x="223138" y="39258"/>
                  <a:pt x="225583" y="42222"/>
                </a:cubicBezTo>
                <a:cubicBezTo>
                  <a:pt x="228028" y="45187"/>
                  <a:pt x="229740" y="48931"/>
                  <a:pt x="230718" y="53454"/>
                </a:cubicBezTo>
                <a:cubicBezTo>
                  <a:pt x="231268" y="56266"/>
                  <a:pt x="231543" y="61339"/>
                  <a:pt x="231543" y="68674"/>
                </a:cubicBezTo>
                <a:lnTo>
                  <a:pt x="231543" y="90679"/>
                </a:lnTo>
                <a:cubicBezTo>
                  <a:pt x="231543" y="106022"/>
                  <a:pt x="231895" y="115725"/>
                  <a:pt x="232598" y="119790"/>
                </a:cubicBezTo>
                <a:cubicBezTo>
                  <a:pt x="233301" y="123855"/>
                  <a:pt x="234691" y="127752"/>
                  <a:pt x="236769" y="131480"/>
                </a:cubicBezTo>
                <a:lnTo>
                  <a:pt x="219532" y="131480"/>
                </a:lnTo>
                <a:cubicBezTo>
                  <a:pt x="217821" y="128053"/>
                  <a:pt x="216720" y="124046"/>
                  <a:pt x="216231" y="119458"/>
                </a:cubicBezTo>
                <a:moveTo>
                  <a:pt x="214856" y="82519"/>
                </a:moveTo>
                <a:cubicBezTo>
                  <a:pt x="208866" y="84985"/>
                  <a:pt x="199880" y="87080"/>
                  <a:pt x="187900" y="88805"/>
                </a:cubicBezTo>
                <a:cubicBezTo>
                  <a:pt x="181115" y="89787"/>
                  <a:pt x="176317" y="90892"/>
                  <a:pt x="173505" y="92120"/>
                </a:cubicBezTo>
                <a:cubicBezTo>
                  <a:pt x="170693" y="93347"/>
                  <a:pt x="168523" y="95142"/>
                  <a:pt x="166995" y="97507"/>
                </a:cubicBezTo>
                <a:cubicBezTo>
                  <a:pt x="165467" y="99870"/>
                  <a:pt x="164703" y="102494"/>
                  <a:pt x="164703" y="105378"/>
                </a:cubicBezTo>
                <a:cubicBezTo>
                  <a:pt x="164703" y="109796"/>
                  <a:pt x="166368" y="113479"/>
                  <a:pt x="169700" y="116426"/>
                </a:cubicBezTo>
                <a:cubicBezTo>
                  <a:pt x="173031" y="119372"/>
                  <a:pt x="177906" y="120844"/>
                  <a:pt x="184324" y="120844"/>
                </a:cubicBezTo>
                <a:cubicBezTo>
                  <a:pt x="190681" y="120844"/>
                  <a:pt x="196335" y="119447"/>
                  <a:pt x="201286" y="116653"/>
                </a:cubicBezTo>
                <a:cubicBezTo>
                  <a:pt x="206237" y="113858"/>
                  <a:pt x="209874" y="110035"/>
                  <a:pt x="212197" y="105183"/>
                </a:cubicBezTo>
                <a:cubicBezTo>
                  <a:pt x="213970" y="101435"/>
                  <a:pt x="214856" y="95907"/>
                  <a:pt x="214856" y="88599"/>
                </a:cubicBezTo>
                <a:lnTo>
                  <a:pt x="214856" y="82519"/>
                </a:lnTo>
                <a:close/>
                <a:moveTo>
                  <a:pt x="293129" y="116902"/>
                </a:moveTo>
                <a:lnTo>
                  <a:pt x="295513" y="131480"/>
                </a:lnTo>
                <a:cubicBezTo>
                  <a:pt x="290867" y="132336"/>
                  <a:pt x="286711" y="132764"/>
                  <a:pt x="283043" y="132764"/>
                </a:cubicBezTo>
                <a:cubicBezTo>
                  <a:pt x="277053" y="132764"/>
                  <a:pt x="272407" y="131816"/>
                  <a:pt x="269107" y="129922"/>
                </a:cubicBezTo>
                <a:cubicBezTo>
                  <a:pt x="265806" y="128027"/>
                  <a:pt x="263483" y="125536"/>
                  <a:pt x="262138" y="122449"/>
                </a:cubicBezTo>
                <a:cubicBezTo>
                  <a:pt x="260794" y="119362"/>
                  <a:pt x="260121" y="112868"/>
                  <a:pt x="260121" y="102965"/>
                </a:cubicBezTo>
                <a:lnTo>
                  <a:pt x="260121" y="46944"/>
                </a:lnTo>
                <a:lnTo>
                  <a:pt x="248018" y="46944"/>
                </a:lnTo>
                <a:lnTo>
                  <a:pt x="248018" y="34108"/>
                </a:lnTo>
                <a:lnTo>
                  <a:pt x="260121" y="34108"/>
                </a:lnTo>
                <a:lnTo>
                  <a:pt x="260121" y="9928"/>
                </a:lnTo>
                <a:lnTo>
                  <a:pt x="276533" y="0"/>
                </a:lnTo>
                <a:lnTo>
                  <a:pt x="276533" y="34108"/>
                </a:lnTo>
                <a:lnTo>
                  <a:pt x="293129" y="34108"/>
                </a:lnTo>
                <a:lnTo>
                  <a:pt x="293129" y="46944"/>
                </a:lnTo>
                <a:lnTo>
                  <a:pt x="276533" y="46944"/>
                </a:lnTo>
                <a:lnTo>
                  <a:pt x="276533" y="103882"/>
                </a:lnTo>
                <a:cubicBezTo>
                  <a:pt x="276533" y="108589"/>
                  <a:pt x="276824" y="111615"/>
                  <a:pt x="277404" y="112959"/>
                </a:cubicBezTo>
                <a:cubicBezTo>
                  <a:pt x="277985" y="114304"/>
                  <a:pt x="278932" y="115374"/>
                  <a:pt x="280247" y="116168"/>
                </a:cubicBezTo>
                <a:cubicBezTo>
                  <a:pt x="281561" y="116963"/>
                  <a:pt x="283440" y="117360"/>
                  <a:pt x="285885" y="117360"/>
                </a:cubicBezTo>
                <a:cubicBezTo>
                  <a:pt x="287719" y="117360"/>
                  <a:pt x="290134" y="117208"/>
                  <a:pt x="293129" y="116902"/>
                </a:cubicBezTo>
                <a:close/>
                <a:moveTo>
                  <a:pt x="375954" y="100123"/>
                </a:moveTo>
                <a:lnTo>
                  <a:pt x="393008" y="102232"/>
                </a:lnTo>
                <a:cubicBezTo>
                  <a:pt x="390319" y="112195"/>
                  <a:pt x="385337" y="119928"/>
                  <a:pt x="378063" y="125429"/>
                </a:cubicBezTo>
                <a:cubicBezTo>
                  <a:pt x="370789" y="130930"/>
                  <a:pt x="361498" y="133681"/>
                  <a:pt x="350190" y="133681"/>
                </a:cubicBezTo>
                <a:cubicBezTo>
                  <a:pt x="335948" y="133681"/>
                  <a:pt x="324655" y="129295"/>
                  <a:pt x="316311" y="120524"/>
                </a:cubicBezTo>
                <a:cubicBezTo>
                  <a:pt x="307968" y="111752"/>
                  <a:pt x="303796" y="99451"/>
                  <a:pt x="303796" y="83619"/>
                </a:cubicBezTo>
                <a:cubicBezTo>
                  <a:pt x="303796" y="67238"/>
                  <a:pt x="308014" y="54524"/>
                  <a:pt x="316449" y="45477"/>
                </a:cubicBezTo>
                <a:cubicBezTo>
                  <a:pt x="324884" y="36431"/>
                  <a:pt x="335826" y="31907"/>
                  <a:pt x="349273" y="31907"/>
                </a:cubicBezTo>
                <a:cubicBezTo>
                  <a:pt x="362293" y="31907"/>
                  <a:pt x="372929" y="36332"/>
                  <a:pt x="381181" y="45182"/>
                </a:cubicBezTo>
                <a:cubicBezTo>
                  <a:pt x="389432" y="54030"/>
                  <a:pt x="393558" y="66478"/>
                  <a:pt x="393558" y="82528"/>
                </a:cubicBezTo>
                <a:cubicBezTo>
                  <a:pt x="393558" y="83504"/>
                  <a:pt x="393528" y="84968"/>
                  <a:pt x="393467" y="86920"/>
                </a:cubicBezTo>
                <a:lnTo>
                  <a:pt x="320850" y="86920"/>
                </a:lnTo>
                <a:cubicBezTo>
                  <a:pt x="321461" y="97586"/>
                  <a:pt x="324487" y="105754"/>
                  <a:pt x="329927" y="111424"/>
                </a:cubicBezTo>
                <a:cubicBezTo>
                  <a:pt x="335367" y="117093"/>
                  <a:pt x="342152" y="119928"/>
                  <a:pt x="350282" y="119928"/>
                </a:cubicBezTo>
                <a:cubicBezTo>
                  <a:pt x="356333" y="119928"/>
                  <a:pt x="361498" y="118354"/>
                  <a:pt x="365777" y="115206"/>
                </a:cubicBezTo>
                <a:cubicBezTo>
                  <a:pt x="370056" y="112056"/>
                  <a:pt x="373448" y="107028"/>
                  <a:pt x="375954" y="100123"/>
                </a:cubicBezTo>
                <a:moveTo>
                  <a:pt x="321767" y="73167"/>
                </a:moveTo>
                <a:lnTo>
                  <a:pt x="376138" y="73167"/>
                </a:lnTo>
                <a:cubicBezTo>
                  <a:pt x="375404" y="65110"/>
                  <a:pt x="373326" y="59067"/>
                  <a:pt x="369903" y="55038"/>
                </a:cubicBezTo>
                <a:cubicBezTo>
                  <a:pt x="364646" y="48786"/>
                  <a:pt x="357831" y="45661"/>
                  <a:pt x="349457" y="45661"/>
                </a:cubicBezTo>
                <a:cubicBezTo>
                  <a:pt x="341877" y="45661"/>
                  <a:pt x="335505" y="48156"/>
                  <a:pt x="330340" y="53147"/>
                </a:cubicBezTo>
                <a:cubicBezTo>
                  <a:pt x="325175" y="58137"/>
                  <a:pt x="322317" y="64810"/>
                  <a:pt x="321767" y="73167"/>
                </a:cubicBezTo>
                <a:close/>
                <a:moveTo>
                  <a:pt x="407100" y="102324"/>
                </a:moveTo>
                <a:lnTo>
                  <a:pt x="423420" y="99756"/>
                </a:lnTo>
                <a:cubicBezTo>
                  <a:pt x="424337" y="106268"/>
                  <a:pt x="426889" y="111258"/>
                  <a:pt x="431076" y="114727"/>
                </a:cubicBezTo>
                <a:cubicBezTo>
                  <a:pt x="435263" y="118194"/>
                  <a:pt x="441116" y="119928"/>
                  <a:pt x="448634" y="119928"/>
                </a:cubicBezTo>
                <a:cubicBezTo>
                  <a:pt x="456214" y="119928"/>
                  <a:pt x="461837" y="118397"/>
                  <a:pt x="465505" y="115335"/>
                </a:cubicBezTo>
                <a:cubicBezTo>
                  <a:pt x="469172" y="112271"/>
                  <a:pt x="471006" y="108678"/>
                  <a:pt x="471006" y="104556"/>
                </a:cubicBezTo>
                <a:cubicBezTo>
                  <a:pt x="471006" y="100856"/>
                  <a:pt x="469386" y="97945"/>
                  <a:pt x="466147" y="95822"/>
                </a:cubicBezTo>
                <a:cubicBezTo>
                  <a:pt x="463885" y="94367"/>
                  <a:pt x="458261" y="92517"/>
                  <a:pt x="449276" y="90272"/>
                </a:cubicBezTo>
                <a:cubicBezTo>
                  <a:pt x="437173" y="87214"/>
                  <a:pt x="428784" y="84569"/>
                  <a:pt x="424108" y="82336"/>
                </a:cubicBezTo>
                <a:cubicBezTo>
                  <a:pt x="419432" y="80103"/>
                  <a:pt x="415886" y="77013"/>
                  <a:pt x="413472" y="73067"/>
                </a:cubicBezTo>
                <a:cubicBezTo>
                  <a:pt x="411058" y="69120"/>
                  <a:pt x="409850" y="64761"/>
                  <a:pt x="409850" y="59990"/>
                </a:cubicBezTo>
                <a:cubicBezTo>
                  <a:pt x="409850" y="55646"/>
                  <a:pt x="410844" y="51623"/>
                  <a:pt x="412830" y="47921"/>
                </a:cubicBezTo>
                <a:cubicBezTo>
                  <a:pt x="414817" y="44219"/>
                  <a:pt x="417521" y="41145"/>
                  <a:pt x="420945" y="38698"/>
                </a:cubicBezTo>
                <a:cubicBezTo>
                  <a:pt x="423512" y="36801"/>
                  <a:pt x="427011" y="35196"/>
                  <a:pt x="431443" y="33881"/>
                </a:cubicBezTo>
                <a:cubicBezTo>
                  <a:pt x="435874" y="32565"/>
                  <a:pt x="440627" y="31907"/>
                  <a:pt x="445700" y="31907"/>
                </a:cubicBezTo>
                <a:cubicBezTo>
                  <a:pt x="453341" y="31907"/>
                  <a:pt x="460049" y="33015"/>
                  <a:pt x="465826" y="35231"/>
                </a:cubicBezTo>
                <a:cubicBezTo>
                  <a:pt x="471602" y="37445"/>
                  <a:pt x="475865" y="40445"/>
                  <a:pt x="478616" y="44231"/>
                </a:cubicBezTo>
                <a:cubicBezTo>
                  <a:pt x="481367" y="48015"/>
                  <a:pt x="483262" y="53076"/>
                  <a:pt x="484301" y="59414"/>
                </a:cubicBezTo>
                <a:lnTo>
                  <a:pt x="468164" y="61614"/>
                </a:lnTo>
                <a:cubicBezTo>
                  <a:pt x="467430" y="56602"/>
                  <a:pt x="465306" y="52690"/>
                  <a:pt x="461791" y="49878"/>
                </a:cubicBezTo>
                <a:cubicBezTo>
                  <a:pt x="458277" y="47066"/>
                  <a:pt x="453310" y="45661"/>
                  <a:pt x="446892" y="45661"/>
                </a:cubicBezTo>
                <a:cubicBezTo>
                  <a:pt x="439313" y="45661"/>
                  <a:pt x="433903" y="46908"/>
                  <a:pt x="430663" y="49403"/>
                </a:cubicBezTo>
                <a:cubicBezTo>
                  <a:pt x="427424" y="51895"/>
                  <a:pt x="425804" y="54815"/>
                  <a:pt x="425804" y="58162"/>
                </a:cubicBezTo>
                <a:cubicBezTo>
                  <a:pt x="425804" y="60289"/>
                  <a:pt x="426476" y="62205"/>
                  <a:pt x="427821" y="63909"/>
                </a:cubicBezTo>
                <a:cubicBezTo>
                  <a:pt x="429166" y="65672"/>
                  <a:pt x="431275" y="67132"/>
                  <a:pt x="434148" y="68287"/>
                </a:cubicBezTo>
                <a:cubicBezTo>
                  <a:pt x="435798" y="68897"/>
                  <a:pt x="440657" y="70296"/>
                  <a:pt x="448726" y="72485"/>
                </a:cubicBezTo>
                <a:cubicBezTo>
                  <a:pt x="460401" y="75600"/>
                  <a:pt x="468546" y="78150"/>
                  <a:pt x="473161" y="80135"/>
                </a:cubicBezTo>
                <a:cubicBezTo>
                  <a:pt x="477776" y="82120"/>
                  <a:pt x="481397" y="85006"/>
                  <a:pt x="484026" y="88794"/>
                </a:cubicBezTo>
                <a:cubicBezTo>
                  <a:pt x="486654" y="92580"/>
                  <a:pt x="487968" y="97282"/>
                  <a:pt x="487968" y="102899"/>
                </a:cubicBezTo>
                <a:cubicBezTo>
                  <a:pt x="487968" y="108397"/>
                  <a:pt x="486364" y="113573"/>
                  <a:pt x="483155" y="118429"/>
                </a:cubicBezTo>
                <a:cubicBezTo>
                  <a:pt x="479946" y="123283"/>
                  <a:pt x="475315" y="127038"/>
                  <a:pt x="469264" y="129695"/>
                </a:cubicBezTo>
                <a:cubicBezTo>
                  <a:pt x="463213" y="132352"/>
                  <a:pt x="456367" y="133681"/>
                  <a:pt x="448726" y="133681"/>
                </a:cubicBezTo>
                <a:cubicBezTo>
                  <a:pt x="436073" y="133681"/>
                  <a:pt x="426430" y="131045"/>
                  <a:pt x="419798" y="125773"/>
                </a:cubicBezTo>
                <a:cubicBezTo>
                  <a:pt x="413166" y="120501"/>
                  <a:pt x="408933" y="112684"/>
                  <a:pt x="407100" y="102324"/>
                </a:cubicBezTo>
                <a:close/>
              </a:path>
            </a:pathLst>
          </a:custGeom>
          <a:solidFill xmlns:a="http://schemas.openxmlformats.org/drawingml/2006/main">
            <a:srgbClr val="FF666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1" name="Text Weights">
            <a:extLst xmlns:a="http://schemas.openxmlformats.org/drawingml/2006/main">
              <a:ext uri="{FF2B5EF4-FFF2-40B4-BE49-F238E27FC236}">
                <a16:creationId xmlns:a16="http://schemas.microsoft.com/office/drawing/2014/main" id="{FB64814F-8D1C-44D6-A263-E1507B3A7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447" y="3448064"/>
            <a:ext cx="665292" cy="174023"/>
          </a:xfrm>
          <a:custGeom xmlns:a="http://schemas.openxmlformats.org/drawingml/2006/main">
            <a:pathLst>
              <a:path w="665292" h="174023">
                <a:moveTo>
                  <a:pt x="35667" y="134414"/>
                </a:moveTo>
                <a:lnTo>
                  <a:pt x="0" y="0"/>
                </a:lnTo>
                <a:lnTo>
                  <a:pt x="18246" y="0"/>
                </a:lnTo>
                <a:lnTo>
                  <a:pt x="38692" y="88112"/>
                </a:lnTo>
                <a:cubicBezTo>
                  <a:pt x="40893" y="97342"/>
                  <a:pt x="42788" y="106511"/>
                  <a:pt x="44377" y="115618"/>
                </a:cubicBezTo>
                <a:cubicBezTo>
                  <a:pt x="47800" y="101254"/>
                  <a:pt x="49817" y="92971"/>
                  <a:pt x="50428" y="90771"/>
                </a:cubicBezTo>
                <a:lnTo>
                  <a:pt x="76009" y="0"/>
                </a:lnTo>
                <a:lnTo>
                  <a:pt x="97464" y="0"/>
                </a:lnTo>
                <a:lnTo>
                  <a:pt x="116719" y="68032"/>
                </a:lnTo>
                <a:cubicBezTo>
                  <a:pt x="121547" y="84903"/>
                  <a:pt x="125032" y="100765"/>
                  <a:pt x="127171" y="115618"/>
                </a:cubicBezTo>
                <a:cubicBezTo>
                  <a:pt x="128882" y="107122"/>
                  <a:pt x="131114" y="97372"/>
                  <a:pt x="133864" y="86370"/>
                </a:cubicBezTo>
                <a:lnTo>
                  <a:pt x="154952" y="0"/>
                </a:lnTo>
                <a:lnTo>
                  <a:pt x="172831" y="0"/>
                </a:lnTo>
                <a:lnTo>
                  <a:pt x="135973" y="134414"/>
                </a:lnTo>
                <a:lnTo>
                  <a:pt x="118827" y="134414"/>
                </a:lnTo>
                <a:lnTo>
                  <a:pt x="90496" y="31999"/>
                </a:lnTo>
                <a:cubicBezTo>
                  <a:pt x="88112" y="23441"/>
                  <a:pt x="86706" y="18185"/>
                  <a:pt x="86278" y="16229"/>
                </a:cubicBezTo>
                <a:cubicBezTo>
                  <a:pt x="84872" y="22402"/>
                  <a:pt x="83558" y="27659"/>
                  <a:pt x="82336" y="31999"/>
                </a:cubicBezTo>
                <a:lnTo>
                  <a:pt x="53821" y="134414"/>
                </a:lnTo>
                <a:lnTo>
                  <a:pt x="35667" y="134414"/>
                </a:lnTo>
                <a:close/>
                <a:moveTo>
                  <a:pt x="250583" y="103057"/>
                </a:moveTo>
                <a:lnTo>
                  <a:pt x="267637" y="105166"/>
                </a:lnTo>
                <a:cubicBezTo>
                  <a:pt x="264947" y="115129"/>
                  <a:pt x="259965" y="122862"/>
                  <a:pt x="252692" y="128363"/>
                </a:cubicBezTo>
                <a:cubicBezTo>
                  <a:pt x="245418" y="133864"/>
                  <a:pt x="236127" y="136615"/>
                  <a:pt x="224818" y="136615"/>
                </a:cubicBezTo>
                <a:cubicBezTo>
                  <a:pt x="210576" y="136615"/>
                  <a:pt x="199283" y="132229"/>
                  <a:pt x="190940" y="123458"/>
                </a:cubicBezTo>
                <a:cubicBezTo>
                  <a:pt x="182596" y="114686"/>
                  <a:pt x="178424" y="102385"/>
                  <a:pt x="178424" y="86553"/>
                </a:cubicBezTo>
                <a:cubicBezTo>
                  <a:pt x="178424" y="70172"/>
                  <a:pt x="182642" y="57458"/>
                  <a:pt x="191077" y="48411"/>
                </a:cubicBezTo>
                <a:cubicBezTo>
                  <a:pt x="199513" y="39365"/>
                  <a:pt x="210454" y="34841"/>
                  <a:pt x="223902" y="34841"/>
                </a:cubicBezTo>
                <a:cubicBezTo>
                  <a:pt x="236921" y="34841"/>
                  <a:pt x="247557" y="39266"/>
                  <a:pt x="255809" y="48116"/>
                </a:cubicBezTo>
                <a:cubicBezTo>
                  <a:pt x="264061" y="56964"/>
                  <a:pt x="268187" y="69412"/>
                  <a:pt x="268187" y="85462"/>
                </a:cubicBezTo>
                <a:cubicBezTo>
                  <a:pt x="268187" y="86438"/>
                  <a:pt x="268156" y="87902"/>
                  <a:pt x="268095" y="89854"/>
                </a:cubicBezTo>
                <a:lnTo>
                  <a:pt x="195478" y="89854"/>
                </a:lnTo>
                <a:cubicBezTo>
                  <a:pt x="196090" y="100520"/>
                  <a:pt x="199115" y="108688"/>
                  <a:pt x="204555" y="114358"/>
                </a:cubicBezTo>
                <a:cubicBezTo>
                  <a:pt x="209996" y="120027"/>
                  <a:pt x="216780" y="122862"/>
                  <a:pt x="224910" y="122862"/>
                </a:cubicBezTo>
                <a:cubicBezTo>
                  <a:pt x="230962" y="122862"/>
                  <a:pt x="236127" y="121288"/>
                  <a:pt x="240405" y="118140"/>
                </a:cubicBezTo>
                <a:cubicBezTo>
                  <a:pt x="244684" y="114990"/>
                  <a:pt x="248077" y="109962"/>
                  <a:pt x="250583" y="103057"/>
                </a:cubicBezTo>
                <a:moveTo>
                  <a:pt x="196395" y="76101"/>
                </a:moveTo>
                <a:lnTo>
                  <a:pt x="250766" y="76101"/>
                </a:lnTo>
                <a:cubicBezTo>
                  <a:pt x="250033" y="68044"/>
                  <a:pt x="247954" y="62001"/>
                  <a:pt x="244531" y="57972"/>
                </a:cubicBezTo>
                <a:cubicBezTo>
                  <a:pt x="239275" y="51720"/>
                  <a:pt x="232459" y="48595"/>
                  <a:pt x="224085" y="48595"/>
                </a:cubicBezTo>
                <a:cubicBezTo>
                  <a:pt x="216505" y="48595"/>
                  <a:pt x="210133" y="51090"/>
                  <a:pt x="204968" y="56081"/>
                </a:cubicBezTo>
                <a:cubicBezTo>
                  <a:pt x="199803" y="61071"/>
                  <a:pt x="196945" y="67744"/>
                  <a:pt x="196395" y="76101"/>
                </a:cubicBezTo>
                <a:close/>
                <a:moveTo>
                  <a:pt x="288421" y="19071"/>
                </a:moveTo>
                <a:lnTo>
                  <a:pt x="288421" y="0"/>
                </a:lnTo>
                <a:lnTo>
                  <a:pt x="304925" y="0"/>
                </a:lnTo>
                <a:lnTo>
                  <a:pt x="304925" y="19071"/>
                </a:lnTo>
                <a:lnTo>
                  <a:pt x="288421" y="19071"/>
                </a:lnTo>
                <a:moveTo>
                  <a:pt x="288421" y="134414"/>
                </a:moveTo>
                <a:lnTo>
                  <a:pt x="288421" y="37042"/>
                </a:lnTo>
                <a:lnTo>
                  <a:pt x="304925" y="37042"/>
                </a:lnTo>
                <a:lnTo>
                  <a:pt x="304925" y="134414"/>
                </a:lnTo>
                <a:lnTo>
                  <a:pt x="288421" y="134414"/>
                </a:lnTo>
                <a:close/>
                <a:moveTo>
                  <a:pt x="326990" y="142483"/>
                </a:moveTo>
                <a:lnTo>
                  <a:pt x="343036" y="144867"/>
                </a:lnTo>
                <a:cubicBezTo>
                  <a:pt x="343708" y="149818"/>
                  <a:pt x="345572" y="153424"/>
                  <a:pt x="348628" y="155686"/>
                </a:cubicBezTo>
                <a:cubicBezTo>
                  <a:pt x="352724" y="158742"/>
                  <a:pt x="358317" y="160270"/>
                  <a:pt x="365407" y="160270"/>
                </a:cubicBezTo>
                <a:cubicBezTo>
                  <a:pt x="373048" y="160270"/>
                  <a:pt x="378947" y="158738"/>
                  <a:pt x="383103" y="155674"/>
                </a:cubicBezTo>
                <a:cubicBezTo>
                  <a:pt x="387260" y="152612"/>
                  <a:pt x="390071" y="148324"/>
                  <a:pt x="391538" y="142809"/>
                </a:cubicBezTo>
                <a:cubicBezTo>
                  <a:pt x="392394" y="139442"/>
                  <a:pt x="392791" y="132367"/>
                  <a:pt x="392730" y="121584"/>
                </a:cubicBezTo>
                <a:cubicBezTo>
                  <a:pt x="385518" y="130137"/>
                  <a:pt x="376532" y="134414"/>
                  <a:pt x="365774" y="134414"/>
                </a:cubicBezTo>
                <a:cubicBezTo>
                  <a:pt x="352388" y="134414"/>
                  <a:pt x="342027" y="129585"/>
                  <a:pt x="334692" y="119928"/>
                </a:cubicBezTo>
                <a:cubicBezTo>
                  <a:pt x="327357" y="110270"/>
                  <a:pt x="323689" y="98687"/>
                  <a:pt x="323689" y="85178"/>
                </a:cubicBezTo>
                <a:cubicBezTo>
                  <a:pt x="323689" y="75887"/>
                  <a:pt x="325370" y="67314"/>
                  <a:pt x="328732" y="59460"/>
                </a:cubicBezTo>
                <a:cubicBezTo>
                  <a:pt x="332094" y="51605"/>
                  <a:pt x="336969" y="45538"/>
                  <a:pt x="343356" y="41259"/>
                </a:cubicBezTo>
                <a:cubicBezTo>
                  <a:pt x="349744" y="36981"/>
                  <a:pt x="357247" y="34841"/>
                  <a:pt x="365866" y="34841"/>
                </a:cubicBezTo>
                <a:cubicBezTo>
                  <a:pt x="377357" y="34841"/>
                  <a:pt x="386832" y="39517"/>
                  <a:pt x="394289" y="48870"/>
                </a:cubicBezTo>
                <a:lnTo>
                  <a:pt x="394289" y="37042"/>
                </a:lnTo>
                <a:lnTo>
                  <a:pt x="409509" y="37042"/>
                </a:lnTo>
                <a:lnTo>
                  <a:pt x="409509" y="121269"/>
                </a:lnTo>
                <a:cubicBezTo>
                  <a:pt x="409509" y="136437"/>
                  <a:pt x="407966" y="147187"/>
                  <a:pt x="404879" y="153517"/>
                </a:cubicBezTo>
                <a:cubicBezTo>
                  <a:pt x="401792" y="159847"/>
                  <a:pt x="396902" y="164847"/>
                  <a:pt x="390209" y="168516"/>
                </a:cubicBezTo>
                <a:cubicBezTo>
                  <a:pt x="383516" y="172188"/>
                  <a:pt x="375279" y="174023"/>
                  <a:pt x="365499" y="174023"/>
                </a:cubicBezTo>
                <a:cubicBezTo>
                  <a:pt x="353885" y="174023"/>
                  <a:pt x="344503" y="171403"/>
                  <a:pt x="337351" y="166161"/>
                </a:cubicBezTo>
                <a:cubicBezTo>
                  <a:pt x="330199" y="160920"/>
                  <a:pt x="326746" y="153027"/>
                  <a:pt x="326990" y="142483"/>
                </a:cubicBezTo>
                <a:moveTo>
                  <a:pt x="340652" y="83989"/>
                </a:moveTo>
                <a:cubicBezTo>
                  <a:pt x="340652" y="96732"/>
                  <a:pt x="343188" y="106029"/>
                  <a:pt x="348262" y="111882"/>
                </a:cubicBezTo>
                <a:cubicBezTo>
                  <a:pt x="353335" y="117735"/>
                  <a:pt x="359692" y="120661"/>
                  <a:pt x="367333" y="120661"/>
                </a:cubicBezTo>
                <a:cubicBezTo>
                  <a:pt x="374912" y="120661"/>
                  <a:pt x="381269" y="117750"/>
                  <a:pt x="386404" y="111928"/>
                </a:cubicBezTo>
                <a:cubicBezTo>
                  <a:pt x="391538" y="106106"/>
                  <a:pt x="394106" y="96975"/>
                  <a:pt x="394106" y="84536"/>
                </a:cubicBezTo>
                <a:cubicBezTo>
                  <a:pt x="394106" y="72647"/>
                  <a:pt x="391462" y="63685"/>
                  <a:pt x="386175" y="57649"/>
                </a:cubicBezTo>
                <a:cubicBezTo>
                  <a:pt x="380887" y="51613"/>
                  <a:pt x="374515" y="48595"/>
                  <a:pt x="367058" y="48595"/>
                </a:cubicBezTo>
                <a:cubicBezTo>
                  <a:pt x="359723" y="48595"/>
                  <a:pt x="353488" y="51567"/>
                  <a:pt x="348353" y="57511"/>
                </a:cubicBezTo>
                <a:cubicBezTo>
                  <a:pt x="343219" y="63456"/>
                  <a:pt x="340652" y="72281"/>
                  <a:pt x="340652" y="83989"/>
                </a:cubicBezTo>
                <a:close/>
                <a:moveTo>
                  <a:pt x="434420" y="134414"/>
                </a:moveTo>
                <a:lnTo>
                  <a:pt x="434420" y="0"/>
                </a:lnTo>
                <a:lnTo>
                  <a:pt x="450924" y="0"/>
                </a:lnTo>
                <a:lnTo>
                  <a:pt x="450924" y="48228"/>
                </a:lnTo>
                <a:cubicBezTo>
                  <a:pt x="458625" y="39303"/>
                  <a:pt x="468344" y="34841"/>
                  <a:pt x="480080" y="34841"/>
                </a:cubicBezTo>
                <a:cubicBezTo>
                  <a:pt x="487293" y="34841"/>
                  <a:pt x="493558" y="36263"/>
                  <a:pt x="498876" y="39105"/>
                </a:cubicBezTo>
                <a:cubicBezTo>
                  <a:pt x="504194" y="41947"/>
                  <a:pt x="507999" y="45874"/>
                  <a:pt x="510291" y="50887"/>
                </a:cubicBezTo>
                <a:cubicBezTo>
                  <a:pt x="512584" y="55899"/>
                  <a:pt x="513730" y="63173"/>
                  <a:pt x="513730" y="72708"/>
                </a:cubicBezTo>
                <a:lnTo>
                  <a:pt x="513730" y="134414"/>
                </a:lnTo>
                <a:lnTo>
                  <a:pt x="497226" y="134414"/>
                </a:lnTo>
                <a:lnTo>
                  <a:pt x="497226" y="72708"/>
                </a:lnTo>
                <a:cubicBezTo>
                  <a:pt x="497226" y="64456"/>
                  <a:pt x="495438" y="58451"/>
                  <a:pt x="491862" y="54692"/>
                </a:cubicBezTo>
                <a:cubicBezTo>
                  <a:pt x="488286" y="50933"/>
                  <a:pt x="483228" y="49053"/>
                  <a:pt x="476688" y="49053"/>
                </a:cubicBezTo>
                <a:cubicBezTo>
                  <a:pt x="471798" y="49053"/>
                  <a:pt x="467198" y="50321"/>
                  <a:pt x="462889" y="52858"/>
                </a:cubicBezTo>
                <a:cubicBezTo>
                  <a:pt x="458579" y="55395"/>
                  <a:pt x="455508" y="58833"/>
                  <a:pt x="453674" y="63173"/>
                </a:cubicBezTo>
                <a:cubicBezTo>
                  <a:pt x="451840" y="67513"/>
                  <a:pt x="450924" y="73503"/>
                  <a:pt x="450924" y="81144"/>
                </a:cubicBezTo>
                <a:lnTo>
                  <a:pt x="450924" y="134414"/>
                </a:lnTo>
                <a:lnTo>
                  <a:pt x="434420" y="134414"/>
                </a:lnTo>
                <a:close/>
                <a:moveTo>
                  <a:pt x="574857" y="119836"/>
                </a:moveTo>
                <a:lnTo>
                  <a:pt x="577241" y="134414"/>
                </a:lnTo>
                <a:cubicBezTo>
                  <a:pt x="572595" y="135270"/>
                  <a:pt x="568439" y="135698"/>
                  <a:pt x="564771" y="135698"/>
                </a:cubicBezTo>
                <a:cubicBezTo>
                  <a:pt x="558781" y="135698"/>
                  <a:pt x="554135" y="134750"/>
                  <a:pt x="550835" y="132856"/>
                </a:cubicBezTo>
                <a:cubicBezTo>
                  <a:pt x="547534" y="130961"/>
                  <a:pt x="545211" y="128470"/>
                  <a:pt x="543866" y="125383"/>
                </a:cubicBezTo>
                <a:cubicBezTo>
                  <a:pt x="542522" y="122296"/>
                  <a:pt x="541849" y="115802"/>
                  <a:pt x="541849" y="105899"/>
                </a:cubicBezTo>
                <a:lnTo>
                  <a:pt x="541849" y="49878"/>
                </a:lnTo>
                <a:lnTo>
                  <a:pt x="529746" y="49878"/>
                </a:lnTo>
                <a:lnTo>
                  <a:pt x="529746" y="37042"/>
                </a:lnTo>
                <a:lnTo>
                  <a:pt x="541849" y="37042"/>
                </a:lnTo>
                <a:lnTo>
                  <a:pt x="541849" y="12862"/>
                </a:lnTo>
                <a:lnTo>
                  <a:pt x="558261" y="2934"/>
                </a:lnTo>
                <a:lnTo>
                  <a:pt x="558261" y="37042"/>
                </a:lnTo>
                <a:lnTo>
                  <a:pt x="574857" y="37042"/>
                </a:lnTo>
                <a:lnTo>
                  <a:pt x="574857" y="49878"/>
                </a:lnTo>
                <a:lnTo>
                  <a:pt x="558261" y="49878"/>
                </a:lnTo>
                <a:lnTo>
                  <a:pt x="558261" y="106816"/>
                </a:lnTo>
                <a:cubicBezTo>
                  <a:pt x="558261" y="111523"/>
                  <a:pt x="558552" y="114549"/>
                  <a:pt x="559132" y="115893"/>
                </a:cubicBezTo>
                <a:cubicBezTo>
                  <a:pt x="559713" y="117238"/>
                  <a:pt x="560660" y="118308"/>
                  <a:pt x="561975" y="119102"/>
                </a:cubicBezTo>
                <a:cubicBezTo>
                  <a:pt x="563289" y="119897"/>
                  <a:pt x="565168" y="120294"/>
                  <a:pt x="567613" y="120294"/>
                </a:cubicBezTo>
                <a:cubicBezTo>
                  <a:pt x="569447" y="120294"/>
                  <a:pt x="571862" y="120142"/>
                  <a:pt x="574857" y="119836"/>
                </a:cubicBezTo>
                <a:close/>
                <a:moveTo>
                  <a:pt x="584424" y="105258"/>
                </a:moveTo>
                <a:lnTo>
                  <a:pt x="600744" y="102690"/>
                </a:lnTo>
                <a:cubicBezTo>
                  <a:pt x="601661" y="109202"/>
                  <a:pt x="604213" y="114192"/>
                  <a:pt x="608400" y="117661"/>
                </a:cubicBezTo>
                <a:cubicBezTo>
                  <a:pt x="612587" y="121128"/>
                  <a:pt x="618440" y="122862"/>
                  <a:pt x="625958" y="122862"/>
                </a:cubicBezTo>
                <a:cubicBezTo>
                  <a:pt x="633538" y="122862"/>
                  <a:pt x="639161" y="121331"/>
                  <a:pt x="642829" y="118269"/>
                </a:cubicBezTo>
                <a:cubicBezTo>
                  <a:pt x="646496" y="115205"/>
                  <a:pt x="648330" y="111612"/>
                  <a:pt x="648330" y="107490"/>
                </a:cubicBezTo>
                <a:cubicBezTo>
                  <a:pt x="648330" y="103790"/>
                  <a:pt x="646710" y="100879"/>
                  <a:pt x="643471" y="98756"/>
                </a:cubicBezTo>
                <a:cubicBezTo>
                  <a:pt x="641209" y="97301"/>
                  <a:pt x="635586" y="95451"/>
                  <a:pt x="626600" y="93206"/>
                </a:cubicBezTo>
                <a:cubicBezTo>
                  <a:pt x="614497" y="90148"/>
                  <a:pt x="606108" y="87503"/>
                  <a:pt x="601432" y="85270"/>
                </a:cubicBezTo>
                <a:cubicBezTo>
                  <a:pt x="596756" y="83037"/>
                  <a:pt x="593211" y="79947"/>
                  <a:pt x="590796" y="76001"/>
                </a:cubicBezTo>
                <a:cubicBezTo>
                  <a:pt x="588382" y="72054"/>
                  <a:pt x="587174" y="67695"/>
                  <a:pt x="587174" y="62924"/>
                </a:cubicBezTo>
                <a:cubicBezTo>
                  <a:pt x="587174" y="58580"/>
                  <a:pt x="588168" y="54557"/>
                  <a:pt x="590154" y="50855"/>
                </a:cubicBezTo>
                <a:cubicBezTo>
                  <a:pt x="592141" y="47153"/>
                  <a:pt x="594846" y="44079"/>
                  <a:pt x="598269" y="41632"/>
                </a:cubicBezTo>
                <a:cubicBezTo>
                  <a:pt x="600836" y="39735"/>
                  <a:pt x="604335" y="38130"/>
                  <a:pt x="608767" y="36815"/>
                </a:cubicBezTo>
                <a:cubicBezTo>
                  <a:pt x="613199" y="35499"/>
                  <a:pt x="617951" y="34841"/>
                  <a:pt x="623024" y="34841"/>
                </a:cubicBezTo>
                <a:cubicBezTo>
                  <a:pt x="630665" y="34841"/>
                  <a:pt x="637374" y="35949"/>
                  <a:pt x="643150" y="38165"/>
                </a:cubicBezTo>
                <a:cubicBezTo>
                  <a:pt x="648926" y="40379"/>
                  <a:pt x="653190" y="43379"/>
                  <a:pt x="655940" y="47165"/>
                </a:cubicBezTo>
                <a:cubicBezTo>
                  <a:pt x="658691" y="50949"/>
                  <a:pt x="660586" y="56010"/>
                  <a:pt x="661625" y="62348"/>
                </a:cubicBezTo>
                <a:lnTo>
                  <a:pt x="645488" y="64548"/>
                </a:lnTo>
                <a:cubicBezTo>
                  <a:pt x="644754" y="59536"/>
                  <a:pt x="642630" y="55624"/>
                  <a:pt x="639116" y="52812"/>
                </a:cubicBezTo>
                <a:cubicBezTo>
                  <a:pt x="635601" y="50000"/>
                  <a:pt x="630634" y="48595"/>
                  <a:pt x="624216" y="48595"/>
                </a:cubicBezTo>
                <a:cubicBezTo>
                  <a:pt x="616637" y="48595"/>
                  <a:pt x="611227" y="49842"/>
                  <a:pt x="607988" y="52337"/>
                </a:cubicBezTo>
                <a:cubicBezTo>
                  <a:pt x="604748" y="54829"/>
                  <a:pt x="603128" y="57749"/>
                  <a:pt x="603128" y="61096"/>
                </a:cubicBezTo>
                <a:cubicBezTo>
                  <a:pt x="603128" y="63223"/>
                  <a:pt x="603801" y="65139"/>
                  <a:pt x="605145" y="66843"/>
                </a:cubicBezTo>
                <a:cubicBezTo>
                  <a:pt x="606490" y="68606"/>
                  <a:pt x="608599" y="70066"/>
                  <a:pt x="611472" y="71221"/>
                </a:cubicBezTo>
                <a:cubicBezTo>
                  <a:pt x="613122" y="71831"/>
                  <a:pt x="617982" y="73230"/>
                  <a:pt x="626050" y="75419"/>
                </a:cubicBezTo>
                <a:cubicBezTo>
                  <a:pt x="637725" y="78534"/>
                  <a:pt x="645870" y="81084"/>
                  <a:pt x="650485" y="83069"/>
                </a:cubicBezTo>
                <a:cubicBezTo>
                  <a:pt x="655100" y="85054"/>
                  <a:pt x="658721" y="87940"/>
                  <a:pt x="661350" y="91728"/>
                </a:cubicBezTo>
                <a:cubicBezTo>
                  <a:pt x="663978" y="95514"/>
                  <a:pt x="665292" y="100216"/>
                  <a:pt x="665292" y="105833"/>
                </a:cubicBezTo>
                <a:cubicBezTo>
                  <a:pt x="665292" y="111331"/>
                  <a:pt x="663688" y="116507"/>
                  <a:pt x="660479" y="121363"/>
                </a:cubicBezTo>
                <a:cubicBezTo>
                  <a:pt x="657270" y="126217"/>
                  <a:pt x="652640" y="129972"/>
                  <a:pt x="646588" y="132629"/>
                </a:cubicBezTo>
                <a:cubicBezTo>
                  <a:pt x="640537" y="135286"/>
                  <a:pt x="633691" y="136615"/>
                  <a:pt x="626050" y="136615"/>
                </a:cubicBezTo>
                <a:cubicBezTo>
                  <a:pt x="613397" y="136615"/>
                  <a:pt x="603755" y="133979"/>
                  <a:pt x="597123" y="128707"/>
                </a:cubicBezTo>
                <a:cubicBezTo>
                  <a:pt x="590491" y="123435"/>
                  <a:pt x="586258" y="115618"/>
                  <a:pt x="584424" y="105258"/>
                </a:cubicBezTo>
                <a:close/>
              </a:path>
            </a:pathLst>
          </a:custGeom>
          <a:solidFill xmlns:a="http://schemas.openxmlformats.org/drawingml/2006/main">
            <a:srgbClr val="6C8EB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2" name="Text (a)Comparingthememoryrequirementofdif">
            <a:extLst xmlns:a="http://schemas.openxmlformats.org/drawingml/2006/main">
              <a:ext uri="{FF2B5EF4-FFF2-40B4-BE49-F238E27FC236}">
                <a16:creationId xmlns:a16="http://schemas.microsoft.com/office/drawing/2014/main" id="{4CEE95F3-F7C0-403B-90D7-98C8FA971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019" y="4872677"/>
            <a:ext cx="4725609" cy="230885"/>
          </a:xfrm>
          <a:custGeom xmlns:a="http://schemas.openxmlformats.org/drawingml/2006/main">
            <a:pathLst>
              <a:path w="4725609" h="230885">
                <a:moveTo>
                  <a:pt x="63291" y="1838"/>
                </a:moveTo>
                <a:cubicBezTo>
                  <a:pt x="44328" y="14138"/>
                  <a:pt x="36642" y="20800"/>
                  <a:pt x="27161" y="32588"/>
                </a:cubicBezTo>
                <a:cubicBezTo>
                  <a:pt x="8969" y="54877"/>
                  <a:pt x="0" y="80501"/>
                  <a:pt x="0" y="110481"/>
                </a:cubicBezTo>
                <a:cubicBezTo>
                  <a:pt x="0" y="143022"/>
                  <a:pt x="9481" y="168130"/>
                  <a:pt x="32028" y="194266"/>
                </a:cubicBezTo>
                <a:cubicBezTo>
                  <a:pt x="42534" y="206566"/>
                  <a:pt x="49196" y="212204"/>
                  <a:pt x="62520" y="220403"/>
                </a:cubicBezTo>
                <a:lnTo>
                  <a:pt x="65593" y="216302"/>
                </a:lnTo>
                <a:cubicBezTo>
                  <a:pt x="45099" y="200158"/>
                  <a:pt x="37924" y="191193"/>
                  <a:pt x="31004" y="171973"/>
                </a:cubicBezTo>
                <a:cubicBezTo>
                  <a:pt x="24854" y="154809"/>
                  <a:pt x="22035" y="135335"/>
                  <a:pt x="22035" y="109711"/>
                </a:cubicBezTo>
                <a:cubicBezTo>
                  <a:pt x="22035" y="82808"/>
                  <a:pt x="25366" y="61797"/>
                  <a:pt x="32287" y="45912"/>
                </a:cubicBezTo>
                <a:cubicBezTo>
                  <a:pt x="39461" y="30023"/>
                  <a:pt x="47147" y="20800"/>
                  <a:pt x="65593" y="5939"/>
                </a:cubicBezTo>
                <a:lnTo>
                  <a:pt x="63291" y="1838"/>
                </a:lnTo>
                <a:close/>
                <a:moveTo>
                  <a:pt x="186277" y="158027"/>
                </a:moveTo>
                <a:cubicBezTo>
                  <a:pt x="181921" y="161608"/>
                  <a:pt x="178848" y="162891"/>
                  <a:pt x="175005" y="162891"/>
                </a:cubicBezTo>
                <a:cubicBezTo>
                  <a:pt x="169113" y="162891"/>
                  <a:pt x="167319" y="159306"/>
                  <a:pt x="167319" y="148042"/>
                </a:cubicBezTo>
                <a:lnTo>
                  <a:pt x="167319" y="98111"/>
                </a:lnTo>
                <a:cubicBezTo>
                  <a:pt x="167319" y="84794"/>
                  <a:pt x="166036" y="77370"/>
                  <a:pt x="162193" y="71223"/>
                </a:cubicBezTo>
                <a:cubicBezTo>
                  <a:pt x="156555" y="62008"/>
                  <a:pt x="145538" y="57137"/>
                  <a:pt x="130423" y="57137"/>
                </a:cubicBezTo>
                <a:cubicBezTo>
                  <a:pt x="106335" y="57137"/>
                  <a:pt x="87376" y="69687"/>
                  <a:pt x="87376" y="85818"/>
                </a:cubicBezTo>
                <a:cubicBezTo>
                  <a:pt x="87376" y="91710"/>
                  <a:pt x="92498" y="96828"/>
                  <a:pt x="98394" y="96828"/>
                </a:cubicBezTo>
                <a:cubicBezTo>
                  <a:pt x="104540" y="96828"/>
                  <a:pt x="109924" y="91710"/>
                  <a:pt x="109924" y="86076"/>
                </a:cubicBezTo>
                <a:cubicBezTo>
                  <a:pt x="109924" y="85052"/>
                  <a:pt x="109666" y="83770"/>
                  <a:pt x="109412" y="81979"/>
                </a:cubicBezTo>
                <a:cubicBezTo>
                  <a:pt x="108900" y="79676"/>
                  <a:pt x="108641" y="77628"/>
                  <a:pt x="108641" y="75833"/>
                </a:cubicBezTo>
                <a:cubicBezTo>
                  <a:pt x="108641" y="68921"/>
                  <a:pt x="116840" y="63287"/>
                  <a:pt x="127091" y="63287"/>
                </a:cubicBezTo>
                <a:cubicBezTo>
                  <a:pt x="139646" y="63287"/>
                  <a:pt x="146562" y="70711"/>
                  <a:pt x="146562" y="84540"/>
                </a:cubicBezTo>
                <a:lnTo>
                  <a:pt x="146562" y="100159"/>
                </a:lnTo>
                <a:cubicBezTo>
                  <a:pt x="107105" y="116033"/>
                  <a:pt x="102750" y="118081"/>
                  <a:pt x="91732" y="127813"/>
                </a:cubicBezTo>
                <a:cubicBezTo>
                  <a:pt x="86094" y="132935"/>
                  <a:pt x="82505" y="141638"/>
                  <a:pt x="82505" y="150086"/>
                </a:cubicBezTo>
                <a:cubicBezTo>
                  <a:pt x="82505" y="166222"/>
                  <a:pt x="93781" y="177494"/>
                  <a:pt x="109412" y="177494"/>
                </a:cubicBezTo>
                <a:cubicBezTo>
                  <a:pt x="120683" y="177494"/>
                  <a:pt x="131189" y="172114"/>
                  <a:pt x="146820" y="158790"/>
                </a:cubicBezTo>
                <a:cubicBezTo>
                  <a:pt x="148102" y="172114"/>
                  <a:pt x="152712" y="177494"/>
                  <a:pt x="163217" y="177494"/>
                </a:cubicBezTo>
                <a:cubicBezTo>
                  <a:pt x="171928" y="177494"/>
                  <a:pt x="177312" y="174421"/>
                  <a:pt x="186277" y="164685"/>
                </a:cubicBezTo>
                <a:lnTo>
                  <a:pt x="186277" y="158027"/>
                </a:lnTo>
                <a:moveTo>
                  <a:pt x="146562" y="143417"/>
                </a:moveTo>
                <a:cubicBezTo>
                  <a:pt x="146562" y="151361"/>
                  <a:pt x="145283" y="153668"/>
                  <a:pt x="139900" y="156741"/>
                </a:cubicBezTo>
                <a:cubicBezTo>
                  <a:pt x="133754" y="160330"/>
                  <a:pt x="126579" y="162633"/>
                  <a:pt x="121196" y="162633"/>
                </a:cubicBezTo>
                <a:cubicBezTo>
                  <a:pt x="112231" y="162633"/>
                  <a:pt x="105056" y="153922"/>
                  <a:pt x="105056" y="142904"/>
                </a:cubicBezTo>
                <a:lnTo>
                  <a:pt x="105056" y="141880"/>
                </a:lnTo>
                <a:cubicBezTo>
                  <a:pt x="105056" y="126761"/>
                  <a:pt x="115558" y="117538"/>
                  <a:pt x="146562" y="106262"/>
                </a:cubicBezTo>
                <a:lnTo>
                  <a:pt x="146562" y="143417"/>
                </a:lnTo>
                <a:close/>
                <a:moveTo>
                  <a:pt x="196528" y="220403"/>
                </a:moveTo>
                <a:cubicBezTo>
                  <a:pt x="215490" y="208103"/>
                  <a:pt x="223177" y="201441"/>
                  <a:pt x="232654" y="189653"/>
                </a:cubicBezTo>
                <a:cubicBezTo>
                  <a:pt x="250850" y="167364"/>
                  <a:pt x="259815" y="141739"/>
                  <a:pt x="259815" y="111763"/>
                </a:cubicBezTo>
                <a:cubicBezTo>
                  <a:pt x="259815" y="78965"/>
                  <a:pt x="250334" y="54111"/>
                  <a:pt x="227786" y="27974"/>
                </a:cubicBezTo>
                <a:cubicBezTo>
                  <a:pt x="217281" y="15674"/>
                  <a:pt x="210619" y="10040"/>
                  <a:pt x="197294" y="1838"/>
                </a:cubicBezTo>
                <a:lnTo>
                  <a:pt x="194221" y="5939"/>
                </a:lnTo>
                <a:cubicBezTo>
                  <a:pt x="214720" y="22082"/>
                  <a:pt x="221636" y="31051"/>
                  <a:pt x="228811" y="50267"/>
                </a:cubicBezTo>
                <a:cubicBezTo>
                  <a:pt x="234961" y="67435"/>
                  <a:pt x="237780" y="86905"/>
                  <a:pt x="237780" y="112530"/>
                </a:cubicBezTo>
                <a:cubicBezTo>
                  <a:pt x="237780" y="139178"/>
                  <a:pt x="234448" y="160443"/>
                  <a:pt x="227532" y="176074"/>
                </a:cubicBezTo>
                <a:cubicBezTo>
                  <a:pt x="220358" y="192218"/>
                  <a:pt x="212671" y="201441"/>
                  <a:pt x="194221" y="216302"/>
                </a:cubicBezTo>
                <a:lnTo>
                  <a:pt x="196528" y="220403"/>
                </a:lnTo>
                <a:close/>
                <a:moveTo>
                  <a:pt x="495033" y="59705"/>
                </a:moveTo>
                <a:lnTo>
                  <a:pt x="492727" y="1838"/>
                </a:lnTo>
                <a:lnTo>
                  <a:pt x="487347" y="1838"/>
                </a:lnTo>
                <a:cubicBezTo>
                  <a:pt x="485810" y="7221"/>
                  <a:pt x="481709" y="10294"/>
                  <a:pt x="476583" y="10294"/>
                </a:cubicBezTo>
                <a:cubicBezTo>
                  <a:pt x="474277" y="10294"/>
                  <a:pt x="470433" y="9528"/>
                  <a:pt x="466590" y="7988"/>
                </a:cubicBezTo>
                <a:cubicBezTo>
                  <a:pt x="454036" y="3890"/>
                  <a:pt x="441224" y="1838"/>
                  <a:pt x="429182" y="1838"/>
                </a:cubicBezTo>
                <a:cubicBezTo>
                  <a:pt x="408171" y="1838"/>
                  <a:pt x="386906" y="9782"/>
                  <a:pt x="371017" y="23865"/>
                </a:cubicBezTo>
                <a:cubicBezTo>
                  <a:pt x="353083" y="39738"/>
                  <a:pt x="343348" y="63545"/>
                  <a:pt x="343348" y="91703"/>
                </a:cubicBezTo>
                <a:cubicBezTo>
                  <a:pt x="343348" y="115513"/>
                  <a:pt x="351034" y="137528"/>
                  <a:pt x="364101" y="152120"/>
                </a:cubicBezTo>
                <a:cubicBezTo>
                  <a:pt x="379474" y="168759"/>
                  <a:pt x="403045" y="178495"/>
                  <a:pt x="428416" y="178495"/>
                </a:cubicBezTo>
                <a:cubicBezTo>
                  <a:pt x="457367" y="178495"/>
                  <a:pt x="482733" y="166711"/>
                  <a:pt x="498364" y="145973"/>
                </a:cubicBezTo>
                <a:lnTo>
                  <a:pt x="493751" y="141368"/>
                </a:lnTo>
                <a:cubicBezTo>
                  <a:pt x="474793" y="159544"/>
                  <a:pt x="457879" y="167223"/>
                  <a:pt x="436614" y="167223"/>
                </a:cubicBezTo>
                <a:cubicBezTo>
                  <a:pt x="420471" y="167223"/>
                  <a:pt x="406122" y="162101"/>
                  <a:pt x="395105" y="152374"/>
                </a:cubicBezTo>
                <a:cubicBezTo>
                  <a:pt x="381010" y="139831"/>
                  <a:pt x="373070" y="116791"/>
                  <a:pt x="373070" y="88375"/>
                </a:cubicBezTo>
                <a:cubicBezTo>
                  <a:pt x="373070" y="42041"/>
                  <a:pt x="396899" y="12089"/>
                  <a:pt x="434049" y="12089"/>
                </a:cubicBezTo>
                <a:cubicBezTo>
                  <a:pt x="448656" y="12089"/>
                  <a:pt x="461981" y="17465"/>
                  <a:pt x="472228" y="27704"/>
                </a:cubicBezTo>
                <a:cubicBezTo>
                  <a:pt x="480427" y="35895"/>
                  <a:pt x="484270" y="43066"/>
                  <a:pt x="489141" y="59705"/>
                </a:cubicBezTo>
                <a:lnTo>
                  <a:pt x="495033" y="59705"/>
                </a:lnTo>
                <a:close/>
                <a:moveTo>
                  <a:pt x="571134" y="57137"/>
                </a:moveTo>
                <a:cubicBezTo>
                  <a:pt x="537823" y="57137"/>
                  <a:pt x="514506" y="81725"/>
                  <a:pt x="514506" y="117061"/>
                </a:cubicBezTo>
                <a:cubicBezTo>
                  <a:pt x="514506" y="151627"/>
                  <a:pt x="538336" y="177494"/>
                  <a:pt x="570618" y="177494"/>
                </a:cubicBezTo>
                <a:cubicBezTo>
                  <a:pt x="602905" y="177494"/>
                  <a:pt x="627501" y="150348"/>
                  <a:pt x="627501" y="115012"/>
                </a:cubicBezTo>
                <a:cubicBezTo>
                  <a:pt x="627501" y="81467"/>
                  <a:pt x="603929" y="57137"/>
                  <a:pt x="571134" y="57137"/>
                </a:cubicBezTo>
                <a:moveTo>
                  <a:pt x="567803" y="64315"/>
                </a:moveTo>
                <a:cubicBezTo>
                  <a:pt x="589326" y="64315"/>
                  <a:pt x="604441" y="88895"/>
                  <a:pt x="604441" y="123973"/>
                </a:cubicBezTo>
                <a:cubicBezTo>
                  <a:pt x="604441" y="152909"/>
                  <a:pt x="592911" y="170319"/>
                  <a:pt x="573695" y="170319"/>
                </a:cubicBezTo>
                <a:cubicBezTo>
                  <a:pt x="563702" y="170319"/>
                  <a:pt x="554221" y="164177"/>
                  <a:pt x="548841" y="153934"/>
                </a:cubicBezTo>
                <a:cubicBezTo>
                  <a:pt x="541667" y="140617"/>
                  <a:pt x="537565" y="122695"/>
                  <a:pt x="537565" y="104515"/>
                </a:cubicBezTo>
                <a:cubicBezTo>
                  <a:pt x="537565" y="80188"/>
                  <a:pt x="549607" y="64315"/>
                  <a:pt x="567803" y="64315"/>
                </a:cubicBezTo>
                <a:close/>
                <a:moveTo>
                  <a:pt x="640059" y="73026"/>
                </a:moveTo>
                <a:cubicBezTo>
                  <a:pt x="643390" y="72256"/>
                  <a:pt x="645438" y="72001"/>
                  <a:pt x="648257" y="72001"/>
                </a:cubicBezTo>
                <a:cubicBezTo>
                  <a:pt x="654920" y="72001"/>
                  <a:pt x="657226" y="76099"/>
                  <a:pt x="657226" y="88395"/>
                </a:cubicBezTo>
                <a:lnTo>
                  <a:pt x="657226" y="153214"/>
                </a:lnTo>
                <a:cubicBezTo>
                  <a:pt x="657226" y="167051"/>
                  <a:pt x="653637" y="170894"/>
                  <a:pt x="639288" y="171148"/>
                </a:cubicBezTo>
                <a:lnTo>
                  <a:pt x="639288" y="174991"/>
                </a:lnTo>
                <a:lnTo>
                  <a:pt x="696171" y="174991"/>
                </a:lnTo>
                <a:lnTo>
                  <a:pt x="696171" y="171148"/>
                </a:lnTo>
                <a:cubicBezTo>
                  <a:pt x="682593" y="170636"/>
                  <a:pt x="678749" y="167821"/>
                  <a:pt x="678749" y="157828"/>
                </a:cubicBezTo>
                <a:lnTo>
                  <a:pt x="678749" y="85580"/>
                </a:lnTo>
                <a:cubicBezTo>
                  <a:pt x="678749" y="85068"/>
                  <a:pt x="680798" y="82503"/>
                  <a:pt x="682593" y="80712"/>
                </a:cubicBezTo>
                <a:cubicBezTo>
                  <a:pt x="688997" y="74816"/>
                  <a:pt x="700014" y="70461"/>
                  <a:pt x="708983" y="70461"/>
                </a:cubicBezTo>
                <a:cubicBezTo>
                  <a:pt x="720255" y="70461"/>
                  <a:pt x="725893" y="79430"/>
                  <a:pt x="725893" y="97364"/>
                </a:cubicBezTo>
                <a:lnTo>
                  <a:pt x="725893" y="152960"/>
                </a:lnTo>
                <a:cubicBezTo>
                  <a:pt x="725893" y="167309"/>
                  <a:pt x="723074" y="170124"/>
                  <a:pt x="708471" y="171148"/>
                </a:cubicBezTo>
                <a:lnTo>
                  <a:pt x="708471" y="174991"/>
                </a:lnTo>
                <a:lnTo>
                  <a:pt x="765866" y="174991"/>
                </a:lnTo>
                <a:lnTo>
                  <a:pt x="765866" y="171148"/>
                </a:lnTo>
                <a:cubicBezTo>
                  <a:pt x="751259" y="170894"/>
                  <a:pt x="747416" y="166539"/>
                  <a:pt x="747416" y="150653"/>
                </a:cubicBezTo>
                <a:lnTo>
                  <a:pt x="747416" y="86092"/>
                </a:lnTo>
                <a:cubicBezTo>
                  <a:pt x="755102" y="75075"/>
                  <a:pt x="763559" y="70461"/>
                  <a:pt x="775347" y="70461"/>
                </a:cubicBezTo>
                <a:cubicBezTo>
                  <a:pt x="789950" y="70461"/>
                  <a:pt x="794563" y="77381"/>
                  <a:pt x="794563" y="98646"/>
                </a:cubicBezTo>
                <a:lnTo>
                  <a:pt x="794563" y="152702"/>
                </a:lnTo>
                <a:cubicBezTo>
                  <a:pt x="794563" y="167309"/>
                  <a:pt x="792514" y="169358"/>
                  <a:pt x="777654" y="171148"/>
                </a:cubicBezTo>
                <a:lnTo>
                  <a:pt x="777654" y="174991"/>
                </a:lnTo>
                <a:lnTo>
                  <a:pt x="833766" y="174991"/>
                </a:lnTo>
                <a:lnTo>
                  <a:pt x="833766" y="171148"/>
                </a:lnTo>
                <a:lnTo>
                  <a:pt x="827104" y="170636"/>
                </a:lnTo>
                <a:cubicBezTo>
                  <a:pt x="819417" y="170124"/>
                  <a:pt x="816086" y="165514"/>
                  <a:pt x="816086" y="155521"/>
                </a:cubicBezTo>
                <a:lnTo>
                  <a:pt x="816086" y="102744"/>
                </a:lnTo>
                <a:cubicBezTo>
                  <a:pt x="816086" y="72514"/>
                  <a:pt x="806093" y="57137"/>
                  <a:pt x="786365" y="57137"/>
                </a:cubicBezTo>
                <a:cubicBezTo>
                  <a:pt x="771504" y="57137"/>
                  <a:pt x="758433" y="63799"/>
                  <a:pt x="744597" y="78660"/>
                </a:cubicBezTo>
                <a:cubicBezTo>
                  <a:pt x="739987" y="64057"/>
                  <a:pt x="731276" y="57137"/>
                  <a:pt x="717440" y="57137"/>
                </a:cubicBezTo>
                <a:cubicBezTo>
                  <a:pt x="706164" y="57137"/>
                  <a:pt x="698990" y="60726"/>
                  <a:pt x="677721" y="76869"/>
                </a:cubicBezTo>
                <a:lnTo>
                  <a:pt x="677721" y="57653"/>
                </a:lnTo>
                <a:lnTo>
                  <a:pt x="675930" y="57137"/>
                </a:lnTo>
                <a:cubicBezTo>
                  <a:pt x="662860" y="62008"/>
                  <a:pt x="654149" y="64827"/>
                  <a:pt x="640059" y="68670"/>
                </a:cubicBezTo>
                <a:lnTo>
                  <a:pt x="640059" y="73026"/>
                </a:lnTo>
                <a:close/>
                <a:moveTo>
                  <a:pt x="836839" y="74242"/>
                </a:moveTo>
                <a:cubicBezTo>
                  <a:pt x="839146" y="73988"/>
                  <a:pt x="840940" y="73988"/>
                  <a:pt x="843247" y="73988"/>
                </a:cubicBezTo>
                <a:cubicBezTo>
                  <a:pt x="851958" y="73988"/>
                  <a:pt x="853753" y="76548"/>
                  <a:pt x="853753" y="88590"/>
                </a:cubicBezTo>
                <a:lnTo>
                  <a:pt x="853753" y="208506"/>
                </a:lnTo>
                <a:cubicBezTo>
                  <a:pt x="853753" y="221830"/>
                  <a:pt x="850934" y="224649"/>
                  <a:pt x="835815" y="226185"/>
                </a:cubicBezTo>
                <a:lnTo>
                  <a:pt x="835815" y="230541"/>
                </a:lnTo>
                <a:lnTo>
                  <a:pt x="897823" y="230541"/>
                </a:lnTo>
                <a:lnTo>
                  <a:pt x="897823" y="225931"/>
                </a:lnTo>
                <a:cubicBezTo>
                  <a:pt x="878607" y="225673"/>
                  <a:pt x="875276" y="222854"/>
                  <a:pt x="875276" y="206711"/>
                </a:cubicBezTo>
                <a:lnTo>
                  <a:pt x="875276" y="166480"/>
                </a:lnTo>
                <a:cubicBezTo>
                  <a:pt x="884245" y="174933"/>
                  <a:pt x="890391" y="177494"/>
                  <a:pt x="901154" y="177494"/>
                </a:cubicBezTo>
                <a:cubicBezTo>
                  <a:pt x="931388" y="177494"/>
                  <a:pt x="954960" y="148812"/>
                  <a:pt x="954960" y="111685"/>
                </a:cubicBezTo>
                <a:cubicBezTo>
                  <a:pt x="954960" y="79938"/>
                  <a:pt x="937026" y="57137"/>
                  <a:pt x="912172" y="57137"/>
                </a:cubicBezTo>
                <a:cubicBezTo>
                  <a:pt x="897823" y="57137"/>
                  <a:pt x="886547" y="63545"/>
                  <a:pt x="875276" y="77377"/>
                </a:cubicBezTo>
                <a:lnTo>
                  <a:pt x="875276" y="57653"/>
                </a:lnTo>
                <a:lnTo>
                  <a:pt x="873739" y="57137"/>
                </a:lnTo>
                <a:cubicBezTo>
                  <a:pt x="859903" y="62520"/>
                  <a:pt x="850934" y="65851"/>
                  <a:pt x="836839" y="70207"/>
                </a:cubicBezTo>
                <a:lnTo>
                  <a:pt x="836839" y="74242"/>
                </a:lnTo>
                <a:moveTo>
                  <a:pt x="875276" y="89411"/>
                </a:moveTo>
                <a:cubicBezTo>
                  <a:pt x="875276" y="81729"/>
                  <a:pt x="889624" y="72514"/>
                  <a:pt x="901408" y="72514"/>
                </a:cubicBezTo>
                <a:cubicBezTo>
                  <a:pt x="920370" y="72514"/>
                  <a:pt x="932925" y="91972"/>
                  <a:pt x="932925" y="121675"/>
                </a:cubicBezTo>
                <a:cubicBezTo>
                  <a:pt x="932925" y="150094"/>
                  <a:pt x="920370" y="169295"/>
                  <a:pt x="901924" y="169295"/>
                </a:cubicBezTo>
                <a:cubicBezTo>
                  <a:pt x="889879" y="169295"/>
                  <a:pt x="875276" y="160080"/>
                  <a:pt x="875276" y="152397"/>
                </a:cubicBezTo>
                <a:lnTo>
                  <a:pt x="875276" y="89411"/>
                </a:lnTo>
                <a:close/>
                <a:moveTo>
                  <a:pt x="1075899" y="158027"/>
                </a:moveTo>
                <a:cubicBezTo>
                  <a:pt x="1071544" y="161608"/>
                  <a:pt x="1068471" y="162891"/>
                  <a:pt x="1064627" y="162891"/>
                </a:cubicBezTo>
                <a:cubicBezTo>
                  <a:pt x="1058735" y="162891"/>
                  <a:pt x="1056941" y="159306"/>
                  <a:pt x="1056941" y="148042"/>
                </a:cubicBezTo>
                <a:lnTo>
                  <a:pt x="1056941" y="98111"/>
                </a:lnTo>
                <a:cubicBezTo>
                  <a:pt x="1056941" y="84794"/>
                  <a:pt x="1055659" y="77370"/>
                  <a:pt x="1051815" y="71223"/>
                </a:cubicBezTo>
                <a:cubicBezTo>
                  <a:pt x="1046177" y="62008"/>
                  <a:pt x="1035160" y="57137"/>
                  <a:pt x="1020045" y="57137"/>
                </a:cubicBezTo>
                <a:cubicBezTo>
                  <a:pt x="995957" y="57137"/>
                  <a:pt x="976999" y="69687"/>
                  <a:pt x="976999" y="85818"/>
                </a:cubicBezTo>
                <a:cubicBezTo>
                  <a:pt x="976999" y="91710"/>
                  <a:pt x="982121" y="96828"/>
                  <a:pt x="988016" y="96828"/>
                </a:cubicBezTo>
                <a:cubicBezTo>
                  <a:pt x="994162" y="96828"/>
                  <a:pt x="999546" y="91710"/>
                  <a:pt x="999546" y="86076"/>
                </a:cubicBezTo>
                <a:cubicBezTo>
                  <a:pt x="999546" y="85052"/>
                  <a:pt x="999288" y="83770"/>
                  <a:pt x="999034" y="81979"/>
                </a:cubicBezTo>
                <a:cubicBezTo>
                  <a:pt x="998522" y="79676"/>
                  <a:pt x="998264" y="77628"/>
                  <a:pt x="998264" y="75833"/>
                </a:cubicBezTo>
                <a:cubicBezTo>
                  <a:pt x="998264" y="68921"/>
                  <a:pt x="1006462" y="63287"/>
                  <a:pt x="1016714" y="63287"/>
                </a:cubicBezTo>
                <a:cubicBezTo>
                  <a:pt x="1029268" y="63287"/>
                  <a:pt x="1036184" y="70711"/>
                  <a:pt x="1036184" y="84540"/>
                </a:cubicBezTo>
                <a:lnTo>
                  <a:pt x="1036184" y="100159"/>
                </a:lnTo>
                <a:cubicBezTo>
                  <a:pt x="996727" y="116033"/>
                  <a:pt x="992372" y="118081"/>
                  <a:pt x="981354" y="127813"/>
                </a:cubicBezTo>
                <a:cubicBezTo>
                  <a:pt x="975716" y="132935"/>
                  <a:pt x="972127" y="141638"/>
                  <a:pt x="972127" y="150086"/>
                </a:cubicBezTo>
                <a:cubicBezTo>
                  <a:pt x="972127" y="166222"/>
                  <a:pt x="983403" y="177494"/>
                  <a:pt x="999034" y="177494"/>
                </a:cubicBezTo>
                <a:cubicBezTo>
                  <a:pt x="1010306" y="177494"/>
                  <a:pt x="1020811" y="172114"/>
                  <a:pt x="1036442" y="158790"/>
                </a:cubicBezTo>
                <a:cubicBezTo>
                  <a:pt x="1037725" y="172114"/>
                  <a:pt x="1042334" y="177494"/>
                  <a:pt x="1052840" y="177494"/>
                </a:cubicBezTo>
                <a:cubicBezTo>
                  <a:pt x="1061550" y="177494"/>
                  <a:pt x="1066934" y="174421"/>
                  <a:pt x="1075899" y="164685"/>
                </a:cubicBezTo>
                <a:lnTo>
                  <a:pt x="1075899" y="158027"/>
                </a:lnTo>
                <a:moveTo>
                  <a:pt x="1036184" y="143417"/>
                </a:moveTo>
                <a:cubicBezTo>
                  <a:pt x="1036184" y="151361"/>
                  <a:pt x="1034906" y="153668"/>
                  <a:pt x="1029522" y="156741"/>
                </a:cubicBezTo>
                <a:cubicBezTo>
                  <a:pt x="1023376" y="160330"/>
                  <a:pt x="1016202" y="162633"/>
                  <a:pt x="1010818" y="162633"/>
                </a:cubicBezTo>
                <a:cubicBezTo>
                  <a:pt x="1001853" y="162633"/>
                  <a:pt x="994679" y="153922"/>
                  <a:pt x="994679" y="142904"/>
                </a:cubicBezTo>
                <a:lnTo>
                  <a:pt x="994679" y="141880"/>
                </a:lnTo>
                <a:cubicBezTo>
                  <a:pt x="994679" y="126761"/>
                  <a:pt x="1005180" y="117538"/>
                  <a:pt x="1036184" y="106262"/>
                </a:cubicBezTo>
                <a:lnTo>
                  <a:pt x="1036184" y="143417"/>
                </a:lnTo>
                <a:close/>
                <a:moveTo>
                  <a:pt x="1078206" y="75075"/>
                </a:moveTo>
                <a:cubicBezTo>
                  <a:pt x="1081795" y="74304"/>
                  <a:pt x="1084102" y="74046"/>
                  <a:pt x="1087175" y="74046"/>
                </a:cubicBezTo>
                <a:cubicBezTo>
                  <a:pt x="1093579" y="74046"/>
                  <a:pt x="1095886" y="78148"/>
                  <a:pt x="1095886" y="89419"/>
                </a:cubicBezTo>
                <a:lnTo>
                  <a:pt x="1095886" y="153472"/>
                </a:lnTo>
                <a:cubicBezTo>
                  <a:pt x="1095886" y="166281"/>
                  <a:pt x="1094091" y="168075"/>
                  <a:pt x="1077694" y="171148"/>
                </a:cubicBezTo>
                <a:lnTo>
                  <a:pt x="1077694" y="174991"/>
                </a:lnTo>
                <a:lnTo>
                  <a:pt x="1139190" y="174991"/>
                </a:lnTo>
                <a:lnTo>
                  <a:pt x="1139190" y="171148"/>
                </a:lnTo>
                <a:cubicBezTo>
                  <a:pt x="1121764" y="170382"/>
                  <a:pt x="1117409" y="166539"/>
                  <a:pt x="1117409" y="151936"/>
                </a:cubicBezTo>
                <a:lnTo>
                  <a:pt x="1117409" y="94287"/>
                </a:lnTo>
                <a:cubicBezTo>
                  <a:pt x="1117409" y="86088"/>
                  <a:pt x="1128426" y="73280"/>
                  <a:pt x="1135347" y="73280"/>
                </a:cubicBezTo>
                <a:cubicBezTo>
                  <a:pt x="1136883" y="73280"/>
                  <a:pt x="1139190" y="74562"/>
                  <a:pt x="1142009" y="77123"/>
                </a:cubicBezTo>
                <a:cubicBezTo>
                  <a:pt x="1146106" y="80708"/>
                  <a:pt x="1148925" y="82245"/>
                  <a:pt x="1152256" y="82245"/>
                </a:cubicBezTo>
                <a:cubicBezTo>
                  <a:pt x="1158406" y="82245"/>
                  <a:pt x="1162249" y="77890"/>
                  <a:pt x="1162249" y="70719"/>
                </a:cubicBezTo>
                <a:cubicBezTo>
                  <a:pt x="1162249" y="62262"/>
                  <a:pt x="1156870" y="57137"/>
                  <a:pt x="1148159" y="57137"/>
                </a:cubicBezTo>
                <a:cubicBezTo>
                  <a:pt x="1137395" y="57137"/>
                  <a:pt x="1129967" y="63033"/>
                  <a:pt x="1117409" y="81221"/>
                </a:cubicBezTo>
                <a:lnTo>
                  <a:pt x="1117409" y="57653"/>
                </a:lnTo>
                <a:lnTo>
                  <a:pt x="1116130" y="57137"/>
                </a:lnTo>
                <a:cubicBezTo>
                  <a:pt x="1102548" y="62775"/>
                  <a:pt x="1093325" y="66106"/>
                  <a:pt x="1078206" y="70973"/>
                </a:cubicBezTo>
                <a:lnTo>
                  <a:pt x="1078206" y="75075"/>
                </a:lnTo>
                <a:close/>
                <a:moveTo>
                  <a:pt x="1206576" y="57137"/>
                </a:moveTo>
                <a:lnTo>
                  <a:pt x="1166861" y="71149"/>
                </a:lnTo>
                <a:lnTo>
                  <a:pt x="1166861" y="74996"/>
                </a:lnTo>
                <a:lnTo>
                  <a:pt x="1168913" y="74738"/>
                </a:lnTo>
                <a:cubicBezTo>
                  <a:pt x="1171986" y="74226"/>
                  <a:pt x="1175317" y="73968"/>
                  <a:pt x="1177624" y="73968"/>
                </a:cubicBezTo>
                <a:cubicBezTo>
                  <a:pt x="1183774" y="73968"/>
                  <a:pt x="1186077" y="78069"/>
                  <a:pt x="1186077" y="89353"/>
                </a:cubicBezTo>
                <a:lnTo>
                  <a:pt x="1186077" y="148843"/>
                </a:lnTo>
                <a:cubicBezTo>
                  <a:pt x="1186077" y="167305"/>
                  <a:pt x="1183516" y="170124"/>
                  <a:pt x="1165836" y="171148"/>
                </a:cubicBezTo>
                <a:lnTo>
                  <a:pt x="1165836" y="174991"/>
                </a:lnTo>
                <a:lnTo>
                  <a:pt x="1226562" y="174991"/>
                </a:lnTo>
                <a:lnTo>
                  <a:pt x="1226562" y="171148"/>
                </a:lnTo>
                <a:cubicBezTo>
                  <a:pt x="1209653" y="169870"/>
                  <a:pt x="1207600" y="167305"/>
                  <a:pt x="1207600" y="148843"/>
                </a:cubicBezTo>
                <a:lnTo>
                  <a:pt x="1207600" y="57907"/>
                </a:lnTo>
                <a:lnTo>
                  <a:pt x="1206576" y="57137"/>
                </a:lnTo>
                <a:moveTo>
                  <a:pt x="1194534" y="86"/>
                </a:moveTo>
                <a:cubicBezTo>
                  <a:pt x="1187617" y="86"/>
                  <a:pt x="1181722" y="5982"/>
                  <a:pt x="1181722" y="13156"/>
                </a:cubicBezTo>
                <a:cubicBezTo>
                  <a:pt x="1181722" y="20331"/>
                  <a:pt x="1187359" y="26223"/>
                  <a:pt x="1194534" y="26223"/>
                </a:cubicBezTo>
                <a:cubicBezTo>
                  <a:pt x="1201966" y="26223"/>
                  <a:pt x="1207858" y="20585"/>
                  <a:pt x="1207858" y="13156"/>
                </a:cubicBezTo>
                <a:cubicBezTo>
                  <a:pt x="1207858" y="5982"/>
                  <a:pt x="1201966" y="86"/>
                  <a:pt x="1194534" y="86"/>
                </a:cubicBezTo>
                <a:close/>
                <a:moveTo>
                  <a:pt x="1237067" y="73026"/>
                </a:moveTo>
                <a:cubicBezTo>
                  <a:pt x="1238604" y="72256"/>
                  <a:pt x="1241169" y="72001"/>
                  <a:pt x="1243988" y="72001"/>
                </a:cubicBezTo>
                <a:cubicBezTo>
                  <a:pt x="1251162" y="72001"/>
                  <a:pt x="1253465" y="75845"/>
                  <a:pt x="1253465" y="88395"/>
                </a:cubicBezTo>
                <a:lnTo>
                  <a:pt x="1253465" y="151936"/>
                </a:lnTo>
                <a:cubicBezTo>
                  <a:pt x="1253465" y="166539"/>
                  <a:pt x="1250646" y="170124"/>
                  <a:pt x="1237580" y="171148"/>
                </a:cubicBezTo>
                <a:lnTo>
                  <a:pt x="1237580" y="174991"/>
                </a:lnTo>
                <a:lnTo>
                  <a:pt x="1291901" y="174991"/>
                </a:lnTo>
                <a:lnTo>
                  <a:pt x="1291901" y="171148"/>
                </a:lnTo>
                <a:cubicBezTo>
                  <a:pt x="1278831" y="170124"/>
                  <a:pt x="1274988" y="167051"/>
                  <a:pt x="1274988" y="157828"/>
                </a:cubicBezTo>
                <a:lnTo>
                  <a:pt x="1274988" y="85834"/>
                </a:lnTo>
                <a:cubicBezTo>
                  <a:pt x="1287288" y="74304"/>
                  <a:pt x="1292926" y="71231"/>
                  <a:pt x="1301382" y="71231"/>
                </a:cubicBezTo>
                <a:cubicBezTo>
                  <a:pt x="1313936" y="71231"/>
                  <a:pt x="1320086" y="79172"/>
                  <a:pt x="1320086" y="96081"/>
                </a:cubicBezTo>
                <a:lnTo>
                  <a:pt x="1320086" y="149629"/>
                </a:lnTo>
                <a:cubicBezTo>
                  <a:pt x="1320086" y="165768"/>
                  <a:pt x="1316755" y="170124"/>
                  <a:pt x="1303943" y="171148"/>
                </a:cubicBezTo>
                <a:lnTo>
                  <a:pt x="1303943" y="174991"/>
                </a:lnTo>
                <a:lnTo>
                  <a:pt x="1357241" y="174991"/>
                </a:lnTo>
                <a:lnTo>
                  <a:pt x="1357241" y="171148"/>
                </a:lnTo>
                <a:cubicBezTo>
                  <a:pt x="1344683" y="169870"/>
                  <a:pt x="1341609" y="166793"/>
                  <a:pt x="1341609" y="154243"/>
                </a:cubicBezTo>
                <a:lnTo>
                  <a:pt x="1341609" y="95569"/>
                </a:lnTo>
                <a:cubicBezTo>
                  <a:pt x="1341609" y="71489"/>
                  <a:pt x="1330334" y="57137"/>
                  <a:pt x="1311376" y="57137"/>
                </a:cubicBezTo>
                <a:cubicBezTo>
                  <a:pt x="1299588" y="57137"/>
                  <a:pt x="1291643" y="61496"/>
                  <a:pt x="1274221" y="77893"/>
                </a:cubicBezTo>
                <a:lnTo>
                  <a:pt x="1274221" y="57653"/>
                </a:lnTo>
                <a:lnTo>
                  <a:pt x="1272427" y="57137"/>
                </a:lnTo>
                <a:cubicBezTo>
                  <a:pt x="1259873" y="61750"/>
                  <a:pt x="1251162" y="64569"/>
                  <a:pt x="1237067" y="68670"/>
                </a:cubicBezTo>
                <a:lnTo>
                  <a:pt x="1237067" y="73026"/>
                </a:lnTo>
                <a:close/>
                <a:moveTo>
                  <a:pt x="1481507" y="75638"/>
                </a:moveTo>
                <a:lnTo>
                  <a:pt x="1481507" y="65644"/>
                </a:lnTo>
                <a:lnTo>
                  <a:pt x="1461779" y="65644"/>
                </a:lnTo>
                <a:cubicBezTo>
                  <a:pt x="1456653" y="65644"/>
                  <a:pt x="1452810" y="64847"/>
                  <a:pt x="1447688" y="63033"/>
                </a:cubicBezTo>
                <a:lnTo>
                  <a:pt x="1442050" y="60984"/>
                </a:lnTo>
                <a:cubicBezTo>
                  <a:pt x="1435130" y="58419"/>
                  <a:pt x="1428214" y="57137"/>
                  <a:pt x="1421552" y="57137"/>
                </a:cubicBezTo>
                <a:cubicBezTo>
                  <a:pt x="1397722" y="57137"/>
                  <a:pt x="1378760" y="75638"/>
                  <a:pt x="1378760" y="98947"/>
                </a:cubicBezTo>
                <a:cubicBezTo>
                  <a:pt x="1378760" y="115087"/>
                  <a:pt x="1385680" y="124818"/>
                  <a:pt x="1402590" y="133271"/>
                </a:cubicBezTo>
                <a:cubicBezTo>
                  <a:pt x="1397722" y="137884"/>
                  <a:pt x="1393112" y="142232"/>
                  <a:pt x="1391572" y="143510"/>
                </a:cubicBezTo>
                <a:cubicBezTo>
                  <a:pt x="1383119" y="150927"/>
                  <a:pt x="1379788" y="156045"/>
                  <a:pt x="1379788" y="161159"/>
                </a:cubicBezTo>
                <a:cubicBezTo>
                  <a:pt x="1379788" y="166531"/>
                  <a:pt x="1382861" y="169600"/>
                  <a:pt x="1393367" y="174726"/>
                </a:cubicBezTo>
                <a:cubicBezTo>
                  <a:pt x="1375175" y="188062"/>
                  <a:pt x="1368258" y="196530"/>
                  <a:pt x="1368258" y="206019"/>
                </a:cubicBezTo>
                <a:cubicBezTo>
                  <a:pt x="1368258" y="219609"/>
                  <a:pt x="1388241" y="230885"/>
                  <a:pt x="1412583" y="230885"/>
                </a:cubicBezTo>
                <a:cubicBezTo>
                  <a:pt x="1431799" y="230885"/>
                  <a:pt x="1451786" y="224223"/>
                  <a:pt x="1465110" y="213459"/>
                </a:cubicBezTo>
                <a:cubicBezTo>
                  <a:pt x="1474849" y="205507"/>
                  <a:pt x="1479205" y="197296"/>
                  <a:pt x="1479205" y="187549"/>
                </a:cubicBezTo>
                <a:cubicBezTo>
                  <a:pt x="1479205" y="171649"/>
                  <a:pt x="1467159" y="160905"/>
                  <a:pt x="1448200" y="160138"/>
                </a:cubicBezTo>
                <a:lnTo>
                  <a:pt x="1415148" y="158602"/>
                </a:lnTo>
                <a:cubicBezTo>
                  <a:pt x="1401565" y="158090"/>
                  <a:pt x="1395161" y="155787"/>
                  <a:pt x="1395161" y="151697"/>
                </a:cubicBezTo>
                <a:cubicBezTo>
                  <a:pt x="1395161" y="146579"/>
                  <a:pt x="1403614" y="137626"/>
                  <a:pt x="1410534" y="135578"/>
                </a:cubicBezTo>
                <a:cubicBezTo>
                  <a:pt x="1412841" y="135836"/>
                  <a:pt x="1414635" y="136090"/>
                  <a:pt x="1415402" y="136090"/>
                </a:cubicBezTo>
                <a:cubicBezTo>
                  <a:pt x="1420269" y="136602"/>
                  <a:pt x="1423600" y="136860"/>
                  <a:pt x="1425141" y="136860"/>
                </a:cubicBezTo>
                <a:cubicBezTo>
                  <a:pt x="1434618" y="136860"/>
                  <a:pt x="1444869" y="133017"/>
                  <a:pt x="1452810" y="126100"/>
                </a:cubicBezTo>
                <a:cubicBezTo>
                  <a:pt x="1461267" y="118926"/>
                  <a:pt x="1465110" y="109961"/>
                  <a:pt x="1465110" y="97157"/>
                </a:cubicBezTo>
                <a:cubicBezTo>
                  <a:pt x="1465110" y="89728"/>
                  <a:pt x="1463828" y="83836"/>
                  <a:pt x="1460242" y="75638"/>
                </a:cubicBezTo>
                <a:lnTo>
                  <a:pt x="1481507" y="75638"/>
                </a:lnTo>
                <a:moveTo>
                  <a:pt x="1398746" y="175492"/>
                </a:moveTo>
                <a:cubicBezTo>
                  <a:pt x="1407203" y="177290"/>
                  <a:pt x="1427702" y="178827"/>
                  <a:pt x="1440256" y="178827"/>
                </a:cubicBezTo>
                <a:cubicBezTo>
                  <a:pt x="1463574" y="178827"/>
                  <a:pt x="1472030" y="182162"/>
                  <a:pt x="1472030" y="191397"/>
                </a:cubicBezTo>
                <a:cubicBezTo>
                  <a:pt x="1472030" y="206277"/>
                  <a:pt x="1452556" y="216278"/>
                  <a:pt x="1423600" y="216278"/>
                </a:cubicBezTo>
                <a:cubicBezTo>
                  <a:pt x="1401053" y="216278"/>
                  <a:pt x="1386192" y="208842"/>
                  <a:pt x="1386192" y="197554"/>
                </a:cubicBezTo>
                <a:cubicBezTo>
                  <a:pt x="1386192" y="191655"/>
                  <a:pt x="1387987" y="188320"/>
                  <a:pt x="1398746" y="175492"/>
                </a:cubicBezTo>
                <a:moveTo>
                  <a:pt x="1400029" y="88446"/>
                </a:moveTo>
                <a:cubicBezTo>
                  <a:pt x="1400029" y="73335"/>
                  <a:pt x="1407203" y="64315"/>
                  <a:pt x="1418991" y="64315"/>
                </a:cubicBezTo>
                <a:cubicBezTo>
                  <a:pt x="1426932" y="64315"/>
                  <a:pt x="1433594" y="68721"/>
                  <a:pt x="1437695" y="76408"/>
                </a:cubicBezTo>
                <a:cubicBezTo>
                  <a:pt x="1442305" y="85373"/>
                  <a:pt x="1445382" y="97157"/>
                  <a:pt x="1445382" y="107146"/>
                </a:cubicBezTo>
                <a:cubicBezTo>
                  <a:pt x="1445382" y="121487"/>
                  <a:pt x="1437949" y="130452"/>
                  <a:pt x="1426165" y="130452"/>
                </a:cubicBezTo>
                <a:cubicBezTo>
                  <a:pt x="1410792" y="130452"/>
                  <a:pt x="1400029" y="113804"/>
                  <a:pt x="1400029" y="89216"/>
                </a:cubicBezTo>
                <a:lnTo>
                  <a:pt x="1400029" y="88446"/>
                </a:lnTo>
                <a:close/>
                <a:moveTo>
                  <a:pt x="1618590" y="59639"/>
                </a:moveTo>
                <a:lnTo>
                  <a:pt x="1592712" y="59639"/>
                </a:lnTo>
                <a:lnTo>
                  <a:pt x="1592712" y="29917"/>
                </a:lnTo>
                <a:cubicBezTo>
                  <a:pt x="1592712" y="27356"/>
                  <a:pt x="1592458" y="26586"/>
                  <a:pt x="1590917" y="26586"/>
                </a:cubicBezTo>
                <a:cubicBezTo>
                  <a:pt x="1589127" y="28893"/>
                  <a:pt x="1587586" y="31200"/>
                  <a:pt x="1585796" y="33760"/>
                </a:cubicBezTo>
                <a:cubicBezTo>
                  <a:pt x="1576056" y="47855"/>
                  <a:pt x="1565039" y="60155"/>
                  <a:pt x="1560942" y="61179"/>
                </a:cubicBezTo>
                <a:cubicBezTo>
                  <a:pt x="1558123" y="62970"/>
                  <a:pt x="1556582" y="64765"/>
                  <a:pt x="1556582" y="66047"/>
                </a:cubicBezTo>
                <a:cubicBezTo>
                  <a:pt x="1556582" y="66817"/>
                  <a:pt x="1556840" y="67329"/>
                  <a:pt x="1557610" y="67842"/>
                </a:cubicBezTo>
                <a:lnTo>
                  <a:pt x="1571189" y="67842"/>
                </a:lnTo>
                <a:lnTo>
                  <a:pt x="1571189" y="144957"/>
                </a:lnTo>
                <a:cubicBezTo>
                  <a:pt x="1571189" y="166476"/>
                  <a:pt x="1578875" y="177494"/>
                  <a:pt x="1593994" y="177494"/>
                </a:cubicBezTo>
                <a:cubicBezTo>
                  <a:pt x="1606548" y="177494"/>
                  <a:pt x="1616284" y="171348"/>
                  <a:pt x="1624740" y="158023"/>
                </a:cubicBezTo>
                <a:lnTo>
                  <a:pt x="1621409" y="155204"/>
                </a:lnTo>
                <a:cubicBezTo>
                  <a:pt x="1616030" y="161608"/>
                  <a:pt x="1611674" y="164173"/>
                  <a:pt x="1606036" y="164173"/>
                </a:cubicBezTo>
                <a:cubicBezTo>
                  <a:pt x="1596555" y="164173"/>
                  <a:pt x="1592712" y="157253"/>
                  <a:pt x="1592712" y="141114"/>
                </a:cubicBezTo>
                <a:lnTo>
                  <a:pt x="1592712" y="67842"/>
                </a:lnTo>
                <a:lnTo>
                  <a:pt x="1618590" y="67842"/>
                </a:lnTo>
                <a:lnTo>
                  <a:pt x="1618590" y="59639"/>
                </a:lnTo>
                <a:close/>
                <a:moveTo>
                  <a:pt x="1664713" y="87116"/>
                </a:moveTo>
                <a:cubicBezTo>
                  <a:pt x="1675473" y="75333"/>
                  <a:pt x="1683160" y="70973"/>
                  <a:pt x="1693153" y="70973"/>
                </a:cubicBezTo>
                <a:cubicBezTo>
                  <a:pt x="1705965" y="70973"/>
                  <a:pt x="1712369" y="80200"/>
                  <a:pt x="1712369" y="98134"/>
                </a:cubicBezTo>
                <a:lnTo>
                  <a:pt x="1712369" y="148859"/>
                </a:lnTo>
                <a:cubicBezTo>
                  <a:pt x="1712369" y="166281"/>
                  <a:pt x="1709808" y="169612"/>
                  <a:pt x="1694947" y="171148"/>
                </a:cubicBezTo>
                <a:lnTo>
                  <a:pt x="1694947" y="174991"/>
                </a:lnTo>
                <a:lnTo>
                  <a:pt x="1749269" y="174991"/>
                </a:lnTo>
                <a:lnTo>
                  <a:pt x="1749269" y="171148"/>
                </a:lnTo>
                <a:cubicBezTo>
                  <a:pt x="1735433" y="168587"/>
                  <a:pt x="1733892" y="166539"/>
                  <a:pt x="1733892" y="148859"/>
                </a:cubicBezTo>
                <a:lnTo>
                  <a:pt x="1733892" y="97876"/>
                </a:lnTo>
                <a:cubicBezTo>
                  <a:pt x="1733892" y="70973"/>
                  <a:pt x="1723133" y="57137"/>
                  <a:pt x="1702376" y="57137"/>
                </a:cubicBezTo>
                <a:cubicBezTo>
                  <a:pt x="1687261" y="57137"/>
                  <a:pt x="1676497" y="63287"/>
                  <a:pt x="1664713" y="78660"/>
                </a:cubicBezTo>
                <a:lnTo>
                  <a:pt x="1664713" y="770"/>
                </a:lnTo>
                <a:lnTo>
                  <a:pt x="1663431" y="0"/>
                </a:lnTo>
                <a:cubicBezTo>
                  <a:pt x="1654720" y="3073"/>
                  <a:pt x="1648312" y="5126"/>
                  <a:pt x="1633963" y="9223"/>
                </a:cubicBezTo>
                <a:lnTo>
                  <a:pt x="1627047" y="11276"/>
                </a:lnTo>
                <a:lnTo>
                  <a:pt x="1627047" y="15373"/>
                </a:lnTo>
                <a:cubicBezTo>
                  <a:pt x="1628072" y="15119"/>
                  <a:pt x="1628842" y="15119"/>
                  <a:pt x="1630120" y="15119"/>
                </a:cubicBezTo>
                <a:cubicBezTo>
                  <a:pt x="1641138" y="15119"/>
                  <a:pt x="1643190" y="17168"/>
                  <a:pt x="1643190" y="28185"/>
                </a:cubicBezTo>
                <a:lnTo>
                  <a:pt x="1643190" y="148859"/>
                </a:lnTo>
                <a:cubicBezTo>
                  <a:pt x="1643190" y="166793"/>
                  <a:pt x="1641650" y="169099"/>
                  <a:pt x="1626789" y="171148"/>
                </a:cubicBezTo>
                <a:lnTo>
                  <a:pt x="1626789" y="174991"/>
                </a:lnTo>
                <a:lnTo>
                  <a:pt x="1682135" y="174991"/>
                </a:lnTo>
                <a:lnTo>
                  <a:pt x="1682135" y="171148"/>
                </a:lnTo>
                <a:cubicBezTo>
                  <a:pt x="1667274" y="169612"/>
                  <a:pt x="1664713" y="166539"/>
                  <a:pt x="1664713" y="148859"/>
                </a:cubicBezTo>
                <a:lnTo>
                  <a:pt x="1664713" y="87116"/>
                </a:lnTo>
                <a:close/>
                <a:moveTo>
                  <a:pt x="1857139" y="132899"/>
                </a:moveTo>
                <a:cubicBezTo>
                  <a:pt x="1844842" y="152382"/>
                  <a:pt x="1833821" y="159818"/>
                  <a:pt x="1817424" y="159818"/>
                </a:cubicBezTo>
                <a:cubicBezTo>
                  <a:pt x="1802821" y="159818"/>
                  <a:pt x="1791803" y="152382"/>
                  <a:pt x="1784371" y="137771"/>
                </a:cubicBezTo>
                <a:cubicBezTo>
                  <a:pt x="1779757" y="128028"/>
                  <a:pt x="1777967" y="119567"/>
                  <a:pt x="1777454" y="103928"/>
                </a:cubicBezTo>
                <a:lnTo>
                  <a:pt x="1856372" y="103928"/>
                </a:lnTo>
                <a:cubicBezTo>
                  <a:pt x="1854320" y="87304"/>
                  <a:pt x="1851759" y="79899"/>
                  <a:pt x="1845355" y="71728"/>
                </a:cubicBezTo>
                <a:cubicBezTo>
                  <a:pt x="1837664" y="62520"/>
                  <a:pt x="1825880" y="57137"/>
                  <a:pt x="1812556" y="57137"/>
                </a:cubicBezTo>
                <a:cubicBezTo>
                  <a:pt x="1799744" y="57137"/>
                  <a:pt x="1787702" y="61750"/>
                  <a:pt x="1777967" y="70449"/>
                </a:cubicBezTo>
                <a:cubicBezTo>
                  <a:pt x="1765921" y="80920"/>
                  <a:pt x="1759004" y="99061"/>
                  <a:pt x="1759004" y="120079"/>
                </a:cubicBezTo>
                <a:cubicBezTo>
                  <a:pt x="1759004" y="155458"/>
                  <a:pt x="1777454" y="177494"/>
                  <a:pt x="1806918" y="177494"/>
                </a:cubicBezTo>
                <a:cubicBezTo>
                  <a:pt x="1831260" y="177494"/>
                  <a:pt x="1850476" y="162379"/>
                  <a:pt x="1861240" y="134694"/>
                </a:cubicBezTo>
                <a:lnTo>
                  <a:pt x="1857139" y="132899"/>
                </a:lnTo>
                <a:moveTo>
                  <a:pt x="1777967" y="95730"/>
                </a:moveTo>
                <a:cubicBezTo>
                  <a:pt x="1780782" y="75813"/>
                  <a:pt x="1789496" y="66364"/>
                  <a:pt x="1805124" y="66364"/>
                </a:cubicBezTo>
                <a:cubicBezTo>
                  <a:pt x="1820755" y="66364"/>
                  <a:pt x="1826905" y="73515"/>
                  <a:pt x="1830236" y="95730"/>
                </a:cubicBezTo>
                <a:lnTo>
                  <a:pt x="1777967" y="95730"/>
                </a:lnTo>
                <a:close/>
                <a:moveTo>
                  <a:pt x="1935290" y="73026"/>
                </a:moveTo>
                <a:cubicBezTo>
                  <a:pt x="1938621" y="72256"/>
                  <a:pt x="1940670" y="72001"/>
                  <a:pt x="1943489" y="72001"/>
                </a:cubicBezTo>
                <a:cubicBezTo>
                  <a:pt x="1950151" y="72001"/>
                  <a:pt x="1952458" y="76099"/>
                  <a:pt x="1952458" y="88395"/>
                </a:cubicBezTo>
                <a:lnTo>
                  <a:pt x="1952458" y="153214"/>
                </a:lnTo>
                <a:cubicBezTo>
                  <a:pt x="1952458" y="167051"/>
                  <a:pt x="1948868" y="170894"/>
                  <a:pt x="1934520" y="171148"/>
                </a:cubicBezTo>
                <a:lnTo>
                  <a:pt x="1934520" y="174991"/>
                </a:lnTo>
                <a:lnTo>
                  <a:pt x="1991402" y="174991"/>
                </a:lnTo>
                <a:lnTo>
                  <a:pt x="1991402" y="171148"/>
                </a:lnTo>
                <a:cubicBezTo>
                  <a:pt x="1977824" y="170636"/>
                  <a:pt x="1973981" y="167821"/>
                  <a:pt x="1973981" y="157828"/>
                </a:cubicBezTo>
                <a:lnTo>
                  <a:pt x="1973981" y="85580"/>
                </a:lnTo>
                <a:cubicBezTo>
                  <a:pt x="1973981" y="85068"/>
                  <a:pt x="1976029" y="82503"/>
                  <a:pt x="1977824" y="80712"/>
                </a:cubicBezTo>
                <a:cubicBezTo>
                  <a:pt x="1984228" y="74816"/>
                  <a:pt x="1995246" y="70461"/>
                  <a:pt x="2004214" y="70461"/>
                </a:cubicBezTo>
                <a:cubicBezTo>
                  <a:pt x="2015486" y="70461"/>
                  <a:pt x="2021124" y="79430"/>
                  <a:pt x="2021124" y="97364"/>
                </a:cubicBezTo>
                <a:lnTo>
                  <a:pt x="2021124" y="152960"/>
                </a:lnTo>
                <a:cubicBezTo>
                  <a:pt x="2021124" y="167309"/>
                  <a:pt x="2018305" y="170124"/>
                  <a:pt x="2003702" y="171148"/>
                </a:cubicBezTo>
                <a:lnTo>
                  <a:pt x="2003702" y="174991"/>
                </a:lnTo>
                <a:lnTo>
                  <a:pt x="2061097" y="174991"/>
                </a:lnTo>
                <a:lnTo>
                  <a:pt x="2061097" y="171148"/>
                </a:lnTo>
                <a:cubicBezTo>
                  <a:pt x="2046490" y="170894"/>
                  <a:pt x="2042647" y="166539"/>
                  <a:pt x="2042647" y="150653"/>
                </a:cubicBezTo>
                <a:lnTo>
                  <a:pt x="2042647" y="86092"/>
                </a:lnTo>
                <a:cubicBezTo>
                  <a:pt x="2050334" y="75075"/>
                  <a:pt x="2058790" y="70461"/>
                  <a:pt x="2070578" y="70461"/>
                </a:cubicBezTo>
                <a:cubicBezTo>
                  <a:pt x="2085181" y="70461"/>
                  <a:pt x="2089794" y="77381"/>
                  <a:pt x="2089794" y="98646"/>
                </a:cubicBezTo>
                <a:lnTo>
                  <a:pt x="2089794" y="152702"/>
                </a:lnTo>
                <a:cubicBezTo>
                  <a:pt x="2089794" y="167309"/>
                  <a:pt x="2087746" y="169358"/>
                  <a:pt x="2072885" y="171148"/>
                </a:cubicBezTo>
                <a:lnTo>
                  <a:pt x="2072885" y="174991"/>
                </a:lnTo>
                <a:lnTo>
                  <a:pt x="2128997" y="174991"/>
                </a:lnTo>
                <a:lnTo>
                  <a:pt x="2128997" y="171148"/>
                </a:lnTo>
                <a:lnTo>
                  <a:pt x="2122335" y="170636"/>
                </a:lnTo>
                <a:cubicBezTo>
                  <a:pt x="2114649" y="170124"/>
                  <a:pt x="2111317" y="165514"/>
                  <a:pt x="2111317" y="155521"/>
                </a:cubicBezTo>
                <a:lnTo>
                  <a:pt x="2111317" y="102744"/>
                </a:lnTo>
                <a:cubicBezTo>
                  <a:pt x="2111317" y="72514"/>
                  <a:pt x="2101324" y="57137"/>
                  <a:pt x="2081596" y="57137"/>
                </a:cubicBezTo>
                <a:cubicBezTo>
                  <a:pt x="2066735" y="57137"/>
                  <a:pt x="2053665" y="63799"/>
                  <a:pt x="2039828" y="78660"/>
                </a:cubicBezTo>
                <a:cubicBezTo>
                  <a:pt x="2035219" y="64057"/>
                  <a:pt x="2026508" y="57137"/>
                  <a:pt x="2012671" y="57137"/>
                </a:cubicBezTo>
                <a:cubicBezTo>
                  <a:pt x="2001396" y="57137"/>
                  <a:pt x="1994221" y="60726"/>
                  <a:pt x="1972952" y="76869"/>
                </a:cubicBezTo>
                <a:lnTo>
                  <a:pt x="1972952" y="57653"/>
                </a:lnTo>
                <a:lnTo>
                  <a:pt x="1971162" y="57137"/>
                </a:lnTo>
                <a:cubicBezTo>
                  <a:pt x="1958091" y="62008"/>
                  <a:pt x="1949381" y="64827"/>
                  <a:pt x="1935290" y="68670"/>
                </a:cubicBezTo>
                <a:lnTo>
                  <a:pt x="1935290" y="73026"/>
                </a:lnTo>
                <a:close/>
                <a:moveTo>
                  <a:pt x="2234306" y="132899"/>
                </a:moveTo>
                <a:cubicBezTo>
                  <a:pt x="2222010" y="152382"/>
                  <a:pt x="2210988" y="159818"/>
                  <a:pt x="2194591" y="159818"/>
                </a:cubicBezTo>
                <a:cubicBezTo>
                  <a:pt x="2179988" y="159818"/>
                  <a:pt x="2168970" y="152382"/>
                  <a:pt x="2161538" y="137771"/>
                </a:cubicBezTo>
                <a:cubicBezTo>
                  <a:pt x="2156924" y="128028"/>
                  <a:pt x="2155134" y="119567"/>
                  <a:pt x="2154622" y="103928"/>
                </a:cubicBezTo>
                <a:lnTo>
                  <a:pt x="2233539" y="103928"/>
                </a:lnTo>
                <a:cubicBezTo>
                  <a:pt x="2231487" y="87304"/>
                  <a:pt x="2228926" y="79899"/>
                  <a:pt x="2222522" y="71728"/>
                </a:cubicBezTo>
                <a:cubicBezTo>
                  <a:pt x="2214831" y="62520"/>
                  <a:pt x="2203047" y="57137"/>
                  <a:pt x="2189723" y="57137"/>
                </a:cubicBezTo>
                <a:cubicBezTo>
                  <a:pt x="2176911" y="57137"/>
                  <a:pt x="2164869" y="61750"/>
                  <a:pt x="2155134" y="70449"/>
                </a:cubicBezTo>
                <a:cubicBezTo>
                  <a:pt x="2143088" y="80920"/>
                  <a:pt x="2136172" y="99061"/>
                  <a:pt x="2136172" y="120079"/>
                </a:cubicBezTo>
                <a:cubicBezTo>
                  <a:pt x="2136172" y="155458"/>
                  <a:pt x="2154622" y="177494"/>
                  <a:pt x="2184085" y="177494"/>
                </a:cubicBezTo>
                <a:cubicBezTo>
                  <a:pt x="2208427" y="177494"/>
                  <a:pt x="2227644" y="162379"/>
                  <a:pt x="2238407" y="134694"/>
                </a:cubicBezTo>
                <a:lnTo>
                  <a:pt x="2234306" y="132899"/>
                </a:lnTo>
                <a:moveTo>
                  <a:pt x="2155134" y="95730"/>
                </a:moveTo>
                <a:cubicBezTo>
                  <a:pt x="2157949" y="75813"/>
                  <a:pt x="2166664" y="66364"/>
                  <a:pt x="2182291" y="66364"/>
                </a:cubicBezTo>
                <a:cubicBezTo>
                  <a:pt x="2197922" y="66364"/>
                  <a:pt x="2204072" y="73515"/>
                  <a:pt x="2207403" y="95730"/>
                </a:cubicBezTo>
                <a:lnTo>
                  <a:pt x="2155134" y="95730"/>
                </a:lnTo>
                <a:close/>
                <a:moveTo>
                  <a:pt x="2248400" y="73026"/>
                </a:moveTo>
                <a:cubicBezTo>
                  <a:pt x="2251731" y="72256"/>
                  <a:pt x="2253780" y="72001"/>
                  <a:pt x="2256599" y="72001"/>
                </a:cubicBezTo>
                <a:cubicBezTo>
                  <a:pt x="2263261" y="72001"/>
                  <a:pt x="2265568" y="76099"/>
                  <a:pt x="2265568" y="88395"/>
                </a:cubicBezTo>
                <a:lnTo>
                  <a:pt x="2265568" y="153214"/>
                </a:lnTo>
                <a:cubicBezTo>
                  <a:pt x="2265568" y="167051"/>
                  <a:pt x="2261979" y="170894"/>
                  <a:pt x="2247630" y="171148"/>
                </a:cubicBezTo>
                <a:lnTo>
                  <a:pt x="2247630" y="174991"/>
                </a:lnTo>
                <a:lnTo>
                  <a:pt x="2304513" y="174991"/>
                </a:lnTo>
                <a:lnTo>
                  <a:pt x="2304513" y="171148"/>
                </a:lnTo>
                <a:cubicBezTo>
                  <a:pt x="2290934" y="170636"/>
                  <a:pt x="2287091" y="167821"/>
                  <a:pt x="2287091" y="157828"/>
                </a:cubicBezTo>
                <a:lnTo>
                  <a:pt x="2287091" y="85580"/>
                </a:lnTo>
                <a:cubicBezTo>
                  <a:pt x="2287091" y="85068"/>
                  <a:pt x="2289139" y="82503"/>
                  <a:pt x="2290934" y="80712"/>
                </a:cubicBezTo>
                <a:cubicBezTo>
                  <a:pt x="2297338" y="74816"/>
                  <a:pt x="2308356" y="70461"/>
                  <a:pt x="2317325" y="70461"/>
                </a:cubicBezTo>
                <a:cubicBezTo>
                  <a:pt x="2328596" y="70461"/>
                  <a:pt x="2334234" y="79430"/>
                  <a:pt x="2334234" y="97364"/>
                </a:cubicBezTo>
                <a:lnTo>
                  <a:pt x="2334234" y="152960"/>
                </a:lnTo>
                <a:cubicBezTo>
                  <a:pt x="2334234" y="167309"/>
                  <a:pt x="2331415" y="170124"/>
                  <a:pt x="2316813" y="171148"/>
                </a:cubicBezTo>
                <a:lnTo>
                  <a:pt x="2316813" y="174991"/>
                </a:lnTo>
                <a:lnTo>
                  <a:pt x="2374207" y="174991"/>
                </a:lnTo>
                <a:lnTo>
                  <a:pt x="2374207" y="171148"/>
                </a:lnTo>
                <a:cubicBezTo>
                  <a:pt x="2359601" y="170894"/>
                  <a:pt x="2355757" y="166539"/>
                  <a:pt x="2355757" y="150653"/>
                </a:cubicBezTo>
                <a:lnTo>
                  <a:pt x="2355757" y="86092"/>
                </a:lnTo>
                <a:cubicBezTo>
                  <a:pt x="2363444" y="75075"/>
                  <a:pt x="2371901" y="70461"/>
                  <a:pt x="2383688" y="70461"/>
                </a:cubicBezTo>
                <a:cubicBezTo>
                  <a:pt x="2398291" y="70461"/>
                  <a:pt x="2402905" y="77381"/>
                  <a:pt x="2402905" y="98646"/>
                </a:cubicBezTo>
                <a:lnTo>
                  <a:pt x="2402905" y="152702"/>
                </a:lnTo>
                <a:cubicBezTo>
                  <a:pt x="2402905" y="167309"/>
                  <a:pt x="2400856" y="169358"/>
                  <a:pt x="2385995" y="171148"/>
                </a:cubicBezTo>
                <a:lnTo>
                  <a:pt x="2385995" y="174991"/>
                </a:lnTo>
                <a:lnTo>
                  <a:pt x="2442107" y="174991"/>
                </a:lnTo>
                <a:lnTo>
                  <a:pt x="2442107" y="171148"/>
                </a:lnTo>
                <a:lnTo>
                  <a:pt x="2435445" y="170636"/>
                </a:lnTo>
                <a:cubicBezTo>
                  <a:pt x="2427759" y="170124"/>
                  <a:pt x="2424428" y="165514"/>
                  <a:pt x="2424428" y="155521"/>
                </a:cubicBezTo>
                <a:lnTo>
                  <a:pt x="2424428" y="102744"/>
                </a:lnTo>
                <a:cubicBezTo>
                  <a:pt x="2424428" y="72514"/>
                  <a:pt x="2414434" y="57137"/>
                  <a:pt x="2394706" y="57137"/>
                </a:cubicBezTo>
                <a:cubicBezTo>
                  <a:pt x="2379845" y="57137"/>
                  <a:pt x="2366775" y="63799"/>
                  <a:pt x="2352938" y="78660"/>
                </a:cubicBezTo>
                <a:cubicBezTo>
                  <a:pt x="2348329" y="64057"/>
                  <a:pt x="2339618" y="57137"/>
                  <a:pt x="2325781" y="57137"/>
                </a:cubicBezTo>
                <a:cubicBezTo>
                  <a:pt x="2314506" y="57137"/>
                  <a:pt x="2307331" y="60726"/>
                  <a:pt x="2286063" y="76869"/>
                </a:cubicBezTo>
                <a:lnTo>
                  <a:pt x="2286063" y="57653"/>
                </a:lnTo>
                <a:lnTo>
                  <a:pt x="2284272" y="57137"/>
                </a:lnTo>
                <a:cubicBezTo>
                  <a:pt x="2271202" y="62008"/>
                  <a:pt x="2262491" y="64827"/>
                  <a:pt x="2248400" y="68670"/>
                </a:cubicBezTo>
                <a:lnTo>
                  <a:pt x="2248400" y="73026"/>
                </a:lnTo>
                <a:close/>
                <a:moveTo>
                  <a:pt x="2506935" y="57137"/>
                </a:moveTo>
                <a:cubicBezTo>
                  <a:pt x="2473624" y="57137"/>
                  <a:pt x="2450306" y="81725"/>
                  <a:pt x="2450306" y="117061"/>
                </a:cubicBezTo>
                <a:cubicBezTo>
                  <a:pt x="2450306" y="151627"/>
                  <a:pt x="2474136" y="177494"/>
                  <a:pt x="2506419" y="177494"/>
                </a:cubicBezTo>
                <a:cubicBezTo>
                  <a:pt x="2538705" y="177494"/>
                  <a:pt x="2563301" y="150348"/>
                  <a:pt x="2563301" y="115012"/>
                </a:cubicBezTo>
                <a:cubicBezTo>
                  <a:pt x="2563301" y="81467"/>
                  <a:pt x="2539729" y="57137"/>
                  <a:pt x="2506935" y="57137"/>
                </a:cubicBezTo>
                <a:moveTo>
                  <a:pt x="2503604" y="64315"/>
                </a:moveTo>
                <a:cubicBezTo>
                  <a:pt x="2525127" y="64315"/>
                  <a:pt x="2540242" y="88895"/>
                  <a:pt x="2540242" y="123973"/>
                </a:cubicBezTo>
                <a:cubicBezTo>
                  <a:pt x="2540242" y="152909"/>
                  <a:pt x="2528712" y="170319"/>
                  <a:pt x="2509496" y="170319"/>
                </a:cubicBezTo>
                <a:cubicBezTo>
                  <a:pt x="2499502" y="170319"/>
                  <a:pt x="2490021" y="164177"/>
                  <a:pt x="2484641" y="153934"/>
                </a:cubicBezTo>
                <a:cubicBezTo>
                  <a:pt x="2477467" y="140617"/>
                  <a:pt x="2473366" y="122695"/>
                  <a:pt x="2473366" y="104515"/>
                </a:cubicBezTo>
                <a:cubicBezTo>
                  <a:pt x="2473366" y="80188"/>
                  <a:pt x="2485408" y="64315"/>
                  <a:pt x="2503604" y="64315"/>
                </a:cubicBezTo>
                <a:close/>
                <a:moveTo>
                  <a:pt x="2572782" y="75075"/>
                </a:moveTo>
                <a:cubicBezTo>
                  <a:pt x="2576371" y="74304"/>
                  <a:pt x="2578678" y="74046"/>
                  <a:pt x="2581751" y="74046"/>
                </a:cubicBezTo>
                <a:cubicBezTo>
                  <a:pt x="2588155" y="74046"/>
                  <a:pt x="2590462" y="78148"/>
                  <a:pt x="2590462" y="89419"/>
                </a:cubicBezTo>
                <a:lnTo>
                  <a:pt x="2590462" y="153472"/>
                </a:lnTo>
                <a:cubicBezTo>
                  <a:pt x="2590462" y="166281"/>
                  <a:pt x="2588667" y="168075"/>
                  <a:pt x="2572270" y="171148"/>
                </a:cubicBezTo>
                <a:lnTo>
                  <a:pt x="2572270" y="174991"/>
                </a:lnTo>
                <a:lnTo>
                  <a:pt x="2633766" y="174991"/>
                </a:lnTo>
                <a:lnTo>
                  <a:pt x="2633766" y="171148"/>
                </a:lnTo>
                <a:cubicBezTo>
                  <a:pt x="2616340" y="170382"/>
                  <a:pt x="2611985" y="166539"/>
                  <a:pt x="2611985" y="151936"/>
                </a:cubicBezTo>
                <a:lnTo>
                  <a:pt x="2611985" y="94287"/>
                </a:lnTo>
                <a:cubicBezTo>
                  <a:pt x="2611985" y="86088"/>
                  <a:pt x="2623002" y="73280"/>
                  <a:pt x="2629922" y="73280"/>
                </a:cubicBezTo>
                <a:cubicBezTo>
                  <a:pt x="2631459" y="73280"/>
                  <a:pt x="2633766" y="74562"/>
                  <a:pt x="2636585" y="77123"/>
                </a:cubicBezTo>
                <a:cubicBezTo>
                  <a:pt x="2640682" y="80708"/>
                  <a:pt x="2643501" y="82245"/>
                  <a:pt x="2646832" y="82245"/>
                </a:cubicBezTo>
                <a:cubicBezTo>
                  <a:pt x="2652982" y="82245"/>
                  <a:pt x="2656825" y="77890"/>
                  <a:pt x="2656825" y="70719"/>
                </a:cubicBezTo>
                <a:cubicBezTo>
                  <a:pt x="2656825" y="62262"/>
                  <a:pt x="2651446" y="57137"/>
                  <a:pt x="2642735" y="57137"/>
                </a:cubicBezTo>
                <a:cubicBezTo>
                  <a:pt x="2631971" y="57137"/>
                  <a:pt x="2624543" y="63033"/>
                  <a:pt x="2611985" y="81221"/>
                </a:cubicBezTo>
                <a:lnTo>
                  <a:pt x="2611985" y="57653"/>
                </a:lnTo>
                <a:lnTo>
                  <a:pt x="2610706" y="57137"/>
                </a:lnTo>
                <a:cubicBezTo>
                  <a:pt x="2597124" y="62775"/>
                  <a:pt x="2587901" y="66106"/>
                  <a:pt x="2572782" y="70973"/>
                </a:cubicBezTo>
                <a:lnTo>
                  <a:pt x="2572782" y="75075"/>
                </a:lnTo>
                <a:close/>
                <a:moveTo>
                  <a:pt x="2778021" y="59639"/>
                </a:moveTo>
                <a:lnTo>
                  <a:pt x="2743432" y="59639"/>
                </a:lnTo>
                <a:lnTo>
                  <a:pt x="2743432" y="63486"/>
                </a:lnTo>
                <a:cubicBezTo>
                  <a:pt x="2751630" y="63486"/>
                  <a:pt x="2755731" y="65789"/>
                  <a:pt x="2755731" y="69890"/>
                </a:cubicBezTo>
                <a:cubicBezTo>
                  <a:pt x="2755731" y="70915"/>
                  <a:pt x="2755473" y="72451"/>
                  <a:pt x="2754703" y="74246"/>
                </a:cubicBezTo>
                <a:lnTo>
                  <a:pt x="2729849" y="144961"/>
                </a:lnTo>
                <a:lnTo>
                  <a:pt x="2700385" y="80138"/>
                </a:lnTo>
                <a:cubicBezTo>
                  <a:pt x="2698845" y="76552"/>
                  <a:pt x="2697821" y="73221"/>
                  <a:pt x="2697821" y="70402"/>
                </a:cubicBezTo>
                <a:cubicBezTo>
                  <a:pt x="2697821" y="65789"/>
                  <a:pt x="2701664" y="63998"/>
                  <a:pt x="2712682" y="63486"/>
                </a:cubicBezTo>
                <a:lnTo>
                  <a:pt x="2712682" y="59639"/>
                </a:lnTo>
                <a:lnTo>
                  <a:pt x="2659900" y="59639"/>
                </a:lnTo>
                <a:lnTo>
                  <a:pt x="2659900" y="63228"/>
                </a:lnTo>
                <a:cubicBezTo>
                  <a:pt x="2666562" y="64252"/>
                  <a:pt x="2670918" y="67071"/>
                  <a:pt x="2672967" y="71427"/>
                </a:cubicBezTo>
                <a:lnTo>
                  <a:pt x="2702176" y="134459"/>
                </a:lnTo>
                <a:lnTo>
                  <a:pt x="2702946" y="136508"/>
                </a:lnTo>
                <a:lnTo>
                  <a:pt x="2706790" y="144195"/>
                </a:lnTo>
                <a:cubicBezTo>
                  <a:pt x="2713964" y="157007"/>
                  <a:pt x="2718065" y="166230"/>
                  <a:pt x="2718065" y="170073"/>
                </a:cubicBezTo>
                <a:cubicBezTo>
                  <a:pt x="2718065" y="173916"/>
                  <a:pt x="2712169" y="190056"/>
                  <a:pt x="2707814" y="197742"/>
                </a:cubicBezTo>
                <a:cubicBezTo>
                  <a:pt x="2704229" y="204404"/>
                  <a:pt x="2698591" y="209272"/>
                  <a:pt x="2695002" y="209272"/>
                </a:cubicBezTo>
                <a:cubicBezTo>
                  <a:pt x="2693465" y="209272"/>
                  <a:pt x="2691158" y="208760"/>
                  <a:pt x="2688598" y="207481"/>
                </a:cubicBezTo>
                <a:cubicBezTo>
                  <a:pt x="2683730" y="205687"/>
                  <a:pt x="2679375" y="204662"/>
                  <a:pt x="2675019" y="204662"/>
                </a:cubicBezTo>
                <a:cubicBezTo>
                  <a:pt x="2669123" y="204662"/>
                  <a:pt x="2664002" y="209788"/>
                  <a:pt x="2664002" y="215934"/>
                </a:cubicBezTo>
                <a:cubicBezTo>
                  <a:pt x="2664002" y="224391"/>
                  <a:pt x="2672200" y="230799"/>
                  <a:pt x="2682960" y="230799"/>
                </a:cubicBezTo>
                <a:cubicBezTo>
                  <a:pt x="2700127" y="230799"/>
                  <a:pt x="2712427" y="216450"/>
                  <a:pt x="2726264" y="179554"/>
                </a:cubicBezTo>
                <a:lnTo>
                  <a:pt x="2765721" y="75016"/>
                </a:lnTo>
                <a:cubicBezTo>
                  <a:pt x="2769052" y="66813"/>
                  <a:pt x="2771871" y="64252"/>
                  <a:pt x="2778021" y="63486"/>
                </a:cubicBezTo>
                <a:lnTo>
                  <a:pt x="2778021" y="59639"/>
                </a:lnTo>
                <a:close/>
                <a:moveTo>
                  <a:pt x="2850277" y="75075"/>
                </a:moveTo>
                <a:cubicBezTo>
                  <a:pt x="2853866" y="74304"/>
                  <a:pt x="2856173" y="74046"/>
                  <a:pt x="2859246" y="74046"/>
                </a:cubicBezTo>
                <a:cubicBezTo>
                  <a:pt x="2865650" y="74046"/>
                  <a:pt x="2867957" y="78148"/>
                  <a:pt x="2867957" y="89419"/>
                </a:cubicBezTo>
                <a:lnTo>
                  <a:pt x="2867957" y="153472"/>
                </a:lnTo>
                <a:cubicBezTo>
                  <a:pt x="2867957" y="166281"/>
                  <a:pt x="2866162" y="168075"/>
                  <a:pt x="2849765" y="171148"/>
                </a:cubicBezTo>
                <a:lnTo>
                  <a:pt x="2849765" y="174991"/>
                </a:lnTo>
                <a:lnTo>
                  <a:pt x="2911261" y="174991"/>
                </a:lnTo>
                <a:lnTo>
                  <a:pt x="2911261" y="171148"/>
                </a:lnTo>
                <a:cubicBezTo>
                  <a:pt x="2893835" y="170382"/>
                  <a:pt x="2889480" y="166539"/>
                  <a:pt x="2889480" y="151936"/>
                </a:cubicBezTo>
                <a:lnTo>
                  <a:pt x="2889480" y="94287"/>
                </a:lnTo>
                <a:cubicBezTo>
                  <a:pt x="2889480" y="86088"/>
                  <a:pt x="2900497" y="73280"/>
                  <a:pt x="2907417" y="73280"/>
                </a:cubicBezTo>
                <a:cubicBezTo>
                  <a:pt x="2908954" y="73280"/>
                  <a:pt x="2911261" y="74562"/>
                  <a:pt x="2914080" y="77123"/>
                </a:cubicBezTo>
                <a:cubicBezTo>
                  <a:pt x="2918177" y="80708"/>
                  <a:pt x="2920996" y="82245"/>
                  <a:pt x="2924327" y="82245"/>
                </a:cubicBezTo>
                <a:cubicBezTo>
                  <a:pt x="2930477" y="82245"/>
                  <a:pt x="2934320" y="77890"/>
                  <a:pt x="2934320" y="70719"/>
                </a:cubicBezTo>
                <a:cubicBezTo>
                  <a:pt x="2934320" y="62262"/>
                  <a:pt x="2928940" y="57137"/>
                  <a:pt x="2920230" y="57137"/>
                </a:cubicBezTo>
                <a:cubicBezTo>
                  <a:pt x="2909466" y="57137"/>
                  <a:pt x="2902038" y="63033"/>
                  <a:pt x="2889480" y="81221"/>
                </a:cubicBezTo>
                <a:lnTo>
                  <a:pt x="2889480" y="57653"/>
                </a:lnTo>
                <a:lnTo>
                  <a:pt x="2888201" y="57137"/>
                </a:lnTo>
                <a:cubicBezTo>
                  <a:pt x="2874619" y="62775"/>
                  <a:pt x="2865396" y="66106"/>
                  <a:pt x="2850277" y="70973"/>
                </a:cubicBezTo>
                <a:lnTo>
                  <a:pt x="2850277" y="75075"/>
                </a:lnTo>
                <a:close/>
                <a:moveTo>
                  <a:pt x="3038348" y="132899"/>
                </a:moveTo>
                <a:cubicBezTo>
                  <a:pt x="3026052" y="152382"/>
                  <a:pt x="3015031" y="159818"/>
                  <a:pt x="2998633" y="159818"/>
                </a:cubicBezTo>
                <a:cubicBezTo>
                  <a:pt x="2984030" y="159818"/>
                  <a:pt x="2973013" y="152382"/>
                  <a:pt x="2965580" y="137771"/>
                </a:cubicBezTo>
                <a:cubicBezTo>
                  <a:pt x="2960967" y="128028"/>
                  <a:pt x="2959176" y="119567"/>
                  <a:pt x="2958664" y="103928"/>
                </a:cubicBezTo>
                <a:lnTo>
                  <a:pt x="3037582" y="103928"/>
                </a:lnTo>
                <a:cubicBezTo>
                  <a:pt x="3035529" y="87304"/>
                  <a:pt x="3032968" y="79899"/>
                  <a:pt x="3026564" y="71728"/>
                </a:cubicBezTo>
                <a:cubicBezTo>
                  <a:pt x="3018874" y="62520"/>
                  <a:pt x="3007090" y="57137"/>
                  <a:pt x="2993766" y="57137"/>
                </a:cubicBezTo>
                <a:cubicBezTo>
                  <a:pt x="2980953" y="57137"/>
                  <a:pt x="2968911" y="61750"/>
                  <a:pt x="2959176" y="70449"/>
                </a:cubicBezTo>
                <a:cubicBezTo>
                  <a:pt x="2947130" y="80920"/>
                  <a:pt x="2940214" y="99061"/>
                  <a:pt x="2940214" y="120079"/>
                </a:cubicBezTo>
                <a:cubicBezTo>
                  <a:pt x="2940214" y="155458"/>
                  <a:pt x="2958664" y="177494"/>
                  <a:pt x="2988128" y="177494"/>
                </a:cubicBezTo>
                <a:cubicBezTo>
                  <a:pt x="3012470" y="177494"/>
                  <a:pt x="3031686" y="162379"/>
                  <a:pt x="3042449" y="134694"/>
                </a:cubicBezTo>
                <a:lnTo>
                  <a:pt x="3038348" y="132899"/>
                </a:lnTo>
                <a:moveTo>
                  <a:pt x="2959176" y="95730"/>
                </a:moveTo>
                <a:cubicBezTo>
                  <a:pt x="2961991" y="75813"/>
                  <a:pt x="2970706" y="66364"/>
                  <a:pt x="2986333" y="66364"/>
                </a:cubicBezTo>
                <a:cubicBezTo>
                  <a:pt x="3001964" y="66364"/>
                  <a:pt x="3008114" y="73515"/>
                  <a:pt x="3011445" y="95730"/>
                </a:cubicBezTo>
                <a:lnTo>
                  <a:pt x="2959176" y="95730"/>
                </a:lnTo>
                <a:close/>
                <a:moveTo>
                  <a:pt x="3139817" y="66110"/>
                </a:moveTo>
                <a:cubicBezTo>
                  <a:pt x="3128029" y="59193"/>
                  <a:pt x="3120343" y="56886"/>
                  <a:pt x="3110350" y="56886"/>
                </a:cubicBezTo>
                <a:cubicBezTo>
                  <a:pt x="3078321" y="56886"/>
                  <a:pt x="3053721" y="85568"/>
                  <a:pt x="3053721" y="122437"/>
                </a:cubicBezTo>
                <a:cubicBezTo>
                  <a:pt x="3053721" y="154696"/>
                  <a:pt x="3070635" y="177494"/>
                  <a:pt x="3094718" y="177494"/>
                </a:cubicBezTo>
                <a:cubicBezTo>
                  <a:pt x="3109579" y="177494"/>
                  <a:pt x="3123674" y="170835"/>
                  <a:pt x="3134946" y="158535"/>
                </a:cubicBezTo>
                <a:lnTo>
                  <a:pt x="3134946" y="206711"/>
                </a:lnTo>
                <a:cubicBezTo>
                  <a:pt x="3134946" y="221060"/>
                  <a:pt x="3130336" y="224907"/>
                  <a:pt x="3112144" y="226185"/>
                </a:cubicBezTo>
                <a:lnTo>
                  <a:pt x="3112144" y="230541"/>
                </a:lnTo>
                <a:lnTo>
                  <a:pt x="3172612" y="230541"/>
                </a:lnTo>
                <a:lnTo>
                  <a:pt x="3172612" y="226956"/>
                </a:lnTo>
                <a:cubicBezTo>
                  <a:pt x="3158521" y="223879"/>
                  <a:pt x="3156469" y="221830"/>
                  <a:pt x="3156469" y="211066"/>
                </a:cubicBezTo>
                <a:lnTo>
                  <a:pt x="3156469" y="57915"/>
                </a:lnTo>
                <a:lnTo>
                  <a:pt x="3153650" y="57915"/>
                </a:lnTo>
                <a:lnTo>
                  <a:pt x="3139817" y="66110"/>
                </a:lnTo>
                <a:moveTo>
                  <a:pt x="3134946" y="142408"/>
                </a:moveTo>
                <a:cubicBezTo>
                  <a:pt x="3134946" y="148554"/>
                  <a:pt x="3133921" y="151881"/>
                  <a:pt x="3131360" y="153930"/>
                </a:cubicBezTo>
                <a:cubicBezTo>
                  <a:pt x="3125723" y="158793"/>
                  <a:pt x="3117266" y="161866"/>
                  <a:pt x="3109325" y="161866"/>
                </a:cubicBezTo>
                <a:cubicBezTo>
                  <a:pt x="3101381" y="161866"/>
                  <a:pt x="3094464" y="159306"/>
                  <a:pt x="3089339" y="154184"/>
                </a:cubicBezTo>
                <a:cubicBezTo>
                  <a:pt x="3081140" y="146759"/>
                  <a:pt x="3075756" y="130120"/>
                  <a:pt x="3075756" y="113222"/>
                </a:cubicBezTo>
                <a:cubicBezTo>
                  <a:pt x="3075756" y="83007"/>
                  <a:pt x="3089339" y="64065"/>
                  <a:pt x="3111116" y="64065"/>
                </a:cubicBezTo>
                <a:cubicBezTo>
                  <a:pt x="3127005" y="64065"/>
                  <a:pt x="3134946" y="72510"/>
                  <a:pt x="3134946" y="89666"/>
                </a:cubicBezTo>
                <a:lnTo>
                  <a:pt x="3134946" y="142408"/>
                </a:lnTo>
                <a:close/>
                <a:moveTo>
                  <a:pt x="3298419" y="162132"/>
                </a:moveTo>
                <a:lnTo>
                  <a:pt x="3297141" y="162132"/>
                </a:lnTo>
                <a:cubicBezTo>
                  <a:pt x="3285353" y="162132"/>
                  <a:pt x="3282534" y="159313"/>
                  <a:pt x="3282534" y="147526"/>
                </a:cubicBezTo>
                <a:lnTo>
                  <a:pt x="3282534" y="59639"/>
                </a:lnTo>
                <a:lnTo>
                  <a:pt x="3242049" y="59639"/>
                </a:lnTo>
                <a:lnTo>
                  <a:pt x="3242049" y="63998"/>
                </a:lnTo>
                <a:cubicBezTo>
                  <a:pt x="3257938" y="64765"/>
                  <a:pt x="3261011" y="67329"/>
                  <a:pt x="3261011" y="80138"/>
                </a:cubicBezTo>
                <a:lnTo>
                  <a:pt x="3261011" y="140343"/>
                </a:lnTo>
                <a:cubicBezTo>
                  <a:pt x="3261011" y="147518"/>
                  <a:pt x="3259729" y="151107"/>
                  <a:pt x="3256143" y="153922"/>
                </a:cubicBezTo>
                <a:cubicBezTo>
                  <a:pt x="3249223" y="159560"/>
                  <a:pt x="3241282" y="162633"/>
                  <a:pt x="3233596" y="162633"/>
                </a:cubicBezTo>
                <a:cubicBezTo>
                  <a:pt x="3223603" y="162633"/>
                  <a:pt x="3215404" y="153922"/>
                  <a:pt x="3215404" y="143162"/>
                </a:cubicBezTo>
                <a:lnTo>
                  <a:pt x="3215404" y="59639"/>
                </a:lnTo>
                <a:lnTo>
                  <a:pt x="3177992" y="59639"/>
                </a:lnTo>
                <a:lnTo>
                  <a:pt x="3177992" y="63228"/>
                </a:lnTo>
                <a:cubicBezTo>
                  <a:pt x="3190292" y="63998"/>
                  <a:pt x="3193881" y="67842"/>
                  <a:pt x="3193881" y="79625"/>
                </a:cubicBezTo>
                <a:lnTo>
                  <a:pt x="3193881" y="144187"/>
                </a:lnTo>
                <a:cubicBezTo>
                  <a:pt x="3193881" y="164427"/>
                  <a:pt x="3206177" y="177494"/>
                  <a:pt x="3224881" y="177494"/>
                </a:cubicBezTo>
                <a:cubicBezTo>
                  <a:pt x="3234362" y="177494"/>
                  <a:pt x="3244356" y="173396"/>
                  <a:pt x="3251276" y="166476"/>
                </a:cubicBezTo>
                <a:lnTo>
                  <a:pt x="3262293" y="155462"/>
                </a:lnTo>
                <a:lnTo>
                  <a:pt x="3262293" y="176727"/>
                </a:lnTo>
                <a:lnTo>
                  <a:pt x="3263318" y="177243"/>
                </a:lnTo>
                <a:cubicBezTo>
                  <a:pt x="3276130" y="172122"/>
                  <a:pt x="3285353" y="169303"/>
                  <a:pt x="3298419" y="165714"/>
                </a:cubicBezTo>
                <a:lnTo>
                  <a:pt x="3298419" y="162132"/>
                </a:lnTo>
                <a:close/>
                <a:moveTo>
                  <a:pt x="3348639" y="57137"/>
                </a:moveTo>
                <a:lnTo>
                  <a:pt x="3308924" y="71149"/>
                </a:lnTo>
                <a:lnTo>
                  <a:pt x="3308924" y="74996"/>
                </a:lnTo>
                <a:lnTo>
                  <a:pt x="3310977" y="74738"/>
                </a:lnTo>
                <a:cubicBezTo>
                  <a:pt x="3314050" y="74226"/>
                  <a:pt x="3317381" y="73968"/>
                  <a:pt x="3319688" y="73968"/>
                </a:cubicBezTo>
                <a:cubicBezTo>
                  <a:pt x="3325838" y="73968"/>
                  <a:pt x="3328141" y="78069"/>
                  <a:pt x="3328141" y="89353"/>
                </a:cubicBezTo>
                <a:lnTo>
                  <a:pt x="3328141" y="148843"/>
                </a:lnTo>
                <a:cubicBezTo>
                  <a:pt x="3328141" y="167305"/>
                  <a:pt x="3325580" y="170124"/>
                  <a:pt x="3307900" y="171148"/>
                </a:cubicBezTo>
                <a:lnTo>
                  <a:pt x="3307900" y="174991"/>
                </a:lnTo>
                <a:lnTo>
                  <a:pt x="3368626" y="174991"/>
                </a:lnTo>
                <a:lnTo>
                  <a:pt x="3368626" y="171148"/>
                </a:lnTo>
                <a:cubicBezTo>
                  <a:pt x="3351716" y="169870"/>
                  <a:pt x="3349664" y="167305"/>
                  <a:pt x="3349664" y="148843"/>
                </a:cubicBezTo>
                <a:lnTo>
                  <a:pt x="3349664" y="57907"/>
                </a:lnTo>
                <a:lnTo>
                  <a:pt x="3348639" y="57137"/>
                </a:lnTo>
                <a:moveTo>
                  <a:pt x="3336597" y="86"/>
                </a:moveTo>
                <a:cubicBezTo>
                  <a:pt x="3329681" y="86"/>
                  <a:pt x="3323785" y="5982"/>
                  <a:pt x="3323785" y="13156"/>
                </a:cubicBezTo>
                <a:cubicBezTo>
                  <a:pt x="3323785" y="20331"/>
                  <a:pt x="3329423" y="26223"/>
                  <a:pt x="3336597" y="26223"/>
                </a:cubicBezTo>
                <a:cubicBezTo>
                  <a:pt x="3344030" y="26223"/>
                  <a:pt x="3349922" y="20585"/>
                  <a:pt x="3349922" y="13156"/>
                </a:cubicBezTo>
                <a:cubicBezTo>
                  <a:pt x="3349922" y="5982"/>
                  <a:pt x="3344030" y="86"/>
                  <a:pt x="3336597" y="86"/>
                </a:cubicBezTo>
                <a:close/>
                <a:moveTo>
                  <a:pt x="3376825" y="75075"/>
                </a:moveTo>
                <a:cubicBezTo>
                  <a:pt x="3380414" y="74304"/>
                  <a:pt x="3382721" y="74046"/>
                  <a:pt x="3385794" y="74046"/>
                </a:cubicBezTo>
                <a:cubicBezTo>
                  <a:pt x="3392198" y="74046"/>
                  <a:pt x="3394505" y="78148"/>
                  <a:pt x="3394505" y="89419"/>
                </a:cubicBezTo>
                <a:lnTo>
                  <a:pt x="3394505" y="153472"/>
                </a:lnTo>
                <a:cubicBezTo>
                  <a:pt x="3394505" y="166281"/>
                  <a:pt x="3392710" y="168075"/>
                  <a:pt x="3376313" y="171148"/>
                </a:cubicBezTo>
                <a:lnTo>
                  <a:pt x="3376313" y="174991"/>
                </a:lnTo>
                <a:lnTo>
                  <a:pt x="3437809" y="174991"/>
                </a:lnTo>
                <a:lnTo>
                  <a:pt x="3437809" y="171148"/>
                </a:lnTo>
                <a:cubicBezTo>
                  <a:pt x="3420383" y="170382"/>
                  <a:pt x="3416028" y="166539"/>
                  <a:pt x="3416028" y="151936"/>
                </a:cubicBezTo>
                <a:lnTo>
                  <a:pt x="3416028" y="94287"/>
                </a:lnTo>
                <a:cubicBezTo>
                  <a:pt x="3416028" y="86088"/>
                  <a:pt x="3427045" y="73280"/>
                  <a:pt x="3433966" y="73280"/>
                </a:cubicBezTo>
                <a:cubicBezTo>
                  <a:pt x="3435502" y="73280"/>
                  <a:pt x="3437809" y="74562"/>
                  <a:pt x="3440628" y="77123"/>
                </a:cubicBezTo>
                <a:cubicBezTo>
                  <a:pt x="3444725" y="80708"/>
                  <a:pt x="3447544" y="82245"/>
                  <a:pt x="3450875" y="82245"/>
                </a:cubicBezTo>
                <a:cubicBezTo>
                  <a:pt x="3457025" y="82245"/>
                  <a:pt x="3460868" y="77890"/>
                  <a:pt x="3460868" y="70719"/>
                </a:cubicBezTo>
                <a:cubicBezTo>
                  <a:pt x="3460868" y="62262"/>
                  <a:pt x="3455489" y="57137"/>
                  <a:pt x="3446778" y="57137"/>
                </a:cubicBezTo>
                <a:cubicBezTo>
                  <a:pt x="3436014" y="57137"/>
                  <a:pt x="3428586" y="63033"/>
                  <a:pt x="3416028" y="81221"/>
                </a:cubicBezTo>
                <a:lnTo>
                  <a:pt x="3416028" y="57653"/>
                </a:lnTo>
                <a:lnTo>
                  <a:pt x="3414749" y="57137"/>
                </a:lnTo>
                <a:cubicBezTo>
                  <a:pt x="3401167" y="62775"/>
                  <a:pt x="3391944" y="66106"/>
                  <a:pt x="3376825" y="70973"/>
                </a:cubicBezTo>
                <a:lnTo>
                  <a:pt x="3376825" y="75075"/>
                </a:lnTo>
                <a:close/>
                <a:moveTo>
                  <a:pt x="3564896" y="132899"/>
                </a:moveTo>
                <a:cubicBezTo>
                  <a:pt x="3552600" y="152382"/>
                  <a:pt x="3541578" y="159818"/>
                  <a:pt x="3525181" y="159818"/>
                </a:cubicBezTo>
                <a:cubicBezTo>
                  <a:pt x="3510578" y="159818"/>
                  <a:pt x="3499561" y="152382"/>
                  <a:pt x="3492128" y="137771"/>
                </a:cubicBezTo>
                <a:cubicBezTo>
                  <a:pt x="3487515" y="128028"/>
                  <a:pt x="3485724" y="119567"/>
                  <a:pt x="3485212" y="103928"/>
                </a:cubicBezTo>
                <a:lnTo>
                  <a:pt x="3564130" y="103928"/>
                </a:lnTo>
                <a:cubicBezTo>
                  <a:pt x="3562077" y="87304"/>
                  <a:pt x="3559516" y="79899"/>
                  <a:pt x="3553112" y="71728"/>
                </a:cubicBezTo>
                <a:cubicBezTo>
                  <a:pt x="3545422" y="62520"/>
                  <a:pt x="3533638" y="57137"/>
                  <a:pt x="3520313" y="57137"/>
                </a:cubicBezTo>
                <a:cubicBezTo>
                  <a:pt x="3507501" y="57137"/>
                  <a:pt x="3495459" y="61750"/>
                  <a:pt x="3485724" y="70449"/>
                </a:cubicBezTo>
                <a:cubicBezTo>
                  <a:pt x="3473678" y="80920"/>
                  <a:pt x="3466762" y="99061"/>
                  <a:pt x="3466762" y="120079"/>
                </a:cubicBezTo>
                <a:cubicBezTo>
                  <a:pt x="3466762" y="155458"/>
                  <a:pt x="3485212" y="177494"/>
                  <a:pt x="3514676" y="177494"/>
                </a:cubicBezTo>
                <a:cubicBezTo>
                  <a:pt x="3539018" y="177494"/>
                  <a:pt x="3558234" y="162379"/>
                  <a:pt x="3568997" y="134694"/>
                </a:cubicBezTo>
                <a:lnTo>
                  <a:pt x="3564896" y="132899"/>
                </a:lnTo>
                <a:moveTo>
                  <a:pt x="3485724" y="95730"/>
                </a:moveTo>
                <a:cubicBezTo>
                  <a:pt x="3488539" y="75813"/>
                  <a:pt x="3497254" y="66364"/>
                  <a:pt x="3512881" y="66364"/>
                </a:cubicBezTo>
                <a:cubicBezTo>
                  <a:pt x="3528512" y="66364"/>
                  <a:pt x="3534662" y="73515"/>
                  <a:pt x="3537993" y="95730"/>
                </a:cubicBezTo>
                <a:lnTo>
                  <a:pt x="3485724" y="95730"/>
                </a:lnTo>
                <a:close/>
                <a:moveTo>
                  <a:pt x="3578990" y="73026"/>
                </a:moveTo>
                <a:cubicBezTo>
                  <a:pt x="3582321" y="72256"/>
                  <a:pt x="3584370" y="72001"/>
                  <a:pt x="3587189" y="72001"/>
                </a:cubicBezTo>
                <a:cubicBezTo>
                  <a:pt x="3593851" y="72001"/>
                  <a:pt x="3596158" y="76099"/>
                  <a:pt x="3596158" y="88395"/>
                </a:cubicBezTo>
                <a:lnTo>
                  <a:pt x="3596158" y="153214"/>
                </a:lnTo>
                <a:cubicBezTo>
                  <a:pt x="3596158" y="167051"/>
                  <a:pt x="3592569" y="170894"/>
                  <a:pt x="3578220" y="171148"/>
                </a:cubicBezTo>
                <a:lnTo>
                  <a:pt x="3578220" y="174991"/>
                </a:lnTo>
                <a:lnTo>
                  <a:pt x="3635103" y="174991"/>
                </a:lnTo>
                <a:lnTo>
                  <a:pt x="3635103" y="171148"/>
                </a:lnTo>
                <a:cubicBezTo>
                  <a:pt x="3621524" y="170636"/>
                  <a:pt x="3617681" y="167821"/>
                  <a:pt x="3617681" y="157828"/>
                </a:cubicBezTo>
                <a:lnTo>
                  <a:pt x="3617681" y="85580"/>
                </a:lnTo>
                <a:cubicBezTo>
                  <a:pt x="3617681" y="85068"/>
                  <a:pt x="3619730" y="82503"/>
                  <a:pt x="3621524" y="80712"/>
                </a:cubicBezTo>
                <a:cubicBezTo>
                  <a:pt x="3627928" y="74816"/>
                  <a:pt x="3638946" y="70461"/>
                  <a:pt x="3647915" y="70461"/>
                </a:cubicBezTo>
                <a:cubicBezTo>
                  <a:pt x="3659186" y="70461"/>
                  <a:pt x="3664824" y="79430"/>
                  <a:pt x="3664824" y="97364"/>
                </a:cubicBezTo>
                <a:lnTo>
                  <a:pt x="3664824" y="152960"/>
                </a:lnTo>
                <a:cubicBezTo>
                  <a:pt x="3664824" y="167309"/>
                  <a:pt x="3662005" y="170124"/>
                  <a:pt x="3647403" y="171148"/>
                </a:cubicBezTo>
                <a:lnTo>
                  <a:pt x="3647403" y="174991"/>
                </a:lnTo>
                <a:lnTo>
                  <a:pt x="3704797" y="174991"/>
                </a:lnTo>
                <a:lnTo>
                  <a:pt x="3704797" y="171148"/>
                </a:lnTo>
                <a:cubicBezTo>
                  <a:pt x="3690191" y="170894"/>
                  <a:pt x="3686347" y="166539"/>
                  <a:pt x="3686347" y="150653"/>
                </a:cubicBezTo>
                <a:lnTo>
                  <a:pt x="3686347" y="86092"/>
                </a:lnTo>
                <a:cubicBezTo>
                  <a:pt x="3694034" y="75075"/>
                  <a:pt x="3702491" y="70461"/>
                  <a:pt x="3714278" y="70461"/>
                </a:cubicBezTo>
                <a:cubicBezTo>
                  <a:pt x="3728881" y="70461"/>
                  <a:pt x="3733495" y="77381"/>
                  <a:pt x="3733495" y="98646"/>
                </a:cubicBezTo>
                <a:lnTo>
                  <a:pt x="3733495" y="152702"/>
                </a:lnTo>
                <a:cubicBezTo>
                  <a:pt x="3733495" y="167309"/>
                  <a:pt x="3731446" y="169358"/>
                  <a:pt x="3716585" y="171148"/>
                </a:cubicBezTo>
                <a:lnTo>
                  <a:pt x="3716585" y="174991"/>
                </a:lnTo>
                <a:lnTo>
                  <a:pt x="3772697" y="174991"/>
                </a:lnTo>
                <a:lnTo>
                  <a:pt x="3772697" y="171148"/>
                </a:lnTo>
                <a:lnTo>
                  <a:pt x="3766035" y="170636"/>
                </a:lnTo>
                <a:cubicBezTo>
                  <a:pt x="3758349" y="170124"/>
                  <a:pt x="3755018" y="165514"/>
                  <a:pt x="3755018" y="155521"/>
                </a:cubicBezTo>
                <a:lnTo>
                  <a:pt x="3755018" y="102744"/>
                </a:lnTo>
                <a:cubicBezTo>
                  <a:pt x="3755018" y="72514"/>
                  <a:pt x="3745024" y="57137"/>
                  <a:pt x="3725296" y="57137"/>
                </a:cubicBezTo>
                <a:cubicBezTo>
                  <a:pt x="3710435" y="57137"/>
                  <a:pt x="3697365" y="63799"/>
                  <a:pt x="3683528" y="78660"/>
                </a:cubicBezTo>
                <a:cubicBezTo>
                  <a:pt x="3678919" y="64057"/>
                  <a:pt x="3670208" y="57137"/>
                  <a:pt x="3656371" y="57137"/>
                </a:cubicBezTo>
                <a:cubicBezTo>
                  <a:pt x="3645096" y="57137"/>
                  <a:pt x="3637921" y="60726"/>
                  <a:pt x="3616653" y="76869"/>
                </a:cubicBezTo>
                <a:lnTo>
                  <a:pt x="3616653" y="57653"/>
                </a:lnTo>
                <a:lnTo>
                  <a:pt x="3614862" y="57137"/>
                </a:lnTo>
                <a:cubicBezTo>
                  <a:pt x="3601792" y="62008"/>
                  <a:pt x="3593081" y="64827"/>
                  <a:pt x="3578990" y="68670"/>
                </a:cubicBezTo>
                <a:lnTo>
                  <a:pt x="3578990" y="73026"/>
                </a:lnTo>
                <a:close/>
                <a:moveTo>
                  <a:pt x="3878006" y="132899"/>
                </a:moveTo>
                <a:cubicBezTo>
                  <a:pt x="3865710" y="152382"/>
                  <a:pt x="3854688" y="159818"/>
                  <a:pt x="3838291" y="159818"/>
                </a:cubicBezTo>
                <a:cubicBezTo>
                  <a:pt x="3823688" y="159818"/>
                  <a:pt x="3812671" y="152382"/>
                  <a:pt x="3805238" y="137771"/>
                </a:cubicBezTo>
                <a:cubicBezTo>
                  <a:pt x="3800625" y="128028"/>
                  <a:pt x="3798834" y="119567"/>
                  <a:pt x="3798322" y="103928"/>
                </a:cubicBezTo>
                <a:lnTo>
                  <a:pt x="3877240" y="103928"/>
                </a:lnTo>
                <a:cubicBezTo>
                  <a:pt x="3875187" y="87304"/>
                  <a:pt x="3872626" y="79899"/>
                  <a:pt x="3866222" y="71728"/>
                </a:cubicBezTo>
                <a:cubicBezTo>
                  <a:pt x="3858532" y="62520"/>
                  <a:pt x="3846748" y="57137"/>
                  <a:pt x="3833423" y="57137"/>
                </a:cubicBezTo>
                <a:cubicBezTo>
                  <a:pt x="3820611" y="57137"/>
                  <a:pt x="3808569" y="61750"/>
                  <a:pt x="3798834" y="70449"/>
                </a:cubicBezTo>
                <a:cubicBezTo>
                  <a:pt x="3786788" y="80920"/>
                  <a:pt x="3779872" y="99061"/>
                  <a:pt x="3779872" y="120079"/>
                </a:cubicBezTo>
                <a:cubicBezTo>
                  <a:pt x="3779872" y="155458"/>
                  <a:pt x="3798322" y="177494"/>
                  <a:pt x="3827786" y="177494"/>
                </a:cubicBezTo>
                <a:cubicBezTo>
                  <a:pt x="3852128" y="177494"/>
                  <a:pt x="3871344" y="162379"/>
                  <a:pt x="3882107" y="134694"/>
                </a:cubicBezTo>
                <a:lnTo>
                  <a:pt x="3878006" y="132899"/>
                </a:lnTo>
                <a:moveTo>
                  <a:pt x="3798834" y="95730"/>
                </a:moveTo>
                <a:cubicBezTo>
                  <a:pt x="3801649" y="75813"/>
                  <a:pt x="3810364" y="66364"/>
                  <a:pt x="3825991" y="66364"/>
                </a:cubicBezTo>
                <a:cubicBezTo>
                  <a:pt x="3841622" y="66364"/>
                  <a:pt x="3847772" y="73515"/>
                  <a:pt x="3851103" y="95730"/>
                </a:cubicBezTo>
                <a:lnTo>
                  <a:pt x="3798834" y="95730"/>
                </a:lnTo>
                <a:close/>
                <a:moveTo>
                  <a:pt x="3891330" y="73026"/>
                </a:moveTo>
                <a:cubicBezTo>
                  <a:pt x="3892867" y="72256"/>
                  <a:pt x="3895432" y="72001"/>
                  <a:pt x="3898250" y="72001"/>
                </a:cubicBezTo>
                <a:cubicBezTo>
                  <a:pt x="3905425" y="72001"/>
                  <a:pt x="3907728" y="75845"/>
                  <a:pt x="3907728" y="88395"/>
                </a:cubicBezTo>
                <a:lnTo>
                  <a:pt x="3907728" y="151936"/>
                </a:lnTo>
                <a:cubicBezTo>
                  <a:pt x="3907728" y="166539"/>
                  <a:pt x="3904909" y="170124"/>
                  <a:pt x="3891842" y="171148"/>
                </a:cubicBezTo>
                <a:lnTo>
                  <a:pt x="3891842" y="174991"/>
                </a:lnTo>
                <a:lnTo>
                  <a:pt x="3946164" y="174991"/>
                </a:lnTo>
                <a:lnTo>
                  <a:pt x="3946164" y="171148"/>
                </a:lnTo>
                <a:cubicBezTo>
                  <a:pt x="3933094" y="170124"/>
                  <a:pt x="3929251" y="167051"/>
                  <a:pt x="3929251" y="157828"/>
                </a:cubicBezTo>
                <a:lnTo>
                  <a:pt x="3929251" y="85834"/>
                </a:lnTo>
                <a:cubicBezTo>
                  <a:pt x="3941551" y="74304"/>
                  <a:pt x="3947188" y="71231"/>
                  <a:pt x="3955645" y="71231"/>
                </a:cubicBezTo>
                <a:cubicBezTo>
                  <a:pt x="3968199" y="71231"/>
                  <a:pt x="3974349" y="79172"/>
                  <a:pt x="3974349" y="96081"/>
                </a:cubicBezTo>
                <a:lnTo>
                  <a:pt x="3974349" y="149629"/>
                </a:lnTo>
                <a:cubicBezTo>
                  <a:pt x="3974349" y="165768"/>
                  <a:pt x="3971018" y="170124"/>
                  <a:pt x="3958206" y="171148"/>
                </a:cubicBezTo>
                <a:lnTo>
                  <a:pt x="3958206" y="174991"/>
                </a:lnTo>
                <a:lnTo>
                  <a:pt x="4011503" y="174991"/>
                </a:lnTo>
                <a:lnTo>
                  <a:pt x="4011503" y="171148"/>
                </a:lnTo>
                <a:cubicBezTo>
                  <a:pt x="3998945" y="169870"/>
                  <a:pt x="3995872" y="166793"/>
                  <a:pt x="3995872" y="154243"/>
                </a:cubicBezTo>
                <a:lnTo>
                  <a:pt x="3995872" y="95569"/>
                </a:lnTo>
                <a:cubicBezTo>
                  <a:pt x="3995872" y="71489"/>
                  <a:pt x="3984597" y="57137"/>
                  <a:pt x="3965638" y="57137"/>
                </a:cubicBezTo>
                <a:cubicBezTo>
                  <a:pt x="3953851" y="57137"/>
                  <a:pt x="3945906" y="61496"/>
                  <a:pt x="3928484" y="77893"/>
                </a:cubicBezTo>
                <a:lnTo>
                  <a:pt x="3928484" y="57653"/>
                </a:lnTo>
                <a:lnTo>
                  <a:pt x="3926690" y="57137"/>
                </a:lnTo>
                <a:cubicBezTo>
                  <a:pt x="3914136" y="61750"/>
                  <a:pt x="3905425" y="64569"/>
                  <a:pt x="3891330" y="68670"/>
                </a:cubicBezTo>
                <a:lnTo>
                  <a:pt x="3891330" y="73026"/>
                </a:lnTo>
                <a:close/>
                <a:moveTo>
                  <a:pt x="4080682" y="59639"/>
                </a:moveTo>
                <a:lnTo>
                  <a:pt x="4054804" y="59639"/>
                </a:lnTo>
                <a:lnTo>
                  <a:pt x="4054804" y="29917"/>
                </a:lnTo>
                <a:cubicBezTo>
                  <a:pt x="4054804" y="27356"/>
                  <a:pt x="4054550" y="26586"/>
                  <a:pt x="4053009" y="26586"/>
                </a:cubicBezTo>
                <a:cubicBezTo>
                  <a:pt x="4051219" y="28893"/>
                  <a:pt x="4049678" y="31200"/>
                  <a:pt x="4047888" y="33760"/>
                </a:cubicBezTo>
                <a:cubicBezTo>
                  <a:pt x="4038148" y="47855"/>
                  <a:pt x="4027131" y="60155"/>
                  <a:pt x="4023033" y="61179"/>
                </a:cubicBezTo>
                <a:cubicBezTo>
                  <a:pt x="4020214" y="62970"/>
                  <a:pt x="4018674" y="64765"/>
                  <a:pt x="4018674" y="66047"/>
                </a:cubicBezTo>
                <a:cubicBezTo>
                  <a:pt x="4018674" y="66817"/>
                  <a:pt x="4018932" y="67329"/>
                  <a:pt x="4019702" y="67842"/>
                </a:cubicBezTo>
                <a:lnTo>
                  <a:pt x="4033281" y="67842"/>
                </a:lnTo>
                <a:lnTo>
                  <a:pt x="4033281" y="144957"/>
                </a:lnTo>
                <a:cubicBezTo>
                  <a:pt x="4033281" y="166476"/>
                  <a:pt x="4040967" y="177494"/>
                  <a:pt x="4056086" y="177494"/>
                </a:cubicBezTo>
                <a:cubicBezTo>
                  <a:pt x="4068640" y="177494"/>
                  <a:pt x="4078376" y="171348"/>
                  <a:pt x="4086832" y="158023"/>
                </a:cubicBezTo>
                <a:lnTo>
                  <a:pt x="4083501" y="155204"/>
                </a:lnTo>
                <a:cubicBezTo>
                  <a:pt x="4078121" y="161608"/>
                  <a:pt x="4073766" y="164173"/>
                  <a:pt x="4068128" y="164173"/>
                </a:cubicBezTo>
                <a:cubicBezTo>
                  <a:pt x="4058647" y="164173"/>
                  <a:pt x="4054804" y="157253"/>
                  <a:pt x="4054804" y="141114"/>
                </a:cubicBezTo>
                <a:lnTo>
                  <a:pt x="4054804" y="67842"/>
                </a:lnTo>
                <a:lnTo>
                  <a:pt x="4080682" y="67842"/>
                </a:lnTo>
                <a:lnTo>
                  <a:pt x="4080682" y="59639"/>
                </a:lnTo>
                <a:close/>
                <a:moveTo>
                  <a:pt x="4214692" y="57137"/>
                </a:moveTo>
                <a:cubicBezTo>
                  <a:pt x="4181381" y="57137"/>
                  <a:pt x="4158064" y="81725"/>
                  <a:pt x="4158064" y="117061"/>
                </a:cubicBezTo>
                <a:cubicBezTo>
                  <a:pt x="4158064" y="151627"/>
                  <a:pt x="4181893" y="177494"/>
                  <a:pt x="4214176" y="177494"/>
                </a:cubicBezTo>
                <a:cubicBezTo>
                  <a:pt x="4246463" y="177494"/>
                  <a:pt x="4271059" y="150348"/>
                  <a:pt x="4271059" y="115012"/>
                </a:cubicBezTo>
                <a:cubicBezTo>
                  <a:pt x="4271059" y="81467"/>
                  <a:pt x="4247487" y="57137"/>
                  <a:pt x="4214692" y="57137"/>
                </a:cubicBezTo>
                <a:moveTo>
                  <a:pt x="4211361" y="64315"/>
                </a:moveTo>
                <a:cubicBezTo>
                  <a:pt x="4232884" y="64315"/>
                  <a:pt x="4247999" y="88895"/>
                  <a:pt x="4247999" y="123973"/>
                </a:cubicBezTo>
                <a:cubicBezTo>
                  <a:pt x="4247999" y="152909"/>
                  <a:pt x="4236469" y="170319"/>
                  <a:pt x="4217253" y="170319"/>
                </a:cubicBezTo>
                <a:cubicBezTo>
                  <a:pt x="4207260" y="170319"/>
                  <a:pt x="4197779" y="164177"/>
                  <a:pt x="4192399" y="153934"/>
                </a:cubicBezTo>
                <a:cubicBezTo>
                  <a:pt x="4185225" y="140617"/>
                  <a:pt x="4181123" y="122695"/>
                  <a:pt x="4181123" y="104515"/>
                </a:cubicBezTo>
                <a:cubicBezTo>
                  <a:pt x="4181123" y="80188"/>
                  <a:pt x="4193165" y="64315"/>
                  <a:pt x="4211361" y="64315"/>
                </a:cubicBezTo>
                <a:close/>
                <a:moveTo>
                  <a:pt x="4357921" y="59639"/>
                </a:moveTo>
                <a:lnTo>
                  <a:pt x="4326405" y="59639"/>
                </a:lnTo>
                <a:lnTo>
                  <a:pt x="4326405" y="30003"/>
                </a:lnTo>
                <a:cubicBezTo>
                  <a:pt x="4326405" y="15181"/>
                  <a:pt x="4331272" y="7264"/>
                  <a:pt x="4341011" y="7264"/>
                </a:cubicBezTo>
                <a:cubicBezTo>
                  <a:pt x="4346391" y="7264"/>
                  <a:pt x="4349980" y="9817"/>
                  <a:pt x="4354590" y="17226"/>
                </a:cubicBezTo>
                <a:cubicBezTo>
                  <a:pt x="4358691" y="23869"/>
                  <a:pt x="4361764" y="26426"/>
                  <a:pt x="4366120" y="26426"/>
                </a:cubicBezTo>
                <a:cubicBezTo>
                  <a:pt x="4372015" y="26426"/>
                  <a:pt x="4376883" y="21824"/>
                  <a:pt x="4376883" y="15948"/>
                </a:cubicBezTo>
                <a:cubicBezTo>
                  <a:pt x="4376883" y="6748"/>
                  <a:pt x="4365607" y="86"/>
                  <a:pt x="4350234" y="86"/>
                </a:cubicBezTo>
                <a:cubicBezTo>
                  <a:pt x="4334349" y="86"/>
                  <a:pt x="4320767" y="7006"/>
                  <a:pt x="4314105" y="18759"/>
                </a:cubicBezTo>
                <a:cubicBezTo>
                  <a:pt x="4307446" y="30003"/>
                  <a:pt x="4305394" y="39199"/>
                  <a:pt x="4305140" y="59639"/>
                </a:cubicBezTo>
                <a:lnTo>
                  <a:pt x="4284129" y="59639"/>
                </a:lnTo>
                <a:lnTo>
                  <a:pt x="4284129" y="67842"/>
                </a:lnTo>
                <a:lnTo>
                  <a:pt x="4305140" y="67842"/>
                </a:lnTo>
                <a:lnTo>
                  <a:pt x="4305140" y="148335"/>
                </a:lnTo>
                <a:cubicBezTo>
                  <a:pt x="4305140" y="167047"/>
                  <a:pt x="4302321" y="170124"/>
                  <a:pt x="4283871" y="171148"/>
                </a:cubicBezTo>
                <a:lnTo>
                  <a:pt x="4283871" y="174991"/>
                </a:lnTo>
                <a:lnTo>
                  <a:pt x="4350492" y="174991"/>
                </a:lnTo>
                <a:lnTo>
                  <a:pt x="4350492" y="171148"/>
                </a:lnTo>
                <a:cubicBezTo>
                  <a:pt x="4329482" y="170382"/>
                  <a:pt x="4326663" y="167563"/>
                  <a:pt x="4326663" y="148335"/>
                </a:cubicBezTo>
                <a:lnTo>
                  <a:pt x="4326663" y="67842"/>
                </a:lnTo>
                <a:lnTo>
                  <a:pt x="4357921" y="67842"/>
                </a:lnTo>
                <a:lnTo>
                  <a:pt x="4357921" y="59639"/>
                </a:lnTo>
                <a:close/>
                <a:moveTo>
                  <a:pt x="4516271" y="177494"/>
                </a:moveTo>
                <a:lnTo>
                  <a:pt x="4553937" y="164173"/>
                </a:lnTo>
                <a:lnTo>
                  <a:pt x="4553937" y="160076"/>
                </a:lnTo>
                <a:cubicBezTo>
                  <a:pt x="4549324" y="160330"/>
                  <a:pt x="4548811" y="160330"/>
                  <a:pt x="4548041" y="160330"/>
                </a:cubicBezTo>
                <a:cubicBezTo>
                  <a:pt x="4538818" y="160330"/>
                  <a:pt x="4536769" y="157515"/>
                  <a:pt x="4536769" y="145735"/>
                </a:cubicBezTo>
                <a:lnTo>
                  <a:pt x="4536769" y="512"/>
                </a:lnTo>
                <a:lnTo>
                  <a:pt x="4535487" y="0"/>
                </a:lnTo>
                <a:cubicBezTo>
                  <a:pt x="4523187" y="4355"/>
                  <a:pt x="4514222" y="6916"/>
                  <a:pt x="4497821" y="11276"/>
                </a:cubicBezTo>
                <a:lnTo>
                  <a:pt x="4497821" y="15373"/>
                </a:lnTo>
                <a:cubicBezTo>
                  <a:pt x="4499873" y="15119"/>
                  <a:pt x="4501410" y="15119"/>
                  <a:pt x="4503459" y="15119"/>
                </a:cubicBezTo>
                <a:cubicBezTo>
                  <a:pt x="4512940" y="15119"/>
                  <a:pt x="4515246" y="17680"/>
                  <a:pt x="4515246" y="28185"/>
                </a:cubicBezTo>
                <a:lnTo>
                  <a:pt x="4515246" y="68154"/>
                </a:lnTo>
                <a:cubicBezTo>
                  <a:pt x="4505507" y="59956"/>
                  <a:pt x="4498591" y="57137"/>
                  <a:pt x="4488340" y="57137"/>
                </a:cubicBezTo>
                <a:cubicBezTo>
                  <a:pt x="4458876" y="57137"/>
                  <a:pt x="4435046" y="86076"/>
                  <a:pt x="4435046" y="122437"/>
                </a:cubicBezTo>
                <a:cubicBezTo>
                  <a:pt x="4435046" y="155208"/>
                  <a:pt x="4454262" y="177494"/>
                  <a:pt x="4482448" y="177494"/>
                </a:cubicBezTo>
                <a:cubicBezTo>
                  <a:pt x="4496796" y="177494"/>
                  <a:pt x="4506536" y="172372"/>
                  <a:pt x="4515246" y="160330"/>
                </a:cubicBezTo>
                <a:lnTo>
                  <a:pt x="4515246" y="176727"/>
                </a:lnTo>
                <a:lnTo>
                  <a:pt x="4516271" y="177494"/>
                </a:lnTo>
                <a:moveTo>
                  <a:pt x="4515246" y="148808"/>
                </a:moveTo>
                <a:cubicBezTo>
                  <a:pt x="4515246" y="150603"/>
                  <a:pt x="4513452" y="153676"/>
                  <a:pt x="4510891" y="156491"/>
                </a:cubicBezTo>
                <a:cubicBezTo>
                  <a:pt x="4506277" y="161612"/>
                  <a:pt x="4499873" y="164173"/>
                  <a:pt x="4492441" y="164173"/>
                </a:cubicBezTo>
                <a:cubicBezTo>
                  <a:pt x="4471176" y="164173"/>
                  <a:pt x="4457081" y="143686"/>
                  <a:pt x="4457081" y="112193"/>
                </a:cubicBezTo>
                <a:cubicBezTo>
                  <a:pt x="4457081" y="83261"/>
                  <a:pt x="4469636" y="64315"/>
                  <a:pt x="4489110" y="64315"/>
                </a:cubicBezTo>
                <a:cubicBezTo>
                  <a:pt x="4502692" y="64315"/>
                  <a:pt x="4515246" y="76345"/>
                  <a:pt x="4515246" y="89916"/>
                </a:cubicBezTo>
                <a:lnTo>
                  <a:pt x="4515246" y="148808"/>
                </a:lnTo>
                <a:close/>
                <a:moveTo>
                  <a:pt x="4601081" y="57137"/>
                </a:moveTo>
                <a:lnTo>
                  <a:pt x="4561366" y="71149"/>
                </a:lnTo>
                <a:lnTo>
                  <a:pt x="4561366" y="74996"/>
                </a:lnTo>
                <a:lnTo>
                  <a:pt x="4563418" y="74738"/>
                </a:lnTo>
                <a:cubicBezTo>
                  <a:pt x="4566491" y="74226"/>
                  <a:pt x="4569822" y="73968"/>
                  <a:pt x="4572129" y="73968"/>
                </a:cubicBezTo>
                <a:cubicBezTo>
                  <a:pt x="4578279" y="73968"/>
                  <a:pt x="4580582" y="78069"/>
                  <a:pt x="4580582" y="89353"/>
                </a:cubicBezTo>
                <a:lnTo>
                  <a:pt x="4580582" y="148843"/>
                </a:lnTo>
                <a:cubicBezTo>
                  <a:pt x="4580582" y="167305"/>
                  <a:pt x="4578021" y="170124"/>
                  <a:pt x="4560341" y="171148"/>
                </a:cubicBezTo>
                <a:lnTo>
                  <a:pt x="4560341" y="174991"/>
                </a:lnTo>
                <a:lnTo>
                  <a:pt x="4621067" y="174991"/>
                </a:lnTo>
                <a:lnTo>
                  <a:pt x="4621067" y="171148"/>
                </a:lnTo>
                <a:cubicBezTo>
                  <a:pt x="4604158" y="169870"/>
                  <a:pt x="4602105" y="167305"/>
                  <a:pt x="4602105" y="148843"/>
                </a:cubicBezTo>
                <a:lnTo>
                  <a:pt x="4602105" y="57907"/>
                </a:lnTo>
                <a:lnTo>
                  <a:pt x="4601081" y="57137"/>
                </a:lnTo>
                <a:moveTo>
                  <a:pt x="4589039" y="86"/>
                </a:moveTo>
                <a:cubicBezTo>
                  <a:pt x="4582122" y="86"/>
                  <a:pt x="4576227" y="5982"/>
                  <a:pt x="4576227" y="13156"/>
                </a:cubicBezTo>
                <a:cubicBezTo>
                  <a:pt x="4576227" y="20331"/>
                  <a:pt x="4581864" y="26223"/>
                  <a:pt x="4589039" y="26223"/>
                </a:cubicBezTo>
                <a:cubicBezTo>
                  <a:pt x="4596471" y="26223"/>
                  <a:pt x="4602363" y="20585"/>
                  <a:pt x="4602363" y="13156"/>
                </a:cubicBezTo>
                <a:cubicBezTo>
                  <a:pt x="4602363" y="5982"/>
                  <a:pt x="4596471" y="86"/>
                  <a:pt x="4589039" y="86"/>
                </a:cubicBezTo>
                <a:close/>
                <a:moveTo>
                  <a:pt x="4706647" y="59639"/>
                </a:moveTo>
                <a:lnTo>
                  <a:pt x="4675131" y="59639"/>
                </a:lnTo>
                <a:lnTo>
                  <a:pt x="4675131" y="30003"/>
                </a:lnTo>
                <a:cubicBezTo>
                  <a:pt x="4675131" y="15181"/>
                  <a:pt x="4679998" y="7264"/>
                  <a:pt x="4689737" y="7264"/>
                </a:cubicBezTo>
                <a:cubicBezTo>
                  <a:pt x="4695117" y="7264"/>
                  <a:pt x="4698706" y="9817"/>
                  <a:pt x="4703316" y="17226"/>
                </a:cubicBezTo>
                <a:cubicBezTo>
                  <a:pt x="4707417" y="23869"/>
                  <a:pt x="4710490" y="26426"/>
                  <a:pt x="4714846" y="26426"/>
                </a:cubicBezTo>
                <a:cubicBezTo>
                  <a:pt x="4720742" y="26426"/>
                  <a:pt x="4725609" y="21824"/>
                  <a:pt x="4725609" y="15948"/>
                </a:cubicBezTo>
                <a:cubicBezTo>
                  <a:pt x="4725609" y="6748"/>
                  <a:pt x="4714334" y="86"/>
                  <a:pt x="4698960" y="86"/>
                </a:cubicBezTo>
                <a:cubicBezTo>
                  <a:pt x="4683075" y="86"/>
                  <a:pt x="4669493" y="7006"/>
                  <a:pt x="4662831" y="18759"/>
                </a:cubicBezTo>
                <a:cubicBezTo>
                  <a:pt x="4656172" y="30003"/>
                  <a:pt x="4654120" y="39199"/>
                  <a:pt x="4653866" y="59639"/>
                </a:cubicBezTo>
                <a:lnTo>
                  <a:pt x="4632855" y="59639"/>
                </a:lnTo>
                <a:lnTo>
                  <a:pt x="4632855" y="67842"/>
                </a:lnTo>
                <a:lnTo>
                  <a:pt x="4653866" y="67842"/>
                </a:lnTo>
                <a:lnTo>
                  <a:pt x="4653866" y="148335"/>
                </a:lnTo>
                <a:cubicBezTo>
                  <a:pt x="4653866" y="167047"/>
                  <a:pt x="4651047" y="170124"/>
                  <a:pt x="4632597" y="171148"/>
                </a:cubicBezTo>
                <a:lnTo>
                  <a:pt x="4632597" y="174991"/>
                </a:lnTo>
                <a:lnTo>
                  <a:pt x="4699219" y="174991"/>
                </a:lnTo>
                <a:lnTo>
                  <a:pt x="4699219" y="171148"/>
                </a:lnTo>
                <a:cubicBezTo>
                  <a:pt x="4678208" y="170382"/>
                  <a:pt x="4675389" y="167563"/>
                  <a:pt x="4675389" y="148335"/>
                </a:cubicBezTo>
                <a:lnTo>
                  <a:pt x="4675389" y="67842"/>
                </a:lnTo>
                <a:lnTo>
                  <a:pt x="4706647" y="67842"/>
                </a:lnTo>
                <a:lnTo>
                  <a:pt x="4706647" y="5963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3" name="Text f">
            <a:extLst xmlns:a="http://schemas.openxmlformats.org/drawingml/2006/main">
              <a:ext uri="{FF2B5EF4-FFF2-40B4-BE49-F238E27FC236}">
                <a16:creationId xmlns:a16="http://schemas.microsoft.com/office/drawing/2014/main" id="{85A1CABD-9630-454E-BBF0-B4A690E2C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2534" y="4872763"/>
            <a:ext cx="93012" cy="174905"/>
          </a:xfrm>
          <a:custGeom xmlns:a="http://schemas.openxmlformats.org/drawingml/2006/main">
            <a:pathLst>
              <a:path w="93012" h="174905">
                <a:moveTo>
                  <a:pt x="74050" y="59553"/>
                </a:moveTo>
                <a:lnTo>
                  <a:pt x="42534" y="59553"/>
                </a:lnTo>
                <a:lnTo>
                  <a:pt x="42534" y="29917"/>
                </a:lnTo>
                <a:cubicBezTo>
                  <a:pt x="42534" y="15095"/>
                  <a:pt x="47401" y="7178"/>
                  <a:pt x="57141" y="7178"/>
                </a:cubicBezTo>
                <a:cubicBezTo>
                  <a:pt x="62520" y="7178"/>
                  <a:pt x="66110" y="9731"/>
                  <a:pt x="70719" y="17140"/>
                </a:cubicBezTo>
                <a:cubicBezTo>
                  <a:pt x="74820" y="23783"/>
                  <a:pt x="77893" y="26340"/>
                  <a:pt x="82249" y="26340"/>
                </a:cubicBezTo>
                <a:cubicBezTo>
                  <a:pt x="88145" y="26340"/>
                  <a:pt x="93012" y="21738"/>
                  <a:pt x="93012" y="15862"/>
                </a:cubicBezTo>
                <a:cubicBezTo>
                  <a:pt x="93012" y="6662"/>
                  <a:pt x="81737" y="0"/>
                  <a:pt x="66364" y="0"/>
                </a:cubicBezTo>
                <a:cubicBezTo>
                  <a:pt x="50478" y="0"/>
                  <a:pt x="36896" y="6920"/>
                  <a:pt x="30234" y="18673"/>
                </a:cubicBezTo>
                <a:cubicBezTo>
                  <a:pt x="23576" y="29917"/>
                  <a:pt x="21523" y="39113"/>
                  <a:pt x="21269" y="59553"/>
                </a:cubicBezTo>
                <a:lnTo>
                  <a:pt x="258" y="59553"/>
                </a:lnTo>
                <a:lnTo>
                  <a:pt x="258" y="67756"/>
                </a:lnTo>
                <a:lnTo>
                  <a:pt x="21269" y="67756"/>
                </a:lnTo>
                <a:lnTo>
                  <a:pt x="21269" y="148249"/>
                </a:lnTo>
                <a:cubicBezTo>
                  <a:pt x="21269" y="166961"/>
                  <a:pt x="18450" y="170038"/>
                  <a:pt x="0" y="171062"/>
                </a:cubicBezTo>
                <a:lnTo>
                  <a:pt x="0" y="174905"/>
                </a:lnTo>
                <a:lnTo>
                  <a:pt x="66622" y="174905"/>
                </a:lnTo>
                <a:lnTo>
                  <a:pt x="66622" y="171062"/>
                </a:lnTo>
                <a:cubicBezTo>
                  <a:pt x="45611" y="170296"/>
                  <a:pt x="42792" y="167477"/>
                  <a:pt x="42792" y="148249"/>
                </a:cubicBezTo>
                <a:lnTo>
                  <a:pt x="42792" y="67756"/>
                </a:lnTo>
                <a:lnTo>
                  <a:pt x="74050" y="67756"/>
                </a:lnTo>
                <a:lnTo>
                  <a:pt x="74050" y="5955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4" name="Text erentmethods.">
            <a:extLst xmlns:a="http://schemas.openxmlformats.org/drawingml/2006/main">
              <a:ext uri="{FF2B5EF4-FFF2-40B4-BE49-F238E27FC236}">
                <a16:creationId xmlns:a16="http://schemas.microsoft.com/office/drawing/2014/main" id="{3317C8EC-8860-47EA-A104-55A323008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9140" y="4872677"/>
            <a:ext cx="1484586" cy="177744"/>
          </a:xfrm>
          <a:custGeom xmlns:a="http://schemas.openxmlformats.org/drawingml/2006/main">
            <a:pathLst>
              <a:path w="1484586" h="177744">
                <a:moveTo>
                  <a:pt x="98134" y="132899"/>
                </a:moveTo>
                <a:cubicBezTo>
                  <a:pt x="85838" y="152382"/>
                  <a:pt x="74816" y="159818"/>
                  <a:pt x="58419" y="159818"/>
                </a:cubicBezTo>
                <a:cubicBezTo>
                  <a:pt x="43816" y="159818"/>
                  <a:pt x="32799" y="152382"/>
                  <a:pt x="25366" y="137771"/>
                </a:cubicBezTo>
                <a:cubicBezTo>
                  <a:pt x="20753" y="128028"/>
                  <a:pt x="18962" y="119567"/>
                  <a:pt x="18450" y="103928"/>
                </a:cubicBezTo>
                <a:lnTo>
                  <a:pt x="97368" y="103928"/>
                </a:lnTo>
                <a:cubicBezTo>
                  <a:pt x="95315" y="87304"/>
                  <a:pt x="92754" y="79899"/>
                  <a:pt x="86350" y="71728"/>
                </a:cubicBezTo>
                <a:cubicBezTo>
                  <a:pt x="78660" y="62520"/>
                  <a:pt x="66876" y="57137"/>
                  <a:pt x="53551" y="57137"/>
                </a:cubicBezTo>
                <a:cubicBezTo>
                  <a:pt x="40739" y="57137"/>
                  <a:pt x="28697" y="61750"/>
                  <a:pt x="18962" y="70449"/>
                </a:cubicBezTo>
                <a:cubicBezTo>
                  <a:pt x="6916" y="80920"/>
                  <a:pt x="0" y="99061"/>
                  <a:pt x="0" y="120079"/>
                </a:cubicBezTo>
                <a:cubicBezTo>
                  <a:pt x="0" y="155458"/>
                  <a:pt x="18450" y="177494"/>
                  <a:pt x="47914" y="177494"/>
                </a:cubicBezTo>
                <a:cubicBezTo>
                  <a:pt x="72256" y="177494"/>
                  <a:pt x="91472" y="162379"/>
                  <a:pt x="102235" y="134694"/>
                </a:cubicBezTo>
                <a:lnTo>
                  <a:pt x="98134" y="132899"/>
                </a:lnTo>
                <a:moveTo>
                  <a:pt x="18962" y="95730"/>
                </a:moveTo>
                <a:cubicBezTo>
                  <a:pt x="21777" y="75813"/>
                  <a:pt x="30492" y="66364"/>
                  <a:pt x="46119" y="66364"/>
                </a:cubicBezTo>
                <a:cubicBezTo>
                  <a:pt x="61750" y="66364"/>
                  <a:pt x="67900" y="73515"/>
                  <a:pt x="71231" y="95730"/>
                </a:cubicBezTo>
                <a:lnTo>
                  <a:pt x="18962" y="95730"/>
                </a:lnTo>
                <a:close/>
                <a:moveTo>
                  <a:pt x="109151" y="75075"/>
                </a:moveTo>
                <a:cubicBezTo>
                  <a:pt x="112740" y="74304"/>
                  <a:pt x="115047" y="74046"/>
                  <a:pt x="118120" y="74046"/>
                </a:cubicBezTo>
                <a:cubicBezTo>
                  <a:pt x="124524" y="74046"/>
                  <a:pt x="126831" y="78148"/>
                  <a:pt x="126831" y="89419"/>
                </a:cubicBezTo>
                <a:lnTo>
                  <a:pt x="126831" y="153472"/>
                </a:lnTo>
                <a:cubicBezTo>
                  <a:pt x="126831" y="166281"/>
                  <a:pt x="125037" y="168075"/>
                  <a:pt x="108639" y="171148"/>
                </a:cubicBezTo>
                <a:lnTo>
                  <a:pt x="108639" y="174991"/>
                </a:lnTo>
                <a:lnTo>
                  <a:pt x="170135" y="174991"/>
                </a:lnTo>
                <a:lnTo>
                  <a:pt x="170135" y="171148"/>
                </a:lnTo>
                <a:cubicBezTo>
                  <a:pt x="152710" y="170382"/>
                  <a:pt x="148354" y="166539"/>
                  <a:pt x="148354" y="151936"/>
                </a:cubicBezTo>
                <a:lnTo>
                  <a:pt x="148354" y="94287"/>
                </a:lnTo>
                <a:cubicBezTo>
                  <a:pt x="148354" y="86088"/>
                  <a:pt x="159372" y="73280"/>
                  <a:pt x="166292" y="73280"/>
                </a:cubicBezTo>
                <a:cubicBezTo>
                  <a:pt x="167828" y="73280"/>
                  <a:pt x="170135" y="74562"/>
                  <a:pt x="172954" y="77123"/>
                </a:cubicBezTo>
                <a:cubicBezTo>
                  <a:pt x="177051" y="80708"/>
                  <a:pt x="179870" y="82245"/>
                  <a:pt x="183201" y="82245"/>
                </a:cubicBezTo>
                <a:cubicBezTo>
                  <a:pt x="189351" y="82245"/>
                  <a:pt x="193195" y="77890"/>
                  <a:pt x="193195" y="70719"/>
                </a:cubicBezTo>
                <a:cubicBezTo>
                  <a:pt x="193195" y="62262"/>
                  <a:pt x="187815" y="57137"/>
                  <a:pt x="179104" y="57137"/>
                </a:cubicBezTo>
                <a:cubicBezTo>
                  <a:pt x="168341" y="57137"/>
                  <a:pt x="160912" y="63033"/>
                  <a:pt x="148354" y="81221"/>
                </a:cubicBezTo>
                <a:lnTo>
                  <a:pt x="148354" y="57653"/>
                </a:lnTo>
                <a:lnTo>
                  <a:pt x="147076" y="57137"/>
                </a:lnTo>
                <a:cubicBezTo>
                  <a:pt x="133493" y="62775"/>
                  <a:pt x="124270" y="66106"/>
                  <a:pt x="109151" y="70973"/>
                </a:cubicBezTo>
                <a:lnTo>
                  <a:pt x="109151" y="75075"/>
                </a:lnTo>
                <a:close/>
                <a:moveTo>
                  <a:pt x="297223" y="132899"/>
                </a:moveTo>
                <a:cubicBezTo>
                  <a:pt x="284927" y="152382"/>
                  <a:pt x="273905" y="159818"/>
                  <a:pt x="257508" y="159818"/>
                </a:cubicBezTo>
                <a:cubicBezTo>
                  <a:pt x="242905" y="159818"/>
                  <a:pt x="231888" y="152382"/>
                  <a:pt x="224455" y="137771"/>
                </a:cubicBezTo>
                <a:cubicBezTo>
                  <a:pt x="219842" y="128028"/>
                  <a:pt x="218051" y="119567"/>
                  <a:pt x="217539" y="103928"/>
                </a:cubicBezTo>
                <a:lnTo>
                  <a:pt x="296457" y="103928"/>
                </a:lnTo>
                <a:cubicBezTo>
                  <a:pt x="294404" y="87304"/>
                  <a:pt x="291843" y="79899"/>
                  <a:pt x="285439" y="71728"/>
                </a:cubicBezTo>
                <a:cubicBezTo>
                  <a:pt x="277749" y="62520"/>
                  <a:pt x="265965" y="57137"/>
                  <a:pt x="252640" y="57137"/>
                </a:cubicBezTo>
                <a:cubicBezTo>
                  <a:pt x="239828" y="57137"/>
                  <a:pt x="227786" y="61750"/>
                  <a:pt x="218051" y="70449"/>
                </a:cubicBezTo>
                <a:cubicBezTo>
                  <a:pt x="206005" y="80920"/>
                  <a:pt x="199089" y="99061"/>
                  <a:pt x="199089" y="120079"/>
                </a:cubicBezTo>
                <a:cubicBezTo>
                  <a:pt x="199089" y="155458"/>
                  <a:pt x="217539" y="177494"/>
                  <a:pt x="247003" y="177494"/>
                </a:cubicBezTo>
                <a:cubicBezTo>
                  <a:pt x="271344" y="177494"/>
                  <a:pt x="290561" y="162379"/>
                  <a:pt x="301324" y="134694"/>
                </a:cubicBezTo>
                <a:lnTo>
                  <a:pt x="297223" y="132899"/>
                </a:lnTo>
                <a:moveTo>
                  <a:pt x="218051" y="95730"/>
                </a:moveTo>
                <a:cubicBezTo>
                  <a:pt x="220866" y="75813"/>
                  <a:pt x="229581" y="66364"/>
                  <a:pt x="245208" y="66364"/>
                </a:cubicBezTo>
                <a:cubicBezTo>
                  <a:pt x="260839" y="66364"/>
                  <a:pt x="266989" y="73515"/>
                  <a:pt x="270320" y="95730"/>
                </a:cubicBezTo>
                <a:lnTo>
                  <a:pt x="218051" y="95730"/>
                </a:lnTo>
                <a:close/>
                <a:moveTo>
                  <a:pt x="310548" y="73026"/>
                </a:moveTo>
                <a:cubicBezTo>
                  <a:pt x="312084" y="72256"/>
                  <a:pt x="314649" y="72001"/>
                  <a:pt x="317468" y="72001"/>
                </a:cubicBezTo>
                <a:cubicBezTo>
                  <a:pt x="324642" y="72001"/>
                  <a:pt x="326945" y="75845"/>
                  <a:pt x="326945" y="88395"/>
                </a:cubicBezTo>
                <a:lnTo>
                  <a:pt x="326945" y="151936"/>
                </a:lnTo>
                <a:cubicBezTo>
                  <a:pt x="326945" y="166539"/>
                  <a:pt x="324126" y="170124"/>
                  <a:pt x="311060" y="171148"/>
                </a:cubicBezTo>
                <a:lnTo>
                  <a:pt x="311060" y="174991"/>
                </a:lnTo>
                <a:lnTo>
                  <a:pt x="365381" y="174991"/>
                </a:lnTo>
                <a:lnTo>
                  <a:pt x="365381" y="171148"/>
                </a:lnTo>
                <a:cubicBezTo>
                  <a:pt x="352311" y="170124"/>
                  <a:pt x="348468" y="167051"/>
                  <a:pt x="348468" y="157828"/>
                </a:cubicBezTo>
                <a:lnTo>
                  <a:pt x="348468" y="85834"/>
                </a:lnTo>
                <a:cubicBezTo>
                  <a:pt x="360768" y="74304"/>
                  <a:pt x="366406" y="71231"/>
                  <a:pt x="374862" y="71231"/>
                </a:cubicBezTo>
                <a:cubicBezTo>
                  <a:pt x="387417" y="71231"/>
                  <a:pt x="393567" y="79172"/>
                  <a:pt x="393567" y="96081"/>
                </a:cubicBezTo>
                <a:lnTo>
                  <a:pt x="393567" y="149629"/>
                </a:lnTo>
                <a:cubicBezTo>
                  <a:pt x="393567" y="165768"/>
                  <a:pt x="390236" y="170124"/>
                  <a:pt x="377423" y="171148"/>
                </a:cubicBezTo>
                <a:lnTo>
                  <a:pt x="377423" y="174991"/>
                </a:lnTo>
                <a:lnTo>
                  <a:pt x="430721" y="174991"/>
                </a:lnTo>
                <a:lnTo>
                  <a:pt x="430721" y="171148"/>
                </a:lnTo>
                <a:cubicBezTo>
                  <a:pt x="418163" y="169870"/>
                  <a:pt x="415090" y="166793"/>
                  <a:pt x="415090" y="154243"/>
                </a:cubicBezTo>
                <a:lnTo>
                  <a:pt x="415090" y="95569"/>
                </a:lnTo>
                <a:cubicBezTo>
                  <a:pt x="415090" y="71489"/>
                  <a:pt x="403814" y="57137"/>
                  <a:pt x="384856" y="57137"/>
                </a:cubicBezTo>
                <a:cubicBezTo>
                  <a:pt x="373068" y="57137"/>
                  <a:pt x="365123" y="61496"/>
                  <a:pt x="347702" y="77893"/>
                </a:cubicBezTo>
                <a:lnTo>
                  <a:pt x="347702" y="57653"/>
                </a:lnTo>
                <a:lnTo>
                  <a:pt x="345907" y="57137"/>
                </a:lnTo>
                <a:cubicBezTo>
                  <a:pt x="333353" y="61750"/>
                  <a:pt x="324642" y="64569"/>
                  <a:pt x="310548" y="68670"/>
                </a:cubicBezTo>
                <a:lnTo>
                  <a:pt x="310548" y="73026"/>
                </a:lnTo>
                <a:close/>
                <a:moveTo>
                  <a:pt x="499900" y="59639"/>
                </a:moveTo>
                <a:lnTo>
                  <a:pt x="474021" y="59639"/>
                </a:lnTo>
                <a:lnTo>
                  <a:pt x="474021" y="29917"/>
                </a:lnTo>
                <a:cubicBezTo>
                  <a:pt x="474021" y="27356"/>
                  <a:pt x="473767" y="26586"/>
                  <a:pt x="472227" y="26586"/>
                </a:cubicBezTo>
                <a:cubicBezTo>
                  <a:pt x="470436" y="28893"/>
                  <a:pt x="468895" y="31200"/>
                  <a:pt x="467105" y="33760"/>
                </a:cubicBezTo>
                <a:cubicBezTo>
                  <a:pt x="457366" y="47855"/>
                  <a:pt x="446348" y="60155"/>
                  <a:pt x="442251" y="61179"/>
                </a:cubicBezTo>
                <a:cubicBezTo>
                  <a:pt x="439432" y="62970"/>
                  <a:pt x="437891" y="64765"/>
                  <a:pt x="437891" y="66047"/>
                </a:cubicBezTo>
                <a:cubicBezTo>
                  <a:pt x="437891" y="66817"/>
                  <a:pt x="438149" y="67329"/>
                  <a:pt x="438920" y="67842"/>
                </a:cubicBezTo>
                <a:lnTo>
                  <a:pt x="452498" y="67842"/>
                </a:lnTo>
                <a:lnTo>
                  <a:pt x="452498" y="144957"/>
                </a:lnTo>
                <a:cubicBezTo>
                  <a:pt x="452498" y="166476"/>
                  <a:pt x="460185" y="177494"/>
                  <a:pt x="475303" y="177494"/>
                </a:cubicBezTo>
                <a:cubicBezTo>
                  <a:pt x="487858" y="177494"/>
                  <a:pt x="497593" y="171348"/>
                  <a:pt x="506050" y="158023"/>
                </a:cubicBezTo>
                <a:lnTo>
                  <a:pt x="502718" y="155204"/>
                </a:lnTo>
                <a:cubicBezTo>
                  <a:pt x="497339" y="161608"/>
                  <a:pt x="492983" y="164173"/>
                  <a:pt x="487345" y="164173"/>
                </a:cubicBezTo>
                <a:cubicBezTo>
                  <a:pt x="477864" y="164173"/>
                  <a:pt x="474021" y="157253"/>
                  <a:pt x="474021" y="141114"/>
                </a:cubicBezTo>
                <a:lnTo>
                  <a:pt x="474021" y="67842"/>
                </a:lnTo>
                <a:lnTo>
                  <a:pt x="499900" y="67842"/>
                </a:lnTo>
                <a:lnTo>
                  <a:pt x="499900" y="59639"/>
                </a:lnTo>
                <a:close/>
                <a:moveTo>
                  <a:pt x="574720" y="73026"/>
                </a:moveTo>
                <a:cubicBezTo>
                  <a:pt x="578051" y="72256"/>
                  <a:pt x="580100" y="72001"/>
                  <a:pt x="582918" y="72001"/>
                </a:cubicBezTo>
                <a:cubicBezTo>
                  <a:pt x="589581" y="72001"/>
                  <a:pt x="591887" y="76099"/>
                  <a:pt x="591887" y="88395"/>
                </a:cubicBezTo>
                <a:lnTo>
                  <a:pt x="591887" y="153214"/>
                </a:lnTo>
                <a:cubicBezTo>
                  <a:pt x="591887" y="167051"/>
                  <a:pt x="588298" y="170894"/>
                  <a:pt x="573950" y="171148"/>
                </a:cubicBezTo>
                <a:lnTo>
                  <a:pt x="573950" y="174991"/>
                </a:lnTo>
                <a:lnTo>
                  <a:pt x="630832" y="174991"/>
                </a:lnTo>
                <a:lnTo>
                  <a:pt x="630832" y="171148"/>
                </a:lnTo>
                <a:cubicBezTo>
                  <a:pt x="617254" y="170636"/>
                  <a:pt x="613410" y="167821"/>
                  <a:pt x="613410" y="157828"/>
                </a:cubicBezTo>
                <a:lnTo>
                  <a:pt x="613410" y="85580"/>
                </a:lnTo>
                <a:cubicBezTo>
                  <a:pt x="613410" y="85068"/>
                  <a:pt x="615459" y="82503"/>
                  <a:pt x="617254" y="80712"/>
                </a:cubicBezTo>
                <a:cubicBezTo>
                  <a:pt x="623658" y="74816"/>
                  <a:pt x="634675" y="70461"/>
                  <a:pt x="643644" y="70461"/>
                </a:cubicBezTo>
                <a:cubicBezTo>
                  <a:pt x="654916" y="70461"/>
                  <a:pt x="660554" y="79430"/>
                  <a:pt x="660554" y="97364"/>
                </a:cubicBezTo>
                <a:lnTo>
                  <a:pt x="660554" y="152960"/>
                </a:lnTo>
                <a:cubicBezTo>
                  <a:pt x="660554" y="167309"/>
                  <a:pt x="657735" y="170124"/>
                  <a:pt x="643132" y="171148"/>
                </a:cubicBezTo>
                <a:lnTo>
                  <a:pt x="643132" y="174991"/>
                </a:lnTo>
                <a:lnTo>
                  <a:pt x="700527" y="174991"/>
                </a:lnTo>
                <a:lnTo>
                  <a:pt x="700527" y="171148"/>
                </a:lnTo>
                <a:cubicBezTo>
                  <a:pt x="685920" y="170894"/>
                  <a:pt x="682077" y="166539"/>
                  <a:pt x="682077" y="150653"/>
                </a:cubicBezTo>
                <a:lnTo>
                  <a:pt x="682077" y="86092"/>
                </a:lnTo>
                <a:cubicBezTo>
                  <a:pt x="689763" y="75075"/>
                  <a:pt x="698220" y="70461"/>
                  <a:pt x="710008" y="70461"/>
                </a:cubicBezTo>
                <a:cubicBezTo>
                  <a:pt x="724611" y="70461"/>
                  <a:pt x="729224" y="77381"/>
                  <a:pt x="729224" y="98646"/>
                </a:cubicBezTo>
                <a:lnTo>
                  <a:pt x="729224" y="152702"/>
                </a:lnTo>
                <a:cubicBezTo>
                  <a:pt x="729224" y="167309"/>
                  <a:pt x="727176" y="169358"/>
                  <a:pt x="712315" y="171148"/>
                </a:cubicBezTo>
                <a:lnTo>
                  <a:pt x="712315" y="174991"/>
                </a:lnTo>
                <a:lnTo>
                  <a:pt x="768427" y="174991"/>
                </a:lnTo>
                <a:lnTo>
                  <a:pt x="768427" y="171148"/>
                </a:lnTo>
                <a:lnTo>
                  <a:pt x="761765" y="170636"/>
                </a:lnTo>
                <a:cubicBezTo>
                  <a:pt x="754078" y="170124"/>
                  <a:pt x="750747" y="165514"/>
                  <a:pt x="750747" y="155521"/>
                </a:cubicBezTo>
                <a:lnTo>
                  <a:pt x="750747" y="102744"/>
                </a:lnTo>
                <a:cubicBezTo>
                  <a:pt x="750747" y="72514"/>
                  <a:pt x="740754" y="57137"/>
                  <a:pt x="721026" y="57137"/>
                </a:cubicBezTo>
                <a:cubicBezTo>
                  <a:pt x="706165" y="57137"/>
                  <a:pt x="693095" y="63799"/>
                  <a:pt x="679258" y="78660"/>
                </a:cubicBezTo>
                <a:cubicBezTo>
                  <a:pt x="674648" y="64057"/>
                  <a:pt x="665938" y="57137"/>
                  <a:pt x="652101" y="57137"/>
                </a:cubicBezTo>
                <a:cubicBezTo>
                  <a:pt x="640825" y="57137"/>
                  <a:pt x="633651" y="60726"/>
                  <a:pt x="612382" y="76869"/>
                </a:cubicBezTo>
                <a:lnTo>
                  <a:pt x="612382" y="57653"/>
                </a:lnTo>
                <a:lnTo>
                  <a:pt x="610592" y="57137"/>
                </a:lnTo>
                <a:cubicBezTo>
                  <a:pt x="597521" y="62008"/>
                  <a:pt x="588810" y="64827"/>
                  <a:pt x="574720" y="68670"/>
                </a:cubicBezTo>
                <a:lnTo>
                  <a:pt x="574720" y="73026"/>
                </a:lnTo>
                <a:close/>
                <a:moveTo>
                  <a:pt x="873735" y="132899"/>
                </a:moveTo>
                <a:cubicBezTo>
                  <a:pt x="861439" y="152382"/>
                  <a:pt x="850418" y="159818"/>
                  <a:pt x="834020" y="159818"/>
                </a:cubicBezTo>
                <a:cubicBezTo>
                  <a:pt x="819418" y="159818"/>
                  <a:pt x="808400" y="152382"/>
                  <a:pt x="800968" y="137771"/>
                </a:cubicBezTo>
                <a:cubicBezTo>
                  <a:pt x="796354" y="128028"/>
                  <a:pt x="794563" y="119567"/>
                  <a:pt x="794051" y="103928"/>
                </a:cubicBezTo>
                <a:lnTo>
                  <a:pt x="872969" y="103928"/>
                </a:lnTo>
                <a:cubicBezTo>
                  <a:pt x="870916" y="87304"/>
                  <a:pt x="868356" y="79899"/>
                  <a:pt x="861951" y="71728"/>
                </a:cubicBezTo>
                <a:cubicBezTo>
                  <a:pt x="854261" y="62520"/>
                  <a:pt x="842477" y="57137"/>
                  <a:pt x="829153" y="57137"/>
                </a:cubicBezTo>
                <a:cubicBezTo>
                  <a:pt x="816341" y="57137"/>
                  <a:pt x="804299" y="61750"/>
                  <a:pt x="794563" y="70449"/>
                </a:cubicBezTo>
                <a:cubicBezTo>
                  <a:pt x="782518" y="80920"/>
                  <a:pt x="775601" y="99061"/>
                  <a:pt x="775601" y="120079"/>
                </a:cubicBezTo>
                <a:cubicBezTo>
                  <a:pt x="775601" y="155458"/>
                  <a:pt x="794051" y="177494"/>
                  <a:pt x="823515" y="177494"/>
                </a:cubicBezTo>
                <a:cubicBezTo>
                  <a:pt x="847857" y="177494"/>
                  <a:pt x="867073" y="162379"/>
                  <a:pt x="877837" y="134694"/>
                </a:cubicBezTo>
                <a:lnTo>
                  <a:pt x="873735" y="132899"/>
                </a:lnTo>
                <a:moveTo>
                  <a:pt x="794563" y="95730"/>
                </a:moveTo>
                <a:cubicBezTo>
                  <a:pt x="797378" y="75813"/>
                  <a:pt x="806093" y="66364"/>
                  <a:pt x="821720" y="66364"/>
                </a:cubicBezTo>
                <a:cubicBezTo>
                  <a:pt x="837351" y="66364"/>
                  <a:pt x="843501" y="73515"/>
                  <a:pt x="846832" y="95730"/>
                </a:cubicBezTo>
                <a:lnTo>
                  <a:pt x="794563" y="95730"/>
                </a:lnTo>
                <a:close/>
                <a:moveTo>
                  <a:pt x="948298" y="59639"/>
                </a:moveTo>
                <a:lnTo>
                  <a:pt x="922419" y="59639"/>
                </a:lnTo>
                <a:lnTo>
                  <a:pt x="922419" y="29917"/>
                </a:lnTo>
                <a:cubicBezTo>
                  <a:pt x="922419" y="27356"/>
                  <a:pt x="922165" y="26586"/>
                  <a:pt x="920625" y="26586"/>
                </a:cubicBezTo>
                <a:cubicBezTo>
                  <a:pt x="918834" y="28893"/>
                  <a:pt x="917294" y="31200"/>
                  <a:pt x="915503" y="33760"/>
                </a:cubicBezTo>
                <a:cubicBezTo>
                  <a:pt x="905764" y="47855"/>
                  <a:pt x="894746" y="60155"/>
                  <a:pt x="890649" y="61179"/>
                </a:cubicBezTo>
                <a:cubicBezTo>
                  <a:pt x="887830" y="62970"/>
                  <a:pt x="886290" y="64765"/>
                  <a:pt x="886290" y="66047"/>
                </a:cubicBezTo>
                <a:cubicBezTo>
                  <a:pt x="886290" y="66817"/>
                  <a:pt x="886548" y="67329"/>
                  <a:pt x="887318" y="67842"/>
                </a:cubicBezTo>
                <a:lnTo>
                  <a:pt x="900896" y="67842"/>
                </a:lnTo>
                <a:lnTo>
                  <a:pt x="900896" y="144957"/>
                </a:lnTo>
                <a:cubicBezTo>
                  <a:pt x="900896" y="166476"/>
                  <a:pt x="908583" y="177494"/>
                  <a:pt x="923702" y="177494"/>
                </a:cubicBezTo>
                <a:cubicBezTo>
                  <a:pt x="936256" y="177494"/>
                  <a:pt x="945991" y="171348"/>
                  <a:pt x="954448" y="158023"/>
                </a:cubicBezTo>
                <a:lnTo>
                  <a:pt x="951117" y="155204"/>
                </a:lnTo>
                <a:cubicBezTo>
                  <a:pt x="945737" y="161608"/>
                  <a:pt x="941382" y="164173"/>
                  <a:pt x="935744" y="164173"/>
                </a:cubicBezTo>
                <a:cubicBezTo>
                  <a:pt x="926263" y="164173"/>
                  <a:pt x="922419" y="157253"/>
                  <a:pt x="922419" y="141114"/>
                </a:cubicBezTo>
                <a:lnTo>
                  <a:pt x="922419" y="67842"/>
                </a:lnTo>
                <a:lnTo>
                  <a:pt x="948298" y="67842"/>
                </a:lnTo>
                <a:lnTo>
                  <a:pt x="948298" y="59639"/>
                </a:lnTo>
                <a:close/>
                <a:moveTo>
                  <a:pt x="994421" y="87116"/>
                </a:moveTo>
                <a:cubicBezTo>
                  <a:pt x="1005180" y="75333"/>
                  <a:pt x="1012867" y="70973"/>
                  <a:pt x="1022860" y="70973"/>
                </a:cubicBezTo>
                <a:cubicBezTo>
                  <a:pt x="1035672" y="70973"/>
                  <a:pt x="1042076" y="80200"/>
                  <a:pt x="1042076" y="98134"/>
                </a:cubicBezTo>
                <a:lnTo>
                  <a:pt x="1042076" y="148859"/>
                </a:lnTo>
                <a:cubicBezTo>
                  <a:pt x="1042076" y="166281"/>
                  <a:pt x="1039515" y="169612"/>
                  <a:pt x="1024654" y="171148"/>
                </a:cubicBezTo>
                <a:lnTo>
                  <a:pt x="1024654" y="174991"/>
                </a:lnTo>
                <a:lnTo>
                  <a:pt x="1078976" y="174991"/>
                </a:lnTo>
                <a:lnTo>
                  <a:pt x="1078976" y="171148"/>
                </a:lnTo>
                <a:cubicBezTo>
                  <a:pt x="1065140" y="168587"/>
                  <a:pt x="1063599" y="166539"/>
                  <a:pt x="1063599" y="148859"/>
                </a:cubicBezTo>
                <a:lnTo>
                  <a:pt x="1063599" y="97876"/>
                </a:lnTo>
                <a:cubicBezTo>
                  <a:pt x="1063599" y="70973"/>
                  <a:pt x="1052840" y="57137"/>
                  <a:pt x="1032083" y="57137"/>
                </a:cubicBezTo>
                <a:cubicBezTo>
                  <a:pt x="1016968" y="57137"/>
                  <a:pt x="1006204" y="63287"/>
                  <a:pt x="994421" y="78660"/>
                </a:cubicBezTo>
                <a:lnTo>
                  <a:pt x="994421" y="770"/>
                </a:lnTo>
                <a:lnTo>
                  <a:pt x="993138" y="0"/>
                </a:lnTo>
                <a:cubicBezTo>
                  <a:pt x="984427" y="3073"/>
                  <a:pt x="978019" y="5126"/>
                  <a:pt x="963671" y="9223"/>
                </a:cubicBezTo>
                <a:lnTo>
                  <a:pt x="956754" y="11276"/>
                </a:lnTo>
                <a:lnTo>
                  <a:pt x="956754" y="15373"/>
                </a:lnTo>
                <a:cubicBezTo>
                  <a:pt x="957779" y="15119"/>
                  <a:pt x="958549" y="15119"/>
                  <a:pt x="959827" y="15119"/>
                </a:cubicBezTo>
                <a:cubicBezTo>
                  <a:pt x="970845" y="15119"/>
                  <a:pt x="972897" y="17168"/>
                  <a:pt x="972897" y="28185"/>
                </a:cubicBezTo>
                <a:lnTo>
                  <a:pt x="972897" y="148859"/>
                </a:lnTo>
                <a:cubicBezTo>
                  <a:pt x="972897" y="166793"/>
                  <a:pt x="971357" y="169099"/>
                  <a:pt x="956496" y="171148"/>
                </a:cubicBezTo>
                <a:lnTo>
                  <a:pt x="956496" y="174991"/>
                </a:lnTo>
                <a:lnTo>
                  <a:pt x="1011842" y="174991"/>
                </a:lnTo>
                <a:lnTo>
                  <a:pt x="1011842" y="171148"/>
                </a:lnTo>
                <a:cubicBezTo>
                  <a:pt x="996981" y="169612"/>
                  <a:pt x="994421" y="166539"/>
                  <a:pt x="994421" y="148859"/>
                </a:cubicBezTo>
                <a:lnTo>
                  <a:pt x="994421" y="87116"/>
                </a:lnTo>
                <a:close/>
                <a:moveTo>
                  <a:pt x="1146364" y="57137"/>
                </a:moveTo>
                <a:cubicBezTo>
                  <a:pt x="1113053" y="57137"/>
                  <a:pt x="1089736" y="81725"/>
                  <a:pt x="1089736" y="117061"/>
                </a:cubicBezTo>
                <a:cubicBezTo>
                  <a:pt x="1089736" y="151627"/>
                  <a:pt x="1113566" y="177494"/>
                  <a:pt x="1145848" y="177494"/>
                </a:cubicBezTo>
                <a:cubicBezTo>
                  <a:pt x="1178135" y="177494"/>
                  <a:pt x="1202731" y="150348"/>
                  <a:pt x="1202731" y="115012"/>
                </a:cubicBezTo>
                <a:cubicBezTo>
                  <a:pt x="1202731" y="81467"/>
                  <a:pt x="1179159" y="57137"/>
                  <a:pt x="1146364" y="57137"/>
                </a:cubicBezTo>
                <a:moveTo>
                  <a:pt x="1143033" y="64315"/>
                </a:moveTo>
                <a:cubicBezTo>
                  <a:pt x="1164556" y="64315"/>
                  <a:pt x="1179671" y="88895"/>
                  <a:pt x="1179671" y="123973"/>
                </a:cubicBezTo>
                <a:cubicBezTo>
                  <a:pt x="1179671" y="152909"/>
                  <a:pt x="1168141" y="170319"/>
                  <a:pt x="1148925" y="170319"/>
                </a:cubicBezTo>
                <a:cubicBezTo>
                  <a:pt x="1138932" y="170319"/>
                  <a:pt x="1129451" y="164177"/>
                  <a:pt x="1124071" y="153934"/>
                </a:cubicBezTo>
                <a:cubicBezTo>
                  <a:pt x="1116897" y="140617"/>
                  <a:pt x="1112795" y="122695"/>
                  <a:pt x="1112795" y="104515"/>
                </a:cubicBezTo>
                <a:cubicBezTo>
                  <a:pt x="1112795" y="80188"/>
                  <a:pt x="1124837" y="64315"/>
                  <a:pt x="1143033" y="64315"/>
                </a:cubicBezTo>
                <a:close/>
                <a:moveTo>
                  <a:pt x="1298563" y="177494"/>
                </a:moveTo>
                <a:lnTo>
                  <a:pt x="1336229" y="164173"/>
                </a:lnTo>
                <a:lnTo>
                  <a:pt x="1336229" y="160076"/>
                </a:lnTo>
                <a:cubicBezTo>
                  <a:pt x="1331616" y="160330"/>
                  <a:pt x="1331104" y="160330"/>
                  <a:pt x="1330333" y="160330"/>
                </a:cubicBezTo>
                <a:cubicBezTo>
                  <a:pt x="1321110" y="160330"/>
                  <a:pt x="1319062" y="157515"/>
                  <a:pt x="1319062" y="145735"/>
                </a:cubicBezTo>
                <a:lnTo>
                  <a:pt x="1319062" y="512"/>
                </a:lnTo>
                <a:lnTo>
                  <a:pt x="1317779" y="0"/>
                </a:lnTo>
                <a:cubicBezTo>
                  <a:pt x="1305479" y="4355"/>
                  <a:pt x="1296514" y="6916"/>
                  <a:pt x="1280113" y="11276"/>
                </a:cubicBezTo>
                <a:lnTo>
                  <a:pt x="1280113" y="15373"/>
                </a:lnTo>
                <a:cubicBezTo>
                  <a:pt x="1282166" y="15119"/>
                  <a:pt x="1283702" y="15119"/>
                  <a:pt x="1285751" y="15119"/>
                </a:cubicBezTo>
                <a:cubicBezTo>
                  <a:pt x="1295232" y="15119"/>
                  <a:pt x="1297539" y="17680"/>
                  <a:pt x="1297539" y="28185"/>
                </a:cubicBezTo>
                <a:lnTo>
                  <a:pt x="1297539" y="68154"/>
                </a:lnTo>
                <a:cubicBezTo>
                  <a:pt x="1287800" y="59956"/>
                  <a:pt x="1280883" y="57137"/>
                  <a:pt x="1270632" y="57137"/>
                </a:cubicBezTo>
                <a:cubicBezTo>
                  <a:pt x="1241168" y="57137"/>
                  <a:pt x="1217339" y="86076"/>
                  <a:pt x="1217339" y="122437"/>
                </a:cubicBezTo>
                <a:cubicBezTo>
                  <a:pt x="1217339" y="155208"/>
                  <a:pt x="1236555" y="177494"/>
                  <a:pt x="1264740" y="177494"/>
                </a:cubicBezTo>
                <a:cubicBezTo>
                  <a:pt x="1279089" y="177494"/>
                  <a:pt x="1288828" y="172372"/>
                  <a:pt x="1297539" y="160330"/>
                </a:cubicBezTo>
                <a:lnTo>
                  <a:pt x="1297539" y="176727"/>
                </a:lnTo>
                <a:lnTo>
                  <a:pt x="1298563" y="177494"/>
                </a:lnTo>
                <a:moveTo>
                  <a:pt x="1297539" y="148808"/>
                </a:moveTo>
                <a:cubicBezTo>
                  <a:pt x="1297539" y="150603"/>
                  <a:pt x="1295744" y="153676"/>
                  <a:pt x="1293183" y="156491"/>
                </a:cubicBezTo>
                <a:cubicBezTo>
                  <a:pt x="1288570" y="161612"/>
                  <a:pt x="1282166" y="164173"/>
                  <a:pt x="1274733" y="164173"/>
                </a:cubicBezTo>
                <a:cubicBezTo>
                  <a:pt x="1253468" y="164173"/>
                  <a:pt x="1239374" y="143686"/>
                  <a:pt x="1239374" y="112193"/>
                </a:cubicBezTo>
                <a:cubicBezTo>
                  <a:pt x="1239374" y="83261"/>
                  <a:pt x="1251928" y="64315"/>
                  <a:pt x="1271402" y="64315"/>
                </a:cubicBezTo>
                <a:cubicBezTo>
                  <a:pt x="1284985" y="64315"/>
                  <a:pt x="1297539" y="76345"/>
                  <a:pt x="1297539" y="89916"/>
                </a:cubicBezTo>
                <a:lnTo>
                  <a:pt x="1297539" y="148808"/>
                </a:lnTo>
                <a:close/>
                <a:moveTo>
                  <a:pt x="1419245" y="94486"/>
                </a:moveTo>
                <a:lnTo>
                  <a:pt x="1418220" y="59639"/>
                </a:lnTo>
                <a:lnTo>
                  <a:pt x="1415401" y="59639"/>
                </a:lnTo>
                <a:lnTo>
                  <a:pt x="1414889" y="60155"/>
                </a:lnTo>
                <a:cubicBezTo>
                  <a:pt x="1412583" y="61946"/>
                  <a:pt x="1412328" y="62204"/>
                  <a:pt x="1411304" y="62204"/>
                </a:cubicBezTo>
                <a:cubicBezTo>
                  <a:pt x="1409768" y="62204"/>
                  <a:pt x="1407203" y="61692"/>
                  <a:pt x="1404384" y="60409"/>
                </a:cubicBezTo>
                <a:cubicBezTo>
                  <a:pt x="1398746" y="58415"/>
                  <a:pt x="1393112" y="57387"/>
                  <a:pt x="1386450" y="57387"/>
                </a:cubicBezTo>
                <a:cubicBezTo>
                  <a:pt x="1366205" y="57387"/>
                  <a:pt x="1351603" y="70453"/>
                  <a:pt x="1351603" y="88891"/>
                </a:cubicBezTo>
                <a:cubicBezTo>
                  <a:pt x="1351603" y="103228"/>
                  <a:pt x="1359801" y="113472"/>
                  <a:pt x="1381582" y="125764"/>
                </a:cubicBezTo>
                <a:lnTo>
                  <a:pt x="1396443" y="134217"/>
                </a:lnTo>
                <a:cubicBezTo>
                  <a:pt x="1405408" y="139339"/>
                  <a:pt x="1409768" y="145485"/>
                  <a:pt x="1409768" y="153421"/>
                </a:cubicBezTo>
                <a:cubicBezTo>
                  <a:pt x="1409768" y="164689"/>
                  <a:pt x="1401565" y="171860"/>
                  <a:pt x="1388499" y="171860"/>
                </a:cubicBezTo>
                <a:cubicBezTo>
                  <a:pt x="1379788" y="171860"/>
                  <a:pt x="1371843" y="168529"/>
                  <a:pt x="1366976" y="162895"/>
                </a:cubicBezTo>
                <a:cubicBezTo>
                  <a:pt x="1361596" y="156495"/>
                  <a:pt x="1359289" y="150603"/>
                  <a:pt x="1355958" y="136008"/>
                </a:cubicBezTo>
                <a:lnTo>
                  <a:pt x="1351857" y="136008"/>
                </a:lnTo>
                <a:lnTo>
                  <a:pt x="1351857" y="175957"/>
                </a:lnTo>
                <a:lnTo>
                  <a:pt x="1355188" y="175957"/>
                </a:lnTo>
                <a:cubicBezTo>
                  <a:pt x="1356982" y="173396"/>
                  <a:pt x="1358007" y="172884"/>
                  <a:pt x="1361084" y="172884"/>
                </a:cubicBezTo>
                <a:cubicBezTo>
                  <a:pt x="1363390" y="172943"/>
                  <a:pt x="1366976" y="173455"/>
                  <a:pt x="1372868" y="174991"/>
                </a:cubicBezTo>
                <a:cubicBezTo>
                  <a:pt x="1380042" y="176469"/>
                  <a:pt x="1386962" y="177494"/>
                  <a:pt x="1391572" y="177494"/>
                </a:cubicBezTo>
                <a:cubicBezTo>
                  <a:pt x="1411304" y="177494"/>
                  <a:pt x="1427701" y="162641"/>
                  <a:pt x="1427701" y="144715"/>
                </a:cubicBezTo>
                <a:cubicBezTo>
                  <a:pt x="1427701" y="131910"/>
                  <a:pt x="1421551" y="123461"/>
                  <a:pt x="1406178" y="114242"/>
                </a:cubicBezTo>
                <a:lnTo>
                  <a:pt x="1378505" y="97853"/>
                </a:lnTo>
                <a:cubicBezTo>
                  <a:pt x="1371331" y="93755"/>
                  <a:pt x="1367488" y="87355"/>
                  <a:pt x="1367488" y="80439"/>
                </a:cubicBezTo>
                <a:cubicBezTo>
                  <a:pt x="1367488" y="70195"/>
                  <a:pt x="1375432" y="63025"/>
                  <a:pt x="1387216" y="63025"/>
                </a:cubicBezTo>
                <a:cubicBezTo>
                  <a:pt x="1401823" y="63025"/>
                  <a:pt x="1409509" y="71732"/>
                  <a:pt x="1415401" y="94525"/>
                </a:cubicBezTo>
                <a:lnTo>
                  <a:pt x="1419245" y="94486"/>
                </a:lnTo>
                <a:close/>
                <a:moveTo>
                  <a:pt x="1470237" y="149305"/>
                </a:moveTo>
                <a:cubicBezTo>
                  <a:pt x="1462547" y="149305"/>
                  <a:pt x="1456143" y="155967"/>
                  <a:pt x="1456143" y="163911"/>
                </a:cubicBezTo>
                <a:cubicBezTo>
                  <a:pt x="1456143" y="171340"/>
                  <a:pt x="1462547" y="177744"/>
                  <a:pt x="1469979" y="177744"/>
                </a:cubicBezTo>
                <a:cubicBezTo>
                  <a:pt x="1477924" y="177744"/>
                  <a:pt x="1484586" y="171340"/>
                  <a:pt x="1484586" y="163911"/>
                </a:cubicBezTo>
                <a:cubicBezTo>
                  <a:pt x="1484586" y="155967"/>
                  <a:pt x="1477924" y="149305"/>
                  <a:pt x="1470237" y="14930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C97FD2C-A638-4C78-BA5D-5343A80E1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5819" y="502321"/>
            <a:ext cx="5702565" cy="4232203"/>
          </a:xfrm>
          <a:custGeom xmlns:a="http://schemas.openxmlformats.org/drawingml/2006/main">
            <a:pathLst>
              <a:path w="5702565" h="4232203">
                <a:moveTo>
                  <a:pt x="0" y="4232203"/>
                </a:moveTo>
                <a:lnTo>
                  <a:pt x="5702565" y="4232203"/>
                </a:lnTo>
                <a:lnTo>
                  <a:pt x="5702565" y="0"/>
                </a:lnTo>
                <a:lnTo>
                  <a:pt x="0" y="0"/>
                </a:lnTo>
                <a:lnTo>
                  <a:pt x="0" y="4232203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B5F474B-41FC-40CC-B9A8-E290E08AB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8382" y="527982"/>
            <a:ext cx="4838983" cy="3582465"/>
          </a:xfrm>
          <a:custGeom xmlns:a="http://schemas.openxmlformats.org/drawingml/2006/main">
            <a:pathLst>
              <a:path w="4838983" h="3582465">
                <a:moveTo>
                  <a:pt x="0" y="3582465"/>
                </a:moveTo>
                <a:lnTo>
                  <a:pt x="4838983" y="3582465"/>
                </a:lnTo>
                <a:lnTo>
                  <a:pt x="4838983" y="0"/>
                </a:lnTo>
                <a:lnTo>
                  <a:pt x="0" y="0"/>
                </a:lnTo>
                <a:lnTo>
                  <a:pt x="0" y="3582465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B31C395-B806-4796-B5D7-EB1BE7EEE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5214" y="3586235"/>
            <a:ext cx="145019" cy="145019"/>
          </a:xfrm>
          <a:custGeom xmlns:a="http://schemas.openxmlformats.org/drawingml/2006/main">
            <a:pathLst>
              <a:path w="145019" h="145019">
                <a:moveTo>
                  <a:pt x="72509" y="145019"/>
                </a:moveTo>
                <a:cubicBezTo>
                  <a:pt x="91739" y="145019"/>
                  <a:pt x="110184" y="137379"/>
                  <a:pt x="123781" y="123781"/>
                </a:cubicBezTo>
                <a:cubicBezTo>
                  <a:pt x="137379" y="110184"/>
                  <a:pt x="145019" y="91739"/>
                  <a:pt x="145019" y="72509"/>
                </a:cubicBezTo>
                <a:cubicBezTo>
                  <a:pt x="145019" y="53280"/>
                  <a:pt x="137379" y="34835"/>
                  <a:pt x="123781" y="21237"/>
                </a:cubicBezTo>
                <a:cubicBezTo>
                  <a:pt x="110184" y="7640"/>
                  <a:pt x="91739" y="0"/>
                  <a:pt x="72509" y="0"/>
                </a:cubicBezTo>
                <a:cubicBezTo>
                  <a:pt x="53280" y="0"/>
                  <a:pt x="34835" y="7640"/>
                  <a:pt x="21238" y="21237"/>
                </a:cubicBezTo>
                <a:cubicBezTo>
                  <a:pt x="7640" y="34835"/>
                  <a:pt x="0" y="53280"/>
                  <a:pt x="0" y="72509"/>
                </a:cubicBezTo>
                <a:cubicBezTo>
                  <a:pt x="0" y="91739"/>
                  <a:pt x="7640" y="110184"/>
                  <a:pt x="21238" y="123781"/>
                </a:cubicBezTo>
                <a:cubicBezTo>
                  <a:pt x="34835" y="137379"/>
                  <a:pt x="53280" y="145019"/>
                  <a:pt x="72509" y="145019"/>
                </a:cubicBezTo>
                <a:close/>
              </a:path>
            </a:pathLst>
          </a:custGeom>
          <a:solidFill xmlns:a="http://schemas.openxmlformats.org/drawingml/2006/main">
            <a:srgbClr val="4169E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7080C8E-8FF0-4847-8AC1-C1FE9A7F4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5214" y="3586235"/>
            <a:ext cx="145019" cy="145019"/>
          </a:xfrm>
          <a:custGeom xmlns:a="http://schemas.openxmlformats.org/drawingml/2006/main">
            <a:pathLst>
              <a:path w="145019" h="145019" fill="none">
                <a:moveTo>
                  <a:pt x="72509" y="145019"/>
                </a:moveTo>
                <a:cubicBezTo>
                  <a:pt x="91739" y="145019"/>
                  <a:pt x="110184" y="137379"/>
                  <a:pt x="123781" y="123781"/>
                </a:cubicBezTo>
                <a:cubicBezTo>
                  <a:pt x="137379" y="110184"/>
                  <a:pt x="145019" y="91739"/>
                  <a:pt x="145019" y="72509"/>
                </a:cubicBezTo>
                <a:cubicBezTo>
                  <a:pt x="145019" y="53280"/>
                  <a:pt x="137379" y="34835"/>
                  <a:pt x="123781" y="21237"/>
                </a:cubicBezTo>
                <a:cubicBezTo>
                  <a:pt x="110184" y="7640"/>
                  <a:pt x="91739" y="0"/>
                  <a:pt x="72509" y="0"/>
                </a:cubicBezTo>
                <a:cubicBezTo>
                  <a:pt x="53280" y="0"/>
                  <a:pt x="34835" y="7640"/>
                  <a:pt x="21238" y="21237"/>
                </a:cubicBezTo>
                <a:cubicBezTo>
                  <a:pt x="7640" y="34835"/>
                  <a:pt x="0" y="53280"/>
                  <a:pt x="0" y="72509"/>
                </a:cubicBezTo>
                <a:cubicBezTo>
                  <a:pt x="0" y="91739"/>
                  <a:pt x="7640" y="110184"/>
                  <a:pt x="21238" y="123781"/>
                </a:cubicBezTo>
                <a:cubicBezTo>
                  <a:pt x="34835" y="137379"/>
                  <a:pt x="53280" y="145019"/>
                  <a:pt x="72509" y="145019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0254" cap="flat">
            <a:solidFill>
              <a:srgbClr val="4169E1"/>
            </a:solidFill>
            <a:round/>
          </a:ln>
        </p:spPr>
      </p:sp>
      <p:sp>
        <p:nvSpPr>
          <p:cNvPr id="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B3595C2-B9F0-46F9-A0C0-4A9C5E2C2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0307" y="2185519"/>
            <a:ext cx="205087" cy="205087"/>
          </a:xfrm>
          <a:custGeom xmlns:a="http://schemas.openxmlformats.org/drawingml/2006/main">
            <a:pathLst>
              <a:path w="205087" h="205087">
                <a:moveTo>
                  <a:pt x="102544" y="205087"/>
                </a:moveTo>
                <a:cubicBezTo>
                  <a:pt x="129738" y="205087"/>
                  <a:pt x="155823" y="194283"/>
                  <a:pt x="175053" y="175053"/>
                </a:cubicBezTo>
                <a:cubicBezTo>
                  <a:pt x="194283" y="155823"/>
                  <a:pt x="205087" y="129738"/>
                  <a:pt x="205087" y="102543"/>
                </a:cubicBezTo>
                <a:cubicBezTo>
                  <a:pt x="205087" y="75349"/>
                  <a:pt x="194283" y="49264"/>
                  <a:pt x="175053" y="30034"/>
                </a:cubicBezTo>
                <a:cubicBezTo>
                  <a:pt x="155823" y="10804"/>
                  <a:pt x="129738" y="0"/>
                  <a:pt x="102544" y="0"/>
                </a:cubicBezTo>
                <a:cubicBezTo>
                  <a:pt x="75349" y="0"/>
                  <a:pt x="49264" y="10804"/>
                  <a:pt x="30034" y="30034"/>
                </a:cubicBezTo>
                <a:cubicBezTo>
                  <a:pt x="10805" y="49264"/>
                  <a:pt x="0" y="75349"/>
                  <a:pt x="0" y="102543"/>
                </a:cubicBezTo>
                <a:cubicBezTo>
                  <a:pt x="0" y="129738"/>
                  <a:pt x="10805" y="155823"/>
                  <a:pt x="30034" y="175053"/>
                </a:cubicBezTo>
                <a:cubicBezTo>
                  <a:pt x="49264" y="194283"/>
                  <a:pt x="75349" y="205087"/>
                  <a:pt x="102544" y="205087"/>
                </a:cubicBezTo>
                <a:close/>
              </a:path>
            </a:pathLst>
          </a:custGeom>
          <a:solidFill xmlns:a="http://schemas.openxmlformats.org/drawingml/2006/main">
            <a:srgbClr val="4169E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B04F2C9-675F-416D-83BE-8060141E0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0307" y="2185519"/>
            <a:ext cx="205087" cy="205087"/>
          </a:xfrm>
          <a:custGeom xmlns:a="http://schemas.openxmlformats.org/drawingml/2006/main">
            <a:pathLst>
              <a:path w="205087" h="205087" fill="none">
                <a:moveTo>
                  <a:pt x="102544" y="205087"/>
                </a:moveTo>
                <a:cubicBezTo>
                  <a:pt x="129738" y="205087"/>
                  <a:pt x="155823" y="194283"/>
                  <a:pt x="175053" y="175053"/>
                </a:cubicBezTo>
                <a:cubicBezTo>
                  <a:pt x="194283" y="155823"/>
                  <a:pt x="205087" y="129738"/>
                  <a:pt x="205087" y="102543"/>
                </a:cubicBezTo>
                <a:cubicBezTo>
                  <a:pt x="205087" y="75349"/>
                  <a:pt x="194283" y="49264"/>
                  <a:pt x="175053" y="30034"/>
                </a:cubicBezTo>
                <a:cubicBezTo>
                  <a:pt x="155823" y="10804"/>
                  <a:pt x="129738" y="0"/>
                  <a:pt x="102544" y="0"/>
                </a:cubicBezTo>
                <a:cubicBezTo>
                  <a:pt x="75349" y="0"/>
                  <a:pt x="49264" y="10804"/>
                  <a:pt x="30034" y="30034"/>
                </a:cubicBezTo>
                <a:cubicBezTo>
                  <a:pt x="10805" y="49264"/>
                  <a:pt x="0" y="75349"/>
                  <a:pt x="0" y="102543"/>
                </a:cubicBezTo>
                <a:cubicBezTo>
                  <a:pt x="0" y="129738"/>
                  <a:pt x="10805" y="155823"/>
                  <a:pt x="30034" y="175053"/>
                </a:cubicBezTo>
                <a:cubicBezTo>
                  <a:pt x="49264" y="194283"/>
                  <a:pt x="75349" y="205087"/>
                  <a:pt x="102544" y="205087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0254" cap="flat">
            <a:solidFill>
              <a:srgbClr val="4169E1"/>
            </a:solidFill>
            <a:round/>
          </a:ln>
        </p:spPr>
      </p:sp>
      <p:sp>
        <p:nvSpPr>
          <p:cNvPr id="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CDFEA75-43DD-4F56-A2E1-50938B6D2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1039" y="618837"/>
            <a:ext cx="410175" cy="410175"/>
          </a:xfrm>
          <a:custGeom xmlns:a="http://schemas.openxmlformats.org/drawingml/2006/main">
            <a:pathLst>
              <a:path w="410175" h="410175">
                <a:moveTo>
                  <a:pt x="205087" y="410175"/>
                </a:moveTo>
                <a:cubicBezTo>
                  <a:pt x="259477" y="410175"/>
                  <a:pt x="311647" y="388565"/>
                  <a:pt x="350106" y="350106"/>
                </a:cubicBezTo>
                <a:cubicBezTo>
                  <a:pt x="388565" y="311647"/>
                  <a:pt x="410175" y="259477"/>
                  <a:pt x="410175" y="205087"/>
                </a:cubicBezTo>
                <a:cubicBezTo>
                  <a:pt x="410175" y="150698"/>
                  <a:pt x="388565" y="98528"/>
                  <a:pt x="350106" y="60069"/>
                </a:cubicBezTo>
                <a:cubicBezTo>
                  <a:pt x="311647" y="21609"/>
                  <a:pt x="259477" y="0"/>
                  <a:pt x="205087" y="0"/>
                </a:cubicBezTo>
                <a:cubicBezTo>
                  <a:pt x="150698" y="0"/>
                  <a:pt x="98528" y="21609"/>
                  <a:pt x="60069" y="60069"/>
                </a:cubicBezTo>
                <a:cubicBezTo>
                  <a:pt x="21609" y="98528"/>
                  <a:pt x="0" y="150698"/>
                  <a:pt x="0" y="205087"/>
                </a:cubicBezTo>
                <a:cubicBezTo>
                  <a:pt x="0" y="259477"/>
                  <a:pt x="21609" y="311647"/>
                  <a:pt x="60069" y="350106"/>
                </a:cubicBezTo>
                <a:cubicBezTo>
                  <a:pt x="98528" y="388565"/>
                  <a:pt x="150698" y="410175"/>
                  <a:pt x="205087" y="410175"/>
                </a:cubicBezTo>
                <a:close/>
              </a:path>
            </a:pathLst>
          </a:custGeom>
          <a:solidFill xmlns:a="http://schemas.openxmlformats.org/drawingml/2006/main">
            <a:srgbClr val="4169E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2228215-63CA-4F4C-ADE0-2E035407A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1039" y="618837"/>
            <a:ext cx="410175" cy="410175"/>
          </a:xfrm>
          <a:custGeom xmlns:a="http://schemas.openxmlformats.org/drawingml/2006/main">
            <a:pathLst>
              <a:path w="410175" h="410175" fill="none">
                <a:moveTo>
                  <a:pt x="205087" y="410175"/>
                </a:moveTo>
                <a:cubicBezTo>
                  <a:pt x="259477" y="410175"/>
                  <a:pt x="311647" y="388565"/>
                  <a:pt x="350106" y="350106"/>
                </a:cubicBezTo>
                <a:cubicBezTo>
                  <a:pt x="388565" y="311647"/>
                  <a:pt x="410175" y="259477"/>
                  <a:pt x="410175" y="205087"/>
                </a:cubicBezTo>
                <a:cubicBezTo>
                  <a:pt x="410175" y="150698"/>
                  <a:pt x="388565" y="98528"/>
                  <a:pt x="350106" y="60069"/>
                </a:cubicBezTo>
                <a:cubicBezTo>
                  <a:pt x="311647" y="21609"/>
                  <a:pt x="259477" y="0"/>
                  <a:pt x="205087" y="0"/>
                </a:cubicBezTo>
                <a:cubicBezTo>
                  <a:pt x="150698" y="0"/>
                  <a:pt x="98528" y="21609"/>
                  <a:pt x="60069" y="60069"/>
                </a:cubicBezTo>
                <a:cubicBezTo>
                  <a:pt x="21609" y="98528"/>
                  <a:pt x="0" y="150698"/>
                  <a:pt x="0" y="205087"/>
                </a:cubicBezTo>
                <a:cubicBezTo>
                  <a:pt x="0" y="259477"/>
                  <a:pt x="21609" y="311647"/>
                  <a:pt x="60069" y="350106"/>
                </a:cubicBezTo>
                <a:cubicBezTo>
                  <a:pt x="98528" y="388565"/>
                  <a:pt x="150698" y="410175"/>
                  <a:pt x="205087" y="410175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0254" cap="flat">
            <a:solidFill>
              <a:srgbClr val="4169E1"/>
            </a:solidFill>
            <a:round/>
          </a:ln>
        </p:spPr>
      </p:sp>
      <p:sp>
        <p:nvSpPr>
          <p:cNvPr id="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21ADA73-FDEE-4C8F-909A-AD2A29E11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6002" y="3773147"/>
            <a:ext cx="145019" cy="145019"/>
          </a:xfrm>
          <a:custGeom xmlns:a="http://schemas.openxmlformats.org/drawingml/2006/main">
            <a:pathLst>
              <a:path w="145019" h="145019">
                <a:moveTo>
                  <a:pt x="72509" y="0"/>
                </a:moveTo>
                <a:lnTo>
                  <a:pt x="0" y="145019"/>
                </a:lnTo>
                <a:lnTo>
                  <a:pt x="145019" y="145019"/>
                </a:lnTo>
                <a:lnTo>
                  <a:pt x="72509" y="0"/>
                </a:lnTo>
                <a:close/>
              </a:path>
            </a:pathLst>
          </a:custGeom>
          <a:solidFill xmlns:a="http://schemas.openxmlformats.org/drawingml/2006/main">
            <a:srgbClr val="228B2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569D40B-04D8-4C9C-A5E2-50EE1448F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6002" y="3773147"/>
            <a:ext cx="145019" cy="145019"/>
          </a:xfrm>
          <a:custGeom xmlns:a="http://schemas.openxmlformats.org/drawingml/2006/main">
            <a:pathLst>
              <a:path w="145019" h="145019" fill="none">
                <a:moveTo>
                  <a:pt x="72509" y="0"/>
                </a:moveTo>
                <a:lnTo>
                  <a:pt x="0" y="145019"/>
                </a:lnTo>
                <a:lnTo>
                  <a:pt x="145019" y="145019"/>
                </a:lnTo>
                <a:lnTo>
                  <a:pt x="72509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0254" cap="flat">
            <a:solidFill>
              <a:srgbClr val="228B22"/>
            </a:solidFill>
            <a:round/>
          </a:ln>
        </p:spPr>
      </p:sp>
      <p:sp>
        <p:nvSpPr>
          <p:cNvPr id="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691E1B6-AC66-4EDA-B1A6-5A0BE58D0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3408" y="2310126"/>
            <a:ext cx="205087" cy="205087"/>
          </a:xfrm>
          <a:custGeom xmlns:a="http://schemas.openxmlformats.org/drawingml/2006/main">
            <a:pathLst>
              <a:path w="205087" h="205087">
                <a:moveTo>
                  <a:pt x="102544" y="0"/>
                </a:moveTo>
                <a:lnTo>
                  <a:pt x="0" y="205087"/>
                </a:lnTo>
                <a:lnTo>
                  <a:pt x="205087" y="205087"/>
                </a:lnTo>
                <a:lnTo>
                  <a:pt x="102544" y="0"/>
                </a:lnTo>
                <a:close/>
              </a:path>
            </a:pathLst>
          </a:custGeom>
          <a:solidFill xmlns:a="http://schemas.openxmlformats.org/drawingml/2006/main">
            <a:srgbClr val="228B2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EDDC3F1-7E6F-4357-B987-AED5A64DE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3408" y="2310126"/>
            <a:ext cx="205087" cy="205087"/>
          </a:xfrm>
          <a:custGeom xmlns:a="http://schemas.openxmlformats.org/drawingml/2006/main">
            <a:pathLst>
              <a:path w="205087" h="205087" fill="none">
                <a:moveTo>
                  <a:pt x="102544" y="0"/>
                </a:moveTo>
                <a:lnTo>
                  <a:pt x="0" y="205087"/>
                </a:lnTo>
                <a:lnTo>
                  <a:pt x="205087" y="205087"/>
                </a:lnTo>
                <a:lnTo>
                  <a:pt x="102544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0254" cap="flat">
            <a:solidFill>
              <a:srgbClr val="228B22"/>
            </a:solidFill>
            <a:round/>
          </a:ln>
        </p:spPr>
      </p:sp>
      <p:sp>
        <p:nvSpPr>
          <p:cNvPr id="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DB0D5C9-A846-4D32-92CD-B762EDABE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482" y="1023811"/>
            <a:ext cx="410175" cy="410175"/>
          </a:xfrm>
          <a:custGeom xmlns:a="http://schemas.openxmlformats.org/drawingml/2006/main">
            <a:pathLst>
              <a:path w="410175" h="410175">
                <a:moveTo>
                  <a:pt x="205087" y="0"/>
                </a:moveTo>
                <a:lnTo>
                  <a:pt x="0" y="410175"/>
                </a:lnTo>
                <a:lnTo>
                  <a:pt x="410175" y="410175"/>
                </a:lnTo>
                <a:lnTo>
                  <a:pt x="205087" y="0"/>
                </a:lnTo>
                <a:close/>
              </a:path>
            </a:pathLst>
          </a:custGeom>
          <a:solidFill xmlns:a="http://schemas.openxmlformats.org/drawingml/2006/main">
            <a:srgbClr val="228B2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853BBB5-39F2-4D86-9CEB-77B82BBCC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482" y="1023811"/>
            <a:ext cx="410175" cy="410175"/>
          </a:xfrm>
          <a:custGeom xmlns:a="http://schemas.openxmlformats.org/drawingml/2006/main">
            <a:pathLst>
              <a:path w="410175" h="410175" fill="none">
                <a:moveTo>
                  <a:pt x="205087" y="0"/>
                </a:moveTo>
                <a:lnTo>
                  <a:pt x="0" y="410175"/>
                </a:lnTo>
                <a:lnTo>
                  <a:pt x="410175" y="410175"/>
                </a:lnTo>
                <a:lnTo>
                  <a:pt x="205087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0254" cap="flat">
            <a:solidFill>
              <a:srgbClr val="228B22"/>
            </a:solidFill>
            <a:round/>
          </a:ln>
        </p:spPr>
      </p:sp>
      <p:sp>
        <p:nvSpPr>
          <p:cNvPr id="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C46C3CA-A294-49BE-862E-08B19E2A4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1921" y="3680808"/>
            <a:ext cx="205087" cy="205087"/>
          </a:xfrm>
          <a:custGeom xmlns:a="http://schemas.openxmlformats.org/drawingml/2006/main">
            <a:pathLst>
              <a:path w="205087" h="205087">
                <a:moveTo>
                  <a:pt x="102544" y="205087"/>
                </a:moveTo>
                <a:lnTo>
                  <a:pt x="205087" y="102544"/>
                </a:lnTo>
                <a:lnTo>
                  <a:pt x="102544" y="0"/>
                </a:lnTo>
                <a:lnTo>
                  <a:pt x="0" y="102544"/>
                </a:lnTo>
                <a:lnTo>
                  <a:pt x="102544" y="205087"/>
                </a:lnTo>
                <a:close/>
              </a:path>
            </a:pathLst>
          </a:custGeom>
          <a:solidFill xmlns:a="http://schemas.openxmlformats.org/drawingml/2006/main">
            <a:srgbClr val="FF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D147F8E-E534-4822-BE64-81D3C1320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1921" y="3680808"/>
            <a:ext cx="205087" cy="205087"/>
          </a:xfrm>
          <a:custGeom xmlns:a="http://schemas.openxmlformats.org/drawingml/2006/main">
            <a:pathLst>
              <a:path w="205087" h="205087" fill="none">
                <a:moveTo>
                  <a:pt x="102544" y="205087"/>
                </a:moveTo>
                <a:lnTo>
                  <a:pt x="205087" y="102544"/>
                </a:lnTo>
                <a:lnTo>
                  <a:pt x="102544" y="0"/>
                </a:lnTo>
                <a:lnTo>
                  <a:pt x="0" y="102544"/>
                </a:lnTo>
                <a:lnTo>
                  <a:pt x="102544" y="205087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0254" cap="flat">
            <a:solidFill>
              <a:srgbClr val="FF0000"/>
            </a:solidFill>
            <a:round/>
          </a:ln>
        </p:spPr>
      </p:sp>
      <p:sp>
        <p:nvSpPr>
          <p:cNvPr id="1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A11E9C7-66C6-4475-BD5B-CCFFFAA29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2398" y="1815949"/>
            <a:ext cx="290037" cy="290037"/>
          </a:xfrm>
          <a:custGeom xmlns:a="http://schemas.openxmlformats.org/drawingml/2006/main">
            <a:pathLst>
              <a:path w="290037" h="290037">
                <a:moveTo>
                  <a:pt x="145019" y="290037"/>
                </a:moveTo>
                <a:lnTo>
                  <a:pt x="290037" y="145019"/>
                </a:lnTo>
                <a:lnTo>
                  <a:pt x="145019" y="0"/>
                </a:lnTo>
                <a:lnTo>
                  <a:pt x="0" y="145019"/>
                </a:lnTo>
                <a:lnTo>
                  <a:pt x="145019" y="290037"/>
                </a:lnTo>
                <a:close/>
              </a:path>
            </a:pathLst>
          </a:custGeom>
          <a:solidFill xmlns:a="http://schemas.openxmlformats.org/drawingml/2006/main">
            <a:srgbClr val="FF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9734C40-AF07-476C-9396-A79199CE5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2398" y="1815949"/>
            <a:ext cx="290037" cy="290037"/>
          </a:xfrm>
          <a:custGeom xmlns:a="http://schemas.openxmlformats.org/drawingml/2006/main">
            <a:pathLst>
              <a:path w="290037" h="290037" fill="none">
                <a:moveTo>
                  <a:pt x="145019" y="290037"/>
                </a:moveTo>
                <a:lnTo>
                  <a:pt x="290037" y="145019"/>
                </a:lnTo>
                <a:lnTo>
                  <a:pt x="145019" y="0"/>
                </a:lnTo>
                <a:lnTo>
                  <a:pt x="0" y="145019"/>
                </a:lnTo>
                <a:lnTo>
                  <a:pt x="145019" y="290037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0254" cap="flat">
            <a:solidFill>
              <a:srgbClr val="FF0000"/>
            </a:solidFill>
            <a:round/>
          </a:ln>
        </p:spPr>
      </p:sp>
      <p:sp>
        <p:nvSpPr>
          <p:cNvPr id="1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EAE1F49-6C9B-42BB-BA57-B96AEA4C8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7818" y="565039"/>
            <a:ext cx="580075" cy="580074"/>
          </a:xfrm>
          <a:custGeom xmlns:a="http://schemas.openxmlformats.org/drawingml/2006/main">
            <a:pathLst>
              <a:path w="580075" h="580074">
                <a:moveTo>
                  <a:pt x="290037" y="580074"/>
                </a:moveTo>
                <a:lnTo>
                  <a:pt x="580075" y="290037"/>
                </a:lnTo>
                <a:lnTo>
                  <a:pt x="290037" y="0"/>
                </a:lnTo>
                <a:lnTo>
                  <a:pt x="0" y="290037"/>
                </a:lnTo>
                <a:lnTo>
                  <a:pt x="290037" y="580074"/>
                </a:lnTo>
                <a:close/>
              </a:path>
            </a:pathLst>
          </a:custGeom>
          <a:solidFill xmlns:a="http://schemas.openxmlformats.org/drawingml/2006/main">
            <a:srgbClr val="FF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923B1A5-3E9F-4A78-B849-BA9D26B5B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7818" y="565039"/>
            <a:ext cx="580075" cy="580074"/>
          </a:xfrm>
          <a:custGeom xmlns:a="http://schemas.openxmlformats.org/drawingml/2006/main">
            <a:pathLst>
              <a:path w="580075" h="580074" fill="none">
                <a:moveTo>
                  <a:pt x="290037" y="580074"/>
                </a:moveTo>
                <a:lnTo>
                  <a:pt x="580075" y="290037"/>
                </a:lnTo>
                <a:lnTo>
                  <a:pt x="290037" y="0"/>
                </a:lnTo>
                <a:lnTo>
                  <a:pt x="0" y="290037"/>
                </a:lnTo>
                <a:lnTo>
                  <a:pt x="290037" y="58007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0254" cap="flat">
            <a:solidFill>
              <a:srgbClr val="FF0000"/>
            </a:solidFill>
            <a:round/>
          </a:ln>
        </p:spPr>
      </p:sp>
      <p:sp>
        <p:nvSpPr>
          <p:cNvPr id="1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98E5BCC-764A-4811-BCA1-45A2E7841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6837" y="527982"/>
            <a:ext cx="10" cy="3582465"/>
          </a:xfrm>
          <a:custGeom xmlns:a="http://schemas.openxmlformats.org/drawingml/2006/main">
            <a:pathLst>
              <a:path w="1" h="3582465" fill="none">
                <a:moveTo>
                  <a:pt x="0" y="35824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25" cap="flat">
            <a:solidFill>
              <a:srgbClr val="000000"/>
            </a:solidFill>
            <a:custDash>
              <a:ds d="370000" sp="160000"/>
            </a:custDash>
            <a:round/>
          </a:ln>
        </p:spPr>
      </p:sp>
      <p:sp>
        <p:nvSpPr>
          <p:cNvPr id="1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CC3B865-C794-4E7F-A93F-BE5D13E82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6837" y="4110447"/>
            <a:ext cx="10" cy="35890"/>
          </a:xfrm>
          <a:custGeom xmlns:a="http://schemas.openxmlformats.org/drawingml/2006/main">
            <a:pathLst>
              <a:path w="1" h="35890">
                <a:moveTo>
                  <a:pt x="0" y="0"/>
                </a:moveTo>
                <a:lnTo>
                  <a:pt x="0" y="3589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0E18B18-4673-4D68-AF3C-70028FE12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6837" y="4110447"/>
            <a:ext cx="10" cy="35890"/>
          </a:xfrm>
          <a:custGeom xmlns:a="http://schemas.openxmlformats.org/drawingml/2006/main">
            <a:pathLst>
              <a:path w="1" h="35890" fill="none">
                <a:moveTo>
                  <a:pt x="0" y="0"/>
                </a:moveTo>
                <a:lnTo>
                  <a:pt x="0" y="35890"/>
                </a:lnTo>
              </a:path>
            </a:pathLst>
          </a:custGeom>
          <a:noFill xmlns:a="http://schemas.openxmlformats.org/drawingml/2006/main"/>
          <a:ln xmlns:a="http://schemas.openxmlformats.org/drawingml/2006/main" w="8203" cap="flat">
            <a:solidFill>
              <a:srgbClr val="000000"/>
            </a:solidFill>
            <a:round/>
          </a:ln>
        </p:spPr>
      </p:sp>
      <p:sp>
        <p:nvSpPr>
          <p:cNvPr id="108" name="Text 50">
            <a:extLst xmlns:a="http://schemas.openxmlformats.org/drawingml/2006/main">
              <a:ext uri="{FF2B5EF4-FFF2-40B4-BE49-F238E27FC236}">
                <a16:creationId xmlns:a16="http://schemas.microsoft.com/office/drawing/2014/main" id="{8E2E308E-5A15-455C-9BFF-45F42FB45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0925" y="4186994"/>
            <a:ext cx="234953" cy="176247"/>
          </a:xfrm>
          <a:custGeom xmlns:a="http://schemas.openxmlformats.org/drawingml/2006/main">
            <a:pathLst>
              <a:path w="234953" h="176247">
                <a:moveTo>
                  <a:pt x="99014" y="3505"/>
                </a:moveTo>
                <a:lnTo>
                  <a:pt x="89250" y="24785"/>
                </a:lnTo>
                <a:lnTo>
                  <a:pt x="38178" y="24785"/>
                </a:lnTo>
                <a:lnTo>
                  <a:pt x="27038" y="47285"/>
                </a:lnTo>
                <a:cubicBezTo>
                  <a:pt x="49152" y="50547"/>
                  <a:pt x="66677" y="58785"/>
                  <a:pt x="79612" y="71999"/>
                </a:cubicBezTo>
                <a:cubicBezTo>
                  <a:pt x="90710" y="83372"/>
                  <a:pt x="96260" y="96753"/>
                  <a:pt x="96260" y="112141"/>
                </a:cubicBezTo>
                <a:cubicBezTo>
                  <a:pt x="96260" y="121092"/>
                  <a:pt x="94445" y="129371"/>
                  <a:pt x="90815" y="136981"/>
                </a:cubicBezTo>
                <a:cubicBezTo>
                  <a:pt x="87185" y="144591"/>
                  <a:pt x="82616" y="151072"/>
                  <a:pt x="77108" y="156426"/>
                </a:cubicBezTo>
                <a:cubicBezTo>
                  <a:pt x="71600" y="161777"/>
                  <a:pt x="65467" y="166084"/>
                  <a:pt x="58707" y="169347"/>
                </a:cubicBezTo>
                <a:cubicBezTo>
                  <a:pt x="49110" y="173947"/>
                  <a:pt x="39263" y="176247"/>
                  <a:pt x="29166" y="176247"/>
                </a:cubicBezTo>
                <a:cubicBezTo>
                  <a:pt x="18985" y="176247"/>
                  <a:pt x="11579" y="174515"/>
                  <a:pt x="6947" y="171052"/>
                </a:cubicBezTo>
                <a:cubicBezTo>
                  <a:pt x="2316" y="167589"/>
                  <a:pt x="0" y="163771"/>
                  <a:pt x="0" y="159599"/>
                </a:cubicBezTo>
                <a:cubicBezTo>
                  <a:pt x="0" y="157262"/>
                  <a:pt x="960" y="155197"/>
                  <a:pt x="2879" y="153402"/>
                </a:cubicBezTo>
                <a:cubicBezTo>
                  <a:pt x="4798" y="151608"/>
                  <a:pt x="7218" y="150711"/>
                  <a:pt x="10139" y="150711"/>
                </a:cubicBezTo>
                <a:cubicBezTo>
                  <a:pt x="12309" y="150711"/>
                  <a:pt x="14207" y="151045"/>
                  <a:pt x="15835" y="151713"/>
                </a:cubicBezTo>
                <a:cubicBezTo>
                  <a:pt x="17462" y="152380"/>
                  <a:pt x="20237" y="154091"/>
                  <a:pt x="24159" y="156845"/>
                </a:cubicBezTo>
                <a:cubicBezTo>
                  <a:pt x="30418" y="161184"/>
                  <a:pt x="36760" y="163396"/>
                  <a:pt x="43185" y="163479"/>
                </a:cubicBezTo>
                <a:cubicBezTo>
                  <a:pt x="52949" y="163479"/>
                  <a:pt x="61524" y="159777"/>
                  <a:pt x="68909" y="152374"/>
                </a:cubicBezTo>
                <a:cubicBezTo>
                  <a:pt x="76294" y="144967"/>
                  <a:pt x="79987" y="135951"/>
                  <a:pt x="79987" y="125324"/>
                </a:cubicBezTo>
                <a:cubicBezTo>
                  <a:pt x="79987" y="115034"/>
                  <a:pt x="76691" y="105433"/>
                  <a:pt x="70098" y="96522"/>
                </a:cubicBezTo>
                <a:cubicBezTo>
                  <a:pt x="63506" y="87608"/>
                  <a:pt x="54410" y="80725"/>
                  <a:pt x="42810" y="75872"/>
                </a:cubicBezTo>
                <a:cubicBezTo>
                  <a:pt x="33714" y="72109"/>
                  <a:pt x="21322" y="69934"/>
                  <a:pt x="5633" y="69347"/>
                </a:cubicBezTo>
                <a:lnTo>
                  <a:pt x="38178" y="3505"/>
                </a:lnTo>
                <a:lnTo>
                  <a:pt x="99014" y="3505"/>
                </a:lnTo>
                <a:close/>
                <a:moveTo>
                  <a:pt x="125175" y="89375"/>
                </a:moveTo>
                <a:cubicBezTo>
                  <a:pt x="125175" y="70015"/>
                  <a:pt x="128095" y="53346"/>
                  <a:pt x="133937" y="39368"/>
                </a:cubicBezTo>
                <a:cubicBezTo>
                  <a:pt x="139778" y="25390"/>
                  <a:pt x="147539" y="14979"/>
                  <a:pt x="157220" y="8136"/>
                </a:cubicBezTo>
                <a:cubicBezTo>
                  <a:pt x="164730" y="2712"/>
                  <a:pt x="172491" y="0"/>
                  <a:pt x="180502" y="0"/>
                </a:cubicBezTo>
                <a:cubicBezTo>
                  <a:pt x="193520" y="0"/>
                  <a:pt x="205203" y="6634"/>
                  <a:pt x="215551" y="19903"/>
                </a:cubicBezTo>
                <a:cubicBezTo>
                  <a:pt x="228486" y="36343"/>
                  <a:pt x="234953" y="58624"/>
                  <a:pt x="234953" y="86747"/>
                </a:cubicBezTo>
                <a:cubicBezTo>
                  <a:pt x="234953" y="106441"/>
                  <a:pt x="232116" y="123173"/>
                  <a:pt x="226442" y="136942"/>
                </a:cubicBezTo>
                <a:cubicBezTo>
                  <a:pt x="220767" y="150711"/>
                  <a:pt x="213528" y="160704"/>
                  <a:pt x="204724" y="166921"/>
                </a:cubicBezTo>
                <a:cubicBezTo>
                  <a:pt x="195920" y="173138"/>
                  <a:pt x="187429" y="176247"/>
                  <a:pt x="179250" y="176247"/>
                </a:cubicBezTo>
                <a:cubicBezTo>
                  <a:pt x="163061" y="176247"/>
                  <a:pt x="149584" y="166692"/>
                  <a:pt x="138819" y="147582"/>
                </a:cubicBezTo>
                <a:cubicBezTo>
                  <a:pt x="129723" y="131476"/>
                  <a:pt x="125175" y="112074"/>
                  <a:pt x="125175" y="89375"/>
                </a:cubicBezTo>
                <a:moveTo>
                  <a:pt x="149709" y="92438"/>
                </a:moveTo>
                <a:cubicBezTo>
                  <a:pt x="149709" y="115786"/>
                  <a:pt x="152588" y="134840"/>
                  <a:pt x="158346" y="149600"/>
                </a:cubicBezTo>
                <a:cubicBezTo>
                  <a:pt x="163103" y="162024"/>
                  <a:pt x="170196" y="168236"/>
                  <a:pt x="179626" y="168236"/>
                </a:cubicBezTo>
                <a:cubicBezTo>
                  <a:pt x="184132" y="168236"/>
                  <a:pt x="188805" y="166213"/>
                  <a:pt x="193646" y="162169"/>
                </a:cubicBezTo>
                <a:cubicBezTo>
                  <a:pt x="198486" y="158124"/>
                  <a:pt x="202158" y="151349"/>
                  <a:pt x="204661" y="141843"/>
                </a:cubicBezTo>
                <a:cubicBezTo>
                  <a:pt x="208500" y="127503"/>
                  <a:pt x="210419" y="107282"/>
                  <a:pt x="210419" y="81180"/>
                </a:cubicBezTo>
                <a:cubicBezTo>
                  <a:pt x="210419" y="61835"/>
                  <a:pt x="208416" y="45701"/>
                  <a:pt x="204411" y="32776"/>
                </a:cubicBezTo>
                <a:cubicBezTo>
                  <a:pt x="201406" y="23187"/>
                  <a:pt x="197526" y="16391"/>
                  <a:pt x="192769" y="12388"/>
                </a:cubicBezTo>
                <a:cubicBezTo>
                  <a:pt x="189348" y="9637"/>
                  <a:pt x="185217" y="8262"/>
                  <a:pt x="180377" y="8262"/>
                </a:cubicBezTo>
                <a:cubicBezTo>
                  <a:pt x="174702" y="8262"/>
                  <a:pt x="169654" y="10804"/>
                  <a:pt x="165231" y="15889"/>
                </a:cubicBezTo>
                <a:cubicBezTo>
                  <a:pt x="159222" y="22811"/>
                  <a:pt x="155133" y="33693"/>
                  <a:pt x="152964" y="48537"/>
                </a:cubicBezTo>
                <a:cubicBezTo>
                  <a:pt x="150794" y="63378"/>
                  <a:pt x="149709" y="78012"/>
                  <a:pt x="149709" y="9243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CD91BD1-7503-4C77-ADFD-D30D71D8D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0943" y="527982"/>
            <a:ext cx="10" cy="3582465"/>
          </a:xfrm>
          <a:custGeom xmlns:a="http://schemas.openxmlformats.org/drawingml/2006/main">
            <a:pathLst>
              <a:path w="1" h="3582465" fill="none">
                <a:moveTo>
                  <a:pt x="0" y="35824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25" cap="flat">
            <a:solidFill>
              <a:srgbClr val="000000"/>
            </a:solidFill>
            <a:custDash>
              <a:ds d="370000" sp="160000"/>
            </a:custDash>
            <a:round/>
          </a:ln>
        </p:spPr>
      </p:sp>
      <p:sp>
        <p:nvSpPr>
          <p:cNvPr id="1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7E1D013-D14D-4DE2-9BA4-287BAFE09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0943" y="4110447"/>
            <a:ext cx="10" cy="35890"/>
          </a:xfrm>
          <a:custGeom xmlns:a="http://schemas.openxmlformats.org/drawingml/2006/main">
            <a:pathLst>
              <a:path w="1" h="35890">
                <a:moveTo>
                  <a:pt x="0" y="0"/>
                </a:moveTo>
                <a:lnTo>
                  <a:pt x="0" y="3589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4A452DE-E00A-4E5F-BEFA-7D2FE0182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0943" y="4110447"/>
            <a:ext cx="10" cy="35890"/>
          </a:xfrm>
          <a:custGeom xmlns:a="http://schemas.openxmlformats.org/drawingml/2006/main">
            <a:pathLst>
              <a:path w="1" h="35890" fill="none">
                <a:moveTo>
                  <a:pt x="0" y="0"/>
                </a:moveTo>
                <a:lnTo>
                  <a:pt x="0" y="35890"/>
                </a:lnTo>
              </a:path>
            </a:pathLst>
          </a:custGeom>
          <a:noFill xmlns:a="http://schemas.openxmlformats.org/drawingml/2006/main"/>
          <a:ln xmlns:a="http://schemas.openxmlformats.org/drawingml/2006/main" w="8203" cap="flat">
            <a:solidFill>
              <a:srgbClr val="000000"/>
            </a:solidFill>
            <a:round/>
          </a:ln>
        </p:spPr>
      </p:sp>
      <p:sp>
        <p:nvSpPr>
          <p:cNvPr id="112" name="Text 100">
            <a:extLst xmlns:a="http://schemas.openxmlformats.org/drawingml/2006/main">
              <a:ext uri="{FF2B5EF4-FFF2-40B4-BE49-F238E27FC236}">
                <a16:creationId xmlns:a16="http://schemas.microsoft.com/office/drawing/2014/main" id="{62C54A98-D193-459D-A7CD-386090FD6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8715" y="4186994"/>
            <a:ext cx="345359" cy="176247"/>
          </a:xfrm>
          <a:custGeom xmlns:a="http://schemas.openxmlformats.org/drawingml/2006/main">
            <a:pathLst>
              <a:path w="345359" h="176247">
                <a:moveTo>
                  <a:pt x="0" y="20028"/>
                </a:moveTo>
                <a:lnTo>
                  <a:pt x="41308" y="0"/>
                </a:lnTo>
                <a:lnTo>
                  <a:pt x="45439" y="0"/>
                </a:lnTo>
                <a:lnTo>
                  <a:pt x="45439" y="143201"/>
                </a:lnTo>
                <a:cubicBezTo>
                  <a:pt x="45439" y="152714"/>
                  <a:pt x="45835" y="158639"/>
                  <a:pt x="46628" y="160976"/>
                </a:cubicBezTo>
                <a:cubicBezTo>
                  <a:pt x="47421" y="163312"/>
                  <a:pt x="49069" y="165106"/>
                  <a:pt x="51572" y="166358"/>
                </a:cubicBezTo>
                <a:cubicBezTo>
                  <a:pt x="54076" y="167610"/>
                  <a:pt x="59166" y="168319"/>
                  <a:pt x="66844" y="168486"/>
                </a:cubicBezTo>
                <a:lnTo>
                  <a:pt x="66844" y="173243"/>
                </a:lnTo>
                <a:lnTo>
                  <a:pt x="3004" y="173243"/>
                </a:lnTo>
                <a:lnTo>
                  <a:pt x="3004" y="168486"/>
                </a:lnTo>
                <a:cubicBezTo>
                  <a:pt x="11015" y="168319"/>
                  <a:pt x="16189" y="167631"/>
                  <a:pt x="18526" y="166421"/>
                </a:cubicBezTo>
                <a:cubicBezTo>
                  <a:pt x="20863" y="165211"/>
                  <a:pt x="22490" y="163583"/>
                  <a:pt x="23408" y="161539"/>
                </a:cubicBezTo>
                <a:cubicBezTo>
                  <a:pt x="24326" y="159494"/>
                  <a:pt x="24785" y="153382"/>
                  <a:pt x="24785" y="143201"/>
                </a:cubicBezTo>
                <a:lnTo>
                  <a:pt x="24785" y="51572"/>
                </a:lnTo>
                <a:cubicBezTo>
                  <a:pt x="24785" y="39276"/>
                  <a:pt x="24367" y="31385"/>
                  <a:pt x="23533" y="27898"/>
                </a:cubicBezTo>
                <a:cubicBezTo>
                  <a:pt x="22949" y="25238"/>
                  <a:pt x="21885" y="23283"/>
                  <a:pt x="20341" y="22031"/>
                </a:cubicBezTo>
                <a:cubicBezTo>
                  <a:pt x="18797" y="20779"/>
                  <a:pt x="16940" y="20153"/>
                  <a:pt x="14771" y="20153"/>
                </a:cubicBezTo>
                <a:cubicBezTo>
                  <a:pt x="11683" y="20153"/>
                  <a:pt x="7385" y="21447"/>
                  <a:pt x="1878" y="24034"/>
                </a:cubicBezTo>
                <a:lnTo>
                  <a:pt x="0" y="20028"/>
                </a:lnTo>
                <a:close/>
                <a:moveTo>
                  <a:pt x="107400" y="89375"/>
                </a:moveTo>
                <a:cubicBezTo>
                  <a:pt x="107400" y="70015"/>
                  <a:pt x="110321" y="53346"/>
                  <a:pt x="116163" y="39368"/>
                </a:cubicBezTo>
                <a:cubicBezTo>
                  <a:pt x="122004" y="25390"/>
                  <a:pt x="129765" y="14979"/>
                  <a:pt x="139445" y="8136"/>
                </a:cubicBezTo>
                <a:cubicBezTo>
                  <a:pt x="146956" y="2712"/>
                  <a:pt x="154717" y="0"/>
                  <a:pt x="162728" y="0"/>
                </a:cubicBezTo>
                <a:cubicBezTo>
                  <a:pt x="175746" y="0"/>
                  <a:pt x="187429" y="6634"/>
                  <a:pt x="197777" y="19903"/>
                </a:cubicBezTo>
                <a:cubicBezTo>
                  <a:pt x="210712" y="36343"/>
                  <a:pt x="217179" y="58624"/>
                  <a:pt x="217179" y="86747"/>
                </a:cubicBezTo>
                <a:cubicBezTo>
                  <a:pt x="217179" y="106441"/>
                  <a:pt x="214342" y="123173"/>
                  <a:pt x="208667" y="136942"/>
                </a:cubicBezTo>
                <a:cubicBezTo>
                  <a:pt x="202993" y="150711"/>
                  <a:pt x="195753" y="160704"/>
                  <a:pt x="186949" y="166921"/>
                </a:cubicBezTo>
                <a:cubicBezTo>
                  <a:pt x="178145" y="173138"/>
                  <a:pt x="169654" y="176247"/>
                  <a:pt x="161476" y="176247"/>
                </a:cubicBezTo>
                <a:cubicBezTo>
                  <a:pt x="145287" y="176247"/>
                  <a:pt x="131810" y="166692"/>
                  <a:pt x="121044" y="147582"/>
                </a:cubicBezTo>
                <a:cubicBezTo>
                  <a:pt x="111948" y="131476"/>
                  <a:pt x="107400" y="112074"/>
                  <a:pt x="107400" y="89375"/>
                </a:cubicBezTo>
                <a:moveTo>
                  <a:pt x="131935" y="92438"/>
                </a:moveTo>
                <a:cubicBezTo>
                  <a:pt x="131935" y="115786"/>
                  <a:pt x="134814" y="134840"/>
                  <a:pt x="140572" y="149600"/>
                </a:cubicBezTo>
                <a:cubicBezTo>
                  <a:pt x="145328" y="162024"/>
                  <a:pt x="152422" y="168236"/>
                  <a:pt x="161852" y="168236"/>
                </a:cubicBezTo>
                <a:cubicBezTo>
                  <a:pt x="166358" y="168236"/>
                  <a:pt x="171031" y="166213"/>
                  <a:pt x="175871" y="162169"/>
                </a:cubicBezTo>
                <a:cubicBezTo>
                  <a:pt x="180711" y="158124"/>
                  <a:pt x="184383" y="151349"/>
                  <a:pt x="186887" y="141843"/>
                </a:cubicBezTo>
                <a:cubicBezTo>
                  <a:pt x="190725" y="127503"/>
                  <a:pt x="192645" y="107282"/>
                  <a:pt x="192645" y="81180"/>
                </a:cubicBezTo>
                <a:cubicBezTo>
                  <a:pt x="192645" y="61835"/>
                  <a:pt x="190642" y="45701"/>
                  <a:pt x="186636" y="32776"/>
                </a:cubicBezTo>
                <a:cubicBezTo>
                  <a:pt x="183632" y="23187"/>
                  <a:pt x="179752" y="16391"/>
                  <a:pt x="174995" y="12388"/>
                </a:cubicBezTo>
                <a:cubicBezTo>
                  <a:pt x="171574" y="9637"/>
                  <a:pt x="167443" y="8262"/>
                  <a:pt x="162603" y="8262"/>
                </a:cubicBezTo>
                <a:cubicBezTo>
                  <a:pt x="156928" y="8262"/>
                  <a:pt x="151879" y="10804"/>
                  <a:pt x="147456" y="15889"/>
                </a:cubicBezTo>
                <a:cubicBezTo>
                  <a:pt x="141448" y="22811"/>
                  <a:pt x="137359" y="33693"/>
                  <a:pt x="135189" y="48537"/>
                </a:cubicBezTo>
                <a:cubicBezTo>
                  <a:pt x="133020" y="63378"/>
                  <a:pt x="131935" y="78012"/>
                  <a:pt x="131935" y="92438"/>
                </a:cubicBezTo>
                <a:close/>
                <a:moveTo>
                  <a:pt x="235580" y="89375"/>
                </a:moveTo>
                <a:cubicBezTo>
                  <a:pt x="235580" y="70015"/>
                  <a:pt x="238501" y="53346"/>
                  <a:pt x="244342" y="39368"/>
                </a:cubicBezTo>
                <a:cubicBezTo>
                  <a:pt x="250184" y="25390"/>
                  <a:pt x="257944" y="14979"/>
                  <a:pt x="267625" y="8136"/>
                </a:cubicBezTo>
                <a:cubicBezTo>
                  <a:pt x="275135" y="2712"/>
                  <a:pt x="282896" y="0"/>
                  <a:pt x="290907" y="0"/>
                </a:cubicBezTo>
                <a:cubicBezTo>
                  <a:pt x="303926" y="0"/>
                  <a:pt x="315609" y="6634"/>
                  <a:pt x="325956" y="19903"/>
                </a:cubicBezTo>
                <a:cubicBezTo>
                  <a:pt x="338891" y="36343"/>
                  <a:pt x="345359" y="58624"/>
                  <a:pt x="345359" y="86747"/>
                </a:cubicBezTo>
                <a:cubicBezTo>
                  <a:pt x="345359" y="106441"/>
                  <a:pt x="342521" y="123173"/>
                  <a:pt x="336847" y="136942"/>
                </a:cubicBezTo>
                <a:cubicBezTo>
                  <a:pt x="331172" y="150711"/>
                  <a:pt x="323933" y="160704"/>
                  <a:pt x="315129" y="166921"/>
                </a:cubicBezTo>
                <a:cubicBezTo>
                  <a:pt x="306325" y="173138"/>
                  <a:pt x="297834" y="176247"/>
                  <a:pt x="289656" y="176247"/>
                </a:cubicBezTo>
                <a:cubicBezTo>
                  <a:pt x="273466" y="176247"/>
                  <a:pt x="259989" y="166692"/>
                  <a:pt x="249224" y="147582"/>
                </a:cubicBezTo>
                <a:cubicBezTo>
                  <a:pt x="240128" y="131476"/>
                  <a:pt x="235580" y="112074"/>
                  <a:pt x="235580" y="89375"/>
                </a:cubicBezTo>
                <a:moveTo>
                  <a:pt x="260114" y="92438"/>
                </a:moveTo>
                <a:cubicBezTo>
                  <a:pt x="260114" y="115786"/>
                  <a:pt x="262993" y="134840"/>
                  <a:pt x="268751" y="149600"/>
                </a:cubicBezTo>
                <a:cubicBezTo>
                  <a:pt x="273508" y="162024"/>
                  <a:pt x="280601" y="168236"/>
                  <a:pt x="290031" y="168236"/>
                </a:cubicBezTo>
                <a:cubicBezTo>
                  <a:pt x="294537" y="168236"/>
                  <a:pt x="299211" y="166213"/>
                  <a:pt x="304051" y="162169"/>
                </a:cubicBezTo>
                <a:cubicBezTo>
                  <a:pt x="308891" y="158124"/>
                  <a:pt x="312563" y="151349"/>
                  <a:pt x="315066" y="141843"/>
                </a:cubicBezTo>
                <a:cubicBezTo>
                  <a:pt x="318905" y="127503"/>
                  <a:pt x="320824" y="107282"/>
                  <a:pt x="320824" y="81180"/>
                </a:cubicBezTo>
                <a:cubicBezTo>
                  <a:pt x="320824" y="61835"/>
                  <a:pt x="318821" y="45701"/>
                  <a:pt x="314816" y="32776"/>
                </a:cubicBezTo>
                <a:cubicBezTo>
                  <a:pt x="311812" y="23187"/>
                  <a:pt x="307931" y="16391"/>
                  <a:pt x="303174" y="12388"/>
                </a:cubicBezTo>
                <a:cubicBezTo>
                  <a:pt x="299753" y="9637"/>
                  <a:pt x="295622" y="8262"/>
                  <a:pt x="290782" y="8262"/>
                </a:cubicBezTo>
                <a:cubicBezTo>
                  <a:pt x="285108" y="8262"/>
                  <a:pt x="280059" y="10804"/>
                  <a:pt x="275636" y="15889"/>
                </a:cubicBezTo>
                <a:cubicBezTo>
                  <a:pt x="269627" y="22811"/>
                  <a:pt x="265538" y="33693"/>
                  <a:pt x="263369" y="48537"/>
                </a:cubicBezTo>
                <a:cubicBezTo>
                  <a:pt x="261199" y="63378"/>
                  <a:pt x="260114" y="78012"/>
                  <a:pt x="260114" y="9243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EE1F92D-E389-48A3-94A6-FE959CA38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5048" y="527982"/>
            <a:ext cx="10" cy="3582465"/>
          </a:xfrm>
          <a:custGeom xmlns:a="http://schemas.openxmlformats.org/drawingml/2006/main">
            <a:pathLst>
              <a:path w="1" h="3582465" fill="none">
                <a:moveTo>
                  <a:pt x="0" y="35824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25" cap="flat">
            <a:solidFill>
              <a:srgbClr val="000000"/>
            </a:solidFill>
            <a:custDash>
              <a:ds d="370000" sp="160000"/>
            </a:custDash>
            <a:round/>
          </a:ln>
        </p:spPr>
      </p:sp>
      <p:sp>
        <p:nvSpPr>
          <p:cNvPr id="1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B5384F8-E214-40F3-AA80-6DEF05496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5048" y="4110447"/>
            <a:ext cx="10" cy="35890"/>
          </a:xfrm>
          <a:custGeom xmlns:a="http://schemas.openxmlformats.org/drawingml/2006/main">
            <a:pathLst>
              <a:path w="1" h="35890">
                <a:moveTo>
                  <a:pt x="0" y="0"/>
                </a:moveTo>
                <a:lnTo>
                  <a:pt x="0" y="3589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50050DB-8CA7-404E-829E-A8BE8C1C7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5048" y="4110447"/>
            <a:ext cx="10" cy="35890"/>
          </a:xfrm>
          <a:custGeom xmlns:a="http://schemas.openxmlformats.org/drawingml/2006/main">
            <a:pathLst>
              <a:path w="1" h="35890" fill="none">
                <a:moveTo>
                  <a:pt x="0" y="0"/>
                </a:moveTo>
                <a:lnTo>
                  <a:pt x="0" y="35890"/>
                </a:lnTo>
              </a:path>
            </a:pathLst>
          </a:custGeom>
          <a:noFill xmlns:a="http://schemas.openxmlformats.org/drawingml/2006/main"/>
          <a:ln xmlns:a="http://schemas.openxmlformats.org/drawingml/2006/main" w="8203" cap="flat">
            <a:solidFill>
              <a:srgbClr val="000000"/>
            </a:solidFill>
            <a:round/>
          </a:ln>
        </p:spPr>
      </p:sp>
      <p:sp>
        <p:nvSpPr>
          <p:cNvPr id="116" name="Text 150">
            <a:extLst xmlns:a="http://schemas.openxmlformats.org/drawingml/2006/main">
              <a:ext uri="{FF2B5EF4-FFF2-40B4-BE49-F238E27FC236}">
                <a16:creationId xmlns:a16="http://schemas.microsoft.com/office/drawing/2014/main" id="{504074AB-E6F8-4C93-9CF6-DEFCBA88D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2820" y="4186994"/>
            <a:ext cx="345359" cy="176247"/>
          </a:xfrm>
          <a:custGeom xmlns:a="http://schemas.openxmlformats.org/drawingml/2006/main">
            <a:pathLst>
              <a:path w="345359" h="176247">
                <a:moveTo>
                  <a:pt x="0" y="20028"/>
                </a:moveTo>
                <a:lnTo>
                  <a:pt x="41308" y="0"/>
                </a:lnTo>
                <a:lnTo>
                  <a:pt x="45439" y="0"/>
                </a:lnTo>
                <a:lnTo>
                  <a:pt x="45439" y="143201"/>
                </a:lnTo>
                <a:cubicBezTo>
                  <a:pt x="45439" y="152714"/>
                  <a:pt x="45835" y="158639"/>
                  <a:pt x="46628" y="160976"/>
                </a:cubicBezTo>
                <a:cubicBezTo>
                  <a:pt x="47421" y="163312"/>
                  <a:pt x="49069" y="165106"/>
                  <a:pt x="51572" y="166358"/>
                </a:cubicBezTo>
                <a:cubicBezTo>
                  <a:pt x="54076" y="167610"/>
                  <a:pt x="59166" y="168319"/>
                  <a:pt x="66844" y="168486"/>
                </a:cubicBezTo>
                <a:lnTo>
                  <a:pt x="66844" y="173243"/>
                </a:lnTo>
                <a:lnTo>
                  <a:pt x="3004" y="173243"/>
                </a:lnTo>
                <a:lnTo>
                  <a:pt x="3004" y="168486"/>
                </a:lnTo>
                <a:cubicBezTo>
                  <a:pt x="11015" y="168319"/>
                  <a:pt x="16189" y="167631"/>
                  <a:pt x="18526" y="166421"/>
                </a:cubicBezTo>
                <a:cubicBezTo>
                  <a:pt x="20863" y="165211"/>
                  <a:pt x="22490" y="163583"/>
                  <a:pt x="23408" y="161539"/>
                </a:cubicBezTo>
                <a:cubicBezTo>
                  <a:pt x="24326" y="159494"/>
                  <a:pt x="24785" y="153382"/>
                  <a:pt x="24785" y="143201"/>
                </a:cubicBezTo>
                <a:lnTo>
                  <a:pt x="24785" y="51572"/>
                </a:lnTo>
                <a:cubicBezTo>
                  <a:pt x="24785" y="39276"/>
                  <a:pt x="24367" y="31385"/>
                  <a:pt x="23533" y="27898"/>
                </a:cubicBezTo>
                <a:cubicBezTo>
                  <a:pt x="22949" y="25238"/>
                  <a:pt x="21885" y="23283"/>
                  <a:pt x="20341" y="22031"/>
                </a:cubicBezTo>
                <a:cubicBezTo>
                  <a:pt x="18797" y="20779"/>
                  <a:pt x="16940" y="20153"/>
                  <a:pt x="14771" y="20153"/>
                </a:cubicBezTo>
                <a:cubicBezTo>
                  <a:pt x="11683" y="20153"/>
                  <a:pt x="7385" y="21447"/>
                  <a:pt x="1878" y="24034"/>
                </a:cubicBezTo>
                <a:lnTo>
                  <a:pt x="0" y="20028"/>
                </a:lnTo>
                <a:close/>
                <a:moveTo>
                  <a:pt x="209419" y="3505"/>
                </a:moveTo>
                <a:lnTo>
                  <a:pt x="199655" y="24785"/>
                </a:lnTo>
                <a:lnTo>
                  <a:pt x="148584" y="24785"/>
                </a:lnTo>
                <a:lnTo>
                  <a:pt x="137443" y="47285"/>
                </a:lnTo>
                <a:cubicBezTo>
                  <a:pt x="159557" y="50547"/>
                  <a:pt x="177082" y="58785"/>
                  <a:pt x="190017" y="71999"/>
                </a:cubicBezTo>
                <a:cubicBezTo>
                  <a:pt x="201116" y="83372"/>
                  <a:pt x="206665" y="96753"/>
                  <a:pt x="206665" y="112141"/>
                </a:cubicBezTo>
                <a:cubicBezTo>
                  <a:pt x="206665" y="121092"/>
                  <a:pt x="204850" y="129371"/>
                  <a:pt x="201220" y="136981"/>
                </a:cubicBezTo>
                <a:cubicBezTo>
                  <a:pt x="197590" y="144591"/>
                  <a:pt x="193021" y="151072"/>
                  <a:pt x="187513" y="156426"/>
                </a:cubicBezTo>
                <a:cubicBezTo>
                  <a:pt x="182005" y="161777"/>
                  <a:pt x="175872" y="166084"/>
                  <a:pt x="169112" y="169347"/>
                </a:cubicBezTo>
                <a:cubicBezTo>
                  <a:pt x="159516" y="173947"/>
                  <a:pt x="149668" y="176247"/>
                  <a:pt x="139571" y="176247"/>
                </a:cubicBezTo>
                <a:cubicBezTo>
                  <a:pt x="129390" y="176247"/>
                  <a:pt x="121984" y="174515"/>
                  <a:pt x="117352" y="171052"/>
                </a:cubicBezTo>
                <a:cubicBezTo>
                  <a:pt x="112721" y="167589"/>
                  <a:pt x="110405" y="163771"/>
                  <a:pt x="110405" y="159599"/>
                </a:cubicBezTo>
                <a:cubicBezTo>
                  <a:pt x="110405" y="157262"/>
                  <a:pt x="111365" y="155197"/>
                  <a:pt x="113284" y="153402"/>
                </a:cubicBezTo>
                <a:cubicBezTo>
                  <a:pt x="115204" y="151608"/>
                  <a:pt x="117624" y="150711"/>
                  <a:pt x="120544" y="150711"/>
                </a:cubicBezTo>
                <a:cubicBezTo>
                  <a:pt x="122714" y="150711"/>
                  <a:pt x="124613" y="151045"/>
                  <a:pt x="126240" y="151713"/>
                </a:cubicBezTo>
                <a:cubicBezTo>
                  <a:pt x="127867" y="152380"/>
                  <a:pt x="130642" y="154091"/>
                  <a:pt x="134564" y="156845"/>
                </a:cubicBezTo>
                <a:cubicBezTo>
                  <a:pt x="140823" y="161184"/>
                  <a:pt x="147165" y="163396"/>
                  <a:pt x="153591" y="163479"/>
                </a:cubicBezTo>
                <a:cubicBezTo>
                  <a:pt x="163354" y="163479"/>
                  <a:pt x="171929" y="159777"/>
                  <a:pt x="179314" y="152374"/>
                </a:cubicBezTo>
                <a:cubicBezTo>
                  <a:pt x="186700" y="144967"/>
                  <a:pt x="190392" y="135951"/>
                  <a:pt x="190392" y="125324"/>
                </a:cubicBezTo>
                <a:cubicBezTo>
                  <a:pt x="190392" y="115034"/>
                  <a:pt x="187096" y="105433"/>
                  <a:pt x="180503" y="96522"/>
                </a:cubicBezTo>
                <a:cubicBezTo>
                  <a:pt x="173911" y="87608"/>
                  <a:pt x="164815" y="80725"/>
                  <a:pt x="153215" y="75872"/>
                </a:cubicBezTo>
                <a:cubicBezTo>
                  <a:pt x="144119" y="72109"/>
                  <a:pt x="131727" y="69934"/>
                  <a:pt x="116038" y="69347"/>
                </a:cubicBezTo>
                <a:lnTo>
                  <a:pt x="148584" y="3505"/>
                </a:lnTo>
                <a:lnTo>
                  <a:pt x="209419" y="3505"/>
                </a:lnTo>
                <a:close/>
                <a:moveTo>
                  <a:pt x="235580" y="89375"/>
                </a:moveTo>
                <a:cubicBezTo>
                  <a:pt x="235580" y="70015"/>
                  <a:pt x="238501" y="53346"/>
                  <a:pt x="244343" y="39368"/>
                </a:cubicBezTo>
                <a:cubicBezTo>
                  <a:pt x="250184" y="25390"/>
                  <a:pt x="257945" y="14979"/>
                  <a:pt x="267625" y="8136"/>
                </a:cubicBezTo>
                <a:cubicBezTo>
                  <a:pt x="275136" y="2712"/>
                  <a:pt x="282897" y="0"/>
                  <a:pt x="290908" y="0"/>
                </a:cubicBezTo>
                <a:cubicBezTo>
                  <a:pt x="303926" y="0"/>
                  <a:pt x="315609" y="6634"/>
                  <a:pt x="325957" y="19903"/>
                </a:cubicBezTo>
                <a:cubicBezTo>
                  <a:pt x="338892" y="36343"/>
                  <a:pt x="345359" y="58624"/>
                  <a:pt x="345359" y="86747"/>
                </a:cubicBezTo>
                <a:cubicBezTo>
                  <a:pt x="345359" y="106441"/>
                  <a:pt x="342522" y="123173"/>
                  <a:pt x="336847" y="136942"/>
                </a:cubicBezTo>
                <a:cubicBezTo>
                  <a:pt x="331173" y="150711"/>
                  <a:pt x="323933" y="160704"/>
                  <a:pt x="315129" y="166921"/>
                </a:cubicBezTo>
                <a:cubicBezTo>
                  <a:pt x="306325" y="173138"/>
                  <a:pt x="297834" y="176247"/>
                  <a:pt x="289656" y="176247"/>
                </a:cubicBezTo>
                <a:cubicBezTo>
                  <a:pt x="273467" y="176247"/>
                  <a:pt x="259990" y="166692"/>
                  <a:pt x="249224" y="147582"/>
                </a:cubicBezTo>
                <a:cubicBezTo>
                  <a:pt x="240128" y="131476"/>
                  <a:pt x="235580" y="112074"/>
                  <a:pt x="235580" y="89375"/>
                </a:cubicBezTo>
                <a:moveTo>
                  <a:pt x="260115" y="92438"/>
                </a:moveTo>
                <a:cubicBezTo>
                  <a:pt x="260115" y="115786"/>
                  <a:pt x="262994" y="134840"/>
                  <a:pt x="268752" y="149600"/>
                </a:cubicBezTo>
                <a:cubicBezTo>
                  <a:pt x="273508" y="162024"/>
                  <a:pt x="280602" y="168236"/>
                  <a:pt x="290032" y="168236"/>
                </a:cubicBezTo>
                <a:cubicBezTo>
                  <a:pt x="294538" y="168236"/>
                  <a:pt x="299211" y="166213"/>
                  <a:pt x="304051" y="162169"/>
                </a:cubicBezTo>
                <a:cubicBezTo>
                  <a:pt x="308891" y="158124"/>
                  <a:pt x="312563" y="151349"/>
                  <a:pt x="315067" y="141843"/>
                </a:cubicBezTo>
                <a:cubicBezTo>
                  <a:pt x="318905" y="127503"/>
                  <a:pt x="320825" y="107282"/>
                  <a:pt x="320825" y="81180"/>
                </a:cubicBezTo>
                <a:cubicBezTo>
                  <a:pt x="320825" y="61835"/>
                  <a:pt x="318822" y="45701"/>
                  <a:pt x="314816" y="32776"/>
                </a:cubicBezTo>
                <a:cubicBezTo>
                  <a:pt x="311812" y="23187"/>
                  <a:pt x="307932" y="16391"/>
                  <a:pt x="303175" y="12388"/>
                </a:cubicBezTo>
                <a:cubicBezTo>
                  <a:pt x="299754" y="9637"/>
                  <a:pt x="295623" y="8262"/>
                  <a:pt x="290783" y="8262"/>
                </a:cubicBezTo>
                <a:cubicBezTo>
                  <a:pt x="285108" y="8262"/>
                  <a:pt x="280059" y="10804"/>
                  <a:pt x="275636" y="15889"/>
                </a:cubicBezTo>
                <a:cubicBezTo>
                  <a:pt x="269628" y="22811"/>
                  <a:pt x="265539" y="33693"/>
                  <a:pt x="263369" y="48537"/>
                </a:cubicBezTo>
                <a:cubicBezTo>
                  <a:pt x="261200" y="63378"/>
                  <a:pt x="260115" y="78012"/>
                  <a:pt x="260115" y="9243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2881CCA-2EDF-4515-90DB-39EBE2886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9154" y="527982"/>
            <a:ext cx="10" cy="3582465"/>
          </a:xfrm>
          <a:custGeom xmlns:a="http://schemas.openxmlformats.org/drawingml/2006/main">
            <a:pathLst>
              <a:path w="1" h="3582465" fill="none">
                <a:moveTo>
                  <a:pt x="0" y="35824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25" cap="flat">
            <a:solidFill>
              <a:srgbClr val="000000"/>
            </a:solidFill>
            <a:custDash>
              <a:ds d="370000" sp="160000"/>
            </a:custDash>
            <a:round/>
          </a:ln>
        </p:spPr>
      </p:sp>
      <p:sp>
        <p:nvSpPr>
          <p:cNvPr id="1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5D390A1-83FA-4AE1-92F5-835B3B8BC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9154" y="4110447"/>
            <a:ext cx="10" cy="35890"/>
          </a:xfrm>
          <a:custGeom xmlns:a="http://schemas.openxmlformats.org/drawingml/2006/main">
            <a:pathLst>
              <a:path w="1" h="35890">
                <a:moveTo>
                  <a:pt x="0" y="0"/>
                </a:moveTo>
                <a:lnTo>
                  <a:pt x="0" y="3589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4D71115-249F-4CE9-B7E7-AC28E3855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9154" y="4110447"/>
            <a:ext cx="10" cy="35890"/>
          </a:xfrm>
          <a:custGeom xmlns:a="http://schemas.openxmlformats.org/drawingml/2006/main">
            <a:pathLst>
              <a:path w="1" h="35890" fill="none">
                <a:moveTo>
                  <a:pt x="0" y="0"/>
                </a:moveTo>
                <a:lnTo>
                  <a:pt x="0" y="35890"/>
                </a:lnTo>
              </a:path>
            </a:pathLst>
          </a:custGeom>
          <a:noFill xmlns:a="http://schemas.openxmlformats.org/drawingml/2006/main"/>
          <a:ln xmlns:a="http://schemas.openxmlformats.org/drawingml/2006/main" w="8203" cap="flat">
            <a:solidFill>
              <a:srgbClr val="000000"/>
            </a:solidFill>
            <a:round/>
          </a:ln>
        </p:spPr>
      </p:sp>
      <p:sp>
        <p:nvSpPr>
          <p:cNvPr id="120" name="Text 200">
            <a:extLst xmlns:a="http://schemas.openxmlformats.org/drawingml/2006/main">
              <a:ext uri="{FF2B5EF4-FFF2-40B4-BE49-F238E27FC236}">
                <a16:creationId xmlns:a16="http://schemas.microsoft.com/office/drawing/2014/main" id="{41145071-479D-426C-9A2F-3096A7F20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2392" y="4186994"/>
            <a:ext cx="369893" cy="176247"/>
          </a:xfrm>
          <a:custGeom xmlns:a="http://schemas.openxmlformats.org/drawingml/2006/main">
            <a:pathLst>
              <a:path w="369893" h="176247">
                <a:moveTo>
                  <a:pt x="112032" y="140196"/>
                </a:moveTo>
                <a:lnTo>
                  <a:pt x="100140" y="173243"/>
                </a:lnTo>
                <a:lnTo>
                  <a:pt x="0" y="173243"/>
                </a:lnTo>
                <a:lnTo>
                  <a:pt x="0" y="168517"/>
                </a:lnTo>
                <a:cubicBezTo>
                  <a:pt x="29458" y="141675"/>
                  <a:pt x="50195" y="119751"/>
                  <a:pt x="62212" y="102746"/>
                </a:cubicBezTo>
                <a:cubicBezTo>
                  <a:pt x="74229" y="85737"/>
                  <a:pt x="80237" y="70182"/>
                  <a:pt x="80237" y="56079"/>
                </a:cubicBezTo>
                <a:cubicBezTo>
                  <a:pt x="80237" y="45350"/>
                  <a:pt x="76941" y="36534"/>
                  <a:pt x="70349" y="29631"/>
                </a:cubicBezTo>
                <a:cubicBezTo>
                  <a:pt x="63756" y="22728"/>
                  <a:pt x="55870" y="19277"/>
                  <a:pt x="46690" y="19277"/>
                </a:cubicBezTo>
                <a:cubicBezTo>
                  <a:pt x="38345" y="19277"/>
                  <a:pt x="30856" y="21697"/>
                  <a:pt x="24221" y="26537"/>
                </a:cubicBezTo>
                <a:cubicBezTo>
                  <a:pt x="17587" y="31375"/>
                  <a:pt x="12684" y="38468"/>
                  <a:pt x="9513" y="47817"/>
                </a:cubicBezTo>
                <a:lnTo>
                  <a:pt x="4882" y="47817"/>
                </a:lnTo>
                <a:cubicBezTo>
                  <a:pt x="6968" y="32418"/>
                  <a:pt x="12330" y="20599"/>
                  <a:pt x="20967" y="12361"/>
                </a:cubicBezTo>
                <a:cubicBezTo>
                  <a:pt x="29604" y="4120"/>
                  <a:pt x="40390" y="0"/>
                  <a:pt x="53325" y="0"/>
                </a:cubicBezTo>
                <a:cubicBezTo>
                  <a:pt x="67094" y="0"/>
                  <a:pt x="78589" y="4423"/>
                  <a:pt x="87811" y="13269"/>
                </a:cubicBezTo>
                <a:cubicBezTo>
                  <a:pt x="97032" y="22114"/>
                  <a:pt x="101642" y="32546"/>
                  <a:pt x="101642" y="44562"/>
                </a:cubicBezTo>
                <a:cubicBezTo>
                  <a:pt x="101642" y="53158"/>
                  <a:pt x="99640" y="61753"/>
                  <a:pt x="95634" y="70349"/>
                </a:cubicBezTo>
                <a:cubicBezTo>
                  <a:pt x="89459" y="83867"/>
                  <a:pt x="79445" y="98179"/>
                  <a:pt x="65592" y="113284"/>
                </a:cubicBezTo>
                <a:cubicBezTo>
                  <a:pt x="44813" y="135935"/>
                  <a:pt x="31836" y="149496"/>
                  <a:pt x="26662" y="153966"/>
                </a:cubicBezTo>
                <a:lnTo>
                  <a:pt x="70974" y="153966"/>
                </a:lnTo>
                <a:cubicBezTo>
                  <a:pt x="79987" y="153966"/>
                  <a:pt x="86308" y="153632"/>
                  <a:pt x="89938" y="152964"/>
                </a:cubicBezTo>
                <a:cubicBezTo>
                  <a:pt x="93569" y="152297"/>
                  <a:pt x="96844" y="150941"/>
                  <a:pt x="99765" y="148896"/>
                </a:cubicBezTo>
                <a:cubicBezTo>
                  <a:pt x="102686" y="146852"/>
                  <a:pt x="105231" y="143952"/>
                  <a:pt x="107400" y="140196"/>
                </a:cubicBezTo>
                <a:lnTo>
                  <a:pt x="112032" y="140196"/>
                </a:lnTo>
                <a:close/>
                <a:moveTo>
                  <a:pt x="131934" y="89375"/>
                </a:moveTo>
                <a:cubicBezTo>
                  <a:pt x="131934" y="70015"/>
                  <a:pt x="134855" y="53346"/>
                  <a:pt x="140696" y="39368"/>
                </a:cubicBezTo>
                <a:cubicBezTo>
                  <a:pt x="146538" y="25390"/>
                  <a:pt x="154299" y="14979"/>
                  <a:pt x="163979" y="8136"/>
                </a:cubicBezTo>
                <a:cubicBezTo>
                  <a:pt x="171490" y="2712"/>
                  <a:pt x="179250" y="0"/>
                  <a:pt x="187262" y="0"/>
                </a:cubicBezTo>
                <a:cubicBezTo>
                  <a:pt x="200280" y="0"/>
                  <a:pt x="211963" y="6634"/>
                  <a:pt x="222311" y="19903"/>
                </a:cubicBezTo>
                <a:cubicBezTo>
                  <a:pt x="235246" y="36343"/>
                  <a:pt x="241713" y="58624"/>
                  <a:pt x="241713" y="86747"/>
                </a:cubicBezTo>
                <a:cubicBezTo>
                  <a:pt x="241713" y="106441"/>
                  <a:pt x="238876" y="123173"/>
                  <a:pt x="233201" y="136942"/>
                </a:cubicBezTo>
                <a:cubicBezTo>
                  <a:pt x="227526" y="150711"/>
                  <a:pt x="220287" y="160704"/>
                  <a:pt x="211483" y="166921"/>
                </a:cubicBezTo>
                <a:cubicBezTo>
                  <a:pt x="202679" y="173138"/>
                  <a:pt x="194188" y="176247"/>
                  <a:pt x="186010" y="176247"/>
                </a:cubicBezTo>
                <a:cubicBezTo>
                  <a:pt x="169821" y="176247"/>
                  <a:pt x="156343" y="166692"/>
                  <a:pt x="145578" y="147582"/>
                </a:cubicBezTo>
                <a:cubicBezTo>
                  <a:pt x="136482" y="131476"/>
                  <a:pt x="131934" y="112074"/>
                  <a:pt x="131934" y="89375"/>
                </a:cubicBezTo>
                <a:moveTo>
                  <a:pt x="156469" y="92438"/>
                </a:moveTo>
                <a:cubicBezTo>
                  <a:pt x="156469" y="115786"/>
                  <a:pt x="159348" y="134840"/>
                  <a:pt x="165106" y="149600"/>
                </a:cubicBezTo>
                <a:cubicBezTo>
                  <a:pt x="169862" y="162024"/>
                  <a:pt x="176956" y="168236"/>
                  <a:pt x="186385" y="168236"/>
                </a:cubicBezTo>
                <a:cubicBezTo>
                  <a:pt x="190892" y="168236"/>
                  <a:pt x="195565" y="166213"/>
                  <a:pt x="200405" y="162169"/>
                </a:cubicBezTo>
                <a:cubicBezTo>
                  <a:pt x="205245" y="158124"/>
                  <a:pt x="208917" y="151349"/>
                  <a:pt x="211420" y="141843"/>
                </a:cubicBezTo>
                <a:cubicBezTo>
                  <a:pt x="215259" y="127503"/>
                  <a:pt x="217179" y="107282"/>
                  <a:pt x="217179" y="81180"/>
                </a:cubicBezTo>
                <a:cubicBezTo>
                  <a:pt x="217179" y="61835"/>
                  <a:pt x="215176" y="45701"/>
                  <a:pt x="211170" y="32776"/>
                </a:cubicBezTo>
                <a:cubicBezTo>
                  <a:pt x="208166" y="23187"/>
                  <a:pt x="204285" y="16391"/>
                  <a:pt x="199529" y="12388"/>
                </a:cubicBezTo>
                <a:cubicBezTo>
                  <a:pt x="196107" y="9637"/>
                  <a:pt x="191977" y="8262"/>
                  <a:pt x="187136" y="8262"/>
                </a:cubicBezTo>
                <a:cubicBezTo>
                  <a:pt x="181462" y="8262"/>
                  <a:pt x="176413" y="10804"/>
                  <a:pt x="171990" y="15889"/>
                </a:cubicBezTo>
                <a:cubicBezTo>
                  <a:pt x="165982" y="22811"/>
                  <a:pt x="161893" y="33693"/>
                  <a:pt x="159723" y="48537"/>
                </a:cubicBezTo>
                <a:cubicBezTo>
                  <a:pt x="157553" y="63378"/>
                  <a:pt x="156469" y="78012"/>
                  <a:pt x="156469" y="92438"/>
                </a:cubicBezTo>
                <a:close/>
                <a:moveTo>
                  <a:pt x="260114" y="89375"/>
                </a:moveTo>
                <a:cubicBezTo>
                  <a:pt x="260114" y="70015"/>
                  <a:pt x="263035" y="53346"/>
                  <a:pt x="268876" y="39368"/>
                </a:cubicBezTo>
                <a:cubicBezTo>
                  <a:pt x="274718" y="25390"/>
                  <a:pt x="282479" y="14979"/>
                  <a:pt x="292159" y="8136"/>
                </a:cubicBezTo>
                <a:cubicBezTo>
                  <a:pt x="299670" y="2712"/>
                  <a:pt x="307430" y="0"/>
                  <a:pt x="315442" y="0"/>
                </a:cubicBezTo>
                <a:cubicBezTo>
                  <a:pt x="328460" y="0"/>
                  <a:pt x="340143" y="6634"/>
                  <a:pt x="350491" y="19903"/>
                </a:cubicBezTo>
                <a:cubicBezTo>
                  <a:pt x="363426" y="36343"/>
                  <a:pt x="369893" y="58624"/>
                  <a:pt x="369893" y="86747"/>
                </a:cubicBezTo>
                <a:cubicBezTo>
                  <a:pt x="369893" y="106441"/>
                  <a:pt x="367056" y="123173"/>
                  <a:pt x="361381" y="136942"/>
                </a:cubicBezTo>
                <a:cubicBezTo>
                  <a:pt x="355706" y="150711"/>
                  <a:pt x="348467" y="160704"/>
                  <a:pt x="339663" y="166921"/>
                </a:cubicBezTo>
                <a:cubicBezTo>
                  <a:pt x="330859" y="173138"/>
                  <a:pt x="322368" y="176247"/>
                  <a:pt x="314190" y="176247"/>
                </a:cubicBezTo>
                <a:cubicBezTo>
                  <a:pt x="298001" y="176247"/>
                  <a:pt x="284523" y="166692"/>
                  <a:pt x="273758" y="147582"/>
                </a:cubicBezTo>
                <a:cubicBezTo>
                  <a:pt x="264662" y="131476"/>
                  <a:pt x="260114" y="112074"/>
                  <a:pt x="260114" y="89375"/>
                </a:cubicBezTo>
                <a:moveTo>
                  <a:pt x="284649" y="92438"/>
                </a:moveTo>
                <a:cubicBezTo>
                  <a:pt x="284649" y="115786"/>
                  <a:pt x="287528" y="134840"/>
                  <a:pt x="293286" y="149600"/>
                </a:cubicBezTo>
                <a:cubicBezTo>
                  <a:pt x="298042" y="162024"/>
                  <a:pt x="305136" y="168236"/>
                  <a:pt x="314565" y="168236"/>
                </a:cubicBezTo>
                <a:cubicBezTo>
                  <a:pt x="319072" y="168236"/>
                  <a:pt x="323745" y="166213"/>
                  <a:pt x="328585" y="162169"/>
                </a:cubicBezTo>
                <a:cubicBezTo>
                  <a:pt x="333425" y="158124"/>
                  <a:pt x="337097" y="151349"/>
                  <a:pt x="339601" y="141843"/>
                </a:cubicBezTo>
                <a:cubicBezTo>
                  <a:pt x="343439" y="127503"/>
                  <a:pt x="345359" y="107282"/>
                  <a:pt x="345359" y="81180"/>
                </a:cubicBezTo>
                <a:cubicBezTo>
                  <a:pt x="345359" y="61835"/>
                  <a:pt x="343356" y="45701"/>
                  <a:pt x="339350" y="32776"/>
                </a:cubicBezTo>
                <a:cubicBezTo>
                  <a:pt x="336346" y="23187"/>
                  <a:pt x="332466" y="16391"/>
                  <a:pt x="327709" y="12388"/>
                </a:cubicBezTo>
                <a:cubicBezTo>
                  <a:pt x="324287" y="9637"/>
                  <a:pt x="320157" y="8262"/>
                  <a:pt x="315316" y="8262"/>
                </a:cubicBezTo>
                <a:cubicBezTo>
                  <a:pt x="309642" y="8262"/>
                  <a:pt x="304593" y="10804"/>
                  <a:pt x="300170" y="15889"/>
                </a:cubicBezTo>
                <a:cubicBezTo>
                  <a:pt x="294162" y="22811"/>
                  <a:pt x="290073" y="33693"/>
                  <a:pt x="287903" y="48537"/>
                </a:cubicBezTo>
                <a:cubicBezTo>
                  <a:pt x="285733" y="63378"/>
                  <a:pt x="284649" y="78012"/>
                  <a:pt x="284649" y="9243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BB7127B-6A23-4561-BCCD-294D2A424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43260" y="527982"/>
            <a:ext cx="10" cy="3582465"/>
          </a:xfrm>
          <a:custGeom xmlns:a="http://schemas.openxmlformats.org/drawingml/2006/main">
            <a:pathLst>
              <a:path w="1" h="3582465" fill="none">
                <a:moveTo>
                  <a:pt x="0" y="35824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25" cap="flat">
            <a:solidFill>
              <a:srgbClr val="000000"/>
            </a:solidFill>
            <a:custDash>
              <a:ds d="370000" sp="160000"/>
            </a:custDash>
            <a:round/>
          </a:ln>
        </p:spPr>
      </p:sp>
      <p:sp>
        <p:nvSpPr>
          <p:cNvPr id="1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1E84487-59F5-438B-88BA-4589BBE42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43260" y="4110447"/>
            <a:ext cx="10" cy="35890"/>
          </a:xfrm>
          <a:custGeom xmlns:a="http://schemas.openxmlformats.org/drawingml/2006/main">
            <a:pathLst>
              <a:path w="1" h="35890">
                <a:moveTo>
                  <a:pt x="0" y="0"/>
                </a:moveTo>
                <a:lnTo>
                  <a:pt x="0" y="3589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C860B5A-2167-4185-916A-A1FEF6489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43260" y="4110447"/>
            <a:ext cx="10" cy="35890"/>
          </a:xfrm>
          <a:custGeom xmlns:a="http://schemas.openxmlformats.org/drawingml/2006/main">
            <a:pathLst>
              <a:path w="1" h="35890" fill="none">
                <a:moveTo>
                  <a:pt x="0" y="0"/>
                </a:moveTo>
                <a:lnTo>
                  <a:pt x="0" y="35890"/>
                </a:lnTo>
              </a:path>
            </a:pathLst>
          </a:custGeom>
          <a:noFill xmlns:a="http://schemas.openxmlformats.org/drawingml/2006/main"/>
          <a:ln xmlns:a="http://schemas.openxmlformats.org/drawingml/2006/main" w="8203" cap="flat">
            <a:solidFill>
              <a:srgbClr val="000000"/>
            </a:solidFill>
            <a:round/>
          </a:ln>
        </p:spPr>
      </p:sp>
      <p:sp>
        <p:nvSpPr>
          <p:cNvPr id="124" name="Text 250">
            <a:extLst xmlns:a="http://schemas.openxmlformats.org/drawingml/2006/main">
              <a:ext uri="{FF2B5EF4-FFF2-40B4-BE49-F238E27FC236}">
                <a16:creationId xmlns:a16="http://schemas.microsoft.com/office/drawing/2014/main" id="{B242F1C3-8189-4A20-8087-A765C78DB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6498" y="4186994"/>
            <a:ext cx="369893" cy="176247"/>
          </a:xfrm>
          <a:custGeom xmlns:a="http://schemas.openxmlformats.org/drawingml/2006/main">
            <a:pathLst>
              <a:path w="369893" h="176247">
                <a:moveTo>
                  <a:pt x="112032" y="140196"/>
                </a:moveTo>
                <a:lnTo>
                  <a:pt x="100140" y="173243"/>
                </a:lnTo>
                <a:lnTo>
                  <a:pt x="0" y="173243"/>
                </a:lnTo>
                <a:lnTo>
                  <a:pt x="0" y="168517"/>
                </a:lnTo>
                <a:cubicBezTo>
                  <a:pt x="29458" y="141675"/>
                  <a:pt x="50195" y="119751"/>
                  <a:pt x="62212" y="102746"/>
                </a:cubicBezTo>
                <a:cubicBezTo>
                  <a:pt x="74229" y="85737"/>
                  <a:pt x="80237" y="70182"/>
                  <a:pt x="80237" y="56079"/>
                </a:cubicBezTo>
                <a:cubicBezTo>
                  <a:pt x="80237" y="45350"/>
                  <a:pt x="76941" y="36534"/>
                  <a:pt x="70349" y="29631"/>
                </a:cubicBezTo>
                <a:cubicBezTo>
                  <a:pt x="63756" y="22728"/>
                  <a:pt x="55870" y="19277"/>
                  <a:pt x="46690" y="19277"/>
                </a:cubicBezTo>
                <a:cubicBezTo>
                  <a:pt x="38345" y="19277"/>
                  <a:pt x="30856" y="21697"/>
                  <a:pt x="24221" y="26537"/>
                </a:cubicBezTo>
                <a:cubicBezTo>
                  <a:pt x="17587" y="31375"/>
                  <a:pt x="12684" y="38468"/>
                  <a:pt x="9513" y="47817"/>
                </a:cubicBezTo>
                <a:lnTo>
                  <a:pt x="4882" y="47817"/>
                </a:lnTo>
                <a:cubicBezTo>
                  <a:pt x="6968" y="32418"/>
                  <a:pt x="12330" y="20599"/>
                  <a:pt x="20967" y="12361"/>
                </a:cubicBezTo>
                <a:cubicBezTo>
                  <a:pt x="29604" y="4120"/>
                  <a:pt x="40390" y="0"/>
                  <a:pt x="53325" y="0"/>
                </a:cubicBezTo>
                <a:cubicBezTo>
                  <a:pt x="67094" y="0"/>
                  <a:pt x="78589" y="4423"/>
                  <a:pt x="87811" y="13269"/>
                </a:cubicBezTo>
                <a:cubicBezTo>
                  <a:pt x="97032" y="22114"/>
                  <a:pt x="101642" y="32546"/>
                  <a:pt x="101642" y="44562"/>
                </a:cubicBezTo>
                <a:cubicBezTo>
                  <a:pt x="101642" y="53158"/>
                  <a:pt x="99640" y="61753"/>
                  <a:pt x="95634" y="70349"/>
                </a:cubicBezTo>
                <a:cubicBezTo>
                  <a:pt x="89459" y="83867"/>
                  <a:pt x="79445" y="98179"/>
                  <a:pt x="65592" y="113284"/>
                </a:cubicBezTo>
                <a:cubicBezTo>
                  <a:pt x="44813" y="135935"/>
                  <a:pt x="31836" y="149496"/>
                  <a:pt x="26662" y="153966"/>
                </a:cubicBezTo>
                <a:lnTo>
                  <a:pt x="70974" y="153966"/>
                </a:lnTo>
                <a:cubicBezTo>
                  <a:pt x="79987" y="153966"/>
                  <a:pt x="86308" y="153632"/>
                  <a:pt x="89938" y="152964"/>
                </a:cubicBezTo>
                <a:cubicBezTo>
                  <a:pt x="93569" y="152297"/>
                  <a:pt x="96844" y="150941"/>
                  <a:pt x="99765" y="148896"/>
                </a:cubicBezTo>
                <a:cubicBezTo>
                  <a:pt x="102686" y="146852"/>
                  <a:pt x="105231" y="143952"/>
                  <a:pt x="107400" y="140196"/>
                </a:cubicBezTo>
                <a:lnTo>
                  <a:pt x="112032" y="140196"/>
                </a:lnTo>
                <a:close/>
                <a:moveTo>
                  <a:pt x="233952" y="3505"/>
                </a:moveTo>
                <a:lnTo>
                  <a:pt x="224188" y="24785"/>
                </a:lnTo>
                <a:lnTo>
                  <a:pt x="173117" y="24785"/>
                </a:lnTo>
                <a:lnTo>
                  <a:pt x="161976" y="47285"/>
                </a:lnTo>
                <a:cubicBezTo>
                  <a:pt x="184091" y="50547"/>
                  <a:pt x="201615" y="58785"/>
                  <a:pt x="214550" y="71999"/>
                </a:cubicBezTo>
                <a:cubicBezTo>
                  <a:pt x="225649" y="83372"/>
                  <a:pt x="231198" y="96753"/>
                  <a:pt x="231198" y="112141"/>
                </a:cubicBezTo>
                <a:cubicBezTo>
                  <a:pt x="231198" y="121092"/>
                  <a:pt x="229383" y="129371"/>
                  <a:pt x="225753" y="136981"/>
                </a:cubicBezTo>
                <a:cubicBezTo>
                  <a:pt x="222123" y="144591"/>
                  <a:pt x="217554" y="151072"/>
                  <a:pt x="212046" y="156426"/>
                </a:cubicBezTo>
                <a:cubicBezTo>
                  <a:pt x="206539" y="161777"/>
                  <a:pt x="200405" y="166084"/>
                  <a:pt x="193646" y="169347"/>
                </a:cubicBezTo>
                <a:cubicBezTo>
                  <a:pt x="184049" y="173947"/>
                  <a:pt x="174202" y="176247"/>
                  <a:pt x="164104" y="176247"/>
                </a:cubicBezTo>
                <a:cubicBezTo>
                  <a:pt x="153923" y="176247"/>
                  <a:pt x="146517" y="174515"/>
                  <a:pt x="141886" y="171052"/>
                </a:cubicBezTo>
                <a:cubicBezTo>
                  <a:pt x="137254" y="167589"/>
                  <a:pt x="134938" y="163771"/>
                  <a:pt x="134938" y="159599"/>
                </a:cubicBezTo>
                <a:cubicBezTo>
                  <a:pt x="134938" y="157262"/>
                  <a:pt x="135898" y="155197"/>
                  <a:pt x="137817" y="153402"/>
                </a:cubicBezTo>
                <a:cubicBezTo>
                  <a:pt x="139737" y="151608"/>
                  <a:pt x="142157" y="150711"/>
                  <a:pt x="145078" y="150711"/>
                </a:cubicBezTo>
                <a:cubicBezTo>
                  <a:pt x="147247" y="150711"/>
                  <a:pt x="149146" y="151045"/>
                  <a:pt x="150773" y="151713"/>
                </a:cubicBezTo>
                <a:cubicBezTo>
                  <a:pt x="152400" y="152380"/>
                  <a:pt x="155175" y="154091"/>
                  <a:pt x="159097" y="156845"/>
                </a:cubicBezTo>
                <a:cubicBezTo>
                  <a:pt x="165356" y="161184"/>
                  <a:pt x="171698" y="163396"/>
                  <a:pt x="178124" y="163479"/>
                </a:cubicBezTo>
                <a:cubicBezTo>
                  <a:pt x="187888" y="163479"/>
                  <a:pt x="196462" y="159777"/>
                  <a:pt x="203847" y="152374"/>
                </a:cubicBezTo>
                <a:cubicBezTo>
                  <a:pt x="211233" y="144967"/>
                  <a:pt x="214925" y="135951"/>
                  <a:pt x="214925" y="125324"/>
                </a:cubicBezTo>
                <a:cubicBezTo>
                  <a:pt x="214925" y="115034"/>
                  <a:pt x="211629" y="105433"/>
                  <a:pt x="205037" y="96522"/>
                </a:cubicBezTo>
                <a:cubicBezTo>
                  <a:pt x="198444" y="87608"/>
                  <a:pt x="189348" y="80725"/>
                  <a:pt x="177748" y="75872"/>
                </a:cubicBezTo>
                <a:cubicBezTo>
                  <a:pt x="168652" y="72109"/>
                  <a:pt x="156260" y="69934"/>
                  <a:pt x="140571" y="69347"/>
                </a:cubicBezTo>
                <a:lnTo>
                  <a:pt x="173117" y="3505"/>
                </a:lnTo>
                <a:lnTo>
                  <a:pt x="233952" y="3505"/>
                </a:lnTo>
                <a:close/>
                <a:moveTo>
                  <a:pt x="260114" y="89375"/>
                </a:moveTo>
                <a:cubicBezTo>
                  <a:pt x="260114" y="70015"/>
                  <a:pt x="263035" y="53346"/>
                  <a:pt x="268876" y="39368"/>
                </a:cubicBezTo>
                <a:cubicBezTo>
                  <a:pt x="274718" y="25390"/>
                  <a:pt x="282479" y="14979"/>
                  <a:pt x="292159" y="8136"/>
                </a:cubicBezTo>
                <a:cubicBezTo>
                  <a:pt x="299669" y="2712"/>
                  <a:pt x="307430" y="0"/>
                  <a:pt x="315441" y="0"/>
                </a:cubicBezTo>
                <a:cubicBezTo>
                  <a:pt x="328460" y="0"/>
                  <a:pt x="340143" y="6634"/>
                  <a:pt x="350490" y="19903"/>
                </a:cubicBezTo>
                <a:cubicBezTo>
                  <a:pt x="363425" y="36343"/>
                  <a:pt x="369893" y="58624"/>
                  <a:pt x="369893" y="86747"/>
                </a:cubicBezTo>
                <a:cubicBezTo>
                  <a:pt x="369893" y="106441"/>
                  <a:pt x="367055" y="123173"/>
                  <a:pt x="361381" y="136942"/>
                </a:cubicBezTo>
                <a:cubicBezTo>
                  <a:pt x="355706" y="150711"/>
                  <a:pt x="348467" y="160704"/>
                  <a:pt x="339663" y="166921"/>
                </a:cubicBezTo>
                <a:cubicBezTo>
                  <a:pt x="330859" y="173138"/>
                  <a:pt x="322368" y="176247"/>
                  <a:pt x="314190" y="176247"/>
                </a:cubicBezTo>
                <a:cubicBezTo>
                  <a:pt x="298000" y="176247"/>
                  <a:pt x="284523" y="166692"/>
                  <a:pt x="273758" y="147582"/>
                </a:cubicBezTo>
                <a:cubicBezTo>
                  <a:pt x="264662" y="131476"/>
                  <a:pt x="260114" y="112074"/>
                  <a:pt x="260114" y="89375"/>
                </a:cubicBezTo>
                <a:moveTo>
                  <a:pt x="284648" y="92438"/>
                </a:moveTo>
                <a:cubicBezTo>
                  <a:pt x="284648" y="115786"/>
                  <a:pt x="287527" y="134840"/>
                  <a:pt x="293285" y="149600"/>
                </a:cubicBezTo>
                <a:cubicBezTo>
                  <a:pt x="298042" y="162024"/>
                  <a:pt x="305135" y="168236"/>
                  <a:pt x="314565" y="168236"/>
                </a:cubicBezTo>
                <a:cubicBezTo>
                  <a:pt x="319071" y="168236"/>
                  <a:pt x="323745" y="166213"/>
                  <a:pt x="328585" y="162169"/>
                </a:cubicBezTo>
                <a:cubicBezTo>
                  <a:pt x="333425" y="158124"/>
                  <a:pt x="337097" y="151349"/>
                  <a:pt x="339600" y="141843"/>
                </a:cubicBezTo>
                <a:cubicBezTo>
                  <a:pt x="343439" y="127503"/>
                  <a:pt x="345358" y="107282"/>
                  <a:pt x="345358" y="81180"/>
                </a:cubicBezTo>
                <a:cubicBezTo>
                  <a:pt x="345358" y="61835"/>
                  <a:pt x="343355" y="45701"/>
                  <a:pt x="339350" y="32776"/>
                </a:cubicBezTo>
                <a:cubicBezTo>
                  <a:pt x="336346" y="23187"/>
                  <a:pt x="332465" y="16391"/>
                  <a:pt x="327709" y="12388"/>
                </a:cubicBezTo>
                <a:cubicBezTo>
                  <a:pt x="324287" y="9637"/>
                  <a:pt x="320156" y="8262"/>
                  <a:pt x="315316" y="8262"/>
                </a:cubicBezTo>
                <a:cubicBezTo>
                  <a:pt x="309642" y="8262"/>
                  <a:pt x="304593" y="10804"/>
                  <a:pt x="300170" y="15889"/>
                </a:cubicBezTo>
                <a:cubicBezTo>
                  <a:pt x="294162" y="22811"/>
                  <a:pt x="290073" y="33693"/>
                  <a:pt x="287903" y="48537"/>
                </a:cubicBezTo>
                <a:cubicBezTo>
                  <a:pt x="285733" y="63378"/>
                  <a:pt x="284648" y="78012"/>
                  <a:pt x="284648" y="9243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951EB0D-2367-4F02-93D4-6822F4FE7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67365" y="527982"/>
            <a:ext cx="10" cy="3582465"/>
          </a:xfrm>
          <a:custGeom xmlns:a="http://schemas.openxmlformats.org/drawingml/2006/main">
            <a:pathLst>
              <a:path w="1" h="3582465" fill="none">
                <a:moveTo>
                  <a:pt x="0" y="35824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25" cap="flat">
            <a:solidFill>
              <a:srgbClr val="000000"/>
            </a:solidFill>
            <a:custDash>
              <a:ds d="370000" sp="160000"/>
            </a:custDash>
            <a:round/>
          </a:ln>
        </p:spPr>
      </p:sp>
      <p:sp>
        <p:nvSpPr>
          <p:cNvPr id="1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67C8B72-6F16-45F0-B93B-AEED769BF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67365" y="4110447"/>
            <a:ext cx="10" cy="35890"/>
          </a:xfrm>
          <a:custGeom xmlns:a="http://schemas.openxmlformats.org/drawingml/2006/main">
            <a:pathLst>
              <a:path w="1" h="35890">
                <a:moveTo>
                  <a:pt x="0" y="0"/>
                </a:moveTo>
                <a:lnTo>
                  <a:pt x="0" y="3589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52B4E68-694E-4CF7-89A4-A5F8CA9F0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67365" y="4110447"/>
            <a:ext cx="10" cy="35890"/>
          </a:xfrm>
          <a:custGeom xmlns:a="http://schemas.openxmlformats.org/drawingml/2006/main">
            <a:pathLst>
              <a:path w="1" h="35890" fill="none">
                <a:moveTo>
                  <a:pt x="0" y="0"/>
                </a:moveTo>
                <a:lnTo>
                  <a:pt x="0" y="35890"/>
                </a:lnTo>
              </a:path>
            </a:pathLst>
          </a:custGeom>
          <a:noFill xmlns:a="http://schemas.openxmlformats.org/drawingml/2006/main"/>
          <a:ln xmlns:a="http://schemas.openxmlformats.org/drawingml/2006/main" w="8203" cap="flat">
            <a:solidFill>
              <a:srgbClr val="000000"/>
            </a:solidFill>
            <a:round/>
          </a:ln>
        </p:spPr>
      </p:sp>
      <p:sp>
        <p:nvSpPr>
          <p:cNvPr id="128" name="Text 300">
            <a:extLst xmlns:a="http://schemas.openxmlformats.org/drawingml/2006/main">
              <a:ext uri="{FF2B5EF4-FFF2-40B4-BE49-F238E27FC236}">
                <a16:creationId xmlns:a16="http://schemas.microsoft.com/office/drawing/2014/main" id="{3A1466BC-1892-479A-8319-8161311BA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85485" y="4186994"/>
            <a:ext cx="365011" cy="176247"/>
          </a:xfrm>
          <a:custGeom xmlns:a="http://schemas.openxmlformats.org/drawingml/2006/main">
            <a:pathLst>
              <a:path w="365011" h="176247">
                <a:moveTo>
                  <a:pt x="2629" y="35800"/>
                </a:moveTo>
                <a:cubicBezTo>
                  <a:pt x="7469" y="24367"/>
                  <a:pt x="13582" y="15543"/>
                  <a:pt x="20967" y="9326"/>
                </a:cubicBezTo>
                <a:cubicBezTo>
                  <a:pt x="28352" y="3109"/>
                  <a:pt x="37553" y="0"/>
                  <a:pt x="48568" y="0"/>
                </a:cubicBezTo>
                <a:cubicBezTo>
                  <a:pt x="62170" y="0"/>
                  <a:pt x="72602" y="4423"/>
                  <a:pt x="79862" y="13269"/>
                </a:cubicBezTo>
                <a:cubicBezTo>
                  <a:pt x="85370" y="19861"/>
                  <a:pt x="88123" y="26913"/>
                  <a:pt x="88123" y="34423"/>
                </a:cubicBezTo>
                <a:cubicBezTo>
                  <a:pt x="88123" y="46774"/>
                  <a:pt x="80363" y="59542"/>
                  <a:pt x="64841" y="72727"/>
                </a:cubicBezTo>
                <a:cubicBezTo>
                  <a:pt x="75272" y="76816"/>
                  <a:pt x="83158" y="82657"/>
                  <a:pt x="88499" y="90251"/>
                </a:cubicBezTo>
                <a:cubicBezTo>
                  <a:pt x="93840" y="97845"/>
                  <a:pt x="96510" y="106775"/>
                  <a:pt x="96510" y="117039"/>
                </a:cubicBezTo>
                <a:cubicBezTo>
                  <a:pt x="96510" y="131726"/>
                  <a:pt x="91837" y="144452"/>
                  <a:pt x="82491" y="155217"/>
                </a:cubicBezTo>
                <a:cubicBezTo>
                  <a:pt x="70307" y="169237"/>
                  <a:pt x="52657" y="176247"/>
                  <a:pt x="29541" y="176247"/>
                </a:cubicBezTo>
                <a:cubicBezTo>
                  <a:pt x="18109" y="176247"/>
                  <a:pt x="10327" y="174828"/>
                  <a:pt x="6196" y="171991"/>
                </a:cubicBezTo>
                <a:cubicBezTo>
                  <a:pt x="2065" y="169154"/>
                  <a:pt x="0" y="166108"/>
                  <a:pt x="0" y="162853"/>
                </a:cubicBezTo>
                <a:cubicBezTo>
                  <a:pt x="0" y="160433"/>
                  <a:pt x="981" y="158305"/>
                  <a:pt x="2942" y="156469"/>
                </a:cubicBezTo>
                <a:cubicBezTo>
                  <a:pt x="4903" y="154633"/>
                  <a:pt x="7260" y="153715"/>
                  <a:pt x="10014" y="153715"/>
                </a:cubicBezTo>
                <a:cubicBezTo>
                  <a:pt x="12100" y="153715"/>
                  <a:pt x="14228" y="154045"/>
                  <a:pt x="16398" y="154705"/>
                </a:cubicBezTo>
                <a:cubicBezTo>
                  <a:pt x="17817" y="155120"/>
                  <a:pt x="21029" y="156627"/>
                  <a:pt x="26036" y="159227"/>
                </a:cubicBezTo>
                <a:cubicBezTo>
                  <a:pt x="31043" y="161827"/>
                  <a:pt x="34507" y="163375"/>
                  <a:pt x="36426" y="163870"/>
                </a:cubicBezTo>
                <a:cubicBezTo>
                  <a:pt x="39514" y="164778"/>
                  <a:pt x="42810" y="165231"/>
                  <a:pt x="46315" y="165231"/>
                </a:cubicBezTo>
                <a:cubicBezTo>
                  <a:pt x="54827" y="165231"/>
                  <a:pt x="62233" y="161935"/>
                  <a:pt x="68534" y="155343"/>
                </a:cubicBezTo>
                <a:cubicBezTo>
                  <a:pt x="74834" y="148750"/>
                  <a:pt x="77984" y="140947"/>
                  <a:pt x="77984" y="131935"/>
                </a:cubicBezTo>
                <a:cubicBezTo>
                  <a:pt x="77984" y="125342"/>
                  <a:pt x="76524" y="118917"/>
                  <a:pt x="73603" y="112658"/>
                </a:cubicBezTo>
                <a:cubicBezTo>
                  <a:pt x="71433" y="107985"/>
                  <a:pt x="69055" y="104438"/>
                  <a:pt x="66468" y="102018"/>
                </a:cubicBezTo>
                <a:cubicBezTo>
                  <a:pt x="62880" y="98680"/>
                  <a:pt x="57956" y="95655"/>
                  <a:pt x="51697" y="92943"/>
                </a:cubicBezTo>
                <a:cubicBezTo>
                  <a:pt x="45439" y="90231"/>
                  <a:pt x="39055" y="88875"/>
                  <a:pt x="32546" y="88875"/>
                </a:cubicBezTo>
                <a:lnTo>
                  <a:pt x="28540" y="88875"/>
                </a:lnTo>
                <a:lnTo>
                  <a:pt x="28540" y="85119"/>
                </a:lnTo>
                <a:cubicBezTo>
                  <a:pt x="35133" y="84287"/>
                  <a:pt x="41746" y="81914"/>
                  <a:pt x="48380" y="78000"/>
                </a:cubicBezTo>
                <a:cubicBezTo>
                  <a:pt x="55015" y="74083"/>
                  <a:pt x="59834" y="69376"/>
                  <a:pt x="62838" y="63879"/>
                </a:cubicBezTo>
                <a:cubicBezTo>
                  <a:pt x="65842" y="58381"/>
                  <a:pt x="67344" y="52342"/>
                  <a:pt x="67344" y="45759"/>
                </a:cubicBezTo>
                <a:cubicBezTo>
                  <a:pt x="67344" y="37182"/>
                  <a:pt x="64653" y="30249"/>
                  <a:pt x="59271" y="24961"/>
                </a:cubicBezTo>
                <a:cubicBezTo>
                  <a:pt x="53888" y="19669"/>
                  <a:pt x="47191" y="17024"/>
                  <a:pt x="39180" y="17024"/>
                </a:cubicBezTo>
                <a:cubicBezTo>
                  <a:pt x="26245" y="17024"/>
                  <a:pt x="15438" y="23950"/>
                  <a:pt x="6759" y="37803"/>
                </a:cubicBezTo>
                <a:lnTo>
                  <a:pt x="2629" y="35800"/>
                </a:lnTo>
                <a:close/>
                <a:moveTo>
                  <a:pt x="127053" y="89375"/>
                </a:moveTo>
                <a:cubicBezTo>
                  <a:pt x="127053" y="70015"/>
                  <a:pt x="129974" y="53346"/>
                  <a:pt x="135815" y="39368"/>
                </a:cubicBezTo>
                <a:cubicBezTo>
                  <a:pt x="141657" y="25390"/>
                  <a:pt x="149418" y="14979"/>
                  <a:pt x="159098" y="8136"/>
                </a:cubicBezTo>
                <a:cubicBezTo>
                  <a:pt x="166608" y="2712"/>
                  <a:pt x="174369" y="0"/>
                  <a:pt x="182380" y="0"/>
                </a:cubicBezTo>
                <a:cubicBezTo>
                  <a:pt x="195399" y="0"/>
                  <a:pt x="207082" y="6634"/>
                  <a:pt x="217429" y="19903"/>
                </a:cubicBezTo>
                <a:cubicBezTo>
                  <a:pt x="230364" y="36343"/>
                  <a:pt x="236832" y="58624"/>
                  <a:pt x="236832" y="86747"/>
                </a:cubicBezTo>
                <a:cubicBezTo>
                  <a:pt x="236832" y="106441"/>
                  <a:pt x="233994" y="123173"/>
                  <a:pt x="228320" y="136942"/>
                </a:cubicBezTo>
                <a:cubicBezTo>
                  <a:pt x="222645" y="150711"/>
                  <a:pt x="215406" y="160704"/>
                  <a:pt x="206602" y="166921"/>
                </a:cubicBezTo>
                <a:cubicBezTo>
                  <a:pt x="197798" y="173138"/>
                  <a:pt x="189307" y="176247"/>
                  <a:pt x="181129" y="176247"/>
                </a:cubicBezTo>
                <a:cubicBezTo>
                  <a:pt x="164939" y="176247"/>
                  <a:pt x="151462" y="166692"/>
                  <a:pt x="140697" y="147582"/>
                </a:cubicBezTo>
                <a:cubicBezTo>
                  <a:pt x="131601" y="131476"/>
                  <a:pt x="127053" y="112074"/>
                  <a:pt x="127053" y="89375"/>
                </a:cubicBezTo>
                <a:moveTo>
                  <a:pt x="151587" y="92438"/>
                </a:moveTo>
                <a:cubicBezTo>
                  <a:pt x="151587" y="115786"/>
                  <a:pt x="154466" y="134840"/>
                  <a:pt x="160224" y="149600"/>
                </a:cubicBezTo>
                <a:cubicBezTo>
                  <a:pt x="164981" y="162024"/>
                  <a:pt x="172074" y="168236"/>
                  <a:pt x="181504" y="168236"/>
                </a:cubicBezTo>
                <a:cubicBezTo>
                  <a:pt x="186010" y="168236"/>
                  <a:pt x="190684" y="166213"/>
                  <a:pt x="195524" y="162169"/>
                </a:cubicBezTo>
                <a:cubicBezTo>
                  <a:pt x="200364" y="158124"/>
                  <a:pt x="204036" y="151349"/>
                  <a:pt x="206539" y="141843"/>
                </a:cubicBezTo>
                <a:cubicBezTo>
                  <a:pt x="210378" y="127503"/>
                  <a:pt x="212297" y="107282"/>
                  <a:pt x="212297" y="81180"/>
                </a:cubicBezTo>
                <a:cubicBezTo>
                  <a:pt x="212297" y="61835"/>
                  <a:pt x="210294" y="45701"/>
                  <a:pt x="206289" y="32776"/>
                </a:cubicBezTo>
                <a:cubicBezTo>
                  <a:pt x="203285" y="23187"/>
                  <a:pt x="199404" y="16391"/>
                  <a:pt x="194648" y="12388"/>
                </a:cubicBezTo>
                <a:cubicBezTo>
                  <a:pt x="191226" y="9637"/>
                  <a:pt x="187095" y="8262"/>
                  <a:pt x="182255" y="8262"/>
                </a:cubicBezTo>
                <a:cubicBezTo>
                  <a:pt x="176581" y="8262"/>
                  <a:pt x="171532" y="10804"/>
                  <a:pt x="167109" y="15889"/>
                </a:cubicBezTo>
                <a:cubicBezTo>
                  <a:pt x="161101" y="22811"/>
                  <a:pt x="157012" y="33693"/>
                  <a:pt x="154842" y="48537"/>
                </a:cubicBezTo>
                <a:cubicBezTo>
                  <a:pt x="152672" y="63378"/>
                  <a:pt x="151587" y="78012"/>
                  <a:pt x="151587" y="92438"/>
                </a:cubicBezTo>
                <a:close/>
                <a:moveTo>
                  <a:pt x="255232" y="89375"/>
                </a:moveTo>
                <a:cubicBezTo>
                  <a:pt x="255232" y="70015"/>
                  <a:pt x="258153" y="53346"/>
                  <a:pt x="263994" y="39368"/>
                </a:cubicBezTo>
                <a:cubicBezTo>
                  <a:pt x="269836" y="25390"/>
                  <a:pt x="277596" y="14979"/>
                  <a:pt x="287277" y="8136"/>
                </a:cubicBezTo>
                <a:cubicBezTo>
                  <a:pt x="294787" y="2712"/>
                  <a:pt x="302548" y="0"/>
                  <a:pt x="310559" y="0"/>
                </a:cubicBezTo>
                <a:cubicBezTo>
                  <a:pt x="323577" y="0"/>
                  <a:pt x="335261" y="6634"/>
                  <a:pt x="345608" y="19903"/>
                </a:cubicBezTo>
                <a:cubicBezTo>
                  <a:pt x="358543" y="36343"/>
                  <a:pt x="365011" y="58624"/>
                  <a:pt x="365011" y="86747"/>
                </a:cubicBezTo>
                <a:cubicBezTo>
                  <a:pt x="365011" y="106441"/>
                  <a:pt x="362173" y="123173"/>
                  <a:pt x="356499" y="136942"/>
                </a:cubicBezTo>
                <a:cubicBezTo>
                  <a:pt x="350824" y="150711"/>
                  <a:pt x="343585" y="160704"/>
                  <a:pt x="334781" y="166921"/>
                </a:cubicBezTo>
                <a:cubicBezTo>
                  <a:pt x="325977" y="173138"/>
                  <a:pt x="317486" y="176247"/>
                  <a:pt x="309308" y="176247"/>
                </a:cubicBezTo>
                <a:cubicBezTo>
                  <a:pt x="293118" y="176247"/>
                  <a:pt x="279641" y="166692"/>
                  <a:pt x="268876" y="147582"/>
                </a:cubicBezTo>
                <a:cubicBezTo>
                  <a:pt x="259780" y="131476"/>
                  <a:pt x="255232" y="112074"/>
                  <a:pt x="255232" y="89375"/>
                </a:cubicBezTo>
                <a:moveTo>
                  <a:pt x="279766" y="92438"/>
                </a:moveTo>
                <a:cubicBezTo>
                  <a:pt x="279766" y="115786"/>
                  <a:pt x="282645" y="134840"/>
                  <a:pt x="288403" y="149600"/>
                </a:cubicBezTo>
                <a:cubicBezTo>
                  <a:pt x="293160" y="162024"/>
                  <a:pt x="300253" y="168236"/>
                  <a:pt x="309683" y="168236"/>
                </a:cubicBezTo>
                <a:cubicBezTo>
                  <a:pt x="314189" y="168236"/>
                  <a:pt x="318863" y="166213"/>
                  <a:pt x="323703" y="162169"/>
                </a:cubicBezTo>
                <a:cubicBezTo>
                  <a:pt x="328543" y="158124"/>
                  <a:pt x="332215" y="151349"/>
                  <a:pt x="334718" y="141843"/>
                </a:cubicBezTo>
                <a:cubicBezTo>
                  <a:pt x="338557" y="127503"/>
                  <a:pt x="340476" y="107282"/>
                  <a:pt x="340476" y="81180"/>
                </a:cubicBezTo>
                <a:cubicBezTo>
                  <a:pt x="340476" y="61835"/>
                  <a:pt x="338473" y="45701"/>
                  <a:pt x="334468" y="32776"/>
                </a:cubicBezTo>
                <a:cubicBezTo>
                  <a:pt x="331464" y="23187"/>
                  <a:pt x="327583" y="16391"/>
                  <a:pt x="322826" y="12388"/>
                </a:cubicBezTo>
                <a:cubicBezTo>
                  <a:pt x="319405" y="9637"/>
                  <a:pt x="315274" y="8262"/>
                  <a:pt x="310434" y="8262"/>
                </a:cubicBezTo>
                <a:cubicBezTo>
                  <a:pt x="304759" y="8262"/>
                  <a:pt x="299711" y="10804"/>
                  <a:pt x="295288" y="15889"/>
                </a:cubicBezTo>
                <a:cubicBezTo>
                  <a:pt x="289279" y="22811"/>
                  <a:pt x="285190" y="33693"/>
                  <a:pt x="283021" y="48537"/>
                </a:cubicBezTo>
                <a:cubicBezTo>
                  <a:pt x="280851" y="63378"/>
                  <a:pt x="279766" y="78012"/>
                  <a:pt x="279766" y="9243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9" name="Text Memory(GB)">
            <a:extLst xmlns:a="http://schemas.openxmlformats.org/drawingml/2006/main">
              <a:ext uri="{FF2B5EF4-FFF2-40B4-BE49-F238E27FC236}">
                <a16:creationId xmlns:a16="http://schemas.microsoft.com/office/drawing/2014/main" id="{9E222C1B-80A0-466D-A3F7-D01E4513D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7324" y="4456011"/>
            <a:ext cx="1634125" cy="261326"/>
          </a:xfrm>
          <a:custGeom xmlns:a="http://schemas.openxmlformats.org/drawingml/2006/main">
            <a:pathLst>
              <a:path w="1634125" h="261326">
                <a:moveTo>
                  <a:pt x="112718" y="199359"/>
                </a:moveTo>
                <a:lnTo>
                  <a:pt x="39255" y="39395"/>
                </a:lnTo>
                <a:lnTo>
                  <a:pt x="39255" y="166273"/>
                </a:lnTo>
                <a:cubicBezTo>
                  <a:pt x="39255" y="177956"/>
                  <a:pt x="40517" y="185246"/>
                  <a:pt x="43040" y="188144"/>
                </a:cubicBezTo>
                <a:cubicBezTo>
                  <a:pt x="46498" y="192069"/>
                  <a:pt x="51966" y="194032"/>
                  <a:pt x="59443" y="194032"/>
                </a:cubicBezTo>
                <a:lnTo>
                  <a:pt x="66173" y="194032"/>
                </a:lnTo>
                <a:lnTo>
                  <a:pt x="66173" y="199359"/>
                </a:lnTo>
                <a:lnTo>
                  <a:pt x="0" y="199359"/>
                </a:lnTo>
                <a:lnTo>
                  <a:pt x="0" y="194032"/>
                </a:lnTo>
                <a:lnTo>
                  <a:pt x="6729" y="194032"/>
                </a:lnTo>
                <a:cubicBezTo>
                  <a:pt x="14767" y="194032"/>
                  <a:pt x="20469" y="191602"/>
                  <a:pt x="23833" y="186742"/>
                </a:cubicBezTo>
                <a:cubicBezTo>
                  <a:pt x="25890" y="183751"/>
                  <a:pt x="26918" y="176928"/>
                  <a:pt x="26918" y="166273"/>
                </a:cubicBezTo>
                <a:lnTo>
                  <a:pt x="26918" y="42339"/>
                </a:lnTo>
                <a:cubicBezTo>
                  <a:pt x="26918" y="33928"/>
                  <a:pt x="25983" y="27852"/>
                  <a:pt x="24114" y="24114"/>
                </a:cubicBezTo>
                <a:cubicBezTo>
                  <a:pt x="22805" y="21403"/>
                  <a:pt x="20399" y="19137"/>
                  <a:pt x="16894" y="17314"/>
                </a:cubicBezTo>
                <a:cubicBezTo>
                  <a:pt x="13389" y="15492"/>
                  <a:pt x="7758" y="14580"/>
                  <a:pt x="0" y="14580"/>
                </a:cubicBezTo>
                <a:lnTo>
                  <a:pt x="0" y="9253"/>
                </a:lnTo>
                <a:lnTo>
                  <a:pt x="53835" y="9253"/>
                </a:lnTo>
                <a:lnTo>
                  <a:pt x="122812" y="157971"/>
                </a:lnTo>
                <a:lnTo>
                  <a:pt x="190667" y="9253"/>
                </a:lnTo>
                <a:lnTo>
                  <a:pt x="244503" y="9253"/>
                </a:lnTo>
                <a:lnTo>
                  <a:pt x="244503" y="14580"/>
                </a:lnTo>
                <a:lnTo>
                  <a:pt x="237913" y="14580"/>
                </a:lnTo>
                <a:cubicBezTo>
                  <a:pt x="229782" y="14580"/>
                  <a:pt x="224034" y="17011"/>
                  <a:pt x="220669" y="21871"/>
                </a:cubicBezTo>
                <a:cubicBezTo>
                  <a:pt x="218613" y="24861"/>
                  <a:pt x="217585" y="31684"/>
                  <a:pt x="217585" y="42339"/>
                </a:cubicBezTo>
                <a:lnTo>
                  <a:pt x="217585" y="166273"/>
                </a:lnTo>
                <a:cubicBezTo>
                  <a:pt x="217585" y="177956"/>
                  <a:pt x="218893" y="185246"/>
                  <a:pt x="221510" y="188144"/>
                </a:cubicBezTo>
                <a:cubicBezTo>
                  <a:pt x="224968" y="192069"/>
                  <a:pt x="230436" y="194032"/>
                  <a:pt x="237913" y="194032"/>
                </a:cubicBezTo>
                <a:lnTo>
                  <a:pt x="244503" y="194032"/>
                </a:lnTo>
                <a:lnTo>
                  <a:pt x="244503" y="199359"/>
                </a:lnTo>
                <a:lnTo>
                  <a:pt x="163749" y="199359"/>
                </a:lnTo>
                <a:lnTo>
                  <a:pt x="163749" y="194032"/>
                </a:lnTo>
                <a:lnTo>
                  <a:pt x="170479" y="194032"/>
                </a:lnTo>
                <a:cubicBezTo>
                  <a:pt x="178610" y="194032"/>
                  <a:pt x="184312" y="191602"/>
                  <a:pt x="187583" y="186742"/>
                </a:cubicBezTo>
                <a:cubicBezTo>
                  <a:pt x="189639" y="183751"/>
                  <a:pt x="190667" y="176928"/>
                  <a:pt x="190667" y="166273"/>
                </a:cubicBezTo>
                <a:lnTo>
                  <a:pt x="190667" y="39395"/>
                </a:lnTo>
                <a:lnTo>
                  <a:pt x="117344" y="199359"/>
                </a:lnTo>
                <a:lnTo>
                  <a:pt x="112718" y="199359"/>
                </a:lnTo>
                <a:close/>
                <a:moveTo>
                  <a:pt x="281048" y="119447"/>
                </a:moveTo>
                <a:cubicBezTo>
                  <a:pt x="280954" y="138426"/>
                  <a:pt x="285581" y="153312"/>
                  <a:pt x="294927" y="164104"/>
                </a:cubicBezTo>
                <a:cubicBezTo>
                  <a:pt x="304274" y="174896"/>
                  <a:pt x="315256" y="180293"/>
                  <a:pt x="327873" y="180293"/>
                </a:cubicBezTo>
                <a:cubicBezTo>
                  <a:pt x="336285" y="180293"/>
                  <a:pt x="343599" y="177969"/>
                  <a:pt x="349814" y="173322"/>
                </a:cubicBezTo>
                <a:cubicBezTo>
                  <a:pt x="356029" y="168675"/>
                  <a:pt x="361240" y="160718"/>
                  <a:pt x="365446" y="149449"/>
                </a:cubicBezTo>
                <a:lnTo>
                  <a:pt x="369792" y="152266"/>
                </a:lnTo>
                <a:cubicBezTo>
                  <a:pt x="367829" y="165138"/>
                  <a:pt x="362128" y="176859"/>
                  <a:pt x="352688" y="187429"/>
                </a:cubicBezTo>
                <a:cubicBezTo>
                  <a:pt x="343248" y="198000"/>
                  <a:pt x="331425" y="203285"/>
                  <a:pt x="317218" y="203285"/>
                </a:cubicBezTo>
                <a:cubicBezTo>
                  <a:pt x="301797" y="203285"/>
                  <a:pt x="288595" y="197293"/>
                  <a:pt x="277613" y="185309"/>
                </a:cubicBezTo>
                <a:cubicBezTo>
                  <a:pt x="266631" y="173322"/>
                  <a:pt x="261140" y="157208"/>
                  <a:pt x="261140" y="136967"/>
                </a:cubicBezTo>
                <a:cubicBezTo>
                  <a:pt x="261140" y="115050"/>
                  <a:pt x="266771" y="97959"/>
                  <a:pt x="278034" y="85695"/>
                </a:cubicBezTo>
                <a:cubicBezTo>
                  <a:pt x="289296" y="73428"/>
                  <a:pt x="303432" y="67294"/>
                  <a:pt x="320443" y="67294"/>
                </a:cubicBezTo>
                <a:cubicBezTo>
                  <a:pt x="334836" y="67294"/>
                  <a:pt x="346660" y="72026"/>
                  <a:pt x="355913" y="81489"/>
                </a:cubicBezTo>
                <a:cubicBezTo>
                  <a:pt x="365166" y="90949"/>
                  <a:pt x="369792" y="103602"/>
                  <a:pt x="369792" y="119447"/>
                </a:cubicBezTo>
                <a:lnTo>
                  <a:pt x="281048" y="119447"/>
                </a:lnTo>
                <a:moveTo>
                  <a:pt x="281048" y="111316"/>
                </a:moveTo>
                <a:lnTo>
                  <a:pt x="340491" y="111316"/>
                </a:lnTo>
                <a:cubicBezTo>
                  <a:pt x="340024" y="103158"/>
                  <a:pt x="339042" y="97412"/>
                  <a:pt x="337547" y="94076"/>
                </a:cubicBezTo>
                <a:cubicBezTo>
                  <a:pt x="335210" y="88883"/>
                  <a:pt x="331729" y="84804"/>
                  <a:pt x="327102" y="81840"/>
                </a:cubicBezTo>
                <a:cubicBezTo>
                  <a:pt x="322476" y="78872"/>
                  <a:pt x="317639" y="77388"/>
                  <a:pt x="312592" y="77388"/>
                </a:cubicBezTo>
                <a:cubicBezTo>
                  <a:pt x="304834" y="77388"/>
                  <a:pt x="297895" y="80378"/>
                  <a:pt x="291773" y="86357"/>
                </a:cubicBezTo>
                <a:cubicBezTo>
                  <a:pt x="285651" y="92335"/>
                  <a:pt x="282076" y="100655"/>
                  <a:pt x="281048" y="111316"/>
                </a:cubicBezTo>
                <a:close/>
                <a:moveTo>
                  <a:pt x="425074" y="94874"/>
                </a:moveTo>
                <a:cubicBezTo>
                  <a:pt x="434420" y="85445"/>
                  <a:pt x="439935" y="80024"/>
                  <a:pt x="441617" y="78611"/>
                </a:cubicBezTo>
                <a:cubicBezTo>
                  <a:pt x="445823" y="75027"/>
                  <a:pt x="450356" y="72245"/>
                  <a:pt x="455216" y="70265"/>
                </a:cubicBezTo>
                <a:cubicBezTo>
                  <a:pt x="460076" y="68284"/>
                  <a:pt x="464889" y="67294"/>
                  <a:pt x="469656" y="67294"/>
                </a:cubicBezTo>
                <a:cubicBezTo>
                  <a:pt x="477694" y="67294"/>
                  <a:pt x="484610" y="69651"/>
                  <a:pt x="490405" y="74365"/>
                </a:cubicBezTo>
                <a:cubicBezTo>
                  <a:pt x="496200" y="79080"/>
                  <a:pt x="500079" y="85916"/>
                  <a:pt x="502042" y="94874"/>
                </a:cubicBezTo>
                <a:cubicBezTo>
                  <a:pt x="511668" y="83559"/>
                  <a:pt x="519800" y="76134"/>
                  <a:pt x="526436" y="72600"/>
                </a:cubicBezTo>
                <a:cubicBezTo>
                  <a:pt x="533072" y="69063"/>
                  <a:pt x="539895" y="67294"/>
                  <a:pt x="546904" y="67294"/>
                </a:cubicBezTo>
                <a:cubicBezTo>
                  <a:pt x="553727" y="67294"/>
                  <a:pt x="559779" y="69042"/>
                  <a:pt x="565060" y="72538"/>
                </a:cubicBezTo>
                <a:cubicBezTo>
                  <a:pt x="570341" y="76032"/>
                  <a:pt x="574523" y="81740"/>
                  <a:pt x="577607" y="89664"/>
                </a:cubicBezTo>
                <a:cubicBezTo>
                  <a:pt x="579664" y="95071"/>
                  <a:pt x="580692" y="103553"/>
                  <a:pt x="580692" y="115110"/>
                </a:cubicBezTo>
                <a:lnTo>
                  <a:pt x="580692" y="170198"/>
                </a:lnTo>
                <a:cubicBezTo>
                  <a:pt x="580692" y="178283"/>
                  <a:pt x="581299" y="183830"/>
                  <a:pt x="582514" y="186838"/>
                </a:cubicBezTo>
                <a:cubicBezTo>
                  <a:pt x="583449" y="188906"/>
                  <a:pt x="585178" y="190669"/>
                  <a:pt x="587702" y="192126"/>
                </a:cubicBezTo>
                <a:cubicBezTo>
                  <a:pt x="590225" y="193583"/>
                  <a:pt x="594337" y="194312"/>
                  <a:pt x="600039" y="194312"/>
                </a:cubicBezTo>
                <a:lnTo>
                  <a:pt x="600039" y="199359"/>
                </a:lnTo>
                <a:lnTo>
                  <a:pt x="536670" y="199359"/>
                </a:lnTo>
                <a:lnTo>
                  <a:pt x="536670" y="194312"/>
                </a:lnTo>
                <a:lnTo>
                  <a:pt x="539334" y="194312"/>
                </a:lnTo>
                <a:cubicBezTo>
                  <a:pt x="544848" y="194312"/>
                  <a:pt x="549148" y="193232"/>
                  <a:pt x="552232" y="191070"/>
                </a:cubicBezTo>
                <a:cubicBezTo>
                  <a:pt x="554382" y="189566"/>
                  <a:pt x="555924" y="187168"/>
                  <a:pt x="556858" y="183876"/>
                </a:cubicBezTo>
                <a:cubicBezTo>
                  <a:pt x="557232" y="182279"/>
                  <a:pt x="557419" y="177719"/>
                  <a:pt x="557419" y="170198"/>
                </a:cubicBezTo>
                <a:lnTo>
                  <a:pt x="557419" y="115320"/>
                </a:lnTo>
                <a:cubicBezTo>
                  <a:pt x="557419" y="104919"/>
                  <a:pt x="556157" y="97584"/>
                  <a:pt x="553634" y="93314"/>
                </a:cubicBezTo>
                <a:cubicBezTo>
                  <a:pt x="549989" y="87370"/>
                  <a:pt x="544147" y="84398"/>
                  <a:pt x="536109" y="84398"/>
                </a:cubicBezTo>
                <a:cubicBezTo>
                  <a:pt x="531156" y="84398"/>
                  <a:pt x="526179" y="85632"/>
                  <a:pt x="521178" y="88100"/>
                </a:cubicBezTo>
                <a:cubicBezTo>
                  <a:pt x="516178" y="90568"/>
                  <a:pt x="510126" y="95154"/>
                  <a:pt x="503023" y="101857"/>
                </a:cubicBezTo>
                <a:lnTo>
                  <a:pt x="502743" y="103395"/>
                </a:lnTo>
                <a:lnTo>
                  <a:pt x="503023" y="109379"/>
                </a:lnTo>
                <a:lnTo>
                  <a:pt x="503023" y="170198"/>
                </a:lnTo>
                <a:cubicBezTo>
                  <a:pt x="503023" y="179037"/>
                  <a:pt x="503514" y="184536"/>
                  <a:pt x="504495" y="186698"/>
                </a:cubicBezTo>
                <a:cubicBezTo>
                  <a:pt x="505476" y="188859"/>
                  <a:pt x="507322" y="190669"/>
                  <a:pt x="510033" y="192126"/>
                </a:cubicBezTo>
                <a:cubicBezTo>
                  <a:pt x="512743" y="193583"/>
                  <a:pt x="517370" y="194312"/>
                  <a:pt x="523912" y="194312"/>
                </a:cubicBezTo>
                <a:lnTo>
                  <a:pt x="523912" y="199359"/>
                </a:lnTo>
                <a:lnTo>
                  <a:pt x="459001" y="199359"/>
                </a:lnTo>
                <a:lnTo>
                  <a:pt x="459001" y="194312"/>
                </a:lnTo>
                <a:cubicBezTo>
                  <a:pt x="466105" y="194312"/>
                  <a:pt x="470988" y="193467"/>
                  <a:pt x="473652" y="191776"/>
                </a:cubicBezTo>
                <a:cubicBezTo>
                  <a:pt x="476315" y="190081"/>
                  <a:pt x="478161" y="187543"/>
                  <a:pt x="479190" y="184161"/>
                </a:cubicBezTo>
                <a:cubicBezTo>
                  <a:pt x="479657" y="182561"/>
                  <a:pt x="479891" y="177906"/>
                  <a:pt x="479891" y="170198"/>
                </a:cubicBezTo>
                <a:lnTo>
                  <a:pt x="479891" y="115355"/>
                </a:lnTo>
                <a:cubicBezTo>
                  <a:pt x="479891" y="104960"/>
                  <a:pt x="478348" y="97461"/>
                  <a:pt x="475264" y="92858"/>
                </a:cubicBezTo>
                <a:cubicBezTo>
                  <a:pt x="471152" y="86844"/>
                  <a:pt x="465404" y="83837"/>
                  <a:pt x="458020" y="83837"/>
                </a:cubicBezTo>
                <a:cubicBezTo>
                  <a:pt x="452973" y="83837"/>
                  <a:pt x="447972" y="85199"/>
                  <a:pt x="443019" y="87921"/>
                </a:cubicBezTo>
                <a:cubicBezTo>
                  <a:pt x="435261" y="92051"/>
                  <a:pt x="429280" y="96696"/>
                  <a:pt x="425074" y="101857"/>
                </a:cubicBezTo>
                <a:lnTo>
                  <a:pt x="425074" y="170198"/>
                </a:lnTo>
                <a:cubicBezTo>
                  <a:pt x="425074" y="178660"/>
                  <a:pt x="425658" y="184160"/>
                  <a:pt x="426826" y="186698"/>
                </a:cubicBezTo>
                <a:cubicBezTo>
                  <a:pt x="427994" y="189236"/>
                  <a:pt x="429724" y="191140"/>
                  <a:pt x="432013" y="192411"/>
                </a:cubicBezTo>
                <a:cubicBezTo>
                  <a:pt x="434303" y="193678"/>
                  <a:pt x="438953" y="194312"/>
                  <a:pt x="445963" y="194312"/>
                </a:cubicBezTo>
                <a:lnTo>
                  <a:pt x="445963" y="199359"/>
                </a:lnTo>
                <a:lnTo>
                  <a:pt x="382454" y="199359"/>
                </a:lnTo>
                <a:lnTo>
                  <a:pt x="382454" y="194312"/>
                </a:lnTo>
                <a:cubicBezTo>
                  <a:pt x="388342" y="194312"/>
                  <a:pt x="392455" y="193678"/>
                  <a:pt x="394791" y="192411"/>
                </a:cubicBezTo>
                <a:cubicBezTo>
                  <a:pt x="397128" y="191140"/>
                  <a:pt x="398904" y="189119"/>
                  <a:pt x="400119" y="186347"/>
                </a:cubicBezTo>
                <a:cubicBezTo>
                  <a:pt x="401334" y="183573"/>
                  <a:pt x="401941" y="178190"/>
                  <a:pt x="401941" y="170198"/>
                </a:cubicBezTo>
                <a:lnTo>
                  <a:pt x="401941" y="121410"/>
                </a:lnTo>
                <a:cubicBezTo>
                  <a:pt x="401941" y="107297"/>
                  <a:pt x="401521" y="98184"/>
                  <a:pt x="400680" y="94072"/>
                </a:cubicBezTo>
                <a:cubicBezTo>
                  <a:pt x="400025" y="90987"/>
                  <a:pt x="398997" y="88861"/>
                  <a:pt x="397595" y="87693"/>
                </a:cubicBezTo>
                <a:cubicBezTo>
                  <a:pt x="396193" y="86525"/>
                  <a:pt x="394277" y="85940"/>
                  <a:pt x="391847" y="85940"/>
                </a:cubicBezTo>
                <a:cubicBezTo>
                  <a:pt x="389230" y="85940"/>
                  <a:pt x="386099" y="86641"/>
                  <a:pt x="382454" y="88043"/>
                </a:cubicBezTo>
                <a:lnTo>
                  <a:pt x="380351" y="82996"/>
                </a:lnTo>
                <a:lnTo>
                  <a:pt x="419045" y="67294"/>
                </a:lnTo>
                <a:lnTo>
                  <a:pt x="425074" y="67294"/>
                </a:lnTo>
                <a:lnTo>
                  <a:pt x="425074" y="94874"/>
                </a:lnTo>
                <a:close/>
                <a:moveTo>
                  <a:pt x="673129" y="67294"/>
                </a:moveTo>
                <a:cubicBezTo>
                  <a:pt x="692570" y="67294"/>
                  <a:pt x="708178" y="74671"/>
                  <a:pt x="719955" y="89423"/>
                </a:cubicBezTo>
                <a:cubicBezTo>
                  <a:pt x="729955" y="102026"/>
                  <a:pt x="734956" y="116499"/>
                  <a:pt x="734956" y="132840"/>
                </a:cubicBezTo>
                <a:cubicBezTo>
                  <a:pt x="734956" y="144325"/>
                  <a:pt x="732198" y="155950"/>
                  <a:pt x="726684" y="167714"/>
                </a:cubicBezTo>
                <a:cubicBezTo>
                  <a:pt x="721170" y="179476"/>
                  <a:pt x="713576" y="188345"/>
                  <a:pt x="703902" y="194321"/>
                </a:cubicBezTo>
                <a:cubicBezTo>
                  <a:pt x="694229" y="200297"/>
                  <a:pt x="683457" y="203285"/>
                  <a:pt x="671587" y="203285"/>
                </a:cubicBezTo>
                <a:cubicBezTo>
                  <a:pt x="652240" y="203285"/>
                  <a:pt x="636865" y="195581"/>
                  <a:pt x="625462" y="180174"/>
                </a:cubicBezTo>
                <a:cubicBezTo>
                  <a:pt x="615835" y="167197"/>
                  <a:pt x="611022" y="152633"/>
                  <a:pt x="611022" y="136481"/>
                </a:cubicBezTo>
                <a:cubicBezTo>
                  <a:pt x="611022" y="124716"/>
                  <a:pt x="613943" y="113022"/>
                  <a:pt x="619784" y="101397"/>
                </a:cubicBezTo>
                <a:cubicBezTo>
                  <a:pt x="625626" y="89772"/>
                  <a:pt x="633313" y="81182"/>
                  <a:pt x="642847" y="75627"/>
                </a:cubicBezTo>
                <a:cubicBezTo>
                  <a:pt x="652380" y="70072"/>
                  <a:pt x="662474" y="67294"/>
                  <a:pt x="673129" y="67294"/>
                </a:cubicBezTo>
                <a:moveTo>
                  <a:pt x="668783" y="76547"/>
                </a:moveTo>
                <a:cubicBezTo>
                  <a:pt x="663829" y="76547"/>
                  <a:pt x="658852" y="78015"/>
                  <a:pt x="653852" y="80950"/>
                </a:cubicBezTo>
                <a:cubicBezTo>
                  <a:pt x="648852" y="83883"/>
                  <a:pt x="644809" y="89028"/>
                  <a:pt x="641725" y="96385"/>
                </a:cubicBezTo>
                <a:cubicBezTo>
                  <a:pt x="638641" y="103742"/>
                  <a:pt x="637099" y="113194"/>
                  <a:pt x="637099" y="124740"/>
                </a:cubicBezTo>
                <a:cubicBezTo>
                  <a:pt x="637099" y="143365"/>
                  <a:pt x="640814" y="159431"/>
                  <a:pt x="648244" y="172937"/>
                </a:cubicBezTo>
                <a:cubicBezTo>
                  <a:pt x="655675" y="186439"/>
                  <a:pt x="665465" y="193191"/>
                  <a:pt x="677615" y="193191"/>
                </a:cubicBezTo>
                <a:cubicBezTo>
                  <a:pt x="686681" y="193191"/>
                  <a:pt x="694159" y="189465"/>
                  <a:pt x="700047" y="182014"/>
                </a:cubicBezTo>
                <a:cubicBezTo>
                  <a:pt x="705935" y="174563"/>
                  <a:pt x="708879" y="161759"/>
                  <a:pt x="708879" y="143601"/>
                </a:cubicBezTo>
                <a:cubicBezTo>
                  <a:pt x="708879" y="120877"/>
                  <a:pt x="703972" y="102996"/>
                  <a:pt x="694159" y="89958"/>
                </a:cubicBezTo>
                <a:cubicBezTo>
                  <a:pt x="687523" y="81017"/>
                  <a:pt x="679064" y="76547"/>
                  <a:pt x="668783" y="76547"/>
                </a:cubicBezTo>
                <a:close/>
                <a:moveTo>
                  <a:pt x="791455" y="67294"/>
                </a:moveTo>
                <a:lnTo>
                  <a:pt x="791455" y="96175"/>
                </a:lnTo>
                <a:cubicBezTo>
                  <a:pt x="802203" y="76921"/>
                  <a:pt x="813232" y="67294"/>
                  <a:pt x="824541" y="67294"/>
                </a:cubicBezTo>
                <a:cubicBezTo>
                  <a:pt x="829682" y="67294"/>
                  <a:pt x="833935" y="68860"/>
                  <a:pt x="837299" y="71991"/>
                </a:cubicBezTo>
                <a:cubicBezTo>
                  <a:pt x="840664" y="75122"/>
                  <a:pt x="842346" y="78744"/>
                  <a:pt x="842346" y="82856"/>
                </a:cubicBezTo>
                <a:cubicBezTo>
                  <a:pt x="842346" y="86501"/>
                  <a:pt x="841131" y="89585"/>
                  <a:pt x="838701" y="92109"/>
                </a:cubicBezTo>
                <a:cubicBezTo>
                  <a:pt x="836271" y="94633"/>
                  <a:pt x="833374" y="95894"/>
                  <a:pt x="830009" y="95894"/>
                </a:cubicBezTo>
                <a:cubicBezTo>
                  <a:pt x="826738" y="95894"/>
                  <a:pt x="823069" y="94305"/>
                  <a:pt x="819004" y="91128"/>
                </a:cubicBezTo>
                <a:cubicBezTo>
                  <a:pt x="814938" y="87950"/>
                  <a:pt x="811924" y="86361"/>
                  <a:pt x="809961" y="86361"/>
                </a:cubicBezTo>
                <a:cubicBezTo>
                  <a:pt x="808279" y="86361"/>
                  <a:pt x="806456" y="87288"/>
                  <a:pt x="804493" y="89143"/>
                </a:cubicBezTo>
                <a:cubicBezTo>
                  <a:pt x="800287" y="92949"/>
                  <a:pt x="795941" y="99212"/>
                  <a:pt x="791455" y="107934"/>
                </a:cubicBezTo>
                <a:lnTo>
                  <a:pt x="791455" y="169357"/>
                </a:lnTo>
                <a:cubicBezTo>
                  <a:pt x="791455" y="176466"/>
                  <a:pt x="792343" y="181843"/>
                  <a:pt x="794119" y="185489"/>
                </a:cubicBezTo>
                <a:cubicBezTo>
                  <a:pt x="795334" y="188015"/>
                  <a:pt x="797484" y="190118"/>
                  <a:pt x="800568" y="191797"/>
                </a:cubicBezTo>
                <a:cubicBezTo>
                  <a:pt x="803652" y="193474"/>
                  <a:pt x="808092" y="194312"/>
                  <a:pt x="813887" y="194312"/>
                </a:cubicBezTo>
                <a:lnTo>
                  <a:pt x="813887" y="199359"/>
                </a:lnTo>
                <a:lnTo>
                  <a:pt x="748134" y="199359"/>
                </a:lnTo>
                <a:lnTo>
                  <a:pt x="748134" y="194312"/>
                </a:lnTo>
                <a:cubicBezTo>
                  <a:pt x="754677" y="194312"/>
                  <a:pt x="759537" y="193272"/>
                  <a:pt x="762715" y="191193"/>
                </a:cubicBezTo>
                <a:cubicBezTo>
                  <a:pt x="765051" y="189680"/>
                  <a:pt x="766687" y="187269"/>
                  <a:pt x="767622" y="183960"/>
                </a:cubicBezTo>
                <a:cubicBezTo>
                  <a:pt x="768089" y="182350"/>
                  <a:pt x="768323" y="177763"/>
                  <a:pt x="768323" y="170198"/>
                </a:cubicBezTo>
                <a:lnTo>
                  <a:pt x="768323" y="120849"/>
                </a:lnTo>
                <a:cubicBezTo>
                  <a:pt x="768323" y="105895"/>
                  <a:pt x="768019" y="96993"/>
                  <a:pt x="767411" y="94142"/>
                </a:cubicBezTo>
                <a:cubicBezTo>
                  <a:pt x="766804" y="91291"/>
                  <a:pt x="765682" y="89212"/>
                  <a:pt x="764047" y="87903"/>
                </a:cubicBezTo>
                <a:cubicBezTo>
                  <a:pt x="762411" y="86595"/>
                  <a:pt x="760378" y="85940"/>
                  <a:pt x="757948" y="85940"/>
                </a:cubicBezTo>
                <a:cubicBezTo>
                  <a:pt x="755051" y="85940"/>
                  <a:pt x="751780" y="86641"/>
                  <a:pt x="748134" y="88043"/>
                </a:cubicBezTo>
                <a:lnTo>
                  <a:pt x="746732" y="82996"/>
                </a:lnTo>
                <a:lnTo>
                  <a:pt x="785567" y="67294"/>
                </a:lnTo>
                <a:lnTo>
                  <a:pt x="791455" y="67294"/>
                </a:lnTo>
                <a:close/>
                <a:moveTo>
                  <a:pt x="842204" y="70939"/>
                </a:moveTo>
                <a:lnTo>
                  <a:pt x="902068" y="70939"/>
                </a:lnTo>
                <a:lnTo>
                  <a:pt x="902068" y="75986"/>
                </a:lnTo>
                <a:lnTo>
                  <a:pt x="899124" y="75986"/>
                </a:lnTo>
                <a:cubicBezTo>
                  <a:pt x="894918" y="75986"/>
                  <a:pt x="891764" y="76902"/>
                  <a:pt x="889661" y="78733"/>
                </a:cubicBezTo>
                <a:cubicBezTo>
                  <a:pt x="887558" y="80565"/>
                  <a:pt x="886506" y="82841"/>
                  <a:pt x="886506" y="85564"/>
                </a:cubicBezTo>
                <a:cubicBezTo>
                  <a:pt x="886506" y="89226"/>
                  <a:pt x="888048" y="94297"/>
                  <a:pt x="891133" y="100775"/>
                </a:cubicBezTo>
                <a:lnTo>
                  <a:pt x="922397" y="165712"/>
                </a:lnTo>
                <a:lnTo>
                  <a:pt x="951137" y="94611"/>
                </a:lnTo>
                <a:cubicBezTo>
                  <a:pt x="952726" y="90755"/>
                  <a:pt x="953520" y="86945"/>
                  <a:pt x="953520" y="83180"/>
                </a:cubicBezTo>
                <a:cubicBezTo>
                  <a:pt x="953520" y="81489"/>
                  <a:pt x="953193" y="80220"/>
                  <a:pt x="952539" y="79373"/>
                </a:cubicBezTo>
                <a:cubicBezTo>
                  <a:pt x="951791" y="78339"/>
                  <a:pt x="950623" y="77517"/>
                  <a:pt x="949034" y="76906"/>
                </a:cubicBezTo>
                <a:cubicBezTo>
                  <a:pt x="947445" y="76293"/>
                  <a:pt x="944641" y="75986"/>
                  <a:pt x="940622" y="75986"/>
                </a:cubicBezTo>
                <a:lnTo>
                  <a:pt x="940622" y="70939"/>
                </a:lnTo>
                <a:lnTo>
                  <a:pt x="982401" y="70939"/>
                </a:lnTo>
                <a:lnTo>
                  <a:pt x="982401" y="75986"/>
                </a:lnTo>
                <a:cubicBezTo>
                  <a:pt x="978942" y="76360"/>
                  <a:pt x="976279" y="77111"/>
                  <a:pt x="974409" y="78238"/>
                </a:cubicBezTo>
                <a:cubicBezTo>
                  <a:pt x="972540" y="79363"/>
                  <a:pt x="970484" y="81473"/>
                  <a:pt x="968241" y="84569"/>
                </a:cubicBezTo>
                <a:cubicBezTo>
                  <a:pt x="967400" y="85883"/>
                  <a:pt x="965811" y="89495"/>
                  <a:pt x="963474" y="95404"/>
                </a:cubicBezTo>
                <a:lnTo>
                  <a:pt x="911181" y="223482"/>
                </a:lnTo>
                <a:cubicBezTo>
                  <a:pt x="906134" y="235956"/>
                  <a:pt x="899521" y="245382"/>
                  <a:pt x="891343" y="251758"/>
                </a:cubicBezTo>
                <a:cubicBezTo>
                  <a:pt x="883165" y="258137"/>
                  <a:pt x="875291" y="261326"/>
                  <a:pt x="867720" y="261326"/>
                </a:cubicBezTo>
                <a:cubicBezTo>
                  <a:pt x="862206" y="261326"/>
                  <a:pt x="857673" y="259728"/>
                  <a:pt x="854121" y="256533"/>
                </a:cubicBezTo>
                <a:cubicBezTo>
                  <a:pt x="850569" y="253341"/>
                  <a:pt x="848793" y="249680"/>
                  <a:pt x="848793" y="245550"/>
                </a:cubicBezTo>
                <a:cubicBezTo>
                  <a:pt x="848793" y="241604"/>
                  <a:pt x="850079" y="238433"/>
                  <a:pt x="852649" y="236038"/>
                </a:cubicBezTo>
                <a:cubicBezTo>
                  <a:pt x="855219" y="233643"/>
                  <a:pt x="858747" y="232446"/>
                  <a:pt x="863234" y="232446"/>
                </a:cubicBezTo>
                <a:cubicBezTo>
                  <a:pt x="866318" y="232446"/>
                  <a:pt x="870524" y="233446"/>
                  <a:pt x="875851" y="235447"/>
                </a:cubicBezTo>
                <a:cubicBezTo>
                  <a:pt x="879590" y="236811"/>
                  <a:pt x="881926" y="237493"/>
                  <a:pt x="882861" y="237493"/>
                </a:cubicBezTo>
                <a:cubicBezTo>
                  <a:pt x="885665" y="237493"/>
                  <a:pt x="888726" y="236054"/>
                  <a:pt x="892044" y="233177"/>
                </a:cubicBezTo>
                <a:cubicBezTo>
                  <a:pt x="895362" y="230300"/>
                  <a:pt x="898703" y="224733"/>
                  <a:pt x="902068" y="216476"/>
                </a:cubicBezTo>
                <a:lnTo>
                  <a:pt x="911181" y="194045"/>
                </a:lnTo>
                <a:lnTo>
                  <a:pt x="865056" y="97423"/>
                </a:lnTo>
                <a:cubicBezTo>
                  <a:pt x="863654" y="94508"/>
                  <a:pt x="861411" y="90888"/>
                  <a:pt x="858327" y="86563"/>
                </a:cubicBezTo>
                <a:cubicBezTo>
                  <a:pt x="855990" y="83274"/>
                  <a:pt x="854074" y="81064"/>
                  <a:pt x="852579" y="79934"/>
                </a:cubicBezTo>
                <a:cubicBezTo>
                  <a:pt x="850429" y="78430"/>
                  <a:pt x="846971" y="77114"/>
                  <a:pt x="842204" y="75986"/>
                </a:cubicBezTo>
                <a:lnTo>
                  <a:pt x="842204" y="70939"/>
                </a:lnTo>
                <a:close/>
                <a:moveTo>
                  <a:pt x="1145028" y="255438"/>
                </a:moveTo>
                <a:lnTo>
                  <a:pt x="1145028" y="260765"/>
                </a:lnTo>
                <a:cubicBezTo>
                  <a:pt x="1130915" y="253662"/>
                  <a:pt x="1119138" y="245344"/>
                  <a:pt x="1109698" y="235810"/>
                </a:cubicBezTo>
                <a:cubicBezTo>
                  <a:pt x="1096240" y="222258"/>
                  <a:pt x="1085865" y="206276"/>
                  <a:pt x="1078575" y="187863"/>
                </a:cubicBezTo>
                <a:cubicBezTo>
                  <a:pt x="1071285" y="169451"/>
                  <a:pt x="1067640" y="150337"/>
                  <a:pt x="1067640" y="130523"/>
                </a:cubicBezTo>
                <a:cubicBezTo>
                  <a:pt x="1067640" y="101549"/>
                  <a:pt x="1074790" y="75122"/>
                  <a:pt x="1089090" y="51242"/>
                </a:cubicBezTo>
                <a:cubicBezTo>
                  <a:pt x="1103390" y="27362"/>
                  <a:pt x="1122036" y="10281"/>
                  <a:pt x="1145028" y="0"/>
                </a:cubicBezTo>
                <a:lnTo>
                  <a:pt x="1145028" y="5888"/>
                </a:lnTo>
                <a:cubicBezTo>
                  <a:pt x="1133532" y="12241"/>
                  <a:pt x="1124092" y="20929"/>
                  <a:pt x="1116708" y="31952"/>
                </a:cubicBezTo>
                <a:cubicBezTo>
                  <a:pt x="1109325" y="42975"/>
                  <a:pt x="1103810" y="56940"/>
                  <a:pt x="1100165" y="73848"/>
                </a:cubicBezTo>
                <a:cubicBezTo>
                  <a:pt x="1096520" y="90754"/>
                  <a:pt x="1094697" y="108408"/>
                  <a:pt x="1094697" y="126812"/>
                </a:cubicBezTo>
                <a:cubicBezTo>
                  <a:pt x="1094697" y="146802"/>
                  <a:pt x="1096240" y="164970"/>
                  <a:pt x="1099324" y="181318"/>
                </a:cubicBezTo>
                <a:cubicBezTo>
                  <a:pt x="1101754" y="194207"/>
                  <a:pt x="1104698" y="204551"/>
                  <a:pt x="1108156" y="212349"/>
                </a:cubicBezTo>
                <a:cubicBezTo>
                  <a:pt x="1111614" y="220151"/>
                  <a:pt x="1116264" y="227647"/>
                  <a:pt x="1122106" y="234838"/>
                </a:cubicBezTo>
                <a:cubicBezTo>
                  <a:pt x="1127947" y="242032"/>
                  <a:pt x="1135588" y="248898"/>
                  <a:pt x="1145028" y="255438"/>
                </a:cubicBezTo>
                <a:close/>
                <a:moveTo>
                  <a:pt x="1327702" y="5047"/>
                </a:moveTo>
                <a:lnTo>
                  <a:pt x="1332608" y="65051"/>
                </a:lnTo>
                <a:lnTo>
                  <a:pt x="1327702" y="65051"/>
                </a:lnTo>
                <a:cubicBezTo>
                  <a:pt x="1322748" y="50182"/>
                  <a:pt x="1316346" y="38982"/>
                  <a:pt x="1308495" y="31452"/>
                </a:cubicBezTo>
                <a:cubicBezTo>
                  <a:pt x="1297185" y="20578"/>
                  <a:pt x="1282652" y="15141"/>
                  <a:pt x="1264894" y="15141"/>
                </a:cubicBezTo>
                <a:cubicBezTo>
                  <a:pt x="1240686" y="15141"/>
                  <a:pt x="1222274" y="24692"/>
                  <a:pt x="1209656" y="43794"/>
                </a:cubicBezTo>
                <a:cubicBezTo>
                  <a:pt x="1199095" y="59911"/>
                  <a:pt x="1193814" y="79103"/>
                  <a:pt x="1193814" y="101371"/>
                </a:cubicBezTo>
                <a:cubicBezTo>
                  <a:pt x="1193814" y="119447"/>
                  <a:pt x="1197319" y="135939"/>
                  <a:pt x="1204329" y="150847"/>
                </a:cubicBezTo>
                <a:cubicBezTo>
                  <a:pt x="1211339" y="165754"/>
                  <a:pt x="1220521" y="176680"/>
                  <a:pt x="1231877" y="183622"/>
                </a:cubicBezTo>
                <a:cubicBezTo>
                  <a:pt x="1243233" y="190562"/>
                  <a:pt x="1254893" y="194032"/>
                  <a:pt x="1266856" y="194032"/>
                </a:cubicBezTo>
                <a:cubicBezTo>
                  <a:pt x="1273866" y="194032"/>
                  <a:pt x="1280642" y="193147"/>
                  <a:pt x="1287185" y="191377"/>
                </a:cubicBezTo>
                <a:cubicBezTo>
                  <a:pt x="1293727" y="189604"/>
                  <a:pt x="1300036" y="186991"/>
                  <a:pt x="1306111" y="183539"/>
                </a:cubicBezTo>
                <a:lnTo>
                  <a:pt x="1306111" y="128700"/>
                </a:lnTo>
                <a:cubicBezTo>
                  <a:pt x="1306111" y="119167"/>
                  <a:pt x="1305387" y="112928"/>
                  <a:pt x="1303938" y="109984"/>
                </a:cubicBezTo>
                <a:cubicBezTo>
                  <a:pt x="1302490" y="107040"/>
                  <a:pt x="1300246" y="104797"/>
                  <a:pt x="1297209" y="103255"/>
                </a:cubicBezTo>
                <a:cubicBezTo>
                  <a:pt x="1294171" y="101712"/>
                  <a:pt x="1288820" y="100941"/>
                  <a:pt x="1281156" y="100941"/>
                </a:cubicBezTo>
                <a:lnTo>
                  <a:pt x="1281156" y="95614"/>
                </a:lnTo>
                <a:lnTo>
                  <a:pt x="1354759" y="95614"/>
                </a:lnTo>
                <a:lnTo>
                  <a:pt x="1354759" y="100941"/>
                </a:lnTo>
                <a:lnTo>
                  <a:pt x="1351255" y="100941"/>
                </a:lnTo>
                <a:cubicBezTo>
                  <a:pt x="1343964" y="100941"/>
                  <a:pt x="1338964" y="103371"/>
                  <a:pt x="1336254" y="108232"/>
                </a:cubicBezTo>
                <a:cubicBezTo>
                  <a:pt x="1334384" y="111690"/>
                  <a:pt x="1333450" y="118513"/>
                  <a:pt x="1333450" y="128700"/>
                </a:cubicBezTo>
                <a:lnTo>
                  <a:pt x="1333450" y="186772"/>
                </a:lnTo>
                <a:cubicBezTo>
                  <a:pt x="1322701" y="192555"/>
                  <a:pt x="1312093" y="196799"/>
                  <a:pt x="1301625" y="199504"/>
                </a:cubicBezTo>
                <a:cubicBezTo>
                  <a:pt x="1291157" y="202211"/>
                  <a:pt x="1279521" y="203565"/>
                  <a:pt x="1266716" y="203565"/>
                </a:cubicBezTo>
                <a:cubicBezTo>
                  <a:pt x="1229985" y="203565"/>
                  <a:pt x="1202086" y="191805"/>
                  <a:pt x="1183019" y="168284"/>
                </a:cubicBezTo>
                <a:cubicBezTo>
                  <a:pt x="1168719" y="150645"/>
                  <a:pt x="1161569" y="130299"/>
                  <a:pt x="1161569" y="107246"/>
                </a:cubicBezTo>
                <a:cubicBezTo>
                  <a:pt x="1161569" y="90539"/>
                  <a:pt x="1165588" y="74533"/>
                  <a:pt x="1173626" y="59229"/>
                </a:cubicBezTo>
                <a:cubicBezTo>
                  <a:pt x="1183159" y="41026"/>
                  <a:pt x="1196244" y="27026"/>
                  <a:pt x="1212881" y="17227"/>
                </a:cubicBezTo>
                <a:cubicBezTo>
                  <a:pt x="1226807" y="9107"/>
                  <a:pt x="1243257" y="5047"/>
                  <a:pt x="1262230" y="5047"/>
                </a:cubicBezTo>
                <a:cubicBezTo>
                  <a:pt x="1269146" y="5047"/>
                  <a:pt x="1275432" y="5608"/>
                  <a:pt x="1281086" y="6729"/>
                </a:cubicBezTo>
                <a:cubicBezTo>
                  <a:pt x="1286741" y="7851"/>
                  <a:pt x="1294755" y="10328"/>
                  <a:pt x="1305130" y="14160"/>
                </a:cubicBezTo>
                <a:cubicBezTo>
                  <a:pt x="1310364" y="16123"/>
                  <a:pt x="1313869" y="17104"/>
                  <a:pt x="1315645" y="17104"/>
                </a:cubicBezTo>
                <a:cubicBezTo>
                  <a:pt x="1317420" y="17104"/>
                  <a:pt x="1318939" y="16286"/>
                  <a:pt x="1320201" y="14651"/>
                </a:cubicBezTo>
                <a:cubicBezTo>
                  <a:pt x="1321463" y="13015"/>
                  <a:pt x="1322234" y="9814"/>
                  <a:pt x="1322514" y="5047"/>
                </a:cubicBezTo>
                <a:lnTo>
                  <a:pt x="1327702" y="5047"/>
                </a:lnTo>
                <a:close/>
                <a:moveTo>
                  <a:pt x="1491403" y="102028"/>
                </a:moveTo>
                <a:cubicBezTo>
                  <a:pt x="1504581" y="104841"/>
                  <a:pt x="1514442" y="109342"/>
                  <a:pt x="1520984" y="115531"/>
                </a:cubicBezTo>
                <a:cubicBezTo>
                  <a:pt x="1530050" y="124159"/>
                  <a:pt x="1534583" y="134707"/>
                  <a:pt x="1534583" y="147176"/>
                </a:cubicBezTo>
                <a:cubicBezTo>
                  <a:pt x="1534583" y="156648"/>
                  <a:pt x="1531592" y="165721"/>
                  <a:pt x="1525611" y="174396"/>
                </a:cubicBezTo>
                <a:cubicBezTo>
                  <a:pt x="1519629" y="183067"/>
                  <a:pt x="1511427" y="189397"/>
                  <a:pt x="1501006" y="193383"/>
                </a:cubicBezTo>
                <a:cubicBezTo>
                  <a:pt x="1490585" y="197367"/>
                  <a:pt x="1474673" y="199359"/>
                  <a:pt x="1453269" y="199359"/>
                </a:cubicBezTo>
                <a:lnTo>
                  <a:pt x="1363544" y="199359"/>
                </a:lnTo>
                <a:lnTo>
                  <a:pt x="1363544" y="194032"/>
                </a:lnTo>
                <a:lnTo>
                  <a:pt x="1370694" y="194032"/>
                </a:lnTo>
                <a:cubicBezTo>
                  <a:pt x="1378638" y="194032"/>
                  <a:pt x="1384339" y="191521"/>
                  <a:pt x="1387798" y="186501"/>
                </a:cubicBezTo>
                <a:cubicBezTo>
                  <a:pt x="1389947" y="183244"/>
                  <a:pt x="1391022" y="176314"/>
                  <a:pt x="1391022" y="165712"/>
                </a:cubicBezTo>
                <a:lnTo>
                  <a:pt x="1391022" y="42900"/>
                </a:lnTo>
                <a:cubicBezTo>
                  <a:pt x="1391022" y="31182"/>
                  <a:pt x="1389667" y="23788"/>
                  <a:pt x="1386956" y="20718"/>
                </a:cubicBezTo>
                <a:cubicBezTo>
                  <a:pt x="1383311" y="16626"/>
                  <a:pt x="1377890" y="14580"/>
                  <a:pt x="1370694" y="14580"/>
                </a:cubicBezTo>
                <a:lnTo>
                  <a:pt x="1363544" y="14580"/>
                </a:lnTo>
                <a:lnTo>
                  <a:pt x="1363544" y="9253"/>
                </a:lnTo>
                <a:lnTo>
                  <a:pt x="1445699" y="9253"/>
                </a:lnTo>
                <a:cubicBezTo>
                  <a:pt x="1461027" y="9253"/>
                  <a:pt x="1473317" y="10370"/>
                  <a:pt x="1482570" y="12605"/>
                </a:cubicBezTo>
                <a:cubicBezTo>
                  <a:pt x="1496590" y="15958"/>
                  <a:pt x="1507292" y="21897"/>
                  <a:pt x="1514675" y="30423"/>
                </a:cubicBezTo>
                <a:cubicBezTo>
                  <a:pt x="1522059" y="38945"/>
                  <a:pt x="1525751" y="48749"/>
                  <a:pt x="1525751" y="59833"/>
                </a:cubicBezTo>
                <a:cubicBezTo>
                  <a:pt x="1525751" y="69334"/>
                  <a:pt x="1522853" y="77834"/>
                  <a:pt x="1517059" y="85331"/>
                </a:cubicBezTo>
                <a:cubicBezTo>
                  <a:pt x="1511264" y="92829"/>
                  <a:pt x="1502712" y="98394"/>
                  <a:pt x="1491403" y="102028"/>
                </a:cubicBezTo>
                <a:moveTo>
                  <a:pt x="1417940" y="94230"/>
                </a:moveTo>
                <a:cubicBezTo>
                  <a:pt x="1421398" y="94878"/>
                  <a:pt x="1425347" y="95364"/>
                  <a:pt x="1429786" y="95688"/>
                </a:cubicBezTo>
                <a:cubicBezTo>
                  <a:pt x="1434226" y="96013"/>
                  <a:pt x="1439109" y="96175"/>
                  <a:pt x="1444437" y="96175"/>
                </a:cubicBezTo>
                <a:cubicBezTo>
                  <a:pt x="1458083" y="96175"/>
                  <a:pt x="1468340" y="94716"/>
                  <a:pt x="1475210" y="91798"/>
                </a:cubicBezTo>
                <a:cubicBezTo>
                  <a:pt x="1482080" y="88880"/>
                  <a:pt x="1487337" y="84411"/>
                  <a:pt x="1490982" y="78392"/>
                </a:cubicBezTo>
                <a:cubicBezTo>
                  <a:pt x="1494627" y="72369"/>
                  <a:pt x="1496450" y="65793"/>
                  <a:pt x="1496450" y="58663"/>
                </a:cubicBezTo>
                <a:cubicBezTo>
                  <a:pt x="1496450" y="47640"/>
                  <a:pt x="1491917" y="38239"/>
                  <a:pt x="1482851" y="30458"/>
                </a:cubicBezTo>
                <a:cubicBezTo>
                  <a:pt x="1473785" y="22677"/>
                  <a:pt x="1460559" y="18786"/>
                  <a:pt x="1443175" y="18786"/>
                </a:cubicBezTo>
                <a:cubicBezTo>
                  <a:pt x="1433829" y="18786"/>
                  <a:pt x="1425417" y="19806"/>
                  <a:pt x="1417940" y="21844"/>
                </a:cubicBezTo>
                <a:lnTo>
                  <a:pt x="1417940" y="94230"/>
                </a:lnTo>
                <a:moveTo>
                  <a:pt x="1417940" y="185480"/>
                </a:moveTo>
                <a:cubicBezTo>
                  <a:pt x="1428782" y="188003"/>
                  <a:pt x="1439483" y="189265"/>
                  <a:pt x="1450045" y="189265"/>
                </a:cubicBezTo>
                <a:cubicBezTo>
                  <a:pt x="1466962" y="189265"/>
                  <a:pt x="1479860" y="185456"/>
                  <a:pt x="1488739" y="177839"/>
                </a:cubicBezTo>
                <a:cubicBezTo>
                  <a:pt x="1497618" y="170222"/>
                  <a:pt x="1502058" y="160805"/>
                  <a:pt x="1502058" y="149590"/>
                </a:cubicBezTo>
                <a:cubicBezTo>
                  <a:pt x="1502058" y="142206"/>
                  <a:pt x="1500048" y="135103"/>
                  <a:pt x="1496029" y="128280"/>
                </a:cubicBezTo>
                <a:cubicBezTo>
                  <a:pt x="1492010" y="121457"/>
                  <a:pt x="1485468" y="116083"/>
                  <a:pt x="1476402" y="112157"/>
                </a:cubicBezTo>
                <a:cubicBezTo>
                  <a:pt x="1467336" y="108232"/>
                  <a:pt x="1456120" y="106269"/>
                  <a:pt x="1442755" y="106269"/>
                </a:cubicBezTo>
                <a:cubicBezTo>
                  <a:pt x="1436960" y="106269"/>
                  <a:pt x="1432006" y="106362"/>
                  <a:pt x="1427894" y="106549"/>
                </a:cubicBezTo>
                <a:cubicBezTo>
                  <a:pt x="1423781" y="106736"/>
                  <a:pt x="1420463" y="107063"/>
                  <a:pt x="1417940" y="107531"/>
                </a:cubicBezTo>
                <a:lnTo>
                  <a:pt x="1417940" y="185480"/>
                </a:lnTo>
                <a:close/>
                <a:moveTo>
                  <a:pt x="1556736" y="5888"/>
                </a:moveTo>
                <a:lnTo>
                  <a:pt x="1556736" y="0"/>
                </a:lnTo>
                <a:cubicBezTo>
                  <a:pt x="1570943" y="7010"/>
                  <a:pt x="1582766" y="15281"/>
                  <a:pt x="1592206" y="24815"/>
                </a:cubicBezTo>
                <a:cubicBezTo>
                  <a:pt x="1605572" y="38461"/>
                  <a:pt x="1615899" y="54466"/>
                  <a:pt x="1623190" y="72832"/>
                </a:cubicBezTo>
                <a:cubicBezTo>
                  <a:pt x="1630480" y="91198"/>
                  <a:pt x="1634125" y="110335"/>
                  <a:pt x="1634125" y="130242"/>
                </a:cubicBezTo>
                <a:cubicBezTo>
                  <a:pt x="1634125" y="159216"/>
                  <a:pt x="1626998" y="185643"/>
                  <a:pt x="1612745" y="209524"/>
                </a:cubicBezTo>
                <a:cubicBezTo>
                  <a:pt x="1598492" y="233404"/>
                  <a:pt x="1579822" y="250484"/>
                  <a:pt x="1556736" y="260765"/>
                </a:cubicBezTo>
                <a:lnTo>
                  <a:pt x="1556736" y="255438"/>
                </a:lnTo>
                <a:cubicBezTo>
                  <a:pt x="1568233" y="248992"/>
                  <a:pt x="1577696" y="240281"/>
                  <a:pt x="1585126" y="229304"/>
                </a:cubicBezTo>
                <a:cubicBezTo>
                  <a:pt x="1592557" y="218328"/>
                  <a:pt x="1598071" y="204364"/>
                  <a:pt x="1601669" y="187412"/>
                </a:cubicBezTo>
                <a:cubicBezTo>
                  <a:pt x="1605268" y="170457"/>
                  <a:pt x="1607067" y="152779"/>
                  <a:pt x="1607067" y="134378"/>
                </a:cubicBezTo>
                <a:cubicBezTo>
                  <a:pt x="1607067" y="114479"/>
                  <a:pt x="1605525" y="96311"/>
                  <a:pt x="1602440" y="79873"/>
                </a:cubicBezTo>
                <a:cubicBezTo>
                  <a:pt x="1600104" y="66980"/>
                  <a:pt x="1597183" y="56658"/>
                  <a:pt x="1593678" y="48907"/>
                </a:cubicBezTo>
                <a:cubicBezTo>
                  <a:pt x="1590173" y="41152"/>
                  <a:pt x="1585523" y="33679"/>
                  <a:pt x="1579729" y="26488"/>
                </a:cubicBezTo>
                <a:cubicBezTo>
                  <a:pt x="1573934" y="19295"/>
                  <a:pt x="1566270" y="12428"/>
                  <a:pt x="1556736" y="588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F0BAD36-0C65-4754-8F44-07078B0CC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8382" y="3798928"/>
            <a:ext cx="4838983" cy="10"/>
          </a:xfrm>
          <a:custGeom xmlns:a="http://schemas.openxmlformats.org/drawingml/2006/main">
            <a:pathLst>
              <a:path w="4838983" h="1" fill="none">
                <a:moveTo>
                  <a:pt x="0" y="0"/>
                </a:moveTo>
                <a:lnTo>
                  <a:pt x="483898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25" cap="flat">
            <a:solidFill>
              <a:srgbClr val="000000"/>
            </a:solidFill>
            <a:custDash>
              <a:ds d="370000" sp="160000"/>
            </a:custDash>
            <a:round/>
          </a:ln>
        </p:spPr>
      </p:sp>
      <p:sp>
        <p:nvSpPr>
          <p:cNvPr id="1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D5FEA77-2E3C-4253-AA32-DAD808FC7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2492" y="3798928"/>
            <a:ext cx="35890" cy="10"/>
          </a:xfrm>
          <a:custGeom xmlns:a="http://schemas.openxmlformats.org/drawingml/2006/main">
            <a:pathLst>
              <a:path w="35890" h="1">
                <a:moveTo>
                  <a:pt x="35890" y="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9EE40C4-5A35-40C1-8A1B-C0297FC3C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2492" y="3798928"/>
            <a:ext cx="35890" cy="10"/>
          </a:xfrm>
          <a:custGeom xmlns:a="http://schemas.openxmlformats.org/drawingml/2006/main">
            <a:pathLst>
              <a:path w="35890" h="1" fill="none">
                <a:moveTo>
                  <a:pt x="3589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8203" cap="flat">
            <a:solidFill>
              <a:srgbClr val="000000"/>
            </a:solidFill>
            <a:round/>
          </a:ln>
        </p:spPr>
      </p:sp>
      <p:sp>
        <p:nvSpPr>
          <p:cNvPr id="133" name="Text 45">
            <a:extLst xmlns:a="http://schemas.openxmlformats.org/drawingml/2006/main">
              <a:ext uri="{FF2B5EF4-FFF2-40B4-BE49-F238E27FC236}">
                <a16:creationId xmlns:a16="http://schemas.microsoft.com/office/drawing/2014/main" id="{FEF76F84-C8DE-43B8-BCF8-7C8720935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4248" y="3714690"/>
            <a:ext cx="235455" cy="176247"/>
          </a:xfrm>
          <a:custGeom xmlns:a="http://schemas.openxmlformats.org/drawingml/2006/main">
            <a:pathLst>
              <a:path w="235455" h="176247">
                <a:moveTo>
                  <a:pt x="115287" y="110655"/>
                </a:moveTo>
                <a:lnTo>
                  <a:pt x="115287" y="128430"/>
                </a:lnTo>
                <a:lnTo>
                  <a:pt x="92505" y="128430"/>
                </a:lnTo>
                <a:lnTo>
                  <a:pt x="92505" y="173243"/>
                </a:lnTo>
                <a:lnTo>
                  <a:pt x="71851" y="173243"/>
                </a:lnTo>
                <a:lnTo>
                  <a:pt x="71851" y="128430"/>
                </a:lnTo>
                <a:lnTo>
                  <a:pt x="0" y="128430"/>
                </a:lnTo>
                <a:lnTo>
                  <a:pt x="0" y="112407"/>
                </a:lnTo>
                <a:lnTo>
                  <a:pt x="78735" y="0"/>
                </a:lnTo>
                <a:lnTo>
                  <a:pt x="92505" y="0"/>
                </a:lnTo>
                <a:lnTo>
                  <a:pt x="92505" y="110655"/>
                </a:lnTo>
                <a:lnTo>
                  <a:pt x="115287" y="110655"/>
                </a:lnTo>
                <a:moveTo>
                  <a:pt x="71851" y="110655"/>
                </a:moveTo>
                <a:lnTo>
                  <a:pt x="71851" y="26459"/>
                </a:lnTo>
                <a:lnTo>
                  <a:pt x="12267" y="110655"/>
                </a:lnTo>
                <a:lnTo>
                  <a:pt x="71851" y="110655"/>
                </a:lnTo>
                <a:close/>
                <a:moveTo>
                  <a:pt x="235455" y="3505"/>
                </a:moveTo>
                <a:lnTo>
                  <a:pt x="225691" y="24785"/>
                </a:lnTo>
                <a:lnTo>
                  <a:pt x="174620" y="24785"/>
                </a:lnTo>
                <a:lnTo>
                  <a:pt x="163479" y="47285"/>
                </a:lnTo>
                <a:cubicBezTo>
                  <a:pt x="185593" y="50547"/>
                  <a:pt x="203118" y="58785"/>
                  <a:pt x="216053" y="71999"/>
                </a:cubicBezTo>
                <a:cubicBezTo>
                  <a:pt x="227151" y="83372"/>
                  <a:pt x="232701" y="96753"/>
                  <a:pt x="232701" y="112141"/>
                </a:cubicBezTo>
                <a:cubicBezTo>
                  <a:pt x="232701" y="121092"/>
                  <a:pt x="230886" y="129371"/>
                  <a:pt x="227256" y="136981"/>
                </a:cubicBezTo>
                <a:cubicBezTo>
                  <a:pt x="223626" y="144591"/>
                  <a:pt x="219057" y="151072"/>
                  <a:pt x="213549" y="156426"/>
                </a:cubicBezTo>
                <a:cubicBezTo>
                  <a:pt x="208041" y="161777"/>
                  <a:pt x="201908" y="166084"/>
                  <a:pt x="195148" y="169347"/>
                </a:cubicBezTo>
                <a:cubicBezTo>
                  <a:pt x="185551" y="173947"/>
                  <a:pt x="175704" y="176247"/>
                  <a:pt x="165607" y="176247"/>
                </a:cubicBezTo>
                <a:cubicBezTo>
                  <a:pt x="155426" y="176247"/>
                  <a:pt x="148020" y="174515"/>
                  <a:pt x="143388" y="171052"/>
                </a:cubicBezTo>
                <a:cubicBezTo>
                  <a:pt x="138757" y="167589"/>
                  <a:pt x="136441" y="163771"/>
                  <a:pt x="136441" y="159599"/>
                </a:cubicBezTo>
                <a:cubicBezTo>
                  <a:pt x="136441" y="157262"/>
                  <a:pt x="137401" y="155197"/>
                  <a:pt x="139320" y="153402"/>
                </a:cubicBezTo>
                <a:cubicBezTo>
                  <a:pt x="141239" y="151608"/>
                  <a:pt x="143659" y="150711"/>
                  <a:pt x="146580" y="150711"/>
                </a:cubicBezTo>
                <a:cubicBezTo>
                  <a:pt x="148750" y="150711"/>
                  <a:pt x="150648" y="151045"/>
                  <a:pt x="152276" y="151713"/>
                </a:cubicBezTo>
                <a:cubicBezTo>
                  <a:pt x="153903" y="152380"/>
                  <a:pt x="156678" y="154091"/>
                  <a:pt x="160600" y="156845"/>
                </a:cubicBezTo>
                <a:cubicBezTo>
                  <a:pt x="166859" y="161184"/>
                  <a:pt x="173201" y="163396"/>
                  <a:pt x="179627" y="163479"/>
                </a:cubicBezTo>
                <a:cubicBezTo>
                  <a:pt x="189390" y="163479"/>
                  <a:pt x="197965" y="159777"/>
                  <a:pt x="205350" y="152374"/>
                </a:cubicBezTo>
                <a:cubicBezTo>
                  <a:pt x="212735" y="144967"/>
                  <a:pt x="216428" y="135951"/>
                  <a:pt x="216428" y="125324"/>
                </a:cubicBezTo>
                <a:cubicBezTo>
                  <a:pt x="216428" y="115034"/>
                  <a:pt x="213132" y="105433"/>
                  <a:pt x="206539" y="96522"/>
                </a:cubicBezTo>
                <a:cubicBezTo>
                  <a:pt x="199947" y="87608"/>
                  <a:pt x="190851" y="80725"/>
                  <a:pt x="179251" y="75872"/>
                </a:cubicBezTo>
                <a:cubicBezTo>
                  <a:pt x="170155" y="72109"/>
                  <a:pt x="157763" y="69934"/>
                  <a:pt x="142074" y="69347"/>
                </a:cubicBezTo>
                <a:lnTo>
                  <a:pt x="174620" y="3505"/>
                </a:lnTo>
                <a:lnTo>
                  <a:pt x="235455" y="350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8BBD211-BB77-4A50-8C07-F96F3DBDA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8382" y="3020131"/>
            <a:ext cx="4838983" cy="10"/>
          </a:xfrm>
          <a:custGeom xmlns:a="http://schemas.openxmlformats.org/drawingml/2006/main">
            <a:pathLst>
              <a:path w="4838983" h="1" fill="none">
                <a:moveTo>
                  <a:pt x="0" y="0"/>
                </a:moveTo>
                <a:lnTo>
                  <a:pt x="483898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25" cap="flat">
            <a:solidFill>
              <a:srgbClr val="000000"/>
            </a:solidFill>
            <a:custDash>
              <a:ds d="370000" sp="160000"/>
            </a:custDash>
            <a:round/>
          </a:ln>
        </p:spPr>
      </p:sp>
      <p:sp>
        <p:nvSpPr>
          <p:cNvPr id="1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742C7F0-723C-4DEA-8B35-A75863808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2492" y="3020131"/>
            <a:ext cx="35890" cy="10"/>
          </a:xfrm>
          <a:custGeom xmlns:a="http://schemas.openxmlformats.org/drawingml/2006/main">
            <a:pathLst>
              <a:path w="35890" h="1">
                <a:moveTo>
                  <a:pt x="35890" y="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FCDB07F-6BD3-40B6-960B-6CE897610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2492" y="3020131"/>
            <a:ext cx="35890" cy="10"/>
          </a:xfrm>
          <a:custGeom xmlns:a="http://schemas.openxmlformats.org/drawingml/2006/main">
            <a:pathLst>
              <a:path w="35890" h="1" fill="none">
                <a:moveTo>
                  <a:pt x="3589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8203" cap="flat">
            <a:solidFill>
              <a:srgbClr val="000000"/>
            </a:solidFill>
            <a:round/>
          </a:ln>
        </p:spPr>
      </p:sp>
      <p:sp>
        <p:nvSpPr>
          <p:cNvPr id="137" name="Text 50">
            <a:extLst xmlns:a="http://schemas.openxmlformats.org/drawingml/2006/main">
              <a:ext uri="{FF2B5EF4-FFF2-40B4-BE49-F238E27FC236}">
                <a16:creationId xmlns:a16="http://schemas.microsoft.com/office/drawing/2014/main" id="{CD11388C-1BB2-43E5-AB44-63D848D05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2509" y="2935893"/>
            <a:ext cx="234954" cy="176247"/>
          </a:xfrm>
          <a:custGeom xmlns:a="http://schemas.openxmlformats.org/drawingml/2006/main">
            <a:pathLst>
              <a:path w="234954" h="176247">
                <a:moveTo>
                  <a:pt x="99014" y="3505"/>
                </a:moveTo>
                <a:lnTo>
                  <a:pt x="89250" y="24785"/>
                </a:lnTo>
                <a:lnTo>
                  <a:pt x="38178" y="24785"/>
                </a:lnTo>
                <a:lnTo>
                  <a:pt x="27038" y="47285"/>
                </a:lnTo>
                <a:cubicBezTo>
                  <a:pt x="49152" y="50547"/>
                  <a:pt x="66677" y="58785"/>
                  <a:pt x="79612" y="71999"/>
                </a:cubicBezTo>
                <a:cubicBezTo>
                  <a:pt x="90710" y="83372"/>
                  <a:pt x="96260" y="96753"/>
                  <a:pt x="96260" y="112141"/>
                </a:cubicBezTo>
                <a:cubicBezTo>
                  <a:pt x="96260" y="121092"/>
                  <a:pt x="94445" y="129371"/>
                  <a:pt x="90815" y="136981"/>
                </a:cubicBezTo>
                <a:cubicBezTo>
                  <a:pt x="87185" y="144591"/>
                  <a:pt x="82616" y="151072"/>
                  <a:pt x="77108" y="156426"/>
                </a:cubicBezTo>
                <a:cubicBezTo>
                  <a:pt x="71600" y="161777"/>
                  <a:pt x="65467" y="166084"/>
                  <a:pt x="58707" y="169347"/>
                </a:cubicBezTo>
                <a:cubicBezTo>
                  <a:pt x="49110" y="173947"/>
                  <a:pt x="39263" y="176247"/>
                  <a:pt x="29166" y="176247"/>
                </a:cubicBezTo>
                <a:cubicBezTo>
                  <a:pt x="18985" y="176247"/>
                  <a:pt x="11579" y="174515"/>
                  <a:pt x="6947" y="171052"/>
                </a:cubicBezTo>
                <a:cubicBezTo>
                  <a:pt x="2316" y="167589"/>
                  <a:pt x="0" y="163771"/>
                  <a:pt x="0" y="159599"/>
                </a:cubicBezTo>
                <a:cubicBezTo>
                  <a:pt x="0" y="157262"/>
                  <a:pt x="960" y="155197"/>
                  <a:pt x="2879" y="153402"/>
                </a:cubicBezTo>
                <a:cubicBezTo>
                  <a:pt x="4798" y="151608"/>
                  <a:pt x="7218" y="150711"/>
                  <a:pt x="10139" y="150711"/>
                </a:cubicBezTo>
                <a:cubicBezTo>
                  <a:pt x="12309" y="150711"/>
                  <a:pt x="14207" y="151045"/>
                  <a:pt x="15835" y="151713"/>
                </a:cubicBezTo>
                <a:cubicBezTo>
                  <a:pt x="17462" y="152380"/>
                  <a:pt x="20237" y="154091"/>
                  <a:pt x="24159" y="156845"/>
                </a:cubicBezTo>
                <a:cubicBezTo>
                  <a:pt x="30418" y="161184"/>
                  <a:pt x="36760" y="163396"/>
                  <a:pt x="43185" y="163479"/>
                </a:cubicBezTo>
                <a:cubicBezTo>
                  <a:pt x="52949" y="163479"/>
                  <a:pt x="61524" y="159777"/>
                  <a:pt x="68909" y="152374"/>
                </a:cubicBezTo>
                <a:cubicBezTo>
                  <a:pt x="76294" y="144967"/>
                  <a:pt x="79987" y="135951"/>
                  <a:pt x="79987" y="125324"/>
                </a:cubicBezTo>
                <a:cubicBezTo>
                  <a:pt x="79987" y="115034"/>
                  <a:pt x="76691" y="105433"/>
                  <a:pt x="70098" y="96522"/>
                </a:cubicBezTo>
                <a:cubicBezTo>
                  <a:pt x="63506" y="87608"/>
                  <a:pt x="54410" y="80725"/>
                  <a:pt x="42810" y="75872"/>
                </a:cubicBezTo>
                <a:cubicBezTo>
                  <a:pt x="33714" y="72109"/>
                  <a:pt x="21322" y="69934"/>
                  <a:pt x="5633" y="69347"/>
                </a:cubicBezTo>
                <a:lnTo>
                  <a:pt x="38178" y="3505"/>
                </a:lnTo>
                <a:lnTo>
                  <a:pt x="99014" y="3505"/>
                </a:lnTo>
                <a:close/>
                <a:moveTo>
                  <a:pt x="125175" y="89375"/>
                </a:moveTo>
                <a:cubicBezTo>
                  <a:pt x="125175" y="70015"/>
                  <a:pt x="128096" y="53346"/>
                  <a:pt x="133938" y="39368"/>
                </a:cubicBezTo>
                <a:cubicBezTo>
                  <a:pt x="139779" y="25390"/>
                  <a:pt x="147540" y="14979"/>
                  <a:pt x="157220" y="8136"/>
                </a:cubicBezTo>
                <a:cubicBezTo>
                  <a:pt x="164731" y="2712"/>
                  <a:pt x="172492" y="0"/>
                  <a:pt x="180503" y="0"/>
                </a:cubicBezTo>
                <a:cubicBezTo>
                  <a:pt x="193521" y="0"/>
                  <a:pt x="205204" y="6634"/>
                  <a:pt x="215552" y="19903"/>
                </a:cubicBezTo>
                <a:cubicBezTo>
                  <a:pt x="228487" y="36343"/>
                  <a:pt x="234954" y="58624"/>
                  <a:pt x="234954" y="86747"/>
                </a:cubicBezTo>
                <a:cubicBezTo>
                  <a:pt x="234954" y="106441"/>
                  <a:pt x="232117" y="123173"/>
                  <a:pt x="226442" y="136942"/>
                </a:cubicBezTo>
                <a:cubicBezTo>
                  <a:pt x="220767" y="150711"/>
                  <a:pt x="213528" y="160704"/>
                  <a:pt x="204724" y="166921"/>
                </a:cubicBezTo>
                <a:cubicBezTo>
                  <a:pt x="195920" y="173138"/>
                  <a:pt x="187429" y="176247"/>
                  <a:pt x="179251" y="176247"/>
                </a:cubicBezTo>
                <a:cubicBezTo>
                  <a:pt x="163062" y="176247"/>
                  <a:pt x="149584" y="166692"/>
                  <a:pt x="138819" y="147582"/>
                </a:cubicBezTo>
                <a:cubicBezTo>
                  <a:pt x="129723" y="131476"/>
                  <a:pt x="125175" y="112074"/>
                  <a:pt x="125175" y="89375"/>
                </a:cubicBezTo>
                <a:moveTo>
                  <a:pt x="149710" y="92438"/>
                </a:moveTo>
                <a:cubicBezTo>
                  <a:pt x="149710" y="115786"/>
                  <a:pt x="152589" y="134840"/>
                  <a:pt x="158347" y="149600"/>
                </a:cubicBezTo>
                <a:cubicBezTo>
                  <a:pt x="163103" y="162024"/>
                  <a:pt x="170197" y="168236"/>
                  <a:pt x="179627" y="168236"/>
                </a:cubicBezTo>
                <a:cubicBezTo>
                  <a:pt x="184133" y="168236"/>
                  <a:pt x="188806" y="166213"/>
                  <a:pt x="193646" y="162169"/>
                </a:cubicBezTo>
                <a:cubicBezTo>
                  <a:pt x="198486" y="158124"/>
                  <a:pt x="202158" y="151349"/>
                  <a:pt x="204662" y="141843"/>
                </a:cubicBezTo>
                <a:cubicBezTo>
                  <a:pt x="208500" y="127503"/>
                  <a:pt x="210420" y="107282"/>
                  <a:pt x="210420" y="81180"/>
                </a:cubicBezTo>
                <a:cubicBezTo>
                  <a:pt x="210420" y="61835"/>
                  <a:pt x="208417" y="45701"/>
                  <a:pt x="204411" y="32776"/>
                </a:cubicBezTo>
                <a:cubicBezTo>
                  <a:pt x="201407" y="23187"/>
                  <a:pt x="197527" y="16391"/>
                  <a:pt x="192770" y="12388"/>
                </a:cubicBezTo>
                <a:cubicBezTo>
                  <a:pt x="189348" y="9637"/>
                  <a:pt x="185218" y="8262"/>
                  <a:pt x="180378" y="8262"/>
                </a:cubicBezTo>
                <a:cubicBezTo>
                  <a:pt x="174703" y="8262"/>
                  <a:pt x="169654" y="10804"/>
                  <a:pt x="165231" y="15889"/>
                </a:cubicBezTo>
                <a:cubicBezTo>
                  <a:pt x="159223" y="22811"/>
                  <a:pt x="155134" y="33693"/>
                  <a:pt x="152964" y="48537"/>
                </a:cubicBezTo>
                <a:cubicBezTo>
                  <a:pt x="150794" y="63378"/>
                  <a:pt x="149710" y="78012"/>
                  <a:pt x="149710" y="9243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4AA5969-9C58-4620-94C2-AA9AF0E2B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8382" y="2241335"/>
            <a:ext cx="4838983" cy="10"/>
          </a:xfrm>
          <a:custGeom xmlns:a="http://schemas.openxmlformats.org/drawingml/2006/main">
            <a:pathLst>
              <a:path w="4838983" h="1" fill="none">
                <a:moveTo>
                  <a:pt x="0" y="0"/>
                </a:moveTo>
                <a:lnTo>
                  <a:pt x="483898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25" cap="flat">
            <a:solidFill>
              <a:srgbClr val="000000"/>
            </a:solidFill>
            <a:custDash>
              <a:ds d="370000" sp="160000"/>
            </a:custDash>
            <a:round/>
          </a:ln>
        </p:spPr>
      </p:sp>
      <p:sp>
        <p:nvSpPr>
          <p:cNvPr id="1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45EDA2A-5EAD-4C6D-8802-640E60241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2492" y="2241335"/>
            <a:ext cx="35890" cy="10"/>
          </a:xfrm>
          <a:custGeom xmlns:a="http://schemas.openxmlformats.org/drawingml/2006/main">
            <a:pathLst>
              <a:path w="35890" h="1">
                <a:moveTo>
                  <a:pt x="35890" y="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023057A-7E5C-47E9-B9CF-6E21C0758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2492" y="2241335"/>
            <a:ext cx="35890" cy="10"/>
          </a:xfrm>
          <a:custGeom xmlns:a="http://schemas.openxmlformats.org/drawingml/2006/main">
            <a:pathLst>
              <a:path w="35890" h="1" fill="none">
                <a:moveTo>
                  <a:pt x="3589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8203" cap="flat">
            <a:solidFill>
              <a:srgbClr val="000000"/>
            </a:solidFill>
            <a:round/>
          </a:ln>
        </p:spPr>
      </p:sp>
      <p:sp>
        <p:nvSpPr>
          <p:cNvPr id="141" name="Text 55">
            <a:extLst xmlns:a="http://schemas.openxmlformats.org/drawingml/2006/main">
              <a:ext uri="{FF2B5EF4-FFF2-40B4-BE49-F238E27FC236}">
                <a16:creationId xmlns:a16="http://schemas.microsoft.com/office/drawing/2014/main" id="{172F19B2-BFE2-483C-ACBF-8A0FD6BFA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2509" y="2160601"/>
            <a:ext cx="227193" cy="172742"/>
          </a:xfrm>
          <a:custGeom xmlns:a="http://schemas.openxmlformats.org/drawingml/2006/main">
            <a:pathLst>
              <a:path w="227193" h="172742">
                <a:moveTo>
                  <a:pt x="99014" y="0"/>
                </a:moveTo>
                <a:lnTo>
                  <a:pt x="89250" y="21280"/>
                </a:lnTo>
                <a:lnTo>
                  <a:pt x="38178" y="21280"/>
                </a:lnTo>
                <a:lnTo>
                  <a:pt x="27038" y="43780"/>
                </a:lnTo>
                <a:cubicBezTo>
                  <a:pt x="49152" y="47042"/>
                  <a:pt x="66677" y="55281"/>
                  <a:pt x="79612" y="68494"/>
                </a:cubicBezTo>
                <a:cubicBezTo>
                  <a:pt x="90710" y="79867"/>
                  <a:pt x="96260" y="93248"/>
                  <a:pt x="96260" y="108637"/>
                </a:cubicBezTo>
                <a:cubicBezTo>
                  <a:pt x="96260" y="117587"/>
                  <a:pt x="94445" y="125866"/>
                  <a:pt x="90815" y="133476"/>
                </a:cubicBezTo>
                <a:cubicBezTo>
                  <a:pt x="87185" y="141086"/>
                  <a:pt x="82616" y="147567"/>
                  <a:pt x="77108" y="152921"/>
                </a:cubicBezTo>
                <a:cubicBezTo>
                  <a:pt x="71600" y="158273"/>
                  <a:pt x="65467" y="162579"/>
                  <a:pt x="58707" y="165842"/>
                </a:cubicBezTo>
                <a:cubicBezTo>
                  <a:pt x="49110" y="170442"/>
                  <a:pt x="39263" y="172742"/>
                  <a:pt x="29166" y="172742"/>
                </a:cubicBezTo>
                <a:cubicBezTo>
                  <a:pt x="18985" y="172742"/>
                  <a:pt x="11579" y="171010"/>
                  <a:pt x="6947" y="167547"/>
                </a:cubicBezTo>
                <a:cubicBezTo>
                  <a:pt x="2316" y="164084"/>
                  <a:pt x="0" y="160266"/>
                  <a:pt x="0" y="156094"/>
                </a:cubicBezTo>
                <a:cubicBezTo>
                  <a:pt x="0" y="153757"/>
                  <a:pt x="960" y="151692"/>
                  <a:pt x="2879" y="149897"/>
                </a:cubicBezTo>
                <a:cubicBezTo>
                  <a:pt x="4798" y="148103"/>
                  <a:pt x="7218" y="147206"/>
                  <a:pt x="10139" y="147206"/>
                </a:cubicBezTo>
                <a:cubicBezTo>
                  <a:pt x="12309" y="147206"/>
                  <a:pt x="14207" y="147540"/>
                  <a:pt x="15835" y="148208"/>
                </a:cubicBezTo>
                <a:cubicBezTo>
                  <a:pt x="17462" y="148875"/>
                  <a:pt x="20237" y="150586"/>
                  <a:pt x="24159" y="153340"/>
                </a:cubicBezTo>
                <a:cubicBezTo>
                  <a:pt x="30418" y="157679"/>
                  <a:pt x="36760" y="159891"/>
                  <a:pt x="43185" y="159974"/>
                </a:cubicBezTo>
                <a:cubicBezTo>
                  <a:pt x="52949" y="159974"/>
                  <a:pt x="61524" y="156272"/>
                  <a:pt x="68909" y="148869"/>
                </a:cubicBezTo>
                <a:cubicBezTo>
                  <a:pt x="76294" y="141462"/>
                  <a:pt x="79987" y="132446"/>
                  <a:pt x="79987" y="121819"/>
                </a:cubicBezTo>
                <a:cubicBezTo>
                  <a:pt x="79987" y="111529"/>
                  <a:pt x="76691" y="101928"/>
                  <a:pt x="70098" y="93017"/>
                </a:cubicBezTo>
                <a:cubicBezTo>
                  <a:pt x="63506" y="84104"/>
                  <a:pt x="54410" y="77220"/>
                  <a:pt x="42810" y="72367"/>
                </a:cubicBezTo>
                <a:cubicBezTo>
                  <a:pt x="33714" y="68604"/>
                  <a:pt x="21322" y="66429"/>
                  <a:pt x="5633" y="65842"/>
                </a:cubicBezTo>
                <a:lnTo>
                  <a:pt x="38178" y="0"/>
                </a:lnTo>
                <a:lnTo>
                  <a:pt x="99014" y="0"/>
                </a:lnTo>
                <a:close/>
                <a:moveTo>
                  <a:pt x="227193" y="0"/>
                </a:moveTo>
                <a:lnTo>
                  <a:pt x="217429" y="21280"/>
                </a:lnTo>
                <a:lnTo>
                  <a:pt x="166358" y="21280"/>
                </a:lnTo>
                <a:lnTo>
                  <a:pt x="155217" y="43780"/>
                </a:lnTo>
                <a:cubicBezTo>
                  <a:pt x="177332" y="47042"/>
                  <a:pt x="194856" y="55281"/>
                  <a:pt x="207791" y="68494"/>
                </a:cubicBezTo>
                <a:cubicBezTo>
                  <a:pt x="218890" y="79867"/>
                  <a:pt x="224439" y="93248"/>
                  <a:pt x="224439" y="108637"/>
                </a:cubicBezTo>
                <a:cubicBezTo>
                  <a:pt x="224439" y="117587"/>
                  <a:pt x="222624" y="125866"/>
                  <a:pt x="218994" y="133476"/>
                </a:cubicBezTo>
                <a:cubicBezTo>
                  <a:pt x="215364" y="141086"/>
                  <a:pt x="210795" y="147567"/>
                  <a:pt x="205287" y="152921"/>
                </a:cubicBezTo>
                <a:cubicBezTo>
                  <a:pt x="199780" y="158273"/>
                  <a:pt x="193646" y="162579"/>
                  <a:pt x="186887" y="165842"/>
                </a:cubicBezTo>
                <a:cubicBezTo>
                  <a:pt x="177290" y="170442"/>
                  <a:pt x="167443" y="172742"/>
                  <a:pt x="157345" y="172742"/>
                </a:cubicBezTo>
                <a:cubicBezTo>
                  <a:pt x="147164" y="172742"/>
                  <a:pt x="139758" y="171010"/>
                  <a:pt x="135127" y="167547"/>
                </a:cubicBezTo>
                <a:cubicBezTo>
                  <a:pt x="130495" y="164084"/>
                  <a:pt x="128179" y="160266"/>
                  <a:pt x="128179" y="156094"/>
                </a:cubicBezTo>
                <a:cubicBezTo>
                  <a:pt x="128179" y="153757"/>
                  <a:pt x="129139" y="151692"/>
                  <a:pt x="131058" y="149897"/>
                </a:cubicBezTo>
                <a:cubicBezTo>
                  <a:pt x="132978" y="148103"/>
                  <a:pt x="135398" y="147206"/>
                  <a:pt x="138319" y="147206"/>
                </a:cubicBezTo>
                <a:cubicBezTo>
                  <a:pt x="140488" y="147206"/>
                  <a:pt x="142387" y="147540"/>
                  <a:pt x="144014" y="148208"/>
                </a:cubicBezTo>
                <a:cubicBezTo>
                  <a:pt x="145641" y="148875"/>
                  <a:pt x="148416" y="150586"/>
                  <a:pt x="152338" y="153340"/>
                </a:cubicBezTo>
                <a:cubicBezTo>
                  <a:pt x="158597" y="157679"/>
                  <a:pt x="164939" y="159891"/>
                  <a:pt x="171365" y="159974"/>
                </a:cubicBezTo>
                <a:cubicBezTo>
                  <a:pt x="181129" y="159974"/>
                  <a:pt x="189703" y="156272"/>
                  <a:pt x="197088" y="148869"/>
                </a:cubicBezTo>
                <a:cubicBezTo>
                  <a:pt x="204474" y="141462"/>
                  <a:pt x="208167" y="132446"/>
                  <a:pt x="208167" y="121819"/>
                </a:cubicBezTo>
                <a:cubicBezTo>
                  <a:pt x="208167" y="111529"/>
                  <a:pt x="204870" y="101928"/>
                  <a:pt x="198278" y="93017"/>
                </a:cubicBezTo>
                <a:cubicBezTo>
                  <a:pt x="191685" y="84104"/>
                  <a:pt x="182589" y="77220"/>
                  <a:pt x="170989" y="72367"/>
                </a:cubicBezTo>
                <a:cubicBezTo>
                  <a:pt x="161893" y="68604"/>
                  <a:pt x="149501" y="66429"/>
                  <a:pt x="133812" y="65842"/>
                </a:cubicBezTo>
                <a:lnTo>
                  <a:pt x="166358" y="0"/>
                </a:lnTo>
                <a:lnTo>
                  <a:pt x="227193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3172F67-C663-4A7F-B2AD-37366D945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8382" y="1462538"/>
            <a:ext cx="4838983" cy="10"/>
          </a:xfrm>
          <a:custGeom xmlns:a="http://schemas.openxmlformats.org/drawingml/2006/main">
            <a:pathLst>
              <a:path w="4838983" h="1" fill="none">
                <a:moveTo>
                  <a:pt x="0" y="0"/>
                </a:moveTo>
                <a:lnTo>
                  <a:pt x="483898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25" cap="flat">
            <a:solidFill>
              <a:srgbClr val="000000"/>
            </a:solidFill>
            <a:custDash>
              <a:ds d="370000" sp="160000"/>
            </a:custDash>
            <a:round/>
          </a:ln>
        </p:spPr>
      </p:sp>
      <p:sp>
        <p:nvSpPr>
          <p:cNvPr id="1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BB97A80-3E85-4E7D-8677-4EDA4BDD1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2492" y="1462538"/>
            <a:ext cx="35890" cy="10"/>
          </a:xfrm>
          <a:custGeom xmlns:a="http://schemas.openxmlformats.org/drawingml/2006/main">
            <a:pathLst>
              <a:path w="35890" h="1">
                <a:moveTo>
                  <a:pt x="35890" y="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AE88C8C-FE63-4F9D-800C-64DFEEAC8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2492" y="1462538"/>
            <a:ext cx="35890" cy="10"/>
          </a:xfrm>
          <a:custGeom xmlns:a="http://schemas.openxmlformats.org/drawingml/2006/main">
            <a:pathLst>
              <a:path w="35890" h="1" fill="none">
                <a:moveTo>
                  <a:pt x="3589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8203" cap="flat">
            <a:solidFill>
              <a:srgbClr val="000000"/>
            </a:solidFill>
            <a:round/>
          </a:ln>
        </p:spPr>
      </p:sp>
      <p:sp>
        <p:nvSpPr>
          <p:cNvPr id="145" name="Text 60">
            <a:extLst xmlns:a="http://schemas.openxmlformats.org/drawingml/2006/main">
              <a:ext uri="{FF2B5EF4-FFF2-40B4-BE49-F238E27FC236}">
                <a16:creationId xmlns:a16="http://schemas.microsoft.com/office/drawing/2014/main" id="{D61C29D5-C0E0-41AA-980D-2783A8017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1258" y="1378300"/>
            <a:ext cx="236206" cy="176247"/>
          </a:xfrm>
          <a:custGeom xmlns:a="http://schemas.openxmlformats.org/drawingml/2006/main">
            <a:pathLst>
              <a:path w="236206" h="176247">
                <a:moveTo>
                  <a:pt x="103896" y="0"/>
                </a:moveTo>
                <a:lnTo>
                  <a:pt x="103896" y="5007"/>
                </a:lnTo>
                <a:cubicBezTo>
                  <a:pt x="92880" y="6084"/>
                  <a:pt x="83888" y="8260"/>
                  <a:pt x="76920" y="11536"/>
                </a:cubicBezTo>
                <a:cubicBezTo>
                  <a:pt x="69952" y="14809"/>
                  <a:pt x="63068" y="19802"/>
                  <a:pt x="56266" y="26518"/>
                </a:cubicBezTo>
                <a:cubicBezTo>
                  <a:pt x="49465" y="33230"/>
                  <a:pt x="43832" y="40711"/>
                  <a:pt x="39368" y="48959"/>
                </a:cubicBezTo>
                <a:cubicBezTo>
                  <a:pt x="34903" y="57205"/>
                  <a:pt x="31169" y="67007"/>
                  <a:pt x="28164" y="78364"/>
                </a:cubicBezTo>
                <a:cubicBezTo>
                  <a:pt x="40181" y="70016"/>
                  <a:pt x="52240" y="65842"/>
                  <a:pt x="64340" y="65842"/>
                </a:cubicBezTo>
                <a:cubicBezTo>
                  <a:pt x="75940" y="65842"/>
                  <a:pt x="85995" y="70526"/>
                  <a:pt x="94507" y="79893"/>
                </a:cubicBezTo>
                <a:cubicBezTo>
                  <a:pt x="103019" y="89260"/>
                  <a:pt x="107275" y="101305"/>
                  <a:pt x="107275" y="116026"/>
                </a:cubicBezTo>
                <a:cubicBezTo>
                  <a:pt x="107275" y="130244"/>
                  <a:pt x="102978" y="143208"/>
                  <a:pt x="94382" y="154920"/>
                </a:cubicBezTo>
                <a:cubicBezTo>
                  <a:pt x="84034" y="169138"/>
                  <a:pt x="70349" y="176247"/>
                  <a:pt x="53325" y="176247"/>
                </a:cubicBezTo>
                <a:cubicBezTo>
                  <a:pt x="41725" y="176247"/>
                  <a:pt x="31878" y="172408"/>
                  <a:pt x="23783" y="164731"/>
                </a:cubicBezTo>
                <a:cubicBezTo>
                  <a:pt x="7928" y="149793"/>
                  <a:pt x="0" y="130433"/>
                  <a:pt x="0" y="106649"/>
                </a:cubicBezTo>
                <a:cubicBezTo>
                  <a:pt x="0" y="91461"/>
                  <a:pt x="3046" y="77025"/>
                  <a:pt x="9138" y="63339"/>
                </a:cubicBezTo>
                <a:cubicBezTo>
                  <a:pt x="15230" y="49653"/>
                  <a:pt x="23929" y="37511"/>
                  <a:pt x="35237" y="26913"/>
                </a:cubicBezTo>
                <a:cubicBezTo>
                  <a:pt x="46544" y="16315"/>
                  <a:pt x="57372" y="9180"/>
                  <a:pt x="67720" y="5508"/>
                </a:cubicBezTo>
                <a:cubicBezTo>
                  <a:pt x="78068" y="1836"/>
                  <a:pt x="87706" y="0"/>
                  <a:pt x="96635" y="0"/>
                </a:cubicBezTo>
                <a:lnTo>
                  <a:pt x="103896" y="0"/>
                </a:lnTo>
                <a:moveTo>
                  <a:pt x="26036" y="87513"/>
                </a:moveTo>
                <a:cubicBezTo>
                  <a:pt x="24534" y="98795"/>
                  <a:pt x="23783" y="107902"/>
                  <a:pt x="23783" y="114837"/>
                </a:cubicBezTo>
                <a:cubicBezTo>
                  <a:pt x="23783" y="122858"/>
                  <a:pt x="25265" y="131570"/>
                  <a:pt x="28227" y="140971"/>
                </a:cubicBezTo>
                <a:cubicBezTo>
                  <a:pt x="31190" y="150372"/>
                  <a:pt x="35592" y="157830"/>
                  <a:pt x="41433" y="163346"/>
                </a:cubicBezTo>
                <a:cubicBezTo>
                  <a:pt x="45689" y="167273"/>
                  <a:pt x="50863" y="169237"/>
                  <a:pt x="56955" y="169237"/>
                </a:cubicBezTo>
                <a:cubicBezTo>
                  <a:pt x="64215" y="169237"/>
                  <a:pt x="70703" y="165812"/>
                  <a:pt x="76420" y="158961"/>
                </a:cubicBezTo>
                <a:cubicBezTo>
                  <a:pt x="82136" y="152108"/>
                  <a:pt x="84994" y="142330"/>
                  <a:pt x="84994" y="129627"/>
                </a:cubicBezTo>
                <a:cubicBezTo>
                  <a:pt x="84994" y="115339"/>
                  <a:pt x="82157" y="102972"/>
                  <a:pt x="76482" y="92528"/>
                </a:cubicBezTo>
                <a:cubicBezTo>
                  <a:pt x="70808" y="82081"/>
                  <a:pt x="62755" y="76858"/>
                  <a:pt x="52323" y="76858"/>
                </a:cubicBezTo>
                <a:cubicBezTo>
                  <a:pt x="49152" y="76858"/>
                  <a:pt x="45752" y="77527"/>
                  <a:pt x="42122" y="78864"/>
                </a:cubicBezTo>
                <a:cubicBezTo>
                  <a:pt x="38491" y="80200"/>
                  <a:pt x="33130" y="83083"/>
                  <a:pt x="26036" y="87513"/>
                </a:cubicBezTo>
                <a:close/>
                <a:moveTo>
                  <a:pt x="126427" y="89375"/>
                </a:moveTo>
                <a:cubicBezTo>
                  <a:pt x="126427" y="70015"/>
                  <a:pt x="129348" y="53346"/>
                  <a:pt x="135189" y="39368"/>
                </a:cubicBezTo>
                <a:cubicBezTo>
                  <a:pt x="141031" y="25390"/>
                  <a:pt x="148792" y="14979"/>
                  <a:pt x="158472" y="8136"/>
                </a:cubicBezTo>
                <a:cubicBezTo>
                  <a:pt x="165982" y="2712"/>
                  <a:pt x="173743" y="0"/>
                  <a:pt x="181755" y="0"/>
                </a:cubicBezTo>
                <a:cubicBezTo>
                  <a:pt x="194773" y="0"/>
                  <a:pt x="206456" y="6634"/>
                  <a:pt x="216804" y="19903"/>
                </a:cubicBezTo>
                <a:cubicBezTo>
                  <a:pt x="229738" y="36343"/>
                  <a:pt x="236206" y="58624"/>
                  <a:pt x="236206" y="86747"/>
                </a:cubicBezTo>
                <a:cubicBezTo>
                  <a:pt x="236206" y="106441"/>
                  <a:pt x="233368" y="123173"/>
                  <a:pt x="227694" y="136942"/>
                </a:cubicBezTo>
                <a:cubicBezTo>
                  <a:pt x="222019" y="150711"/>
                  <a:pt x="214780" y="160704"/>
                  <a:pt x="205976" y="166921"/>
                </a:cubicBezTo>
                <a:cubicBezTo>
                  <a:pt x="197172" y="173138"/>
                  <a:pt x="188681" y="176247"/>
                  <a:pt x="180503" y="176247"/>
                </a:cubicBezTo>
                <a:cubicBezTo>
                  <a:pt x="164313" y="176247"/>
                  <a:pt x="150836" y="166692"/>
                  <a:pt x="140071" y="147582"/>
                </a:cubicBezTo>
                <a:cubicBezTo>
                  <a:pt x="130975" y="131476"/>
                  <a:pt x="126427" y="112074"/>
                  <a:pt x="126427" y="89375"/>
                </a:cubicBezTo>
                <a:moveTo>
                  <a:pt x="150961" y="92438"/>
                </a:moveTo>
                <a:cubicBezTo>
                  <a:pt x="150961" y="115786"/>
                  <a:pt x="153840" y="134840"/>
                  <a:pt x="159598" y="149600"/>
                </a:cubicBezTo>
                <a:cubicBezTo>
                  <a:pt x="164355" y="162024"/>
                  <a:pt x="171448" y="168236"/>
                  <a:pt x="180878" y="168236"/>
                </a:cubicBezTo>
                <a:cubicBezTo>
                  <a:pt x="185385" y="168236"/>
                  <a:pt x="190058" y="166213"/>
                  <a:pt x="194898" y="162169"/>
                </a:cubicBezTo>
                <a:cubicBezTo>
                  <a:pt x="199738" y="158124"/>
                  <a:pt x="203410" y="151349"/>
                  <a:pt x="205913" y="141843"/>
                </a:cubicBezTo>
                <a:cubicBezTo>
                  <a:pt x="209752" y="127503"/>
                  <a:pt x="211671" y="107282"/>
                  <a:pt x="211671" y="81180"/>
                </a:cubicBezTo>
                <a:cubicBezTo>
                  <a:pt x="211671" y="61835"/>
                  <a:pt x="209669" y="45701"/>
                  <a:pt x="205663" y="32776"/>
                </a:cubicBezTo>
                <a:cubicBezTo>
                  <a:pt x="202659" y="23187"/>
                  <a:pt x="198778" y="16391"/>
                  <a:pt x="194022" y="12388"/>
                </a:cubicBezTo>
                <a:cubicBezTo>
                  <a:pt x="190600" y="9637"/>
                  <a:pt x="186469" y="8262"/>
                  <a:pt x="181629" y="8262"/>
                </a:cubicBezTo>
                <a:cubicBezTo>
                  <a:pt x="175955" y="8262"/>
                  <a:pt x="170906" y="10804"/>
                  <a:pt x="166483" y="15889"/>
                </a:cubicBezTo>
                <a:cubicBezTo>
                  <a:pt x="160475" y="22811"/>
                  <a:pt x="156386" y="33693"/>
                  <a:pt x="154216" y="48537"/>
                </a:cubicBezTo>
                <a:cubicBezTo>
                  <a:pt x="152046" y="63378"/>
                  <a:pt x="150961" y="78012"/>
                  <a:pt x="150961" y="9243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5C647F9-22A8-4A76-BB68-BA29A277F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8382" y="683741"/>
            <a:ext cx="4838983" cy="10"/>
          </a:xfrm>
          <a:custGeom xmlns:a="http://schemas.openxmlformats.org/drawingml/2006/main">
            <a:pathLst>
              <a:path w="4838983" h="1" fill="none">
                <a:moveTo>
                  <a:pt x="0" y="0"/>
                </a:moveTo>
                <a:lnTo>
                  <a:pt x="483898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25" cap="flat">
            <a:solidFill>
              <a:srgbClr val="000000"/>
            </a:solidFill>
            <a:custDash>
              <a:ds d="370000" sp="160000"/>
            </a:custDash>
            <a:round/>
          </a:ln>
        </p:spPr>
      </p:sp>
      <p:sp>
        <p:nvSpPr>
          <p:cNvPr id="1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163D884-1199-4A8F-830B-BB6C8C933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2492" y="683741"/>
            <a:ext cx="35890" cy="10"/>
          </a:xfrm>
          <a:custGeom xmlns:a="http://schemas.openxmlformats.org/drawingml/2006/main">
            <a:pathLst>
              <a:path w="35890" h="1">
                <a:moveTo>
                  <a:pt x="35890" y="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40784EC-6B79-4531-9255-BD09A03F3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2492" y="683741"/>
            <a:ext cx="35890" cy="10"/>
          </a:xfrm>
          <a:custGeom xmlns:a="http://schemas.openxmlformats.org/drawingml/2006/main">
            <a:pathLst>
              <a:path w="35890" h="1" fill="none">
                <a:moveTo>
                  <a:pt x="3589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8203" cap="flat">
            <a:solidFill>
              <a:srgbClr val="000000"/>
            </a:solidFill>
            <a:round/>
          </a:ln>
        </p:spPr>
      </p:sp>
      <p:sp>
        <p:nvSpPr>
          <p:cNvPr id="149" name="Text 65">
            <a:extLst xmlns:a="http://schemas.openxmlformats.org/drawingml/2006/main">
              <a:ext uri="{FF2B5EF4-FFF2-40B4-BE49-F238E27FC236}">
                <a16:creationId xmlns:a16="http://schemas.microsoft.com/office/drawing/2014/main" id="{369799BA-4D77-4E06-9BF5-9B32E233F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1258" y="599503"/>
            <a:ext cx="228445" cy="176247"/>
          </a:xfrm>
          <a:custGeom xmlns:a="http://schemas.openxmlformats.org/drawingml/2006/main">
            <a:pathLst>
              <a:path w="228445" h="176247">
                <a:moveTo>
                  <a:pt x="103896" y="0"/>
                </a:moveTo>
                <a:lnTo>
                  <a:pt x="103896" y="5007"/>
                </a:lnTo>
                <a:cubicBezTo>
                  <a:pt x="92880" y="6084"/>
                  <a:pt x="83888" y="8260"/>
                  <a:pt x="76920" y="11536"/>
                </a:cubicBezTo>
                <a:cubicBezTo>
                  <a:pt x="69952" y="14809"/>
                  <a:pt x="63068" y="19802"/>
                  <a:pt x="56266" y="26518"/>
                </a:cubicBezTo>
                <a:cubicBezTo>
                  <a:pt x="49465" y="33230"/>
                  <a:pt x="43832" y="40711"/>
                  <a:pt x="39368" y="48959"/>
                </a:cubicBezTo>
                <a:cubicBezTo>
                  <a:pt x="34903" y="57205"/>
                  <a:pt x="31169" y="67007"/>
                  <a:pt x="28164" y="78364"/>
                </a:cubicBezTo>
                <a:cubicBezTo>
                  <a:pt x="40181" y="70016"/>
                  <a:pt x="52240" y="65842"/>
                  <a:pt x="64340" y="65842"/>
                </a:cubicBezTo>
                <a:cubicBezTo>
                  <a:pt x="75940" y="65842"/>
                  <a:pt x="85995" y="70526"/>
                  <a:pt x="94507" y="79893"/>
                </a:cubicBezTo>
                <a:cubicBezTo>
                  <a:pt x="103019" y="89260"/>
                  <a:pt x="107275" y="101305"/>
                  <a:pt x="107275" y="116026"/>
                </a:cubicBezTo>
                <a:cubicBezTo>
                  <a:pt x="107275" y="130244"/>
                  <a:pt x="102978" y="143208"/>
                  <a:pt x="94382" y="154920"/>
                </a:cubicBezTo>
                <a:cubicBezTo>
                  <a:pt x="84034" y="169138"/>
                  <a:pt x="70349" y="176247"/>
                  <a:pt x="53325" y="176247"/>
                </a:cubicBezTo>
                <a:cubicBezTo>
                  <a:pt x="41725" y="176247"/>
                  <a:pt x="31878" y="172408"/>
                  <a:pt x="23783" y="164731"/>
                </a:cubicBezTo>
                <a:cubicBezTo>
                  <a:pt x="7928" y="149793"/>
                  <a:pt x="0" y="130433"/>
                  <a:pt x="0" y="106649"/>
                </a:cubicBezTo>
                <a:cubicBezTo>
                  <a:pt x="0" y="91461"/>
                  <a:pt x="3046" y="77025"/>
                  <a:pt x="9138" y="63339"/>
                </a:cubicBezTo>
                <a:cubicBezTo>
                  <a:pt x="15230" y="49653"/>
                  <a:pt x="23929" y="37511"/>
                  <a:pt x="35237" y="26913"/>
                </a:cubicBezTo>
                <a:cubicBezTo>
                  <a:pt x="46544" y="16315"/>
                  <a:pt x="57372" y="9180"/>
                  <a:pt x="67720" y="5508"/>
                </a:cubicBezTo>
                <a:cubicBezTo>
                  <a:pt x="78068" y="1836"/>
                  <a:pt x="87706" y="0"/>
                  <a:pt x="96635" y="0"/>
                </a:cubicBezTo>
                <a:lnTo>
                  <a:pt x="103896" y="0"/>
                </a:lnTo>
                <a:moveTo>
                  <a:pt x="26036" y="87513"/>
                </a:moveTo>
                <a:cubicBezTo>
                  <a:pt x="24534" y="98795"/>
                  <a:pt x="23783" y="107902"/>
                  <a:pt x="23783" y="114837"/>
                </a:cubicBezTo>
                <a:cubicBezTo>
                  <a:pt x="23783" y="122858"/>
                  <a:pt x="25265" y="131570"/>
                  <a:pt x="28227" y="140971"/>
                </a:cubicBezTo>
                <a:cubicBezTo>
                  <a:pt x="31190" y="150372"/>
                  <a:pt x="35592" y="157830"/>
                  <a:pt x="41433" y="163346"/>
                </a:cubicBezTo>
                <a:cubicBezTo>
                  <a:pt x="45689" y="167273"/>
                  <a:pt x="50863" y="169237"/>
                  <a:pt x="56955" y="169237"/>
                </a:cubicBezTo>
                <a:cubicBezTo>
                  <a:pt x="64215" y="169237"/>
                  <a:pt x="70703" y="165812"/>
                  <a:pt x="76420" y="158961"/>
                </a:cubicBezTo>
                <a:cubicBezTo>
                  <a:pt x="82136" y="152108"/>
                  <a:pt x="84994" y="142330"/>
                  <a:pt x="84994" y="129627"/>
                </a:cubicBezTo>
                <a:cubicBezTo>
                  <a:pt x="84994" y="115339"/>
                  <a:pt x="82157" y="102972"/>
                  <a:pt x="76482" y="92528"/>
                </a:cubicBezTo>
                <a:cubicBezTo>
                  <a:pt x="70808" y="82081"/>
                  <a:pt x="62755" y="76858"/>
                  <a:pt x="52323" y="76858"/>
                </a:cubicBezTo>
                <a:cubicBezTo>
                  <a:pt x="49152" y="76858"/>
                  <a:pt x="45752" y="77527"/>
                  <a:pt x="42122" y="78864"/>
                </a:cubicBezTo>
                <a:cubicBezTo>
                  <a:pt x="38491" y="80200"/>
                  <a:pt x="33130" y="83083"/>
                  <a:pt x="26036" y="87513"/>
                </a:cubicBezTo>
                <a:close/>
                <a:moveTo>
                  <a:pt x="228445" y="3505"/>
                </a:moveTo>
                <a:lnTo>
                  <a:pt x="218681" y="24785"/>
                </a:lnTo>
                <a:lnTo>
                  <a:pt x="167610" y="24785"/>
                </a:lnTo>
                <a:lnTo>
                  <a:pt x="156469" y="47285"/>
                </a:lnTo>
                <a:cubicBezTo>
                  <a:pt x="178583" y="50547"/>
                  <a:pt x="196108" y="58785"/>
                  <a:pt x="209043" y="71999"/>
                </a:cubicBezTo>
                <a:cubicBezTo>
                  <a:pt x="220142" y="83372"/>
                  <a:pt x="225691" y="96753"/>
                  <a:pt x="225691" y="112141"/>
                </a:cubicBezTo>
                <a:cubicBezTo>
                  <a:pt x="225691" y="121092"/>
                  <a:pt x="223876" y="129371"/>
                  <a:pt x="220246" y="136981"/>
                </a:cubicBezTo>
                <a:cubicBezTo>
                  <a:pt x="216616" y="144591"/>
                  <a:pt x="212047" y="151072"/>
                  <a:pt x="206539" y="156426"/>
                </a:cubicBezTo>
                <a:cubicBezTo>
                  <a:pt x="201032" y="161777"/>
                  <a:pt x="194898" y="166084"/>
                  <a:pt x="188138" y="169347"/>
                </a:cubicBezTo>
                <a:cubicBezTo>
                  <a:pt x="178542" y="173947"/>
                  <a:pt x="168695" y="176247"/>
                  <a:pt x="158597" y="176247"/>
                </a:cubicBezTo>
                <a:cubicBezTo>
                  <a:pt x="148416" y="176247"/>
                  <a:pt x="141010" y="174515"/>
                  <a:pt x="136378" y="171052"/>
                </a:cubicBezTo>
                <a:cubicBezTo>
                  <a:pt x="131747" y="167589"/>
                  <a:pt x="129431" y="163771"/>
                  <a:pt x="129431" y="159599"/>
                </a:cubicBezTo>
                <a:cubicBezTo>
                  <a:pt x="129431" y="157262"/>
                  <a:pt x="130391" y="155197"/>
                  <a:pt x="132310" y="153402"/>
                </a:cubicBezTo>
                <a:cubicBezTo>
                  <a:pt x="134230" y="151608"/>
                  <a:pt x="136650" y="150711"/>
                  <a:pt x="139570" y="150711"/>
                </a:cubicBezTo>
                <a:cubicBezTo>
                  <a:pt x="141740" y="150711"/>
                  <a:pt x="143639" y="151045"/>
                  <a:pt x="145266" y="151713"/>
                </a:cubicBezTo>
                <a:cubicBezTo>
                  <a:pt x="146893" y="152380"/>
                  <a:pt x="149668" y="154091"/>
                  <a:pt x="153590" y="156845"/>
                </a:cubicBezTo>
                <a:cubicBezTo>
                  <a:pt x="159849" y="161184"/>
                  <a:pt x="166191" y="163396"/>
                  <a:pt x="172617" y="163479"/>
                </a:cubicBezTo>
                <a:cubicBezTo>
                  <a:pt x="182380" y="163479"/>
                  <a:pt x="190955" y="159777"/>
                  <a:pt x="198340" y="152374"/>
                </a:cubicBezTo>
                <a:cubicBezTo>
                  <a:pt x="205726" y="144967"/>
                  <a:pt x="209418" y="135951"/>
                  <a:pt x="209418" y="125324"/>
                </a:cubicBezTo>
                <a:cubicBezTo>
                  <a:pt x="209418" y="115034"/>
                  <a:pt x="206122" y="105433"/>
                  <a:pt x="199529" y="96522"/>
                </a:cubicBezTo>
                <a:cubicBezTo>
                  <a:pt x="192937" y="87608"/>
                  <a:pt x="183841" y="80725"/>
                  <a:pt x="172241" y="75872"/>
                </a:cubicBezTo>
                <a:cubicBezTo>
                  <a:pt x="163145" y="72109"/>
                  <a:pt x="150753" y="69934"/>
                  <a:pt x="135064" y="69347"/>
                </a:cubicBezTo>
                <a:lnTo>
                  <a:pt x="167610" y="3505"/>
                </a:lnTo>
                <a:lnTo>
                  <a:pt x="228445" y="350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0" name="Text A">
            <a:extLst xmlns:a="http://schemas.openxmlformats.org/drawingml/2006/main">
              <a:ext uri="{FF2B5EF4-FFF2-40B4-BE49-F238E27FC236}">
                <a16:creationId xmlns:a16="http://schemas.microsoft.com/office/drawing/2014/main" id="{E9C758D0-DBB0-46CA-8BC8-F954F092D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2905" y="2916050"/>
            <a:ext cx="194312" cy="201883"/>
          </a:xfrm>
          <a:custGeom xmlns:a="http://schemas.openxmlformats.org/drawingml/2006/main">
            <a:pathLst>
              <a:path w="194312" h="201883">
                <a:moveTo>
                  <a:pt x="130663" y="72762"/>
                </a:moveTo>
                <a:lnTo>
                  <a:pt x="130663" y="146365"/>
                </a:lnTo>
                <a:lnTo>
                  <a:pt x="160665" y="159263"/>
                </a:lnTo>
                <a:cubicBezTo>
                  <a:pt x="168014" y="162441"/>
                  <a:pt x="173500" y="164030"/>
                  <a:pt x="177125" y="164030"/>
                </a:cubicBezTo>
                <a:cubicBezTo>
                  <a:pt x="180011" y="164030"/>
                  <a:pt x="182546" y="162651"/>
                  <a:pt x="184731" y="159894"/>
                </a:cubicBezTo>
                <a:cubicBezTo>
                  <a:pt x="186915" y="157137"/>
                  <a:pt x="188333" y="151178"/>
                  <a:pt x="188985" y="142019"/>
                </a:cubicBezTo>
                <a:lnTo>
                  <a:pt x="194312" y="142019"/>
                </a:lnTo>
                <a:lnTo>
                  <a:pt x="194312" y="201883"/>
                </a:lnTo>
                <a:lnTo>
                  <a:pt x="188985" y="201883"/>
                </a:lnTo>
                <a:cubicBezTo>
                  <a:pt x="187586" y="193938"/>
                  <a:pt x="185768" y="188798"/>
                  <a:pt x="183530" y="186461"/>
                </a:cubicBezTo>
                <a:cubicBezTo>
                  <a:pt x="179053" y="181695"/>
                  <a:pt x="169960" y="176414"/>
                  <a:pt x="156253" y="170619"/>
                </a:cubicBezTo>
                <a:lnTo>
                  <a:pt x="0" y="103745"/>
                </a:lnTo>
                <a:lnTo>
                  <a:pt x="0" y="98838"/>
                </a:lnTo>
                <a:lnTo>
                  <a:pt x="158001" y="32666"/>
                </a:lnTo>
                <a:cubicBezTo>
                  <a:pt x="170654" y="27338"/>
                  <a:pt x="178866" y="22502"/>
                  <a:pt x="182636" y="18155"/>
                </a:cubicBezTo>
                <a:cubicBezTo>
                  <a:pt x="186404" y="13809"/>
                  <a:pt x="188520" y="7758"/>
                  <a:pt x="188985" y="0"/>
                </a:cubicBezTo>
                <a:lnTo>
                  <a:pt x="194312" y="0"/>
                </a:lnTo>
                <a:lnTo>
                  <a:pt x="194312" y="75005"/>
                </a:lnTo>
                <a:lnTo>
                  <a:pt x="188985" y="75005"/>
                </a:lnTo>
                <a:cubicBezTo>
                  <a:pt x="188614" y="67434"/>
                  <a:pt x="187358" y="62317"/>
                  <a:pt x="185217" y="59654"/>
                </a:cubicBezTo>
                <a:cubicBezTo>
                  <a:pt x="183076" y="56990"/>
                  <a:pt x="180471" y="55658"/>
                  <a:pt x="177401" y="55658"/>
                </a:cubicBezTo>
                <a:cubicBezTo>
                  <a:pt x="173306" y="55658"/>
                  <a:pt x="166840" y="57527"/>
                  <a:pt x="158001" y="61266"/>
                </a:cubicBezTo>
                <a:lnTo>
                  <a:pt x="130663" y="72762"/>
                </a:lnTo>
                <a:moveTo>
                  <a:pt x="120288" y="76687"/>
                </a:moveTo>
                <a:lnTo>
                  <a:pt x="43461" y="108933"/>
                </a:lnTo>
                <a:lnTo>
                  <a:pt x="120288" y="142019"/>
                </a:lnTo>
                <a:lnTo>
                  <a:pt x="120288" y="7668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1" name="Text c">
            <a:extLst xmlns:a="http://schemas.openxmlformats.org/drawingml/2006/main">
              <a:ext uri="{FF2B5EF4-FFF2-40B4-BE49-F238E27FC236}">
                <a16:creationId xmlns:a16="http://schemas.microsoft.com/office/drawing/2014/main" id="{10FEFE6E-3142-45A4-8C7C-AC6791DFD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5153" y="2794829"/>
            <a:ext cx="135990" cy="108232"/>
          </a:xfrm>
          <a:custGeom xmlns:a="http://schemas.openxmlformats.org/drawingml/2006/main">
            <a:pathLst>
              <a:path w="135990" h="108232">
                <a:moveTo>
                  <a:pt x="83277" y="0"/>
                </a:moveTo>
                <a:cubicBezTo>
                  <a:pt x="100194" y="3458"/>
                  <a:pt x="113209" y="10234"/>
                  <a:pt x="122321" y="20328"/>
                </a:cubicBezTo>
                <a:cubicBezTo>
                  <a:pt x="131434" y="30423"/>
                  <a:pt x="135990" y="41592"/>
                  <a:pt x="135990" y="53835"/>
                </a:cubicBezTo>
                <a:cubicBezTo>
                  <a:pt x="135990" y="68416"/>
                  <a:pt x="129876" y="81127"/>
                  <a:pt x="117647" y="91969"/>
                </a:cubicBezTo>
                <a:cubicBezTo>
                  <a:pt x="105415" y="102811"/>
                  <a:pt x="88887" y="108232"/>
                  <a:pt x="68065" y="108232"/>
                </a:cubicBezTo>
                <a:cubicBezTo>
                  <a:pt x="47898" y="108232"/>
                  <a:pt x="31512" y="102227"/>
                  <a:pt x="18909" y="90216"/>
                </a:cubicBezTo>
                <a:cubicBezTo>
                  <a:pt x="6303" y="78206"/>
                  <a:pt x="0" y="63789"/>
                  <a:pt x="0" y="46966"/>
                </a:cubicBezTo>
                <a:cubicBezTo>
                  <a:pt x="0" y="34348"/>
                  <a:pt x="3353" y="23974"/>
                  <a:pt x="10059" y="15842"/>
                </a:cubicBezTo>
                <a:cubicBezTo>
                  <a:pt x="16762" y="7711"/>
                  <a:pt x="23724" y="3645"/>
                  <a:pt x="30944" y="3645"/>
                </a:cubicBezTo>
                <a:cubicBezTo>
                  <a:pt x="34507" y="3645"/>
                  <a:pt x="37392" y="4790"/>
                  <a:pt x="39597" y="7080"/>
                </a:cubicBezTo>
                <a:cubicBezTo>
                  <a:pt x="41799" y="9370"/>
                  <a:pt x="42900" y="12571"/>
                  <a:pt x="42900" y="16683"/>
                </a:cubicBezTo>
                <a:cubicBezTo>
                  <a:pt x="42900" y="22198"/>
                  <a:pt x="41110" y="26357"/>
                  <a:pt x="37529" y="29161"/>
                </a:cubicBezTo>
                <a:cubicBezTo>
                  <a:pt x="35549" y="30750"/>
                  <a:pt x="31778" y="31801"/>
                  <a:pt x="26217" y="32315"/>
                </a:cubicBezTo>
                <a:cubicBezTo>
                  <a:pt x="20656" y="32829"/>
                  <a:pt x="16415" y="34722"/>
                  <a:pt x="13494" y="37993"/>
                </a:cubicBezTo>
                <a:cubicBezTo>
                  <a:pt x="10667" y="41264"/>
                  <a:pt x="9253" y="45797"/>
                  <a:pt x="9253" y="51592"/>
                </a:cubicBezTo>
                <a:cubicBezTo>
                  <a:pt x="9253" y="60939"/>
                  <a:pt x="12711" y="68463"/>
                  <a:pt x="19627" y="74164"/>
                </a:cubicBezTo>
                <a:cubicBezTo>
                  <a:pt x="28787" y="81734"/>
                  <a:pt x="40891" y="85520"/>
                  <a:pt x="55938" y="85520"/>
                </a:cubicBezTo>
                <a:cubicBezTo>
                  <a:pt x="71267" y="85520"/>
                  <a:pt x="84795" y="81758"/>
                  <a:pt x="96525" y="74234"/>
                </a:cubicBezTo>
                <a:cubicBezTo>
                  <a:pt x="108255" y="66710"/>
                  <a:pt x="114120" y="56546"/>
                  <a:pt x="114120" y="43741"/>
                </a:cubicBezTo>
                <a:cubicBezTo>
                  <a:pt x="114120" y="34582"/>
                  <a:pt x="110989" y="26357"/>
                  <a:pt x="104727" y="19067"/>
                </a:cubicBezTo>
                <a:cubicBezTo>
                  <a:pt x="100427" y="13926"/>
                  <a:pt x="92623" y="8926"/>
                  <a:pt x="81314" y="4066"/>
                </a:cubicBezTo>
                <a:lnTo>
                  <a:pt x="83277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2" name="Text c">
            <a:extLst xmlns:a="http://schemas.openxmlformats.org/drawingml/2006/main">
              <a:ext uri="{FF2B5EF4-FFF2-40B4-BE49-F238E27FC236}">
                <a16:creationId xmlns:a16="http://schemas.microsoft.com/office/drawing/2014/main" id="{D9F47C22-AE85-454C-82DA-AA1977765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5153" y="2667346"/>
            <a:ext cx="135990" cy="108232"/>
          </a:xfrm>
          <a:custGeom xmlns:a="http://schemas.openxmlformats.org/drawingml/2006/main">
            <a:pathLst>
              <a:path w="135990" h="108232">
                <a:moveTo>
                  <a:pt x="83277" y="0"/>
                </a:moveTo>
                <a:cubicBezTo>
                  <a:pt x="100194" y="3458"/>
                  <a:pt x="113209" y="10234"/>
                  <a:pt x="122321" y="20328"/>
                </a:cubicBezTo>
                <a:cubicBezTo>
                  <a:pt x="131434" y="30423"/>
                  <a:pt x="135990" y="41592"/>
                  <a:pt x="135990" y="53835"/>
                </a:cubicBezTo>
                <a:cubicBezTo>
                  <a:pt x="135990" y="68416"/>
                  <a:pt x="129876" y="81127"/>
                  <a:pt x="117647" y="91969"/>
                </a:cubicBezTo>
                <a:cubicBezTo>
                  <a:pt x="105415" y="102811"/>
                  <a:pt x="88887" y="108232"/>
                  <a:pt x="68065" y="108232"/>
                </a:cubicBezTo>
                <a:cubicBezTo>
                  <a:pt x="47898" y="108232"/>
                  <a:pt x="31512" y="102227"/>
                  <a:pt x="18909" y="90216"/>
                </a:cubicBezTo>
                <a:cubicBezTo>
                  <a:pt x="6303" y="78206"/>
                  <a:pt x="0" y="63789"/>
                  <a:pt x="0" y="46966"/>
                </a:cubicBezTo>
                <a:cubicBezTo>
                  <a:pt x="0" y="34348"/>
                  <a:pt x="3353" y="23974"/>
                  <a:pt x="10059" y="15842"/>
                </a:cubicBezTo>
                <a:cubicBezTo>
                  <a:pt x="16762" y="7711"/>
                  <a:pt x="23724" y="3645"/>
                  <a:pt x="30944" y="3645"/>
                </a:cubicBezTo>
                <a:cubicBezTo>
                  <a:pt x="34507" y="3645"/>
                  <a:pt x="37392" y="4790"/>
                  <a:pt x="39597" y="7080"/>
                </a:cubicBezTo>
                <a:cubicBezTo>
                  <a:pt x="41799" y="9370"/>
                  <a:pt x="42900" y="12571"/>
                  <a:pt x="42900" y="16683"/>
                </a:cubicBezTo>
                <a:cubicBezTo>
                  <a:pt x="42900" y="22198"/>
                  <a:pt x="41110" y="26357"/>
                  <a:pt x="37529" y="29161"/>
                </a:cubicBezTo>
                <a:cubicBezTo>
                  <a:pt x="35549" y="30750"/>
                  <a:pt x="31778" y="31801"/>
                  <a:pt x="26217" y="32315"/>
                </a:cubicBezTo>
                <a:cubicBezTo>
                  <a:pt x="20656" y="32829"/>
                  <a:pt x="16415" y="34722"/>
                  <a:pt x="13494" y="37993"/>
                </a:cubicBezTo>
                <a:cubicBezTo>
                  <a:pt x="10667" y="41264"/>
                  <a:pt x="9253" y="45797"/>
                  <a:pt x="9253" y="51592"/>
                </a:cubicBezTo>
                <a:cubicBezTo>
                  <a:pt x="9253" y="60939"/>
                  <a:pt x="12711" y="68463"/>
                  <a:pt x="19627" y="74164"/>
                </a:cubicBezTo>
                <a:cubicBezTo>
                  <a:pt x="28787" y="81734"/>
                  <a:pt x="40891" y="85520"/>
                  <a:pt x="55938" y="85520"/>
                </a:cubicBezTo>
                <a:cubicBezTo>
                  <a:pt x="71267" y="85520"/>
                  <a:pt x="84795" y="81758"/>
                  <a:pt x="96525" y="74234"/>
                </a:cubicBezTo>
                <a:cubicBezTo>
                  <a:pt x="108255" y="66710"/>
                  <a:pt x="114120" y="56546"/>
                  <a:pt x="114120" y="43741"/>
                </a:cubicBezTo>
                <a:cubicBezTo>
                  <a:pt x="114120" y="34582"/>
                  <a:pt x="110989" y="26357"/>
                  <a:pt x="104727" y="19067"/>
                </a:cubicBezTo>
                <a:cubicBezTo>
                  <a:pt x="100427" y="13926"/>
                  <a:pt x="92623" y="8926"/>
                  <a:pt x="81314" y="4066"/>
                </a:cubicBezTo>
                <a:lnTo>
                  <a:pt x="83277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3" name="Text u">
            <a:extLst xmlns:a="http://schemas.openxmlformats.org/drawingml/2006/main">
              <a:ext uri="{FF2B5EF4-FFF2-40B4-BE49-F238E27FC236}">
                <a16:creationId xmlns:a16="http://schemas.microsoft.com/office/drawing/2014/main" id="{8C531A1F-C910-46EA-935E-B1C7EC9AB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8798" y="2514769"/>
            <a:ext cx="132345" cy="142860"/>
          </a:xfrm>
          <a:custGeom xmlns:a="http://schemas.openxmlformats.org/drawingml/2006/main">
            <a:pathLst>
              <a:path w="132345" h="142860">
                <a:moveTo>
                  <a:pt x="0" y="21590"/>
                </a:moveTo>
                <a:lnTo>
                  <a:pt x="78230" y="21590"/>
                </a:lnTo>
                <a:cubicBezTo>
                  <a:pt x="92906" y="21590"/>
                  <a:pt x="101883" y="21240"/>
                  <a:pt x="105160" y="20539"/>
                </a:cubicBezTo>
                <a:cubicBezTo>
                  <a:pt x="108435" y="19838"/>
                  <a:pt x="110723" y="18716"/>
                  <a:pt x="112026" y="17174"/>
                </a:cubicBezTo>
                <a:cubicBezTo>
                  <a:pt x="113328" y="15632"/>
                  <a:pt x="113980" y="13833"/>
                  <a:pt x="113980" y="11776"/>
                </a:cubicBezTo>
                <a:cubicBezTo>
                  <a:pt x="113980" y="8879"/>
                  <a:pt x="113185" y="5608"/>
                  <a:pt x="111596" y="1963"/>
                </a:cubicBezTo>
                <a:lnTo>
                  <a:pt x="116643" y="0"/>
                </a:lnTo>
                <a:lnTo>
                  <a:pt x="132345" y="38414"/>
                </a:lnTo>
                <a:lnTo>
                  <a:pt x="132345" y="44723"/>
                </a:lnTo>
                <a:lnTo>
                  <a:pt x="105274" y="44723"/>
                </a:lnTo>
                <a:cubicBezTo>
                  <a:pt x="117182" y="55751"/>
                  <a:pt x="124671" y="64163"/>
                  <a:pt x="127741" y="69958"/>
                </a:cubicBezTo>
                <a:cubicBezTo>
                  <a:pt x="130811" y="75753"/>
                  <a:pt x="132345" y="81875"/>
                  <a:pt x="132345" y="88324"/>
                </a:cubicBezTo>
                <a:cubicBezTo>
                  <a:pt x="132345" y="95520"/>
                  <a:pt x="130266" y="101759"/>
                  <a:pt x="126107" y="107040"/>
                </a:cubicBezTo>
                <a:cubicBezTo>
                  <a:pt x="121947" y="112321"/>
                  <a:pt x="116597" y="115989"/>
                  <a:pt x="110054" y="118045"/>
                </a:cubicBezTo>
                <a:cubicBezTo>
                  <a:pt x="103512" y="120102"/>
                  <a:pt x="94259" y="121130"/>
                  <a:pt x="82295" y="121130"/>
                </a:cubicBezTo>
                <a:lnTo>
                  <a:pt x="24955" y="121130"/>
                </a:lnTo>
                <a:cubicBezTo>
                  <a:pt x="18836" y="121130"/>
                  <a:pt x="14601" y="121784"/>
                  <a:pt x="12250" y="123092"/>
                </a:cubicBezTo>
                <a:cubicBezTo>
                  <a:pt x="9896" y="124401"/>
                  <a:pt x="8083" y="126340"/>
                  <a:pt x="6813" y="128911"/>
                </a:cubicBezTo>
                <a:cubicBezTo>
                  <a:pt x="5542" y="131481"/>
                  <a:pt x="4954" y="136131"/>
                  <a:pt x="5047" y="142860"/>
                </a:cubicBezTo>
                <a:lnTo>
                  <a:pt x="0" y="142860"/>
                </a:lnTo>
                <a:lnTo>
                  <a:pt x="0" y="97857"/>
                </a:lnTo>
                <a:lnTo>
                  <a:pt x="86046" y="97857"/>
                </a:lnTo>
                <a:cubicBezTo>
                  <a:pt x="98024" y="97857"/>
                  <a:pt x="105885" y="95777"/>
                  <a:pt x="109629" y="91618"/>
                </a:cubicBezTo>
                <a:cubicBezTo>
                  <a:pt x="113371" y="87459"/>
                  <a:pt x="115241" y="82435"/>
                  <a:pt x="115241" y="76547"/>
                </a:cubicBezTo>
                <a:cubicBezTo>
                  <a:pt x="115241" y="72528"/>
                  <a:pt x="113978" y="67972"/>
                  <a:pt x="111452" y="62878"/>
                </a:cubicBezTo>
                <a:cubicBezTo>
                  <a:pt x="108925" y="57784"/>
                  <a:pt x="104106" y="51732"/>
                  <a:pt x="96994" y="44723"/>
                </a:cubicBezTo>
                <a:lnTo>
                  <a:pt x="24394" y="44723"/>
                </a:lnTo>
                <a:cubicBezTo>
                  <a:pt x="16943" y="44723"/>
                  <a:pt x="11904" y="46055"/>
                  <a:pt x="9275" y="48718"/>
                </a:cubicBezTo>
                <a:cubicBezTo>
                  <a:pt x="6646" y="51382"/>
                  <a:pt x="5237" y="56920"/>
                  <a:pt x="5047" y="65332"/>
                </a:cubicBezTo>
                <a:lnTo>
                  <a:pt x="0" y="65332"/>
                </a:lnTo>
                <a:lnTo>
                  <a:pt x="0" y="2159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4" name="Text r">
            <a:extLst xmlns:a="http://schemas.openxmlformats.org/drawingml/2006/main">
              <a:ext uri="{FF2B5EF4-FFF2-40B4-BE49-F238E27FC236}">
                <a16:creationId xmlns:a16="http://schemas.microsoft.com/office/drawing/2014/main" id="{563FBB73-0955-402F-A0BC-251663D60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5153" y="2416912"/>
            <a:ext cx="132065" cy="95614"/>
          </a:xfrm>
          <a:custGeom xmlns:a="http://schemas.openxmlformats.org/drawingml/2006/main">
            <a:pathLst>
              <a:path w="132065" h="95614">
                <a:moveTo>
                  <a:pt x="0" y="50891"/>
                </a:moveTo>
                <a:lnTo>
                  <a:pt x="28880" y="50891"/>
                </a:lnTo>
                <a:cubicBezTo>
                  <a:pt x="9627" y="40143"/>
                  <a:pt x="0" y="29114"/>
                  <a:pt x="0" y="17805"/>
                </a:cubicBezTo>
                <a:cubicBezTo>
                  <a:pt x="0" y="12664"/>
                  <a:pt x="1566" y="8412"/>
                  <a:pt x="4697" y="5047"/>
                </a:cubicBezTo>
                <a:cubicBezTo>
                  <a:pt x="7828" y="1682"/>
                  <a:pt x="11449" y="0"/>
                  <a:pt x="15562" y="0"/>
                </a:cubicBezTo>
                <a:cubicBezTo>
                  <a:pt x="19207" y="0"/>
                  <a:pt x="22291" y="1215"/>
                  <a:pt x="24815" y="3645"/>
                </a:cubicBezTo>
                <a:cubicBezTo>
                  <a:pt x="27338" y="6075"/>
                  <a:pt x="28600" y="8973"/>
                  <a:pt x="28600" y="12337"/>
                </a:cubicBezTo>
                <a:cubicBezTo>
                  <a:pt x="28600" y="15609"/>
                  <a:pt x="27011" y="19277"/>
                  <a:pt x="23833" y="23343"/>
                </a:cubicBezTo>
                <a:cubicBezTo>
                  <a:pt x="20656" y="27408"/>
                  <a:pt x="19067" y="30423"/>
                  <a:pt x="19067" y="32385"/>
                </a:cubicBezTo>
                <a:cubicBezTo>
                  <a:pt x="19067" y="34068"/>
                  <a:pt x="19994" y="35890"/>
                  <a:pt x="21849" y="37853"/>
                </a:cubicBezTo>
                <a:cubicBezTo>
                  <a:pt x="25654" y="42059"/>
                  <a:pt x="31918" y="46405"/>
                  <a:pt x="40639" y="50891"/>
                </a:cubicBezTo>
                <a:lnTo>
                  <a:pt x="102063" y="50891"/>
                </a:lnTo>
                <a:cubicBezTo>
                  <a:pt x="109172" y="50891"/>
                  <a:pt x="114549" y="50003"/>
                  <a:pt x="118194" y="48228"/>
                </a:cubicBezTo>
                <a:cubicBezTo>
                  <a:pt x="120721" y="47013"/>
                  <a:pt x="122824" y="44863"/>
                  <a:pt x="124503" y="41779"/>
                </a:cubicBezTo>
                <a:cubicBezTo>
                  <a:pt x="126180" y="38694"/>
                  <a:pt x="127018" y="34255"/>
                  <a:pt x="127018" y="28460"/>
                </a:cubicBezTo>
                <a:lnTo>
                  <a:pt x="132065" y="28460"/>
                </a:lnTo>
                <a:lnTo>
                  <a:pt x="132065" y="94212"/>
                </a:lnTo>
                <a:lnTo>
                  <a:pt x="127018" y="94212"/>
                </a:lnTo>
                <a:cubicBezTo>
                  <a:pt x="127018" y="87669"/>
                  <a:pt x="125978" y="82809"/>
                  <a:pt x="123899" y="79632"/>
                </a:cubicBezTo>
                <a:cubicBezTo>
                  <a:pt x="122386" y="77295"/>
                  <a:pt x="119975" y="75659"/>
                  <a:pt x="116665" y="74725"/>
                </a:cubicBezTo>
                <a:cubicBezTo>
                  <a:pt x="115056" y="74257"/>
                  <a:pt x="110469" y="74024"/>
                  <a:pt x="102904" y="74024"/>
                </a:cubicBezTo>
                <a:lnTo>
                  <a:pt x="53555" y="74024"/>
                </a:lnTo>
                <a:cubicBezTo>
                  <a:pt x="38601" y="74024"/>
                  <a:pt x="29698" y="74327"/>
                  <a:pt x="26848" y="74935"/>
                </a:cubicBezTo>
                <a:cubicBezTo>
                  <a:pt x="23997" y="75542"/>
                  <a:pt x="21917" y="76664"/>
                  <a:pt x="20609" y="78300"/>
                </a:cubicBezTo>
                <a:cubicBezTo>
                  <a:pt x="19300" y="79935"/>
                  <a:pt x="18646" y="81968"/>
                  <a:pt x="18646" y="84398"/>
                </a:cubicBezTo>
                <a:cubicBezTo>
                  <a:pt x="18646" y="87296"/>
                  <a:pt x="19347" y="90567"/>
                  <a:pt x="20749" y="94212"/>
                </a:cubicBezTo>
                <a:lnTo>
                  <a:pt x="15702" y="95614"/>
                </a:lnTo>
                <a:lnTo>
                  <a:pt x="0" y="56780"/>
                </a:lnTo>
                <a:lnTo>
                  <a:pt x="0" y="5089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5" name="Text a">
            <a:extLst xmlns:a="http://schemas.openxmlformats.org/drawingml/2006/main">
              <a:ext uri="{FF2B5EF4-FFF2-40B4-BE49-F238E27FC236}">
                <a16:creationId xmlns:a16="http://schemas.microsoft.com/office/drawing/2014/main" id="{C571B560-9A4A-48B9-9B2A-F6E2F2997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5153" y="2291859"/>
            <a:ext cx="134869" cy="116643"/>
          </a:xfrm>
          <a:custGeom xmlns:a="http://schemas.openxmlformats.org/drawingml/2006/main">
            <a:pathLst>
              <a:path w="134869" h="116643">
                <a:moveTo>
                  <a:pt x="113708" y="45143"/>
                </a:moveTo>
                <a:cubicBezTo>
                  <a:pt x="123893" y="58322"/>
                  <a:pt x="129778" y="66593"/>
                  <a:pt x="131364" y="69958"/>
                </a:cubicBezTo>
                <a:cubicBezTo>
                  <a:pt x="133701" y="75005"/>
                  <a:pt x="134869" y="80379"/>
                  <a:pt x="134869" y="86081"/>
                </a:cubicBezTo>
                <a:cubicBezTo>
                  <a:pt x="134869" y="94960"/>
                  <a:pt x="131831" y="102273"/>
                  <a:pt x="125756" y="108021"/>
                </a:cubicBezTo>
                <a:cubicBezTo>
                  <a:pt x="119681" y="113769"/>
                  <a:pt x="111690" y="116643"/>
                  <a:pt x="101783" y="116643"/>
                </a:cubicBezTo>
                <a:cubicBezTo>
                  <a:pt x="95520" y="116643"/>
                  <a:pt x="90100" y="115241"/>
                  <a:pt x="85520" y="112438"/>
                </a:cubicBezTo>
                <a:cubicBezTo>
                  <a:pt x="79164" y="108605"/>
                  <a:pt x="73183" y="101946"/>
                  <a:pt x="67575" y="92460"/>
                </a:cubicBezTo>
                <a:cubicBezTo>
                  <a:pt x="61967" y="82973"/>
                  <a:pt x="55144" y="67201"/>
                  <a:pt x="47106" y="45143"/>
                </a:cubicBezTo>
                <a:lnTo>
                  <a:pt x="42076" y="45143"/>
                </a:lnTo>
                <a:cubicBezTo>
                  <a:pt x="29319" y="45143"/>
                  <a:pt x="20565" y="47176"/>
                  <a:pt x="15816" y="51242"/>
                </a:cubicBezTo>
                <a:cubicBezTo>
                  <a:pt x="11067" y="55307"/>
                  <a:pt x="8692" y="61219"/>
                  <a:pt x="8692" y="68977"/>
                </a:cubicBezTo>
                <a:cubicBezTo>
                  <a:pt x="8692" y="74865"/>
                  <a:pt x="10281" y="79538"/>
                  <a:pt x="13459" y="82996"/>
                </a:cubicBezTo>
                <a:cubicBezTo>
                  <a:pt x="16637" y="86548"/>
                  <a:pt x="20282" y="88324"/>
                  <a:pt x="24394" y="88324"/>
                </a:cubicBezTo>
                <a:lnTo>
                  <a:pt x="32526" y="88043"/>
                </a:lnTo>
                <a:cubicBezTo>
                  <a:pt x="36825" y="88043"/>
                  <a:pt x="40143" y="89142"/>
                  <a:pt x="42480" y="91338"/>
                </a:cubicBezTo>
                <a:cubicBezTo>
                  <a:pt x="44816" y="93534"/>
                  <a:pt x="45984" y="96408"/>
                  <a:pt x="45984" y="99960"/>
                </a:cubicBezTo>
                <a:cubicBezTo>
                  <a:pt x="45984" y="103418"/>
                  <a:pt x="44766" y="106245"/>
                  <a:pt x="42331" y="108442"/>
                </a:cubicBezTo>
                <a:cubicBezTo>
                  <a:pt x="39892" y="110638"/>
                  <a:pt x="36564" y="111737"/>
                  <a:pt x="32346" y="111737"/>
                </a:cubicBezTo>
                <a:cubicBezTo>
                  <a:pt x="24282" y="111737"/>
                  <a:pt x="16875" y="107624"/>
                  <a:pt x="10125" y="99399"/>
                </a:cubicBezTo>
                <a:cubicBezTo>
                  <a:pt x="3375" y="91174"/>
                  <a:pt x="0" y="79632"/>
                  <a:pt x="0" y="64771"/>
                </a:cubicBezTo>
                <a:cubicBezTo>
                  <a:pt x="0" y="53368"/>
                  <a:pt x="1913" y="44022"/>
                  <a:pt x="5739" y="36731"/>
                </a:cubicBezTo>
                <a:cubicBezTo>
                  <a:pt x="8634" y="31217"/>
                  <a:pt x="13162" y="27151"/>
                  <a:pt x="19325" y="24534"/>
                </a:cubicBezTo>
                <a:cubicBezTo>
                  <a:pt x="23338" y="22852"/>
                  <a:pt x="31553" y="22011"/>
                  <a:pt x="43969" y="22011"/>
                </a:cubicBezTo>
                <a:lnTo>
                  <a:pt x="87518" y="22011"/>
                </a:lnTo>
                <a:cubicBezTo>
                  <a:pt x="99747" y="22011"/>
                  <a:pt x="107239" y="21777"/>
                  <a:pt x="109993" y="21310"/>
                </a:cubicBezTo>
                <a:cubicBezTo>
                  <a:pt x="112747" y="20843"/>
                  <a:pt x="114592" y="20071"/>
                  <a:pt x="115526" y="18997"/>
                </a:cubicBezTo>
                <a:cubicBezTo>
                  <a:pt x="116458" y="17922"/>
                  <a:pt x="116924" y="16683"/>
                  <a:pt x="116924" y="15281"/>
                </a:cubicBezTo>
                <a:cubicBezTo>
                  <a:pt x="116924" y="13786"/>
                  <a:pt x="116597" y="12477"/>
                  <a:pt x="115942" y="11356"/>
                </a:cubicBezTo>
                <a:cubicBezTo>
                  <a:pt x="114727" y="9393"/>
                  <a:pt x="111316" y="5608"/>
                  <a:pt x="105708" y="0"/>
                </a:cubicBezTo>
                <a:lnTo>
                  <a:pt x="113559" y="0"/>
                </a:lnTo>
                <a:cubicBezTo>
                  <a:pt x="127579" y="10468"/>
                  <a:pt x="134589" y="20469"/>
                  <a:pt x="134589" y="30002"/>
                </a:cubicBezTo>
                <a:cubicBezTo>
                  <a:pt x="134589" y="34582"/>
                  <a:pt x="133011" y="38227"/>
                  <a:pt x="129857" y="40937"/>
                </a:cubicBezTo>
                <a:cubicBezTo>
                  <a:pt x="126700" y="43648"/>
                  <a:pt x="121317" y="45050"/>
                  <a:pt x="113708" y="45143"/>
                </a:cubicBezTo>
                <a:moveTo>
                  <a:pt x="104617" y="45143"/>
                </a:moveTo>
                <a:lnTo>
                  <a:pt x="55798" y="45143"/>
                </a:lnTo>
                <a:cubicBezTo>
                  <a:pt x="61394" y="59256"/>
                  <a:pt x="65358" y="68369"/>
                  <a:pt x="67689" y="72482"/>
                </a:cubicBezTo>
                <a:cubicBezTo>
                  <a:pt x="71792" y="79865"/>
                  <a:pt x="76083" y="85146"/>
                  <a:pt x="80560" y="88324"/>
                </a:cubicBezTo>
                <a:cubicBezTo>
                  <a:pt x="85035" y="91502"/>
                  <a:pt x="89930" y="93090"/>
                  <a:pt x="95246" y="93090"/>
                </a:cubicBezTo>
                <a:cubicBezTo>
                  <a:pt x="101961" y="93090"/>
                  <a:pt x="107534" y="91081"/>
                  <a:pt x="111964" y="87062"/>
                </a:cubicBezTo>
                <a:cubicBezTo>
                  <a:pt x="116392" y="83043"/>
                  <a:pt x="118606" y="78417"/>
                  <a:pt x="118606" y="73183"/>
                </a:cubicBezTo>
                <a:cubicBezTo>
                  <a:pt x="118606" y="66079"/>
                  <a:pt x="113943" y="56733"/>
                  <a:pt x="104617" y="4514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6" name="Text c">
            <a:extLst xmlns:a="http://schemas.openxmlformats.org/drawingml/2006/main">
              <a:ext uri="{FF2B5EF4-FFF2-40B4-BE49-F238E27FC236}">
                <a16:creationId xmlns:a16="http://schemas.microsoft.com/office/drawing/2014/main" id="{72CB30DC-E075-4B3F-B128-384DBC3CD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5153" y="2173209"/>
            <a:ext cx="135990" cy="108232"/>
          </a:xfrm>
          <a:custGeom xmlns:a="http://schemas.openxmlformats.org/drawingml/2006/main">
            <a:pathLst>
              <a:path w="135990" h="108232">
                <a:moveTo>
                  <a:pt x="83277" y="0"/>
                </a:moveTo>
                <a:cubicBezTo>
                  <a:pt x="100194" y="3458"/>
                  <a:pt x="113209" y="10234"/>
                  <a:pt x="122321" y="20328"/>
                </a:cubicBezTo>
                <a:cubicBezTo>
                  <a:pt x="131434" y="30423"/>
                  <a:pt x="135990" y="41592"/>
                  <a:pt x="135990" y="53835"/>
                </a:cubicBezTo>
                <a:cubicBezTo>
                  <a:pt x="135990" y="68416"/>
                  <a:pt x="129876" y="81127"/>
                  <a:pt x="117647" y="91969"/>
                </a:cubicBezTo>
                <a:cubicBezTo>
                  <a:pt x="105415" y="102811"/>
                  <a:pt x="88887" y="108232"/>
                  <a:pt x="68065" y="108232"/>
                </a:cubicBezTo>
                <a:cubicBezTo>
                  <a:pt x="47898" y="108232"/>
                  <a:pt x="31512" y="102227"/>
                  <a:pt x="18909" y="90216"/>
                </a:cubicBezTo>
                <a:cubicBezTo>
                  <a:pt x="6303" y="78206"/>
                  <a:pt x="0" y="63789"/>
                  <a:pt x="0" y="46966"/>
                </a:cubicBezTo>
                <a:cubicBezTo>
                  <a:pt x="0" y="34348"/>
                  <a:pt x="3353" y="23974"/>
                  <a:pt x="10059" y="15842"/>
                </a:cubicBezTo>
                <a:cubicBezTo>
                  <a:pt x="16762" y="7711"/>
                  <a:pt x="23724" y="3645"/>
                  <a:pt x="30944" y="3645"/>
                </a:cubicBezTo>
                <a:cubicBezTo>
                  <a:pt x="34507" y="3645"/>
                  <a:pt x="37392" y="4790"/>
                  <a:pt x="39597" y="7080"/>
                </a:cubicBezTo>
                <a:cubicBezTo>
                  <a:pt x="41799" y="9370"/>
                  <a:pt x="42900" y="12571"/>
                  <a:pt x="42900" y="16683"/>
                </a:cubicBezTo>
                <a:cubicBezTo>
                  <a:pt x="42900" y="22198"/>
                  <a:pt x="41110" y="26357"/>
                  <a:pt x="37529" y="29161"/>
                </a:cubicBezTo>
                <a:cubicBezTo>
                  <a:pt x="35549" y="30750"/>
                  <a:pt x="31778" y="31801"/>
                  <a:pt x="26217" y="32315"/>
                </a:cubicBezTo>
                <a:cubicBezTo>
                  <a:pt x="20656" y="32829"/>
                  <a:pt x="16415" y="34722"/>
                  <a:pt x="13494" y="37993"/>
                </a:cubicBezTo>
                <a:cubicBezTo>
                  <a:pt x="10667" y="41264"/>
                  <a:pt x="9253" y="45797"/>
                  <a:pt x="9253" y="51592"/>
                </a:cubicBezTo>
                <a:cubicBezTo>
                  <a:pt x="9253" y="60939"/>
                  <a:pt x="12711" y="68463"/>
                  <a:pt x="19627" y="74164"/>
                </a:cubicBezTo>
                <a:cubicBezTo>
                  <a:pt x="28787" y="81734"/>
                  <a:pt x="40891" y="85520"/>
                  <a:pt x="55938" y="85520"/>
                </a:cubicBezTo>
                <a:cubicBezTo>
                  <a:pt x="71267" y="85520"/>
                  <a:pt x="84795" y="81758"/>
                  <a:pt x="96525" y="74234"/>
                </a:cubicBezTo>
                <a:cubicBezTo>
                  <a:pt x="108255" y="66710"/>
                  <a:pt x="114120" y="56546"/>
                  <a:pt x="114120" y="43741"/>
                </a:cubicBezTo>
                <a:cubicBezTo>
                  <a:pt x="114120" y="34582"/>
                  <a:pt x="110989" y="26357"/>
                  <a:pt x="104727" y="19067"/>
                </a:cubicBezTo>
                <a:cubicBezTo>
                  <a:pt x="100427" y="13926"/>
                  <a:pt x="92623" y="8926"/>
                  <a:pt x="81314" y="4066"/>
                </a:cubicBezTo>
                <a:lnTo>
                  <a:pt x="83277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7" name="Text y">
            <a:extLst xmlns:a="http://schemas.openxmlformats.org/drawingml/2006/main">
              <a:ext uri="{FF2B5EF4-FFF2-40B4-BE49-F238E27FC236}">
                <a16:creationId xmlns:a16="http://schemas.microsoft.com/office/drawing/2014/main" id="{D4EA0079-4711-41ED-875A-BC643DAA1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8798" y="2021894"/>
            <a:ext cx="190387" cy="140196"/>
          </a:xfrm>
          <a:custGeom xmlns:a="http://schemas.openxmlformats.org/drawingml/2006/main">
            <a:pathLst>
              <a:path w="190387" h="140196">
                <a:moveTo>
                  <a:pt x="0" y="140196"/>
                </a:moveTo>
                <a:lnTo>
                  <a:pt x="0" y="80333"/>
                </a:lnTo>
                <a:lnTo>
                  <a:pt x="5047" y="80333"/>
                </a:lnTo>
                <a:lnTo>
                  <a:pt x="5047" y="83277"/>
                </a:lnTo>
                <a:cubicBezTo>
                  <a:pt x="5047" y="87483"/>
                  <a:pt x="5963" y="90637"/>
                  <a:pt x="7794" y="92740"/>
                </a:cubicBezTo>
                <a:cubicBezTo>
                  <a:pt x="9625" y="94843"/>
                  <a:pt x="11902" y="95894"/>
                  <a:pt x="14624" y="95894"/>
                </a:cubicBezTo>
                <a:cubicBezTo>
                  <a:pt x="18287" y="95894"/>
                  <a:pt x="23357" y="94352"/>
                  <a:pt x="29836" y="91268"/>
                </a:cubicBezTo>
                <a:lnTo>
                  <a:pt x="94773" y="60004"/>
                </a:lnTo>
                <a:lnTo>
                  <a:pt x="23671" y="31264"/>
                </a:lnTo>
                <a:cubicBezTo>
                  <a:pt x="19816" y="29675"/>
                  <a:pt x="16006" y="28880"/>
                  <a:pt x="12241" y="28880"/>
                </a:cubicBezTo>
                <a:cubicBezTo>
                  <a:pt x="10550" y="28880"/>
                  <a:pt x="9281" y="29208"/>
                  <a:pt x="8434" y="29862"/>
                </a:cubicBezTo>
                <a:cubicBezTo>
                  <a:pt x="7400" y="30610"/>
                  <a:pt x="6578" y="31778"/>
                  <a:pt x="5967" y="33367"/>
                </a:cubicBezTo>
                <a:cubicBezTo>
                  <a:pt x="5354" y="34956"/>
                  <a:pt x="5047" y="37760"/>
                  <a:pt x="5047" y="41779"/>
                </a:cubicBezTo>
                <a:lnTo>
                  <a:pt x="0" y="41779"/>
                </a:lnTo>
                <a:lnTo>
                  <a:pt x="0" y="0"/>
                </a:lnTo>
                <a:lnTo>
                  <a:pt x="5047" y="0"/>
                </a:lnTo>
                <a:cubicBezTo>
                  <a:pt x="5421" y="3458"/>
                  <a:pt x="6172" y="6122"/>
                  <a:pt x="7299" y="7991"/>
                </a:cubicBezTo>
                <a:cubicBezTo>
                  <a:pt x="8423" y="9860"/>
                  <a:pt x="10534" y="11917"/>
                  <a:pt x="13630" y="14160"/>
                </a:cubicBezTo>
                <a:cubicBezTo>
                  <a:pt x="14944" y="15001"/>
                  <a:pt x="18556" y="16590"/>
                  <a:pt x="24464" y="18927"/>
                </a:cubicBezTo>
                <a:lnTo>
                  <a:pt x="152542" y="71220"/>
                </a:lnTo>
                <a:cubicBezTo>
                  <a:pt x="165017" y="76267"/>
                  <a:pt x="174442" y="82879"/>
                  <a:pt x="180818" y="91058"/>
                </a:cubicBezTo>
                <a:cubicBezTo>
                  <a:pt x="187197" y="99236"/>
                  <a:pt x="190387" y="107110"/>
                  <a:pt x="190387" y="114681"/>
                </a:cubicBezTo>
                <a:cubicBezTo>
                  <a:pt x="190387" y="120195"/>
                  <a:pt x="188789" y="124728"/>
                  <a:pt x="185594" y="128280"/>
                </a:cubicBezTo>
                <a:cubicBezTo>
                  <a:pt x="182401" y="131831"/>
                  <a:pt x="178740" y="133607"/>
                  <a:pt x="174610" y="133607"/>
                </a:cubicBezTo>
                <a:cubicBezTo>
                  <a:pt x="170664" y="133607"/>
                  <a:pt x="167494" y="132322"/>
                  <a:pt x="165099" y="129752"/>
                </a:cubicBezTo>
                <a:cubicBezTo>
                  <a:pt x="162704" y="127181"/>
                  <a:pt x="161506" y="123653"/>
                  <a:pt x="161506" y="119167"/>
                </a:cubicBezTo>
                <a:cubicBezTo>
                  <a:pt x="161506" y="116083"/>
                  <a:pt x="162507" y="111877"/>
                  <a:pt x="164507" y="106549"/>
                </a:cubicBezTo>
                <a:cubicBezTo>
                  <a:pt x="165871" y="102811"/>
                  <a:pt x="166553" y="100474"/>
                  <a:pt x="166553" y="99539"/>
                </a:cubicBezTo>
                <a:cubicBezTo>
                  <a:pt x="166553" y="96736"/>
                  <a:pt x="165115" y="93675"/>
                  <a:pt x="162238" y="90357"/>
                </a:cubicBezTo>
                <a:cubicBezTo>
                  <a:pt x="159361" y="87039"/>
                  <a:pt x="153794" y="83697"/>
                  <a:pt x="145537" y="80333"/>
                </a:cubicBezTo>
                <a:lnTo>
                  <a:pt x="123106" y="71220"/>
                </a:lnTo>
                <a:lnTo>
                  <a:pt x="26484" y="117344"/>
                </a:lnTo>
                <a:cubicBezTo>
                  <a:pt x="23569" y="118746"/>
                  <a:pt x="19949" y="120989"/>
                  <a:pt x="15623" y="124074"/>
                </a:cubicBezTo>
                <a:cubicBezTo>
                  <a:pt x="12334" y="126410"/>
                  <a:pt x="10125" y="128326"/>
                  <a:pt x="8994" y="129822"/>
                </a:cubicBezTo>
                <a:cubicBezTo>
                  <a:pt x="7490" y="131972"/>
                  <a:pt x="6174" y="135430"/>
                  <a:pt x="5047" y="140196"/>
                </a:cubicBezTo>
                <a:lnTo>
                  <a:pt x="0" y="14019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8" name="Text (">
            <a:extLst xmlns:a="http://schemas.openxmlformats.org/drawingml/2006/main">
              <a:ext uri="{FF2B5EF4-FFF2-40B4-BE49-F238E27FC236}">
                <a16:creationId xmlns:a16="http://schemas.microsoft.com/office/drawing/2014/main" id="{998A981B-7D0F-4BD2-89F7-5A0721B86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7858" y="1859266"/>
            <a:ext cx="260765" cy="77388"/>
          </a:xfrm>
          <a:custGeom xmlns:a="http://schemas.openxmlformats.org/drawingml/2006/main">
            <a:pathLst>
              <a:path w="260765" h="77388">
                <a:moveTo>
                  <a:pt x="255438" y="0"/>
                </a:moveTo>
                <a:lnTo>
                  <a:pt x="260765" y="0"/>
                </a:lnTo>
                <a:cubicBezTo>
                  <a:pt x="253662" y="14113"/>
                  <a:pt x="245344" y="25890"/>
                  <a:pt x="235810" y="35329"/>
                </a:cubicBezTo>
                <a:cubicBezTo>
                  <a:pt x="222258" y="48788"/>
                  <a:pt x="206276" y="59163"/>
                  <a:pt x="187863" y="66453"/>
                </a:cubicBezTo>
                <a:cubicBezTo>
                  <a:pt x="169451" y="73743"/>
                  <a:pt x="150337" y="77388"/>
                  <a:pt x="130523" y="77388"/>
                </a:cubicBezTo>
                <a:cubicBezTo>
                  <a:pt x="101549" y="77388"/>
                  <a:pt x="75122" y="70238"/>
                  <a:pt x="51242" y="55938"/>
                </a:cubicBezTo>
                <a:cubicBezTo>
                  <a:pt x="27362" y="41638"/>
                  <a:pt x="10281" y="22992"/>
                  <a:pt x="0" y="0"/>
                </a:cubicBezTo>
                <a:lnTo>
                  <a:pt x="5888" y="0"/>
                </a:lnTo>
                <a:cubicBezTo>
                  <a:pt x="12241" y="11496"/>
                  <a:pt x="20929" y="20936"/>
                  <a:pt x="31952" y="28320"/>
                </a:cubicBezTo>
                <a:cubicBezTo>
                  <a:pt x="42975" y="35703"/>
                  <a:pt x="56940" y="41218"/>
                  <a:pt x="73848" y="44863"/>
                </a:cubicBezTo>
                <a:cubicBezTo>
                  <a:pt x="90754" y="48508"/>
                  <a:pt x="108408" y="50331"/>
                  <a:pt x="126812" y="50331"/>
                </a:cubicBezTo>
                <a:cubicBezTo>
                  <a:pt x="146802" y="50331"/>
                  <a:pt x="164970" y="48788"/>
                  <a:pt x="181318" y="45704"/>
                </a:cubicBezTo>
                <a:cubicBezTo>
                  <a:pt x="194207" y="43274"/>
                  <a:pt x="204551" y="40330"/>
                  <a:pt x="212349" y="36872"/>
                </a:cubicBezTo>
                <a:cubicBezTo>
                  <a:pt x="220151" y="33413"/>
                  <a:pt x="227647" y="28764"/>
                  <a:pt x="234838" y="22922"/>
                </a:cubicBezTo>
                <a:cubicBezTo>
                  <a:pt x="242032" y="17081"/>
                  <a:pt x="248898" y="9440"/>
                  <a:pt x="255438" y="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9" name="Text %">
            <a:extLst xmlns:a="http://schemas.openxmlformats.org/drawingml/2006/main">
              <a:ext uri="{FF2B5EF4-FFF2-40B4-BE49-F238E27FC236}">
                <a16:creationId xmlns:a16="http://schemas.microsoft.com/office/drawing/2014/main" id="{F3949552-8074-40CB-8F63-7DB04B113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2905" y="1623598"/>
            <a:ext cx="202163" cy="219127"/>
          </a:xfrm>
          <a:custGeom xmlns:a="http://schemas.openxmlformats.org/drawingml/2006/main">
            <a:pathLst>
              <a:path w="202163" h="219127">
                <a:moveTo>
                  <a:pt x="0" y="34068"/>
                </a:moveTo>
                <a:lnTo>
                  <a:pt x="202163" y="172582"/>
                </a:lnTo>
                <a:lnTo>
                  <a:pt x="202163" y="185059"/>
                </a:lnTo>
                <a:lnTo>
                  <a:pt x="0" y="46545"/>
                </a:lnTo>
                <a:lnTo>
                  <a:pt x="0" y="34068"/>
                </a:lnTo>
                <a:moveTo>
                  <a:pt x="0" y="178190"/>
                </a:moveTo>
                <a:cubicBezTo>
                  <a:pt x="0" y="165572"/>
                  <a:pt x="5241" y="155782"/>
                  <a:pt x="15724" y="148818"/>
                </a:cubicBezTo>
                <a:cubicBezTo>
                  <a:pt x="26207" y="141855"/>
                  <a:pt x="38233" y="138374"/>
                  <a:pt x="51803" y="138374"/>
                </a:cubicBezTo>
                <a:cubicBezTo>
                  <a:pt x="68089" y="138374"/>
                  <a:pt x="80677" y="142299"/>
                  <a:pt x="89568" y="150150"/>
                </a:cubicBezTo>
                <a:cubicBezTo>
                  <a:pt x="98459" y="158001"/>
                  <a:pt x="102904" y="167441"/>
                  <a:pt x="102904" y="178470"/>
                </a:cubicBezTo>
                <a:cubicBezTo>
                  <a:pt x="102904" y="185854"/>
                  <a:pt x="100868" y="192630"/>
                  <a:pt x="96797" y="198798"/>
                </a:cubicBezTo>
                <a:cubicBezTo>
                  <a:pt x="92725" y="204967"/>
                  <a:pt x="86666" y="209897"/>
                  <a:pt x="78619" y="213589"/>
                </a:cubicBezTo>
                <a:cubicBezTo>
                  <a:pt x="70570" y="217281"/>
                  <a:pt x="61631" y="219127"/>
                  <a:pt x="51803" y="219127"/>
                </a:cubicBezTo>
                <a:cubicBezTo>
                  <a:pt x="41977" y="219127"/>
                  <a:pt x="32923" y="217258"/>
                  <a:pt x="24640" y="213519"/>
                </a:cubicBezTo>
                <a:cubicBezTo>
                  <a:pt x="16356" y="209781"/>
                  <a:pt x="10179" y="204663"/>
                  <a:pt x="6107" y="198168"/>
                </a:cubicBezTo>
                <a:cubicBezTo>
                  <a:pt x="2036" y="191672"/>
                  <a:pt x="0" y="185013"/>
                  <a:pt x="0" y="178190"/>
                </a:cubicBezTo>
                <a:moveTo>
                  <a:pt x="8131" y="178610"/>
                </a:moveTo>
                <a:cubicBezTo>
                  <a:pt x="8131" y="183377"/>
                  <a:pt x="10931" y="187606"/>
                  <a:pt x="16530" y="191298"/>
                </a:cubicBezTo>
                <a:cubicBezTo>
                  <a:pt x="22129" y="194990"/>
                  <a:pt x="33887" y="196836"/>
                  <a:pt x="51803" y="196836"/>
                </a:cubicBezTo>
                <a:cubicBezTo>
                  <a:pt x="64774" y="196836"/>
                  <a:pt x="74665" y="195808"/>
                  <a:pt x="81476" y="193751"/>
                </a:cubicBezTo>
                <a:cubicBezTo>
                  <a:pt x="86608" y="192163"/>
                  <a:pt x="90574" y="189686"/>
                  <a:pt x="93375" y="186321"/>
                </a:cubicBezTo>
                <a:cubicBezTo>
                  <a:pt x="95055" y="184358"/>
                  <a:pt x="95894" y="181928"/>
                  <a:pt x="95894" y="179031"/>
                </a:cubicBezTo>
                <a:cubicBezTo>
                  <a:pt x="95894" y="174545"/>
                  <a:pt x="93469" y="170712"/>
                  <a:pt x="88617" y="167535"/>
                </a:cubicBezTo>
                <a:cubicBezTo>
                  <a:pt x="81432" y="162861"/>
                  <a:pt x="69441" y="160525"/>
                  <a:pt x="52644" y="160525"/>
                </a:cubicBezTo>
                <a:cubicBezTo>
                  <a:pt x="34912" y="160525"/>
                  <a:pt x="22453" y="162815"/>
                  <a:pt x="15268" y="167394"/>
                </a:cubicBezTo>
                <a:cubicBezTo>
                  <a:pt x="10510" y="170385"/>
                  <a:pt x="8131" y="174124"/>
                  <a:pt x="8131" y="178610"/>
                </a:cubicBezTo>
                <a:moveTo>
                  <a:pt x="99820" y="40517"/>
                </a:moveTo>
                <a:cubicBezTo>
                  <a:pt x="99820" y="33881"/>
                  <a:pt x="101926" y="27268"/>
                  <a:pt x="106137" y="20679"/>
                </a:cubicBezTo>
                <a:cubicBezTo>
                  <a:pt x="110349" y="14090"/>
                  <a:pt x="116480" y="8996"/>
                  <a:pt x="124529" y="5398"/>
                </a:cubicBezTo>
                <a:cubicBezTo>
                  <a:pt x="132576" y="1799"/>
                  <a:pt x="141420" y="0"/>
                  <a:pt x="151062" y="0"/>
                </a:cubicBezTo>
                <a:cubicBezTo>
                  <a:pt x="167628" y="0"/>
                  <a:pt x="180287" y="3972"/>
                  <a:pt x="189037" y="11917"/>
                </a:cubicBezTo>
                <a:cubicBezTo>
                  <a:pt x="197788" y="19861"/>
                  <a:pt x="202163" y="29254"/>
                  <a:pt x="202163" y="40096"/>
                </a:cubicBezTo>
                <a:cubicBezTo>
                  <a:pt x="202163" y="46919"/>
                  <a:pt x="200057" y="53532"/>
                  <a:pt x="195846" y="59934"/>
                </a:cubicBezTo>
                <a:cubicBezTo>
                  <a:pt x="191634" y="66336"/>
                  <a:pt x="185621" y="71383"/>
                  <a:pt x="177808" y="75075"/>
                </a:cubicBezTo>
                <a:cubicBezTo>
                  <a:pt x="169992" y="78767"/>
                  <a:pt x="161077" y="80613"/>
                  <a:pt x="151062" y="80613"/>
                </a:cubicBezTo>
                <a:cubicBezTo>
                  <a:pt x="141233" y="80613"/>
                  <a:pt x="132249" y="78767"/>
                  <a:pt x="124109" y="75075"/>
                </a:cubicBezTo>
                <a:cubicBezTo>
                  <a:pt x="115966" y="71383"/>
                  <a:pt x="109882" y="66336"/>
                  <a:pt x="105857" y="59934"/>
                </a:cubicBezTo>
                <a:cubicBezTo>
                  <a:pt x="101832" y="53532"/>
                  <a:pt x="99820" y="47059"/>
                  <a:pt x="99820" y="40517"/>
                </a:cubicBezTo>
                <a:moveTo>
                  <a:pt x="107390" y="40377"/>
                </a:moveTo>
                <a:cubicBezTo>
                  <a:pt x="107390" y="44863"/>
                  <a:pt x="109905" y="48742"/>
                  <a:pt x="114935" y="52013"/>
                </a:cubicBezTo>
                <a:cubicBezTo>
                  <a:pt x="121457" y="56219"/>
                  <a:pt x="133801" y="58322"/>
                  <a:pt x="151968" y="58322"/>
                </a:cubicBezTo>
                <a:cubicBezTo>
                  <a:pt x="168646" y="58322"/>
                  <a:pt x="180291" y="56172"/>
                  <a:pt x="186904" y="51873"/>
                </a:cubicBezTo>
                <a:cubicBezTo>
                  <a:pt x="191656" y="48695"/>
                  <a:pt x="194032" y="44863"/>
                  <a:pt x="194032" y="40377"/>
                </a:cubicBezTo>
                <a:cubicBezTo>
                  <a:pt x="194032" y="36077"/>
                  <a:pt x="191470" y="32245"/>
                  <a:pt x="186347" y="28880"/>
                </a:cubicBezTo>
                <a:cubicBezTo>
                  <a:pt x="179545" y="24394"/>
                  <a:pt x="167853" y="22151"/>
                  <a:pt x="151272" y="22151"/>
                </a:cubicBezTo>
                <a:cubicBezTo>
                  <a:pt x="133756" y="22151"/>
                  <a:pt x="121505" y="24394"/>
                  <a:pt x="114519" y="28880"/>
                </a:cubicBezTo>
                <a:cubicBezTo>
                  <a:pt x="109766" y="31965"/>
                  <a:pt x="107390" y="35797"/>
                  <a:pt x="107390" y="4037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0" name="Text )">
            <a:extLst xmlns:a="http://schemas.openxmlformats.org/drawingml/2006/main">
              <a:ext uri="{FF2B5EF4-FFF2-40B4-BE49-F238E27FC236}">
                <a16:creationId xmlns:a16="http://schemas.microsoft.com/office/drawing/2014/main" id="{DF81DF26-FF37-482D-ABFE-210D69842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7858" y="1529809"/>
            <a:ext cx="260765" cy="77388"/>
          </a:xfrm>
          <a:custGeom xmlns:a="http://schemas.openxmlformats.org/drawingml/2006/main">
            <a:pathLst>
              <a:path w="260765" h="77388">
                <a:moveTo>
                  <a:pt x="5888" y="77388"/>
                </a:moveTo>
                <a:lnTo>
                  <a:pt x="0" y="77388"/>
                </a:lnTo>
                <a:cubicBezTo>
                  <a:pt x="7010" y="63182"/>
                  <a:pt x="15281" y="51359"/>
                  <a:pt x="24815" y="41919"/>
                </a:cubicBezTo>
                <a:cubicBezTo>
                  <a:pt x="38461" y="28553"/>
                  <a:pt x="54466" y="18226"/>
                  <a:pt x="72832" y="10935"/>
                </a:cubicBezTo>
                <a:cubicBezTo>
                  <a:pt x="91198" y="3645"/>
                  <a:pt x="110335" y="0"/>
                  <a:pt x="130242" y="0"/>
                </a:cubicBezTo>
                <a:cubicBezTo>
                  <a:pt x="159216" y="0"/>
                  <a:pt x="185643" y="7127"/>
                  <a:pt x="209524" y="21380"/>
                </a:cubicBezTo>
                <a:cubicBezTo>
                  <a:pt x="233404" y="35633"/>
                  <a:pt x="250484" y="54303"/>
                  <a:pt x="260765" y="77388"/>
                </a:cubicBezTo>
                <a:lnTo>
                  <a:pt x="255438" y="77388"/>
                </a:lnTo>
                <a:cubicBezTo>
                  <a:pt x="248992" y="65892"/>
                  <a:pt x="240281" y="56429"/>
                  <a:pt x="229304" y="48999"/>
                </a:cubicBezTo>
                <a:cubicBezTo>
                  <a:pt x="218328" y="41568"/>
                  <a:pt x="204364" y="36054"/>
                  <a:pt x="187412" y="32455"/>
                </a:cubicBezTo>
                <a:cubicBezTo>
                  <a:pt x="170457" y="28857"/>
                  <a:pt x="152779" y="27058"/>
                  <a:pt x="134378" y="27058"/>
                </a:cubicBezTo>
                <a:cubicBezTo>
                  <a:pt x="114479" y="27058"/>
                  <a:pt x="96311" y="28600"/>
                  <a:pt x="79873" y="31684"/>
                </a:cubicBezTo>
                <a:cubicBezTo>
                  <a:pt x="66980" y="34021"/>
                  <a:pt x="56658" y="36942"/>
                  <a:pt x="48907" y="40447"/>
                </a:cubicBezTo>
                <a:cubicBezTo>
                  <a:pt x="41152" y="43952"/>
                  <a:pt x="33679" y="48601"/>
                  <a:pt x="26488" y="54396"/>
                </a:cubicBezTo>
                <a:cubicBezTo>
                  <a:pt x="19295" y="60191"/>
                  <a:pt x="12428" y="67855"/>
                  <a:pt x="5888" y="7738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17728A9-C765-4C54-8BF1-BBF78E2C5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7723" y="823925"/>
            <a:ext cx="3268403" cy="2834820"/>
          </a:xfrm>
          <a:custGeom xmlns:a="http://schemas.openxmlformats.org/drawingml/2006/main">
            <a:pathLst>
              <a:path w="3268403" h="2834820" fill="none">
                <a:moveTo>
                  <a:pt x="0" y="2834820"/>
                </a:moveTo>
                <a:lnTo>
                  <a:pt x="435128" y="1464138"/>
                </a:lnTo>
                <a:lnTo>
                  <a:pt x="326840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254" cap="sq">
            <a:solidFill>
              <a:srgbClr val="4169E1"/>
            </a:solidFill>
            <a:round/>
          </a:ln>
        </p:spPr>
      </p:sp>
      <p:sp>
        <p:nvSpPr>
          <p:cNvPr id="1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E75D274-86DF-466E-9020-6998DB6BF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6197" y="3597219"/>
            <a:ext cx="123052" cy="123052"/>
          </a:xfrm>
          <a:custGeom xmlns:a="http://schemas.openxmlformats.org/drawingml/2006/main">
            <a:pathLst>
              <a:path w="123052" h="123052">
                <a:moveTo>
                  <a:pt x="61526" y="123052"/>
                </a:moveTo>
                <a:cubicBezTo>
                  <a:pt x="77843" y="123052"/>
                  <a:pt x="93494" y="116570"/>
                  <a:pt x="105032" y="105032"/>
                </a:cubicBezTo>
                <a:cubicBezTo>
                  <a:pt x="116570" y="93494"/>
                  <a:pt x="123052" y="77843"/>
                  <a:pt x="123052" y="61526"/>
                </a:cubicBezTo>
                <a:cubicBezTo>
                  <a:pt x="123052" y="45209"/>
                  <a:pt x="116570" y="29558"/>
                  <a:pt x="105032" y="18021"/>
                </a:cubicBezTo>
                <a:cubicBezTo>
                  <a:pt x="93494" y="6483"/>
                  <a:pt x="77843" y="0"/>
                  <a:pt x="61526" y="0"/>
                </a:cubicBezTo>
                <a:cubicBezTo>
                  <a:pt x="45209" y="0"/>
                  <a:pt x="29558" y="6483"/>
                  <a:pt x="18021" y="18021"/>
                </a:cubicBezTo>
                <a:cubicBezTo>
                  <a:pt x="6483" y="29558"/>
                  <a:pt x="0" y="45209"/>
                  <a:pt x="0" y="61526"/>
                </a:cubicBezTo>
                <a:cubicBezTo>
                  <a:pt x="0" y="77843"/>
                  <a:pt x="6483" y="93494"/>
                  <a:pt x="18021" y="105032"/>
                </a:cubicBezTo>
                <a:cubicBezTo>
                  <a:pt x="29558" y="116570"/>
                  <a:pt x="45209" y="123052"/>
                  <a:pt x="61526" y="123052"/>
                </a:cubicBezTo>
                <a:close/>
              </a:path>
            </a:pathLst>
          </a:custGeom>
          <a:solidFill xmlns:a="http://schemas.openxmlformats.org/drawingml/2006/main">
            <a:srgbClr val="4169E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CC6A879-1863-423D-8341-94FC2FF5A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6197" y="3597219"/>
            <a:ext cx="123052" cy="123052"/>
          </a:xfrm>
          <a:custGeom xmlns:a="http://schemas.openxmlformats.org/drawingml/2006/main">
            <a:pathLst>
              <a:path w="123052" h="123052" fill="none">
                <a:moveTo>
                  <a:pt x="61526" y="123052"/>
                </a:moveTo>
                <a:cubicBezTo>
                  <a:pt x="77843" y="123052"/>
                  <a:pt x="93494" y="116570"/>
                  <a:pt x="105032" y="105032"/>
                </a:cubicBezTo>
                <a:cubicBezTo>
                  <a:pt x="116570" y="93494"/>
                  <a:pt x="123052" y="77843"/>
                  <a:pt x="123052" y="61526"/>
                </a:cubicBezTo>
                <a:cubicBezTo>
                  <a:pt x="123052" y="45209"/>
                  <a:pt x="116570" y="29558"/>
                  <a:pt x="105032" y="18021"/>
                </a:cubicBezTo>
                <a:cubicBezTo>
                  <a:pt x="93494" y="6483"/>
                  <a:pt x="77843" y="0"/>
                  <a:pt x="61526" y="0"/>
                </a:cubicBezTo>
                <a:cubicBezTo>
                  <a:pt x="45209" y="0"/>
                  <a:pt x="29558" y="6483"/>
                  <a:pt x="18021" y="18021"/>
                </a:cubicBezTo>
                <a:cubicBezTo>
                  <a:pt x="6483" y="29558"/>
                  <a:pt x="0" y="45209"/>
                  <a:pt x="0" y="61526"/>
                </a:cubicBezTo>
                <a:cubicBezTo>
                  <a:pt x="0" y="77843"/>
                  <a:pt x="6483" y="93494"/>
                  <a:pt x="18021" y="105032"/>
                </a:cubicBezTo>
                <a:cubicBezTo>
                  <a:pt x="29558" y="116570"/>
                  <a:pt x="45209" y="123052"/>
                  <a:pt x="61526" y="12305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0254" cap="flat">
            <a:solidFill>
              <a:srgbClr val="4169E1"/>
            </a:solidFill>
            <a:round/>
          </a:ln>
        </p:spPr>
      </p:sp>
      <p:sp>
        <p:nvSpPr>
          <p:cNvPr id="1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84C2CA7-E89F-4410-ABED-B52E3AF3B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1324" y="2226536"/>
            <a:ext cx="123052" cy="123052"/>
          </a:xfrm>
          <a:custGeom xmlns:a="http://schemas.openxmlformats.org/drawingml/2006/main">
            <a:pathLst>
              <a:path w="123052" h="123052">
                <a:moveTo>
                  <a:pt x="61526" y="123052"/>
                </a:moveTo>
                <a:cubicBezTo>
                  <a:pt x="77843" y="123052"/>
                  <a:pt x="93494" y="116570"/>
                  <a:pt x="105032" y="105032"/>
                </a:cubicBezTo>
                <a:cubicBezTo>
                  <a:pt x="116570" y="93494"/>
                  <a:pt x="123052" y="77843"/>
                  <a:pt x="123052" y="61526"/>
                </a:cubicBezTo>
                <a:cubicBezTo>
                  <a:pt x="123052" y="45209"/>
                  <a:pt x="116570" y="29558"/>
                  <a:pt x="105032" y="18021"/>
                </a:cubicBezTo>
                <a:cubicBezTo>
                  <a:pt x="93494" y="6483"/>
                  <a:pt x="77843" y="0"/>
                  <a:pt x="61526" y="0"/>
                </a:cubicBezTo>
                <a:cubicBezTo>
                  <a:pt x="45209" y="0"/>
                  <a:pt x="29558" y="6483"/>
                  <a:pt x="18021" y="18021"/>
                </a:cubicBezTo>
                <a:cubicBezTo>
                  <a:pt x="6483" y="29558"/>
                  <a:pt x="0" y="45209"/>
                  <a:pt x="0" y="61526"/>
                </a:cubicBezTo>
                <a:cubicBezTo>
                  <a:pt x="0" y="77843"/>
                  <a:pt x="6483" y="93494"/>
                  <a:pt x="18021" y="105032"/>
                </a:cubicBezTo>
                <a:cubicBezTo>
                  <a:pt x="29558" y="116570"/>
                  <a:pt x="45209" y="123052"/>
                  <a:pt x="61526" y="123052"/>
                </a:cubicBezTo>
                <a:close/>
              </a:path>
            </a:pathLst>
          </a:custGeom>
          <a:solidFill xmlns:a="http://schemas.openxmlformats.org/drawingml/2006/main">
            <a:srgbClr val="4169E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A6E771C-76E8-474D-8C6C-6CD958379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1324" y="2226536"/>
            <a:ext cx="123052" cy="123052"/>
          </a:xfrm>
          <a:custGeom xmlns:a="http://schemas.openxmlformats.org/drawingml/2006/main">
            <a:pathLst>
              <a:path w="123052" h="123052" fill="none">
                <a:moveTo>
                  <a:pt x="61526" y="123052"/>
                </a:moveTo>
                <a:cubicBezTo>
                  <a:pt x="77843" y="123052"/>
                  <a:pt x="93494" y="116570"/>
                  <a:pt x="105032" y="105032"/>
                </a:cubicBezTo>
                <a:cubicBezTo>
                  <a:pt x="116570" y="93494"/>
                  <a:pt x="123052" y="77843"/>
                  <a:pt x="123052" y="61526"/>
                </a:cubicBezTo>
                <a:cubicBezTo>
                  <a:pt x="123052" y="45209"/>
                  <a:pt x="116570" y="29558"/>
                  <a:pt x="105032" y="18021"/>
                </a:cubicBezTo>
                <a:cubicBezTo>
                  <a:pt x="93494" y="6483"/>
                  <a:pt x="77843" y="0"/>
                  <a:pt x="61526" y="0"/>
                </a:cubicBezTo>
                <a:cubicBezTo>
                  <a:pt x="45209" y="0"/>
                  <a:pt x="29558" y="6483"/>
                  <a:pt x="18021" y="18021"/>
                </a:cubicBezTo>
                <a:cubicBezTo>
                  <a:pt x="6483" y="29558"/>
                  <a:pt x="0" y="45209"/>
                  <a:pt x="0" y="61526"/>
                </a:cubicBezTo>
                <a:cubicBezTo>
                  <a:pt x="0" y="77843"/>
                  <a:pt x="6483" y="93494"/>
                  <a:pt x="18021" y="105032"/>
                </a:cubicBezTo>
                <a:cubicBezTo>
                  <a:pt x="29558" y="116570"/>
                  <a:pt x="45209" y="123052"/>
                  <a:pt x="61526" y="12305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0254" cap="flat">
            <a:solidFill>
              <a:srgbClr val="4169E1"/>
            </a:solidFill>
            <a:round/>
          </a:ln>
        </p:spPr>
      </p:sp>
      <p:sp>
        <p:nvSpPr>
          <p:cNvPr id="1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EFBCE61-5457-4F23-A18C-E937B9996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4599" y="762399"/>
            <a:ext cx="123052" cy="123052"/>
          </a:xfrm>
          <a:custGeom xmlns:a="http://schemas.openxmlformats.org/drawingml/2006/main">
            <a:pathLst>
              <a:path w="123052" h="123052">
                <a:moveTo>
                  <a:pt x="61526" y="123052"/>
                </a:moveTo>
                <a:cubicBezTo>
                  <a:pt x="77843" y="123052"/>
                  <a:pt x="93494" y="116570"/>
                  <a:pt x="105032" y="105032"/>
                </a:cubicBezTo>
                <a:cubicBezTo>
                  <a:pt x="116570" y="93494"/>
                  <a:pt x="123052" y="77843"/>
                  <a:pt x="123052" y="61526"/>
                </a:cubicBezTo>
                <a:cubicBezTo>
                  <a:pt x="123052" y="45209"/>
                  <a:pt x="116570" y="29558"/>
                  <a:pt x="105032" y="18021"/>
                </a:cubicBezTo>
                <a:cubicBezTo>
                  <a:pt x="93494" y="6483"/>
                  <a:pt x="77843" y="0"/>
                  <a:pt x="61526" y="0"/>
                </a:cubicBezTo>
                <a:cubicBezTo>
                  <a:pt x="45209" y="0"/>
                  <a:pt x="29558" y="6483"/>
                  <a:pt x="18021" y="18021"/>
                </a:cubicBezTo>
                <a:cubicBezTo>
                  <a:pt x="6483" y="29558"/>
                  <a:pt x="0" y="45209"/>
                  <a:pt x="0" y="61526"/>
                </a:cubicBezTo>
                <a:cubicBezTo>
                  <a:pt x="0" y="77843"/>
                  <a:pt x="6483" y="93494"/>
                  <a:pt x="18021" y="105032"/>
                </a:cubicBezTo>
                <a:cubicBezTo>
                  <a:pt x="29558" y="116570"/>
                  <a:pt x="45209" y="123052"/>
                  <a:pt x="61526" y="123052"/>
                </a:cubicBezTo>
                <a:close/>
              </a:path>
            </a:pathLst>
          </a:custGeom>
          <a:solidFill xmlns:a="http://schemas.openxmlformats.org/drawingml/2006/main">
            <a:srgbClr val="4169E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99D67F7-23C2-415F-BA62-77DE7639B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4599" y="762399"/>
            <a:ext cx="123052" cy="123052"/>
          </a:xfrm>
          <a:custGeom xmlns:a="http://schemas.openxmlformats.org/drawingml/2006/main">
            <a:pathLst>
              <a:path w="123052" h="123052" fill="none">
                <a:moveTo>
                  <a:pt x="61526" y="123052"/>
                </a:moveTo>
                <a:cubicBezTo>
                  <a:pt x="77843" y="123052"/>
                  <a:pt x="93494" y="116570"/>
                  <a:pt x="105032" y="105032"/>
                </a:cubicBezTo>
                <a:cubicBezTo>
                  <a:pt x="116570" y="93494"/>
                  <a:pt x="123052" y="77843"/>
                  <a:pt x="123052" y="61526"/>
                </a:cubicBezTo>
                <a:cubicBezTo>
                  <a:pt x="123052" y="45209"/>
                  <a:pt x="116570" y="29558"/>
                  <a:pt x="105032" y="18021"/>
                </a:cubicBezTo>
                <a:cubicBezTo>
                  <a:pt x="93494" y="6483"/>
                  <a:pt x="77843" y="0"/>
                  <a:pt x="61526" y="0"/>
                </a:cubicBezTo>
                <a:cubicBezTo>
                  <a:pt x="45209" y="0"/>
                  <a:pt x="29558" y="6483"/>
                  <a:pt x="18021" y="18021"/>
                </a:cubicBezTo>
                <a:cubicBezTo>
                  <a:pt x="6483" y="29558"/>
                  <a:pt x="0" y="45209"/>
                  <a:pt x="0" y="61526"/>
                </a:cubicBezTo>
                <a:cubicBezTo>
                  <a:pt x="0" y="77843"/>
                  <a:pt x="6483" y="93494"/>
                  <a:pt x="18021" y="105032"/>
                </a:cubicBezTo>
                <a:cubicBezTo>
                  <a:pt x="29558" y="116570"/>
                  <a:pt x="45209" y="123052"/>
                  <a:pt x="61526" y="12305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0254" cap="flat">
            <a:solidFill>
              <a:srgbClr val="4169E1"/>
            </a:solidFill>
            <a:round/>
          </a:ln>
        </p:spPr>
      </p:sp>
      <p:sp>
        <p:nvSpPr>
          <p:cNvPr id="1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F2F3D9F-7E58-4A3C-8BD2-91A5DDA35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8511" y="1228899"/>
            <a:ext cx="3448058" cy="2616757"/>
          </a:xfrm>
          <a:custGeom xmlns:a="http://schemas.openxmlformats.org/drawingml/2006/main">
            <a:pathLst>
              <a:path w="3448058" h="2616757" fill="none">
                <a:moveTo>
                  <a:pt x="0" y="2616757"/>
                </a:moveTo>
                <a:lnTo>
                  <a:pt x="377440" y="1183771"/>
                </a:lnTo>
                <a:lnTo>
                  <a:pt x="344805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254" cap="sq">
            <a:solidFill>
              <a:srgbClr val="228B22"/>
            </a:solidFill>
            <a:round/>
          </a:ln>
        </p:spPr>
      </p:sp>
      <p:sp>
        <p:nvSpPr>
          <p:cNvPr id="1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6DFE196-E21C-416F-955B-D7D6499C2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985" y="3784130"/>
            <a:ext cx="123052" cy="123052"/>
          </a:xfrm>
          <a:custGeom xmlns:a="http://schemas.openxmlformats.org/drawingml/2006/main">
            <a:pathLst>
              <a:path w="123052" h="123052">
                <a:moveTo>
                  <a:pt x="61526" y="0"/>
                </a:moveTo>
                <a:lnTo>
                  <a:pt x="0" y="123052"/>
                </a:lnTo>
                <a:lnTo>
                  <a:pt x="123052" y="123052"/>
                </a:lnTo>
                <a:lnTo>
                  <a:pt x="61526" y="0"/>
                </a:lnTo>
                <a:close/>
              </a:path>
            </a:pathLst>
          </a:custGeom>
          <a:solidFill xmlns:a="http://schemas.openxmlformats.org/drawingml/2006/main">
            <a:srgbClr val="228B2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59AD1CF-7694-4F96-AD95-1D20DADAA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985" y="3784130"/>
            <a:ext cx="123052" cy="123052"/>
          </a:xfrm>
          <a:custGeom xmlns:a="http://schemas.openxmlformats.org/drawingml/2006/main">
            <a:pathLst>
              <a:path w="123052" h="123052" fill="none">
                <a:moveTo>
                  <a:pt x="61526" y="0"/>
                </a:moveTo>
                <a:lnTo>
                  <a:pt x="0" y="123052"/>
                </a:lnTo>
                <a:lnTo>
                  <a:pt x="123052" y="123052"/>
                </a:lnTo>
                <a:lnTo>
                  <a:pt x="61526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0254" cap="flat">
            <a:solidFill>
              <a:srgbClr val="228B22"/>
            </a:solidFill>
            <a:miter/>
          </a:ln>
        </p:spPr>
      </p:sp>
      <p:sp>
        <p:nvSpPr>
          <p:cNvPr id="1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BDCE7F1-83FF-4AEC-B0BA-5531E490D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4426" y="2351144"/>
            <a:ext cx="123052" cy="123052"/>
          </a:xfrm>
          <a:custGeom xmlns:a="http://schemas.openxmlformats.org/drawingml/2006/main">
            <a:pathLst>
              <a:path w="123052" h="123052">
                <a:moveTo>
                  <a:pt x="61526" y="0"/>
                </a:moveTo>
                <a:lnTo>
                  <a:pt x="0" y="123052"/>
                </a:lnTo>
                <a:lnTo>
                  <a:pt x="123052" y="123052"/>
                </a:lnTo>
                <a:lnTo>
                  <a:pt x="61526" y="0"/>
                </a:lnTo>
                <a:close/>
              </a:path>
            </a:pathLst>
          </a:custGeom>
          <a:solidFill xmlns:a="http://schemas.openxmlformats.org/drawingml/2006/main">
            <a:srgbClr val="228B2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A61DC7D-0676-4F9E-8019-2D4DB34D8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4426" y="2351144"/>
            <a:ext cx="123052" cy="123052"/>
          </a:xfrm>
          <a:custGeom xmlns:a="http://schemas.openxmlformats.org/drawingml/2006/main">
            <a:pathLst>
              <a:path w="123052" h="123052" fill="none">
                <a:moveTo>
                  <a:pt x="61526" y="0"/>
                </a:moveTo>
                <a:lnTo>
                  <a:pt x="0" y="123052"/>
                </a:lnTo>
                <a:lnTo>
                  <a:pt x="123052" y="123052"/>
                </a:lnTo>
                <a:lnTo>
                  <a:pt x="61526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0254" cap="flat">
            <a:solidFill>
              <a:srgbClr val="228B22"/>
            </a:solidFill>
            <a:miter/>
          </a:ln>
        </p:spPr>
      </p:sp>
      <p:sp>
        <p:nvSpPr>
          <p:cNvPr id="1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1FEB013-CB2B-4E45-9EF3-3E12EBE1C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5044" y="1167373"/>
            <a:ext cx="123052" cy="123052"/>
          </a:xfrm>
          <a:custGeom xmlns:a="http://schemas.openxmlformats.org/drawingml/2006/main">
            <a:pathLst>
              <a:path w="123052" h="123052">
                <a:moveTo>
                  <a:pt x="61526" y="0"/>
                </a:moveTo>
                <a:lnTo>
                  <a:pt x="0" y="123052"/>
                </a:lnTo>
                <a:lnTo>
                  <a:pt x="123052" y="123052"/>
                </a:lnTo>
                <a:lnTo>
                  <a:pt x="61526" y="0"/>
                </a:lnTo>
                <a:close/>
              </a:path>
            </a:pathLst>
          </a:custGeom>
          <a:solidFill xmlns:a="http://schemas.openxmlformats.org/drawingml/2006/main">
            <a:srgbClr val="228B2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E6A2FA5-E380-45B8-8E0A-3A4CCF10D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5044" y="1167373"/>
            <a:ext cx="123052" cy="123052"/>
          </a:xfrm>
          <a:custGeom xmlns:a="http://schemas.openxmlformats.org/drawingml/2006/main">
            <a:pathLst>
              <a:path w="123052" h="123052" fill="none">
                <a:moveTo>
                  <a:pt x="61526" y="0"/>
                </a:moveTo>
                <a:lnTo>
                  <a:pt x="0" y="123052"/>
                </a:lnTo>
                <a:lnTo>
                  <a:pt x="123052" y="123052"/>
                </a:lnTo>
                <a:lnTo>
                  <a:pt x="61526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0254" cap="flat">
            <a:solidFill>
              <a:srgbClr val="228B22"/>
            </a:solidFill>
            <a:miter/>
          </a:ln>
        </p:spPr>
      </p:sp>
      <p:sp>
        <p:nvSpPr>
          <p:cNvPr id="1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F40C16D-E113-47AE-A823-557497B85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4465" y="855076"/>
            <a:ext cx="1483390" cy="2928276"/>
          </a:xfrm>
          <a:custGeom xmlns:a="http://schemas.openxmlformats.org/drawingml/2006/main">
            <a:pathLst>
              <a:path w="1483390" h="2928276" fill="none">
                <a:moveTo>
                  <a:pt x="0" y="2928276"/>
                </a:moveTo>
                <a:lnTo>
                  <a:pt x="182951" y="1105891"/>
                </a:lnTo>
                <a:lnTo>
                  <a:pt x="148339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254" cap="sq">
            <a:solidFill>
              <a:srgbClr val="FF0000"/>
            </a:solidFill>
            <a:round/>
          </a:ln>
        </p:spPr>
      </p:sp>
      <p:sp>
        <p:nvSpPr>
          <p:cNvPr id="1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B5274E6-D9E0-4A11-9FF0-538542787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7454" y="3696341"/>
            <a:ext cx="174022" cy="174022"/>
          </a:xfrm>
          <a:custGeom xmlns:a="http://schemas.openxmlformats.org/drawingml/2006/main">
            <a:pathLst>
              <a:path w="174022" h="174022">
                <a:moveTo>
                  <a:pt x="87011" y="174022"/>
                </a:moveTo>
                <a:lnTo>
                  <a:pt x="174022" y="87011"/>
                </a:lnTo>
                <a:lnTo>
                  <a:pt x="87011" y="0"/>
                </a:lnTo>
                <a:lnTo>
                  <a:pt x="0" y="87011"/>
                </a:lnTo>
                <a:lnTo>
                  <a:pt x="87011" y="174022"/>
                </a:lnTo>
                <a:close/>
              </a:path>
            </a:pathLst>
          </a:custGeom>
          <a:solidFill xmlns:a="http://schemas.openxmlformats.org/drawingml/2006/main">
            <a:srgbClr val="FF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8BC8F04-09C3-4375-AA78-CA5F69950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7454" y="3696341"/>
            <a:ext cx="174022" cy="174022"/>
          </a:xfrm>
          <a:custGeom xmlns:a="http://schemas.openxmlformats.org/drawingml/2006/main">
            <a:pathLst>
              <a:path w="174022" h="174022" fill="none">
                <a:moveTo>
                  <a:pt x="87011" y="174022"/>
                </a:moveTo>
                <a:lnTo>
                  <a:pt x="174022" y="87011"/>
                </a:lnTo>
                <a:lnTo>
                  <a:pt x="87011" y="0"/>
                </a:lnTo>
                <a:lnTo>
                  <a:pt x="0" y="87011"/>
                </a:lnTo>
                <a:lnTo>
                  <a:pt x="87011" y="174022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0254" cap="flat">
            <a:solidFill>
              <a:srgbClr val="FF0000"/>
            </a:solidFill>
            <a:miter/>
          </a:ln>
        </p:spPr>
      </p:sp>
      <p:sp>
        <p:nvSpPr>
          <p:cNvPr id="1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014FFEC-9DE8-4706-8715-893DD97A3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406" y="1873957"/>
            <a:ext cx="174022" cy="174022"/>
          </a:xfrm>
          <a:custGeom xmlns:a="http://schemas.openxmlformats.org/drawingml/2006/main">
            <a:pathLst>
              <a:path w="174022" h="174022">
                <a:moveTo>
                  <a:pt x="87011" y="174022"/>
                </a:moveTo>
                <a:lnTo>
                  <a:pt x="174022" y="87011"/>
                </a:lnTo>
                <a:lnTo>
                  <a:pt x="87011" y="0"/>
                </a:lnTo>
                <a:lnTo>
                  <a:pt x="0" y="87011"/>
                </a:lnTo>
                <a:lnTo>
                  <a:pt x="87011" y="174022"/>
                </a:lnTo>
                <a:close/>
              </a:path>
            </a:pathLst>
          </a:custGeom>
          <a:solidFill xmlns:a="http://schemas.openxmlformats.org/drawingml/2006/main">
            <a:srgbClr val="FF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BE96BC4-D80E-421B-9897-366526F56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406" y="1873957"/>
            <a:ext cx="174022" cy="174022"/>
          </a:xfrm>
          <a:custGeom xmlns:a="http://schemas.openxmlformats.org/drawingml/2006/main">
            <a:pathLst>
              <a:path w="174022" h="174022" fill="none">
                <a:moveTo>
                  <a:pt x="87011" y="174022"/>
                </a:moveTo>
                <a:lnTo>
                  <a:pt x="174022" y="87011"/>
                </a:lnTo>
                <a:lnTo>
                  <a:pt x="87011" y="0"/>
                </a:lnTo>
                <a:lnTo>
                  <a:pt x="0" y="87011"/>
                </a:lnTo>
                <a:lnTo>
                  <a:pt x="87011" y="174022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0254" cap="flat">
            <a:solidFill>
              <a:srgbClr val="FF0000"/>
            </a:solidFill>
            <a:miter/>
          </a:ln>
        </p:spPr>
      </p:sp>
      <p:sp>
        <p:nvSpPr>
          <p:cNvPr id="1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868C168-BABA-4E63-A796-B88378074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0844" y="768065"/>
            <a:ext cx="174022" cy="174022"/>
          </a:xfrm>
          <a:custGeom xmlns:a="http://schemas.openxmlformats.org/drawingml/2006/main">
            <a:pathLst>
              <a:path w="174022" h="174022">
                <a:moveTo>
                  <a:pt x="87011" y="174022"/>
                </a:moveTo>
                <a:lnTo>
                  <a:pt x="174022" y="87011"/>
                </a:lnTo>
                <a:lnTo>
                  <a:pt x="87011" y="0"/>
                </a:lnTo>
                <a:lnTo>
                  <a:pt x="0" y="87011"/>
                </a:lnTo>
                <a:lnTo>
                  <a:pt x="87011" y="174022"/>
                </a:lnTo>
                <a:close/>
              </a:path>
            </a:pathLst>
          </a:custGeom>
          <a:solidFill xmlns:a="http://schemas.openxmlformats.org/drawingml/2006/main">
            <a:srgbClr val="FF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AF55108-EC98-41C5-A7BB-3B2399ACC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0844" y="768065"/>
            <a:ext cx="174022" cy="174022"/>
          </a:xfrm>
          <a:custGeom xmlns:a="http://schemas.openxmlformats.org/drawingml/2006/main">
            <a:pathLst>
              <a:path w="174022" h="174022" fill="none">
                <a:moveTo>
                  <a:pt x="87011" y="174022"/>
                </a:moveTo>
                <a:lnTo>
                  <a:pt x="174022" y="87011"/>
                </a:lnTo>
                <a:lnTo>
                  <a:pt x="87011" y="0"/>
                </a:lnTo>
                <a:lnTo>
                  <a:pt x="0" y="87011"/>
                </a:lnTo>
                <a:lnTo>
                  <a:pt x="87011" y="174022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0254" cap="flat">
            <a:solidFill>
              <a:srgbClr val="FF0000"/>
            </a:solidFill>
            <a:miter/>
          </a:ln>
        </p:spPr>
      </p:sp>
      <p:sp>
        <p:nvSpPr>
          <p:cNvPr id="1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023CF24-47A3-4F3B-B62C-D8D18335F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8382" y="527982"/>
            <a:ext cx="10" cy="3582465"/>
          </a:xfrm>
          <a:custGeom xmlns:a="http://schemas.openxmlformats.org/drawingml/2006/main">
            <a:pathLst>
              <a:path w="1" h="3582465" fill="none">
                <a:moveTo>
                  <a:pt x="0" y="35824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8203" cap="sq">
            <a:solidFill>
              <a:srgbClr val="000000"/>
            </a:solidFill>
            <a:miter/>
          </a:ln>
        </p:spPr>
      </p:sp>
      <p:sp>
        <p:nvSpPr>
          <p:cNvPr id="1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C9FE8D3-F4B0-4CD6-841A-885B7DA14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67365" y="527982"/>
            <a:ext cx="10" cy="3582465"/>
          </a:xfrm>
          <a:custGeom xmlns:a="http://schemas.openxmlformats.org/drawingml/2006/main">
            <a:pathLst>
              <a:path w="1" h="3582465" fill="none">
                <a:moveTo>
                  <a:pt x="0" y="35824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8203" cap="sq">
            <a:solidFill>
              <a:srgbClr val="000000"/>
            </a:solidFill>
            <a:miter/>
          </a:ln>
        </p:spPr>
      </p:sp>
      <p:sp>
        <p:nvSpPr>
          <p:cNvPr id="1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ADD394A-CE21-41F7-9DE1-93C2DF256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8382" y="4110447"/>
            <a:ext cx="4838983" cy="10"/>
          </a:xfrm>
          <a:custGeom xmlns:a="http://schemas.openxmlformats.org/drawingml/2006/main">
            <a:pathLst>
              <a:path w="4838983" h="1" fill="none">
                <a:moveTo>
                  <a:pt x="0" y="0"/>
                </a:moveTo>
                <a:lnTo>
                  <a:pt x="4838983" y="0"/>
                </a:lnTo>
              </a:path>
            </a:pathLst>
          </a:custGeom>
          <a:noFill xmlns:a="http://schemas.openxmlformats.org/drawingml/2006/main"/>
          <a:ln xmlns:a="http://schemas.openxmlformats.org/drawingml/2006/main" w="8203" cap="sq">
            <a:solidFill>
              <a:srgbClr val="000000"/>
            </a:solidFill>
            <a:miter/>
          </a:ln>
        </p:spPr>
      </p:sp>
      <p:sp>
        <p:nvSpPr>
          <p:cNvPr id="1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9360F37-DD7C-4802-9166-9C0603513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8382" y="527982"/>
            <a:ext cx="4838983" cy="10"/>
          </a:xfrm>
          <a:custGeom xmlns:a="http://schemas.openxmlformats.org/drawingml/2006/main">
            <a:pathLst>
              <a:path w="4838983" h="1" fill="none">
                <a:moveTo>
                  <a:pt x="0" y="0"/>
                </a:moveTo>
                <a:lnTo>
                  <a:pt x="4838983" y="0"/>
                </a:lnTo>
              </a:path>
            </a:pathLst>
          </a:custGeom>
          <a:noFill xmlns:a="http://schemas.openxmlformats.org/drawingml/2006/main"/>
          <a:ln xmlns:a="http://schemas.openxmlformats.org/drawingml/2006/main" w="8203" cap="sq">
            <a:solidFill>
              <a:srgbClr val="000000"/>
            </a:solidFill>
            <a:miter/>
          </a:ln>
        </p:spPr>
      </p:sp>
      <p:sp>
        <p:nvSpPr>
          <p:cNvPr id="1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E84F3C2-870F-4A0A-9D6E-04AB9C6AD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6098" y="3010346"/>
            <a:ext cx="512718" cy="10"/>
          </a:xfrm>
          <a:custGeom xmlns:a="http://schemas.openxmlformats.org/drawingml/2006/main">
            <a:pathLst>
              <a:path w="512718" h="1" fill="none">
                <a:moveTo>
                  <a:pt x="0" y="0"/>
                </a:moveTo>
                <a:lnTo>
                  <a:pt x="256359" y="0"/>
                </a:lnTo>
                <a:lnTo>
                  <a:pt x="51271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254" cap="sq">
            <a:solidFill>
              <a:srgbClr val="4169E1"/>
            </a:solidFill>
            <a:round/>
          </a:ln>
        </p:spPr>
      </p:sp>
      <p:sp>
        <p:nvSpPr>
          <p:cNvPr id="1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B63727D-D9F6-45A3-876C-28C51E1CE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0931" y="2948820"/>
            <a:ext cx="123052" cy="123052"/>
          </a:xfrm>
          <a:custGeom xmlns:a="http://schemas.openxmlformats.org/drawingml/2006/main">
            <a:pathLst>
              <a:path w="123052" h="123052">
                <a:moveTo>
                  <a:pt x="61526" y="123052"/>
                </a:moveTo>
                <a:cubicBezTo>
                  <a:pt x="77843" y="123052"/>
                  <a:pt x="93494" y="116570"/>
                  <a:pt x="105032" y="105032"/>
                </a:cubicBezTo>
                <a:cubicBezTo>
                  <a:pt x="116569" y="93494"/>
                  <a:pt x="123052" y="77843"/>
                  <a:pt x="123052" y="61526"/>
                </a:cubicBezTo>
                <a:cubicBezTo>
                  <a:pt x="123052" y="45209"/>
                  <a:pt x="116569" y="29559"/>
                  <a:pt x="105032" y="18021"/>
                </a:cubicBezTo>
                <a:cubicBezTo>
                  <a:pt x="93494" y="6483"/>
                  <a:pt x="77843" y="0"/>
                  <a:pt x="61526" y="0"/>
                </a:cubicBezTo>
                <a:cubicBezTo>
                  <a:pt x="45209" y="0"/>
                  <a:pt x="29558" y="6483"/>
                  <a:pt x="18021" y="18021"/>
                </a:cubicBezTo>
                <a:cubicBezTo>
                  <a:pt x="6483" y="29559"/>
                  <a:pt x="0" y="45209"/>
                  <a:pt x="0" y="61526"/>
                </a:cubicBezTo>
                <a:cubicBezTo>
                  <a:pt x="0" y="77843"/>
                  <a:pt x="6483" y="93494"/>
                  <a:pt x="18021" y="105032"/>
                </a:cubicBezTo>
                <a:cubicBezTo>
                  <a:pt x="29558" y="116570"/>
                  <a:pt x="45209" y="123052"/>
                  <a:pt x="61526" y="123052"/>
                </a:cubicBezTo>
                <a:close/>
              </a:path>
            </a:pathLst>
          </a:custGeom>
          <a:solidFill xmlns:a="http://schemas.openxmlformats.org/drawingml/2006/main">
            <a:srgbClr val="4169E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50B59EE-2105-464E-A3F9-410770E67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0931" y="2948820"/>
            <a:ext cx="123052" cy="123052"/>
          </a:xfrm>
          <a:custGeom xmlns:a="http://schemas.openxmlformats.org/drawingml/2006/main">
            <a:pathLst>
              <a:path w="123052" h="123052" fill="none">
                <a:moveTo>
                  <a:pt x="61526" y="123052"/>
                </a:moveTo>
                <a:cubicBezTo>
                  <a:pt x="77843" y="123052"/>
                  <a:pt x="93494" y="116570"/>
                  <a:pt x="105032" y="105032"/>
                </a:cubicBezTo>
                <a:cubicBezTo>
                  <a:pt x="116569" y="93494"/>
                  <a:pt x="123052" y="77843"/>
                  <a:pt x="123052" y="61526"/>
                </a:cubicBezTo>
                <a:cubicBezTo>
                  <a:pt x="123052" y="45209"/>
                  <a:pt x="116569" y="29559"/>
                  <a:pt x="105032" y="18021"/>
                </a:cubicBezTo>
                <a:cubicBezTo>
                  <a:pt x="93494" y="6483"/>
                  <a:pt x="77843" y="0"/>
                  <a:pt x="61526" y="0"/>
                </a:cubicBezTo>
                <a:cubicBezTo>
                  <a:pt x="45209" y="0"/>
                  <a:pt x="29558" y="6483"/>
                  <a:pt x="18021" y="18021"/>
                </a:cubicBezTo>
                <a:cubicBezTo>
                  <a:pt x="6483" y="29559"/>
                  <a:pt x="0" y="45209"/>
                  <a:pt x="0" y="61526"/>
                </a:cubicBezTo>
                <a:cubicBezTo>
                  <a:pt x="0" y="77843"/>
                  <a:pt x="6483" y="93494"/>
                  <a:pt x="18021" y="105032"/>
                </a:cubicBezTo>
                <a:cubicBezTo>
                  <a:pt x="29558" y="116570"/>
                  <a:pt x="45209" y="123052"/>
                  <a:pt x="61526" y="12305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0254" cap="flat">
            <a:solidFill>
              <a:srgbClr val="4169E1"/>
            </a:solidFill>
            <a:round/>
          </a:ln>
        </p:spPr>
      </p:sp>
      <p:sp>
        <p:nvSpPr>
          <p:cNvPr id="189" name="Text QLoRA">
            <a:extLst xmlns:a="http://schemas.openxmlformats.org/drawingml/2006/main">
              <a:ext uri="{FF2B5EF4-FFF2-40B4-BE49-F238E27FC236}">
                <a16:creationId xmlns:a16="http://schemas.microsoft.com/office/drawing/2014/main" id="{AE0FA57B-46B2-4DB5-89DE-F7039E803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2916" y="2926578"/>
            <a:ext cx="814141" cy="223814"/>
          </a:xfrm>
          <a:custGeom xmlns:a="http://schemas.openxmlformats.org/drawingml/2006/main">
            <a:pathLst>
              <a:path w="814141" h="223814">
                <a:moveTo>
                  <a:pt x="687338" y="173493"/>
                </a:moveTo>
                <a:lnTo>
                  <a:pt x="687338" y="168736"/>
                </a:lnTo>
                <a:lnTo>
                  <a:pt x="686330" y="168660"/>
                </a:lnTo>
                <a:lnTo>
                  <a:pt x="685353" y="168577"/>
                </a:lnTo>
                <a:lnTo>
                  <a:pt x="684405" y="168486"/>
                </a:lnTo>
                <a:lnTo>
                  <a:pt x="683487" y="168389"/>
                </a:lnTo>
                <a:lnTo>
                  <a:pt x="682599" y="168284"/>
                </a:lnTo>
                <a:lnTo>
                  <a:pt x="681740" y="168172"/>
                </a:lnTo>
                <a:lnTo>
                  <a:pt x="680911" y="168053"/>
                </a:lnTo>
                <a:lnTo>
                  <a:pt x="680112" y="167927"/>
                </a:lnTo>
                <a:lnTo>
                  <a:pt x="679343" y="167793"/>
                </a:lnTo>
                <a:lnTo>
                  <a:pt x="678604" y="167653"/>
                </a:lnTo>
                <a:lnTo>
                  <a:pt x="677894" y="167505"/>
                </a:lnTo>
                <a:lnTo>
                  <a:pt x="677214" y="167351"/>
                </a:lnTo>
                <a:lnTo>
                  <a:pt x="676564" y="167189"/>
                </a:lnTo>
                <a:lnTo>
                  <a:pt x="675944" y="167020"/>
                </a:lnTo>
                <a:lnTo>
                  <a:pt x="675353" y="166844"/>
                </a:lnTo>
                <a:lnTo>
                  <a:pt x="674793" y="166661"/>
                </a:lnTo>
                <a:lnTo>
                  <a:pt x="674262" y="166470"/>
                </a:lnTo>
                <a:lnTo>
                  <a:pt x="673760" y="166273"/>
                </a:lnTo>
                <a:lnTo>
                  <a:pt x="673289" y="166068"/>
                </a:lnTo>
                <a:lnTo>
                  <a:pt x="672847" y="165856"/>
                </a:lnTo>
                <a:lnTo>
                  <a:pt x="672435" y="165637"/>
                </a:lnTo>
                <a:lnTo>
                  <a:pt x="672053" y="165411"/>
                </a:lnTo>
                <a:lnTo>
                  <a:pt x="671701" y="165178"/>
                </a:lnTo>
                <a:lnTo>
                  <a:pt x="671378" y="164938"/>
                </a:lnTo>
                <a:lnTo>
                  <a:pt x="671077" y="164693"/>
                </a:lnTo>
                <a:lnTo>
                  <a:pt x="670788" y="164444"/>
                </a:lnTo>
                <a:lnTo>
                  <a:pt x="670513" y="164192"/>
                </a:lnTo>
                <a:lnTo>
                  <a:pt x="670250" y="163937"/>
                </a:lnTo>
                <a:lnTo>
                  <a:pt x="670000" y="163678"/>
                </a:lnTo>
                <a:lnTo>
                  <a:pt x="669762" y="163416"/>
                </a:lnTo>
                <a:lnTo>
                  <a:pt x="669538" y="163151"/>
                </a:lnTo>
                <a:lnTo>
                  <a:pt x="669327" y="162883"/>
                </a:lnTo>
                <a:lnTo>
                  <a:pt x="669128" y="162612"/>
                </a:lnTo>
                <a:lnTo>
                  <a:pt x="668942" y="162337"/>
                </a:lnTo>
                <a:lnTo>
                  <a:pt x="668769" y="162059"/>
                </a:lnTo>
                <a:lnTo>
                  <a:pt x="668609" y="161777"/>
                </a:lnTo>
                <a:lnTo>
                  <a:pt x="668461" y="161493"/>
                </a:lnTo>
                <a:lnTo>
                  <a:pt x="668326" y="161205"/>
                </a:lnTo>
                <a:lnTo>
                  <a:pt x="668205" y="160914"/>
                </a:lnTo>
                <a:lnTo>
                  <a:pt x="668096" y="160620"/>
                </a:lnTo>
                <a:lnTo>
                  <a:pt x="667999" y="160322"/>
                </a:lnTo>
                <a:lnTo>
                  <a:pt x="667916" y="160021"/>
                </a:lnTo>
                <a:lnTo>
                  <a:pt x="667846" y="159717"/>
                </a:lnTo>
                <a:lnTo>
                  <a:pt x="667788" y="159410"/>
                </a:lnTo>
                <a:lnTo>
                  <a:pt x="667743" y="159099"/>
                </a:lnTo>
                <a:lnTo>
                  <a:pt x="667711" y="158785"/>
                </a:lnTo>
                <a:lnTo>
                  <a:pt x="667692" y="158468"/>
                </a:lnTo>
                <a:lnTo>
                  <a:pt x="667685" y="158147"/>
                </a:lnTo>
                <a:lnTo>
                  <a:pt x="667693" y="157734"/>
                </a:lnTo>
                <a:lnTo>
                  <a:pt x="667715" y="157304"/>
                </a:lnTo>
                <a:lnTo>
                  <a:pt x="667752" y="156856"/>
                </a:lnTo>
                <a:lnTo>
                  <a:pt x="667804" y="156391"/>
                </a:lnTo>
                <a:lnTo>
                  <a:pt x="667870" y="155908"/>
                </a:lnTo>
                <a:lnTo>
                  <a:pt x="667951" y="155408"/>
                </a:lnTo>
                <a:lnTo>
                  <a:pt x="668047" y="154891"/>
                </a:lnTo>
                <a:lnTo>
                  <a:pt x="668158" y="154357"/>
                </a:lnTo>
                <a:lnTo>
                  <a:pt x="668284" y="153805"/>
                </a:lnTo>
                <a:lnTo>
                  <a:pt x="668424" y="153236"/>
                </a:lnTo>
                <a:lnTo>
                  <a:pt x="668579" y="152650"/>
                </a:lnTo>
                <a:lnTo>
                  <a:pt x="668749" y="152046"/>
                </a:lnTo>
                <a:lnTo>
                  <a:pt x="668934" y="151425"/>
                </a:lnTo>
                <a:lnTo>
                  <a:pt x="669134" y="150787"/>
                </a:lnTo>
                <a:lnTo>
                  <a:pt x="669348" y="150131"/>
                </a:lnTo>
                <a:lnTo>
                  <a:pt x="669577" y="149458"/>
                </a:lnTo>
                <a:lnTo>
                  <a:pt x="669821" y="148768"/>
                </a:lnTo>
                <a:lnTo>
                  <a:pt x="670079" y="148060"/>
                </a:lnTo>
                <a:lnTo>
                  <a:pt x="670353" y="147335"/>
                </a:lnTo>
                <a:lnTo>
                  <a:pt x="670641" y="146593"/>
                </a:lnTo>
                <a:lnTo>
                  <a:pt x="670944" y="145834"/>
                </a:lnTo>
                <a:lnTo>
                  <a:pt x="671262" y="145057"/>
                </a:lnTo>
                <a:lnTo>
                  <a:pt x="671594" y="144262"/>
                </a:lnTo>
                <a:lnTo>
                  <a:pt x="671941" y="143451"/>
                </a:lnTo>
                <a:lnTo>
                  <a:pt x="683457" y="116663"/>
                </a:lnTo>
                <a:lnTo>
                  <a:pt x="749175" y="116663"/>
                </a:lnTo>
                <a:lnTo>
                  <a:pt x="759439" y="141073"/>
                </a:lnTo>
                <a:lnTo>
                  <a:pt x="759847" y="142048"/>
                </a:lnTo>
                <a:lnTo>
                  <a:pt x="760239" y="143001"/>
                </a:lnTo>
                <a:lnTo>
                  <a:pt x="760612" y="143933"/>
                </a:lnTo>
                <a:lnTo>
                  <a:pt x="760969" y="144842"/>
                </a:lnTo>
                <a:lnTo>
                  <a:pt x="761308" y="145729"/>
                </a:lnTo>
                <a:lnTo>
                  <a:pt x="761629" y="146594"/>
                </a:lnTo>
                <a:lnTo>
                  <a:pt x="761934" y="147437"/>
                </a:lnTo>
                <a:lnTo>
                  <a:pt x="762221" y="148258"/>
                </a:lnTo>
                <a:lnTo>
                  <a:pt x="762490" y="149057"/>
                </a:lnTo>
                <a:lnTo>
                  <a:pt x="762742" y="149834"/>
                </a:lnTo>
                <a:lnTo>
                  <a:pt x="762977" y="150589"/>
                </a:lnTo>
                <a:lnTo>
                  <a:pt x="763194" y="151321"/>
                </a:lnTo>
                <a:lnTo>
                  <a:pt x="763394" y="152032"/>
                </a:lnTo>
                <a:lnTo>
                  <a:pt x="763577" y="152721"/>
                </a:lnTo>
                <a:lnTo>
                  <a:pt x="763742" y="153387"/>
                </a:lnTo>
                <a:lnTo>
                  <a:pt x="763890" y="154032"/>
                </a:lnTo>
                <a:lnTo>
                  <a:pt x="764020" y="154654"/>
                </a:lnTo>
                <a:lnTo>
                  <a:pt x="764133" y="155255"/>
                </a:lnTo>
                <a:lnTo>
                  <a:pt x="764229" y="155833"/>
                </a:lnTo>
                <a:lnTo>
                  <a:pt x="764307" y="156389"/>
                </a:lnTo>
                <a:lnTo>
                  <a:pt x="764368" y="156923"/>
                </a:lnTo>
                <a:lnTo>
                  <a:pt x="764411" y="157436"/>
                </a:lnTo>
                <a:lnTo>
                  <a:pt x="764437" y="157926"/>
                </a:lnTo>
                <a:lnTo>
                  <a:pt x="764446" y="158394"/>
                </a:lnTo>
                <a:lnTo>
                  <a:pt x="764440" y="158734"/>
                </a:lnTo>
                <a:lnTo>
                  <a:pt x="764421" y="159070"/>
                </a:lnTo>
                <a:lnTo>
                  <a:pt x="764390" y="159402"/>
                </a:lnTo>
                <a:lnTo>
                  <a:pt x="764347" y="159730"/>
                </a:lnTo>
                <a:lnTo>
                  <a:pt x="764291" y="160053"/>
                </a:lnTo>
                <a:lnTo>
                  <a:pt x="764223" y="160372"/>
                </a:lnTo>
                <a:lnTo>
                  <a:pt x="764142" y="160686"/>
                </a:lnTo>
                <a:lnTo>
                  <a:pt x="764050" y="160996"/>
                </a:lnTo>
                <a:lnTo>
                  <a:pt x="763944" y="161302"/>
                </a:lnTo>
                <a:lnTo>
                  <a:pt x="763827" y="161604"/>
                </a:lnTo>
                <a:lnTo>
                  <a:pt x="763696" y="161901"/>
                </a:lnTo>
                <a:lnTo>
                  <a:pt x="763554" y="162194"/>
                </a:lnTo>
                <a:lnTo>
                  <a:pt x="763399" y="162483"/>
                </a:lnTo>
                <a:lnTo>
                  <a:pt x="763232" y="162767"/>
                </a:lnTo>
                <a:lnTo>
                  <a:pt x="763052" y="163047"/>
                </a:lnTo>
                <a:lnTo>
                  <a:pt x="762860" y="163323"/>
                </a:lnTo>
                <a:lnTo>
                  <a:pt x="762656" y="163594"/>
                </a:lnTo>
                <a:lnTo>
                  <a:pt x="762439" y="163861"/>
                </a:lnTo>
                <a:lnTo>
                  <a:pt x="762210" y="164124"/>
                </a:lnTo>
                <a:lnTo>
                  <a:pt x="761968" y="164382"/>
                </a:lnTo>
                <a:lnTo>
                  <a:pt x="761715" y="164636"/>
                </a:lnTo>
                <a:lnTo>
                  <a:pt x="761448" y="164886"/>
                </a:lnTo>
                <a:lnTo>
                  <a:pt x="761169" y="165131"/>
                </a:lnTo>
                <a:lnTo>
                  <a:pt x="760878" y="165372"/>
                </a:lnTo>
                <a:lnTo>
                  <a:pt x="760570" y="165607"/>
                </a:lnTo>
                <a:lnTo>
                  <a:pt x="760238" y="165834"/>
                </a:lnTo>
                <a:lnTo>
                  <a:pt x="759884" y="166052"/>
                </a:lnTo>
                <a:lnTo>
                  <a:pt x="759507" y="166262"/>
                </a:lnTo>
                <a:lnTo>
                  <a:pt x="759107" y="166464"/>
                </a:lnTo>
                <a:lnTo>
                  <a:pt x="758684" y="166658"/>
                </a:lnTo>
                <a:lnTo>
                  <a:pt x="758238" y="166843"/>
                </a:lnTo>
                <a:lnTo>
                  <a:pt x="757770" y="167020"/>
                </a:lnTo>
                <a:lnTo>
                  <a:pt x="757279" y="167189"/>
                </a:lnTo>
                <a:lnTo>
                  <a:pt x="756765" y="167350"/>
                </a:lnTo>
                <a:lnTo>
                  <a:pt x="756228" y="167503"/>
                </a:lnTo>
                <a:lnTo>
                  <a:pt x="755668" y="167647"/>
                </a:lnTo>
                <a:lnTo>
                  <a:pt x="755085" y="167783"/>
                </a:lnTo>
                <a:lnTo>
                  <a:pt x="754480" y="167911"/>
                </a:lnTo>
                <a:lnTo>
                  <a:pt x="753852" y="168030"/>
                </a:lnTo>
                <a:lnTo>
                  <a:pt x="753201" y="168142"/>
                </a:lnTo>
                <a:lnTo>
                  <a:pt x="752527" y="168245"/>
                </a:lnTo>
                <a:lnTo>
                  <a:pt x="751831" y="168340"/>
                </a:lnTo>
                <a:lnTo>
                  <a:pt x="751111" y="168426"/>
                </a:lnTo>
                <a:lnTo>
                  <a:pt x="750369" y="168505"/>
                </a:lnTo>
                <a:lnTo>
                  <a:pt x="749604" y="168575"/>
                </a:lnTo>
                <a:lnTo>
                  <a:pt x="748816" y="168637"/>
                </a:lnTo>
                <a:lnTo>
                  <a:pt x="748005" y="168691"/>
                </a:lnTo>
                <a:lnTo>
                  <a:pt x="747172" y="168736"/>
                </a:lnTo>
                <a:lnTo>
                  <a:pt x="747172" y="173493"/>
                </a:lnTo>
                <a:lnTo>
                  <a:pt x="814141" y="173493"/>
                </a:lnTo>
                <a:lnTo>
                  <a:pt x="814141" y="168736"/>
                </a:lnTo>
                <a:lnTo>
                  <a:pt x="813283" y="168677"/>
                </a:lnTo>
                <a:lnTo>
                  <a:pt x="812441" y="168602"/>
                </a:lnTo>
                <a:lnTo>
                  <a:pt x="811615" y="168512"/>
                </a:lnTo>
                <a:lnTo>
                  <a:pt x="810804" y="168406"/>
                </a:lnTo>
                <a:lnTo>
                  <a:pt x="810010" y="168285"/>
                </a:lnTo>
                <a:lnTo>
                  <a:pt x="809231" y="168149"/>
                </a:lnTo>
                <a:lnTo>
                  <a:pt x="808469" y="167997"/>
                </a:lnTo>
                <a:lnTo>
                  <a:pt x="807722" y="167830"/>
                </a:lnTo>
                <a:lnTo>
                  <a:pt x="806991" y="167648"/>
                </a:lnTo>
                <a:lnTo>
                  <a:pt x="806276" y="167450"/>
                </a:lnTo>
                <a:lnTo>
                  <a:pt x="805577" y="167237"/>
                </a:lnTo>
                <a:lnTo>
                  <a:pt x="804893" y="167008"/>
                </a:lnTo>
                <a:lnTo>
                  <a:pt x="804226" y="166765"/>
                </a:lnTo>
                <a:lnTo>
                  <a:pt x="803574" y="166505"/>
                </a:lnTo>
                <a:lnTo>
                  <a:pt x="802938" y="166231"/>
                </a:lnTo>
                <a:lnTo>
                  <a:pt x="802318" y="165941"/>
                </a:lnTo>
                <a:lnTo>
                  <a:pt x="801714" y="165635"/>
                </a:lnTo>
                <a:lnTo>
                  <a:pt x="801126" y="165315"/>
                </a:lnTo>
                <a:lnTo>
                  <a:pt x="800554" y="164979"/>
                </a:lnTo>
                <a:lnTo>
                  <a:pt x="799997" y="164627"/>
                </a:lnTo>
                <a:lnTo>
                  <a:pt x="799457" y="164261"/>
                </a:lnTo>
                <a:lnTo>
                  <a:pt x="798932" y="163879"/>
                </a:lnTo>
                <a:lnTo>
                  <a:pt x="798423" y="163481"/>
                </a:lnTo>
                <a:lnTo>
                  <a:pt x="797930" y="163068"/>
                </a:lnTo>
                <a:lnTo>
                  <a:pt x="797443" y="162627"/>
                </a:lnTo>
                <a:lnTo>
                  <a:pt x="796951" y="162144"/>
                </a:lnTo>
                <a:lnTo>
                  <a:pt x="796455" y="161620"/>
                </a:lnTo>
                <a:lnTo>
                  <a:pt x="795954" y="161054"/>
                </a:lnTo>
                <a:lnTo>
                  <a:pt x="795448" y="160448"/>
                </a:lnTo>
                <a:lnTo>
                  <a:pt x="794938" y="159800"/>
                </a:lnTo>
                <a:lnTo>
                  <a:pt x="794423" y="159110"/>
                </a:lnTo>
                <a:lnTo>
                  <a:pt x="793904" y="158380"/>
                </a:lnTo>
                <a:lnTo>
                  <a:pt x="793380" y="157608"/>
                </a:lnTo>
                <a:lnTo>
                  <a:pt x="792852" y="156795"/>
                </a:lnTo>
                <a:lnTo>
                  <a:pt x="792319" y="155940"/>
                </a:lnTo>
                <a:lnTo>
                  <a:pt x="791781" y="155044"/>
                </a:lnTo>
                <a:lnTo>
                  <a:pt x="791239" y="154107"/>
                </a:lnTo>
                <a:lnTo>
                  <a:pt x="790692" y="153129"/>
                </a:lnTo>
                <a:lnTo>
                  <a:pt x="790141" y="152109"/>
                </a:lnTo>
                <a:lnTo>
                  <a:pt x="789585" y="151048"/>
                </a:lnTo>
                <a:lnTo>
                  <a:pt x="789025" y="149946"/>
                </a:lnTo>
                <a:lnTo>
                  <a:pt x="788460" y="148802"/>
                </a:lnTo>
                <a:lnTo>
                  <a:pt x="787891" y="147617"/>
                </a:lnTo>
                <a:lnTo>
                  <a:pt x="787316" y="146391"/>
                </a:lnTo>
                <a:lnTo>
                  <a:pt x="786738" y="145123"/>
                </a:lnTo>
                <a:lnTo>
                  <a:pt x="786155" y="143814"/>
                </a:lnTo>
                <a:lnTo>
                  <a:pt x="785567" y="142464"/>
                </a:lnTo>
                <a:lnTo>
                  <a:pt x="784975" y="141073"/>
                </a:lnTo>
                <a:lnTo>
                  <a:pt x="725892" y="0"/>
                </a:lnTo>
                <a:lnTo>
                  <a:pt x="721511" y="0"/>
                </a:lnTo>
                <a:lnTo>
                  <a:pt x="661802" y="139512"/>
                </a:lnTo>
                <a:lnTo>
                  <a:pt x="661158" y="141020"/>
                </a:lnTo>
                <a:lnTo>
                  <a:pt x="660518" y="142486"/>
                </a:lnTo>
                <a:lnTo>
                  <a:pt x="659883" y="143908"/>
                </a:lnTo>
                <a:lnTo>
                  <a:pt x="659253" y="145288"/>
                </a:lnTo>
                <a:lnTo>
                  <a:pt x="658628" y="146624"/>
                </a:lnTo>
                <a:lnTo>
                  <a:pt x="658008" y="147918"/>
                </a:lnTo>
                <a:lnTo>
                  <a:pt x="657392" y="149169"/>
                </a:lnTo>
                <a:lnTo>
                  <a:pt x="656781" y="150377"/>
                </a:lnTo>
                <a:lnTo>
                  <a:pt x="656175" y="151542"/>
                </a:lnTo>
                <a:lnTo>
                  <a:pt x="655574" y="152664"/>
                </a:lnTo>
                <a:lnTo>
                  <a:pt x="654977" y="153743"/>
                </a:lnTo>
                <a:lnTo>
                  <a:pt x="654385" y="154779"/>
                </a:lnTo>
                <a:lnTo>
                  <a:pt x="653798" y="155773"/>
                </a:lnTo>
                <a:lnTo>
                  <a:pt x="653216" y="156723"/>
                </a:lnTo>
                <a:lnTo>
                  <a:pt x="652639" y="157630"/>
                </a:lnTo>
                <a:lnTo>
                  <a:pt x="652066" y="158495"/>
                </a:lnTo>
                <a:lnTo>
                  <a:pt x="651498" y="159317"/>
                </a:lnTo>
                <a:lnTo>
                  <a:pt x="650935" y="160095"/>
                </a:lnTo>
                <a:lnTo>
                  <a:pt x="650377" y="160831"/>
                </a:lnTo>
                <a:lnTo>
                  <a:pt x="649824" y="161524"/>
                </a:lnTo>
                <a:lnTo>
                  <a:pt x="649275" y="162174"/>
                </a:lnTo>
                <a:lnTo>
                  <a:pt x="648731" y="162781"/>
                </a:lnTo>
                <a:lnTo>
                  <a:pt x="648192" y="163345"/>
                </a:lnTo>
                <a:lnTo>
                  <a:pt x="647657" y="163866"/>
                </a:lnTo>
                <a:lnTo>
                  <a:pt x="647383" y="164114"/>
                </a:lnTo>
                <a:lnTo>
                  <a:pt x="647084" y="164358"/>
                </a:lnTo>
                <a:lnTo>
                  <a:pt x="646758" y="164598"/>
                </a:lnTo>
                <a:lnTo>
                  <a:pt x="646406" y="164834"/>
                </a:lnTo>
                <a:lnTo>
                  <a:pt x="646027" y="165066"/>
                </a:lnTo>
                <a:lnTo>
                  <a:pt x="645623" y="165294"/>
                </a:lnTo>
                <a:lnTo>
                  <a:pt x="645193" y="165519"/>
                </a:lnTo>
                <a:lnTo>
                  <a:pt x="644737" y="165739"/>
                </a:lnTo>
                <a:lnTo>
                  <a:pt x="644254" y="165956"/>
                </a:lnTo>
                <a:lnTo>
                  <a:pt x="643746" y="166168"/>
                </a:lnTo>
                <a:lnTo>
                  <a:pt x="643211" y="166377"/>
                </a:lnTo>
                <a:lnTo>
                  <a:pt x="642650" y="166582"/>
                </a:lnTo>
                <a:lnTo>
                  <a:pt x="642064" y="166783"/>
                </a:lnTo>
                <a:lnTo>
                  <a:pt x="641451" y="166980"/>
                </a:lnTo>
                <a:lnTo>
                  <a:pt x="640812" y="167173"/>
                </a:lnTo>
                <a:lnTo>
                  <a:pt x="640147" y="167362"/>
                </a:lnTo>
                <a:lnTo>
                  <a:pt x="639456" y="167548"/>
                </a:lnTo>
                <a:lnTo>
                  <a:pt x="638739" y="167729"/>
                </a:lnTo>
                <a:lnTo>
                  <a:pt x="637995" y="167907"/>
                </a:lnTo>
                <a:lnTo>
                  <a:pt x="637226" y="168081"/>
                </a:lnTo>
                <a:lnTo>
                  <a:pt x="636431" y="168250"/>
                </a:lnTo>
                <a:lnTo>
                  <a:pt x="635609" y="168416"/>
                </a:lnTo>
                <a:lnTo>
                  <a:pt x="634762" y="168578"/>
                </a:lnTo>
                <a:lnTo>
                  <a:pt x="633985" y="168719"/>
                </a:lnTo>
                <a:lnTo>
                  <a:pt x="632988" y="168604"/>
                </a:lnTo>
                <a:lnTo>
                  <a:pt x="631857" y="168458"/>
                </a:lnTo>
                <a:lnTo>
                  <a:pt x="630745" y="168298"/>
                </a:lnTo>
                <a:lnTo>
                  <a:pt x="629651" y="168124"/>
                </a:lnTo>
                <a:lnTo>
                  <a:pt x="628575" y="167937"/>
                </a:lnTo>
                <a:lnTo>
                  <a:pt x="627518" y="167735"/>
                </a:lnTo>
                <a:lnTo>
                  <a:pt x="626479" y="167519"/>
                </a:lnTo>
                <a:lnTo>
                  <a:pt x="625458" y="167290"/>
                </a:lnTo>
                <a:lnTo>
                  <a:pt x="624455" y="167047"/>
                </a:lnTo>
                <a:lnTo>
                  <a:pt x="623471" y="166789"/>
                </a:lnTo>
                <a:lnTo>
                  <a:pt x="622504" y="166518"/>
                </a:lnTo>
                <a:lnTo>
                  <a:pt x="621556" y="166233"/>
                </a:lnTo>
                <a:lnTo>
                  <a:pt x="620627" y="165934"/>
                </a:lnTo>
                <a:lnTo>
                  <a:pt x="619715" y="165621"/>
                </a:lnTo>
                <a:lnTo>
                  <a:pt x="618822" y="165294"/>
                </a:lnTo>
                <a:lnTo>
                  <a:pt x="617947" y="164953"/>
                </a:lnTo>
                <a:lnTo>
                  <a:pt x="617090" y="164599"/>
                </a:lnTo>
                <a:lnTo>
                  <a:pt x="616252" y="164230"/>
                </a:lnTo>
                <a:lnTo>
                  <a:pt x="615432" y="163848"/>
                </a:lnTo>
                <a:lnTo>
                  <a:pt x="614630" y="163451"/>
                </a:lnTo>
                <a:lnTo>
                  <a:pt x="613846" y="163041"/>
                </a:lnTo>
                <a:lnTo>
                  <a:pt x="613081" y="162617"/>
                </a:lnTo>
                <a:lnTo>
                  <a:pt x="612334" y="162179"/>
                </a:lnTo>
                <a:lnTo>
                  <a:pt x="611605" y="161727"/>
                </a:lnTo>
                <a:lnTo>
                  <a:pt x="610879" y="161248"/>
                </a:lnTo>
                <a:lnTo>
                  <a:pt x="610142" y="160730"/>
                </a:lnTo>
                <a:lnTo>
                  <a:pt x="609393" y="160174"/>
                </a:lnTo>
                <a:lnTo>
                  <a:pt x="608632" y="159578"/>
                </a:lnTo>
                <a:lnTo>
                  <a:pt x="607859" y="158943"/>
                </a:lnTo>
                <a:lnTo>
                  <a:pt x="607075" y="158269"/>
                </a:lnTo>
                <a:lnTo>
                  <a:pt x="606279" y="157555"/>
                </a:lnTo>
                <a:lnTo>
                  <a:pt x="605471" y="156803"/>
                </a:lnTo>
                <a:lnTo>
                  <a:pt x="604652" y="156012"/>
                </a:lnTo>
                <a:lnTo>
                  <a:pt x="603821" y="155181"/>
                </a:lnTo>
                <a:lnTo>
                  <a:pt x="602978" y="154311"/>
                </a:lnTo>
                <a:lnTo>
                  <a:pt x="602123" y="153402"/>
                </a:lnTo>
                <a:lnTo>
                  <a:pt x="601256" y="152454"/>
                </a:lnTo>
                <a:lnTo>
                  <a:pt x="600378" y="151467"/>
                </a:lnTo>
                <a:lnTo>
                  <a:pt x="599488" y="150441"/>
                </a:lnTo>
                <a:lnTo>
                  <a:pt x="598587" y="149376"/>
                </a:lnTo>
                <a:lnTo>
                  <a:pt x="597673" y="148272"/>
                </a:lnTo>
                <a:lnTo>
                  <a:pt x="596748" y="147128"/>
                </a:lnTo>
                <a:lnTo>
                  <a:pt x="595811" y="145945"/>
                </a:lnTo>
                <a:lnTo>
                  <a:pt x="594863" y="144724"/>
                </a:lnTo>
                <a:lnTo>
                  <a:pt x="593902" y="143463"/>
                </a:lnTo>
                <a:lnTo>
                  <a:pt x="592930" y="142163"/>
                </a:lnTo>
                <a:lnTo>
                  <a:pt x="591947" y="140824"/>
                </a:lnTo>
                <a:lnTo>
                  <a:pt x="590951" y="139445"/>
                </a:lnTo>
                <a:lnTo>
                  <a:pt x="555902" y="90795"/>
                </a:lnTo>
                <a:lnTo>
                  <a:pt x="557666" y="90387"/>
                </a:lnTo>
                <a:lnTo>
                  <a:pt x="559392" y="89956"/>
                </a:lnTo>
                <a:lnTo>
                  <a:pt x="561078" y="89501"/>
                </a:lnTo>
                <a:lnTo>
                  <a:pt x="562726" y="89023"/>
                </a:lnTo>
                <a:lnTo>
                  <a:pt x="564334" y="88522"/>
                </a:lnTo>
                <a:lnTo>
                  <a:pt x="565904" y="87997"/>
                </a:lnTo>
                <a:lnTo>
                  <a:pt x="567435" y="87448"/>
                </a:lnTo>
                <a:lnTo>
                  <a:pt x="568927" y="86876"/>
                </a:lnTo>
                <a:lnTo>
                  <a:pt x="570380" y="86281"/>
                </a:lnTo>
                <a:lnTo>
                  <a:pt x="571794" y="85662"/>
                </a:lnTo>
                <a:lnTo>
                  <a:pt x="573170" y="85020"/>
                </a:lnTo>
                <a:lnTo>
                  <a:pt x="574506" y="84354"/>
                </a:lnTo>
                <a:lnTo>
                  <a:pt x="575804" y="83665"/>
                </a:lnTo>
                <a:lnTo>
                  <a:pt x="577062" y="82953"/>
                </a:lnTo>
                <a:lnTo>
                  <a:pt x="578282" y="82217"/>
                </a:lnTo>
                <a:lnTo>
                  <a:pt x="579463" y="81457"/>
                </a:lnTo>
                <a:lnTo>
                  <a:pt x="580605" y="80675"/>
                </a:lnTo>
                <a:lnTo>
                  <a:pt x="581708" y="79868"/>
                </a:lnTo>
                <a:lnTo>
                  <a:pt x="582772" y="79038"/>
                </a:lnTo>
                <a:lnTo>
                  <a:pt x="583797" y="78185"/>
                </a:lnTo>
                <a:lnTo>
                  <a:pt x="584783" y="77309"/>
                </a:lnTo>
                <a:lnTo>
                  <a:pt x="585731" y="76409"/>
                </a:lnTo>
                <a:lnTo>
                  <a:pt x="586639" y="75485"/>
                </a:lnTo>
                <a:lnTo>
                  <a:pt x="587509" y="74538"/>
                </a:lnTo>
                <a:lnTo>
                  <a:pt x="588341" y="73572"/>
                </a:lnTo>
                <a:lnTo>
                  <a:pt x="589138" y="72592"/>
                </a:lnTo>
                <a:lnTo>
                  <a:pt x="589900" y="71597"/>
                </a:lnTo>
                <a:lnTo>
                  <a:pt x="590626" y="70588"/>
                </a:lnTo>
                <a:lnTo>
                  <a:pt x="591317" y="69565"/>
                </a:lnTo>
                <a:lnTo>
                  <a:pt x="591972" y="68528"/>
                </a:lnTo>
                <a:lnTo>
                  <a:pt x="592592" y="67476"/>
                </a:lnTo>
                <a:lnTo>
                  <a:pt x="593176" y="66409"/>
                </a:lnTo>
                <a:lnTo>
                  <a:pt x="593725" y="65329"/>
                </a:lnTo>
                <a:lnTo>
                  <a:pt x="594239" y="64234"/>
                </a:lnTo>
                <a:lnTo>
                  <a:pt x="594717" y="63125"/>
                </a:lnTo>
                <a:lnTo>
                  <a:pt x="595160" y="62001"/>
                </a:lnTo>
                <a:lnTo>
                  <a:pt x="595567" y="60863"/>
                </a:lnTo>
                <a:lnTo>
                  <a:pt x="595939" y="59711"/>
                </a:lnTo>
                <a:lnTo>
                  <a:pt x="596276" y="58544"/>
                </a:lnTo>
                <a:lnTo>
                  <a:pt x="596577" y="57363"/>
                </a:lnTo>
                <a:lnTo>
                  <a:pt x="596843" y="56168"/>
                </a:lnTo>
                <a:lnTo>
                  <a:pt x="597073" y="54958"/>
                </a:lnTo>
                <a:lnTo>
                  <a:pt x="597268" y="53734"/>
                </a:lnTo>
                <a:lnTo>
                  <a:pt x="597427" y="52495"/>
                </a:lnTo>
                <a:lnTo>
                  <a:pt x="597551" y="51243"/>
                </a:lnTo>
                <a:lnTo>
                  <a:pt x="597640" y="49976"/>
                </a:lnTo>
                <a:lnTo>
                  <a:pt x="597693" y="48694"/>
                </a:lnTo>
                <a:lnTo>
                  <a:pt x="597710" y="47398"/>
                </a:lnTo>
                <a:lnTo>
                  <a:pt x="597695" y="46186"/>
                </a:lnTo>
                <a:lnTo>
                  <a:pt x="597648" y="44988"/>
                </a:lnTo>
                <a:lnTo>
                  <a:pt x="597571" y="43804"/>
                </a:lnTo>
                <a:lnTo>
                  <a:pt x="597462" y="42635"/>
                </a:lnTo>
                <a:lnTo>
                  <a:pt x="597322" y="41479"/>
                </a:lnTo>
                <a:lnTo>
                  <a:pt x="597151" y="40338"/>
                </a:lnTo>
                <a:lnTo>
                  <a:pt x="596949" y="39210"/>
                </a:lnTo>
                <a:lnTo>
                  <a:pt x="596716" y="38097"/>
                </a:lnTo>
                <a:lnTo>
                  <a:pt x="596452" y="36998"/>
                </a:lnTo>
                <a:lnTo>
                  <a:pt x="596157" y="35912"/>
                </a:lnTo>
                <a:lnTo>
                  <a:pt x="595830" y="34842"/>
                </a:lnTo>
                <a:lnTo>
                  <a:pt x="595473" y="33785"/>
                </a:lnTo>
                <a:lnTo>
                  <a:pt x="595085" y="32742"/>
                </a:lnTo>
                <a:lnTo>
                  <a:pt x="594665" y="31713"/>
                </a:lnTo>
                <a:lnTo>
                  <a:pt x="594214" y="30699"/>
                </a:lnTo>
                <a:lnTo>
                  <a:pt x="593733" y="29698"/>
                </a:lnTo>
                <a:lnTo>
                  <a:pt x="593220" y="28712"/>
                </a:lnTo>
                <a:lnTo>
                  <a:pt x="592676" y="27740"/>
                </a:lnTo>
                <a:lnTo>
                  <a:pt x="592101" y="26782"/>
                </a:lnTo>
                <a:lnTo>
                  <a:pt x="591495" y="25838"/>
                </a:lnTo>
                <a:lnTo>
                  <a:pt x="590858" y="24908"/>
                </a:lnTo>
                <a:lnTo>
                  <a:pt x="590190" y="23992"/>
                </a:lnTo>
                <a:lnTo>
                  <a:pt x="589491" y="23091"/>
                </a:lnTo>
                <a:lnTo>
                  <a:pt x="588760" y="22203"/>
                </a:lnTo>
                <a:lnTo>
                  <a:pt x="588008" y="21334"/>
                </a:lnTo>
                <a:lnTo>
                  <a:pt x="587242" y="20487"/>
                </a:lnTo>
                <a:lnTo>
                  <a:pt x="586462" y="19664"/>
                </a:lnTo>
                <a:lnTo>
                  <a:pt x="585669" y="18864"/>
                </a:lnTo>
                <a:lnTo>
                  <a:pt x="584863" y="18087"/>
                </a:lnTo>
                <a:lnTo>
                  <a:pt x="584043" y="17333"/>
                </a:lnTo>
                <a:lnTo>
                  <a:pt x="583209" y="16601"/>
                </a:lnTo>
                <a:lnTo>
                  <a:pt x="582363" y="15893"/>
                </a:lnTo>
                <a:lnTo>
                  <a:pt x="581502" y="15208"/>
                </a:lnTo>
                <a:lnTo>
                  <a:pt x="580628" y="14546"/>
                </a:lnTo>
                <a:lnTo>
                  <a:pt x="579741" y="13907"/>
                </a:lnTo>
                <a:lnTo>
                  <a:pt x="578840" y="13291"/>
                </a:lnTo>
                <a:lnTo>
                  <a:pt x="577926" y="12698"/>
                </a:lnTo>
                <a:lnTo>
                  <a:pt x="576998" y="12128"/>
                </a:lnTo>
                <a:lnTo>
                  <a:pt x="576057" y="11581"/>
                </a:lnTo>
                <a:lnTo>
                  <a:pt x="575102" y="11057"/>
                </a:lnTo>
                <a:lnTo>
                  <a:pt x="574134" y="10556"/>
                </a:lnTo>
                <a:lnTo>
                  <a:pt x="573153" y="10078"/>
                </a:lnTo>
                <a:lnTo>
                  <a:pt x="572158" y="9623"/>
                </a:lnTo>
                <a:lnTo>
                  <a:pt x="571149" y="9192"/>
                </a:lnTo>
                <a:lnTo>
                  <a:pt x="570127" y="8783"/>
                </a:lnTo>
                <a:lnTo>
                  <a:pt x="569091" y="8397"/>
                </a:lnTo>
                <a:lnTo>
                  <a:pt x="568042" y="8034"/>
                </a:lnTo>
                <a:lnTo>
                  <a:pt x="566980" y="7694"/>
                </a:lnTo>
                <a:lnTo>
                  <a:pt x="565886" y="7373"/>
                </a:lnTo>
                <a:lnTo>
                  <a:pt x="564743" y="7065"/>
                </a:lnTo>
                <a:lnTo>
                  <a:pt x="563550" y="6771"/>
                </a:lnTo>
                <a:lnTo>
                  <a:pt x="562308" y="6491"/>
                </a:lnTo>
                <a:lnTo>
                  <a:pt x="561017" y="6224"/>
                </a:lnTo>
                <a:lnTo>
                  <a:pt x="559677" y="5971"/>
                </a:lnTo>
                <a:lnTo>
                  <a:pt x="558287" y="5732"/>
                </a:lnTo>
                <a:lnTo>
                  <a:pt x="556848" y="5506"/>
                </a:lnTo>
                <a:lnTo>
                  <a:pt x="555359" y="5294"/>
                </a:lnTo>
                <a:lnTo>
                  <a:pt x="553821" y="5096"/>
                </a:lnTo>
                <a:lnTo>
                  <a:pt x="552234" y="4911"/>
                </a:lnTo>
                <a:lnTo>
                  <a:pt x="550598" y="4740"/>
                </a:lnTo>
                <a:lnTo>
                  <a:pt x="548912" y="4583"/>
                </a:lnTo>
                <a:lnTo>
                  <a:pt x="547177" y="4439"/>
                </a:lnTo>
                <a:lnTo>
                  <a:pt x="545392" y="4309"/>
                </a:lnTo>
                <a:lnTo>
                  <a:pt x="543558" y="4193"/>
                </a:lnTo>
                <a:lnTo>
                  <a:pt x="541675" y="4090"/>
                </a:lnTo>
                <a:lnTo>
                  <a:pt x="539743" y="4001"/>
                </a:lnTo>
                <a:lnTo>
                  <a:pt x="537761" y="3926"/>
                </a:lnTo>
                <a:lnTo>
                  <a:pt x="535730" y="3865"/>
                </a:lnTo>
                <a:lnTo>
                  <a:pt x="533649" y="3817"/>
                </a:lnTo>
                <a:lnTo>
                  <a:pt x="531519" y="3783"/>
                </a:lnTo>
                <a:lnTo>
                  <a:pt x="529340" y="3762"/>
                </a:lnTo>
                <a:lnTo>
                  <a:pt x="527112" y="3755"/>
                </a:lnTo>
                <a:lnTo>
                  <a:pt x="465275" y="3755"/>
                </a:lnTo>
                <a:lnTo>
                  <a:pt x="465275" y="8512"/>
                </a:lnTo>
                <a:lnTo>
                  <a:pt x="471659" y="8512"/>
                </a:lnTo>
                <a:lnTo>
                  <a:pt x="472454" y="8521"/>
                </a:lnTo>
                <a:lnTo>
                  <a:pt x="473232" y="8550"/>
                </a:lnTo>
                <a:lnTo>
                  <a:pt x="473994" y="8598"/>
                </a:lnTo>
                <a:lnTo>
                  <a:pt x="474740" y="8664"/>
                </a:lnTo>
                <a:lnTo>
                  <a:pt x="475468" y="8750"/>
                </a:lnTo>
                <a:lnTo>
                  <a:pt x="476181" y="8854"/>
                </a:lnTo>
                <a:lnTo>
                  <a:pt x="476877" y="8978"/>
                </a:lnTo>
                <a:lnTo>
                  <a:pt x="477556" y="9121"/>
                </a:lnTo>
                <a:lnTo>
                  <a:pt x="478219" y="9283"/>
                </a:lnTo>
                <a:lnTo>
                  <a:pt x="478865" y="9463"/>
                </a:lnTo>
                <a:lnTo>
                  <a:pt x="479495" y="9663"/>
                </a:lnTo>
                <a:lnTo>
                  <a:pt x="480108" y="9882"/>
                </a:lnTo>
                <a:lnTo>
                  <a:pt x="480705" y="10120"/>
                </a:lnTo>
                <a:lnTo>
                  <a:pt x="481285" y="10377"/>
                </a:lnTo>
                <a:lnTo>
                  <a:pt x="481849" y="10653"/>
                </a:lnTo>
                <a:lnTo>
                  <a:pt x="482396" y="10948"/>
                </a:lnTo>
                <a:lnTo>
                  <a:pt x="482927" y="11262"/>
                </a:lnTo>
                <a:lnTo>
                  <a:pt x="483441" y="11595"/>
                </a:lnTo>
                <a:lnTo>
                  <a:pt x="483939" y="11947"/>
                </a:lnTo>
                <a:lnTo>
                  <a:pt x="484420" y="12318"/>
                </a:lnTo>
                <a:lnTo>
                  <a:pt x="484884" y="12708"/>
                </a:lnTo>
                <a:lnTo>
                  <a:pt x="485333" y="13117"/>
                </a:lnTo>
                <a:lnTo>
                  <a:pt x="485764" y="13545"/>
                </a:lnTo>
                <a:lnTo>
                  <a:pt x="486179" y="13992"/>
                </a:lnTo>
                <a:lnTo>
                  <a:pt x="486465" y="14335"/>
                </a:lnTo>
                <a:lnTo>
                  <a:pt x="486739" y="14720"/>
                </a:lnTo>
                <a:lnTo>
                  <a:pt x="487001" y="15146"/>
                </a:lnTo>
                <a:lnTo>
                  <a:pt x="487250" y="15615"/>
                </a:lnTo>
                <a:lnTo>
                  <a:pt x="487487" y="16125"/>
                </a:lnTo>
                <a:lnTo>
                  <a:pt x="487713" y="16678"/>
                </a:lnTo>
                <a:lnTo>
                  <a:pt x="487926" y="17272"/>
                </a:lnTo>
                <a:lnTo>
                  <a:pt x="488126" y="17909"/>
                </a:lnTo>
                <a:lnTo>
                  <a:pt x="488315" y="18587"/>
                </a:lnTo>
                <a:lnTo>
                  <a:pt x="488492" y="19307"/>
                </a:lnTo>
                <a:lnTo>
                  <a:pt x="488656" y="20070"/>
                </a:lnTo>
                <a:lnTo>
                  <a:pt x="488808" y="20874"/>
                </a:lnTo>
                <a:lnTo>
                  <a:pt x="488948" y="21720"/>
                </a:lnTo>
                <a:lnTo>
                  <a:pt x="489076" y="22608"/>
                </a:lnTo>
                <a:lnTo>
                  <a:pt x="489191" y="23538"/>
                </a:lnTo>
                <a:lnTo>
                  <a:pt x="489295" y="24510"/>
                </a:lnTo>
                <a:lnTo>
                  <a:pt x="489386" y="25524"/>
                </a:lnTo>
                <a:lnTo>
                  <a:pt x="489465" y="26580"/>
                </a:lnTo>
                <a:lnTo>
                  <a:pt x="489532" y="27678"/>
                </a:lnTo>
                <a:lnTo>
                  <a:pt x="489587" y="28818"/>
                </a:lnTo>
                <a:lnTo>
                  <a:pt x="489629" y="30000"/>
                </a:lnTo>
                <a:lnTo>
                  <a:pt x="489660" y="31224"/>
                </a:lnTo>
                <a:lnTo>
                  <a:pt x="489678" y="32490"/>
                </a:lnTo>
                <a:lnTo>
                  <a:pt x="489684" y="33797"/>
                </a:lnTo>
                <a:lnTo>
                  <a:pt x="489684" y="143451"/>
                </a:lnTo>
                <a:lnTo>
                  <a:pt x="489680" y="144637"/>
                </a:lnTo>
                <a:lnTo>
                  <a:pt x="489666" y="145786"/>
                </a:lnTo>
                <a:lnTo>
                  <a:pt x="489643" y="146898"/>
                </a:lnTo>
                <a:lnTo>
                  <a:pt x="489611" y="147973"/>
                </a:lnTo>
                <a:lnTo>
                  <a:pt x="489570" y="149012"/>
                </a:lnTo>
                <a:lnTo>
                  <a:pt x="489520" y="150014"/>
                </a:lnTo>
                <a:lnTo>
                  <a:pt x="489461" y="150979"/>
                </a:lnTo>
                <a:lnTo>
                  <a:pt x="489392" y="151908"/>
                </a:lnTo>
                <a:lnTo>
                  <a:pt x="489314" y="152799"/>
                </a:lnTo>
                <a:lnTo>
                  <a:pt x="489228" y="153654"/>
                </a:lnTo>
                <a:lnTo>
                  <a:pt x="489132" y="154472"/>
                </a:lnTo>
                <a:lnTo>
                  <a:pt x="489027" y="155254"/>
                </a:lnTo>
                <a:lnTo>
                  <a:pt x="488913" y="155998"/>
                </a:lnTo>
                <a:lnTo>
                  <a:pt x="488790" y="156706"/>
                </a:lnTo>
                <a:lnTo>
                  <a:pt x="488657" y="157377"/>
                </a:lnTo>
                <a:lnTo>
                  <a:pt x="488516" y="158011"/>
                </a:lnTo>
                <a:lnTo>
                  <a:pt x="488365" y="158609"/>
                </a:lnTo>
                <a:lnTo>
                  <a:pt x="488206" y="159170"/>
                </a:lnTo>
                <a:lnTo>
                  <a:pt x="488037" y="159693"/>
                </a:lnTo>
                <a:lnTo>
                  <a:pt x="487859" y="160181"/>
                </a:lnTo>
                <a:lnTo>
                  <a:pt x="487672" y="160631"/>
                </a:lnTo>
                <a:lnTo>
                  <a:pt x="487475" y="161045"/>
                </a:lnTo>
                <a:lnTo>
                  <a:pt x="487270" y="161422"/>
                </a:lnTo>
                <a:lnTo>
                  <a:pt x="487055" y="161762"/>
                </a:lnTo>
                <a:lnTo>
                  <a:pt x="486659" y="162331"/>
                </a:lnTo>
                <a:lnTo>
                  <a:pt x="486241" y="162876"/>
                </a:lnTo>
                <a:lnTo>
                  <a:pt x="485802" y="163396"/>
                </a:lnTo>
                <a:lnTo>
                  <a:pt x="485341" y="163893"/>
                </a:lnTo>
                <a:lnTo>
                  <a:pt x="484859" y="164365"/>
                </a:lnTo>
                <a:lnTo>
                  <a:pt x="484356" y="164813"/>
                </a:lnTo>
                <a:lnTo>
                  <a:pt x="483832" y="165237"/>
                </a:lnTo>
                <a:lnTo>
                  <a:pt x="483286" y="165637"/>
                </a:lnTo>
                <a:lnTo>
                  <a:pt x="482719" y="166012"/>
                </a:lnTo>
                <a:lnTo>
                  <a:pt x="482131" y="166363"/>
                </a:lnTo>
                <a:lnTo>
                  <a:pt x="481521" y="166690"/>
                </a:lnTo>
                <a:lnTo>
                  <a:pt x="480891" y="166993"/>
                </a:lnTo>
                <a:lnTo>
                  <a:pt x="480238" y="167271"/>
                </a:lnTo>
                <a:lnTo>
                  <a:pt x="479565" y="167526"/>
                </a:lnTo>
                <a:lnTo>
                  <a:pt x="478870" y="167756"/>
                </a:lnTo>
                <a:lnTo>
                  <a:pt x="478154" y="167961"/>
                </a:lnTo>
                <a:lnTo>
                  <a:pt x="477417" y="168143"/>
                </a:lnTo>
                <a:lnTo>
                  <a:pt x="476658" y="168300"/>
                </a:lnTo>
                <a:lnTo>
                  <a:pt x="475878" y="168434"/>
                </a:lnTo>
                <a:lnTo>
                  <a:pt x="475077" y="168543"/>
                </a:lnTo>
                <a:lnTo>
                  <a:pt x="474254" y="168627"/>
                </a:lnTo>
                <a:lnTo>
                  <a:pt x="473410" y="168688"/>
                </a:lnTo>
                <a:lnTo>
                  <a:pt x="472545" y="168724"/>
                </a:lnTo>
                <a:lnTo>
                  <a:pt x="471659" y="168736"/>
                </a:lnTo>
                <a:lnTo>
                  <a:pt x="465275" y="168736"/>
                </a:lnTo>
                <a:lnTo>
                  <a:pt x="465275" y="173493"/>
                </a:lnTo>
                <a:lnTo>
                  <a:pt x="538002" y="173493"/>
                </a:lnTo>
                <a:lnTo>
                  <a:pt x="538002" y="168736"/>
                </a:lnTo>
                <a:lnTo>
                  <a:pt x="531368" y="168736"/>
                </a:lnTo>
                <a:lnTo>
                  <a:pt x="530583" y="168727"/>
                </a:lnTo>
                <a:lnTo>
                  <a:pt x="529815" y="168698"/>
                </a:lnTo>
                <a:lnTo>
                  <a:pt x="529064" y="168651"/>
                </a:lnTo>
                <a:lnTo>
                  <a:pt x="528329" y="168584"/>
                </a:lnTo>
                <a:lnTo>
                  <a:pt x="527610" y="168499"/>
                </a:lnTo>
                <a:lnTo>
                  <a:pt x="526908" y="168394"/>
                </a:lnTo>
                <a:lnTo>
                  <a:pt x="526223" y="168270"/>
                </a:lnTo>
                <a:lnTo>
                  <a:pt x="525554" y="168127"/>
                </a:lnTo>
                <a:lnTo>
                  <a:pt x="524901" y="167966"/>
                </a:lnTo>
                <a:lnTo>
                  <a:pt x="524266" y="167785"/>
                </a:lnTo>
                <a:lnTo>
                  <a:pt x="523646" y="167585"/>
                </a:lnTo>
                <a:lnTo>
                  <a:pt x="523043" y="167366"/>
                </a:lnTo>
                <a:lnTo>
                  <a:pt x="522457" y="167128"/>
                </a:lnTo>
                <a:lnTo>
                  <a:pt x="521887" y="166872"/>
                </a:lnTo>
                <a:lnTo>
                  <a:pt x="521334" y="166596"/>
                </a:lnTo>
                <a:lnTo>
                  <a:pt x="520797" y="166301"/>
                </a:lnTo>
                <a:lnTo>
                  <a:pt x="520277" y="165987"/>
                </a:lnTo>
                <a:lnTo>
                  <a:pt x="519773" y="165654"/>
                </a:lnTo>
                <a:lnTo>
                  <a:pt x="519286" y="165302"/>
                </a:lnTo>
                <a:lnTo>
                  <a:pt x="518815" y="164931"/>
                </a:lnTo>
                <a:lnTo>
                  <a:pt x="518361" y="164540"/>
                </a:lnTo>
                <a:lnTo>
                  <a:pt x="517923" y="164131"/>
                </a:lnTo>
                <a:lnTo>
                  <a:pt x="517502" y="163703"/>
                </a:lnTo>
                <a:lnTo>
                  <a:pt x="517098" y="163256"/>
                </a:lnTo>
                <a:lnTo>
                  <a:pt x="516812" y="162913"/>
                </a:lnTo>
                <a:lnTo>
                  <a:pt x="516538" y="162529"/>
                </a:lnTo>
                <a:lnTo>
                  <a:pt x="516276" y="162102"/>
                </a:lnTo>
                <a:lnTo>
                  <a:pt x="516027" y="161633"/>
                </a:lnTo>
                <a:lnTo>
                  <a:pt x="515789" y="161123"/>
                </a:lnTo>
                <a:lnTo>
                  <a:pt x="515564" y="160570"/>
                </a:lnTo>
                <a:lnTo>
                  <a:pt x="515351" y="159976"/>
                </a:lnTo>
                <a:lnTo>
                  <a:pt x="515150" y="159340"/>
                </a:lnTo>
                <a:lnTo>
                  <a:pt x="514962" y="158661"/>
                </a:lnTo>
                <a:lnTo>
                  <a:pt x="514785" y="157941"/>
                </a:lnTo>
                <a:lnTo>
                  <a:pt x="514621" y="157179"/>
                </a:lnTo>
                <a:lnTo>
                  <a:pt x="514469" y="156374"/>
                </a:lnTo>
                <a:lnTo>
                  <a:pt x="514329" y="155528"/>
                </a:lnTo>
                <a:lnTo>
                  <a:pt x="514201" y="154640"/>
                </a:lnTo>
                <a:lnTo>
                  <a:pt x="514086" y="153710"/>
                </a:lnTo>
                <a:lnTo>
                  <a:pt x="513982" y="152738"/>
                </a:lnTo>
                <a:lnTo>
                  <a:pt x="513891" y="151724"/>
                </a:lnTo>
                <a:lnTo>
                  <a:pt x="513812" y="150668"/>
                </a:lnTo>
                <a:lnTo>
                  <a:pt x="513745" y="149570"/>
                </a:lnTo>
                <a:lnTo>
                  <a:pt x="513690" y="148430"/>
                </a:lnTo>
                <a:lnTo>
                  <a:pt x="513647" y="147248"/>
                </a:lnTo>
                <a:lnTo>
                  <a:pt x="513617" y="146024"/>
                </a:lnTo>
                <a:lnTo>
                  <a:pt x="513599" y="144759"/>
                </a:lnTo>
                <a:lnTo>
                  <a:pt x="513593" y="143451"/>
                </a:lnTo>
                <a:lnTo>
                  <a:pt x="513593" y="94132"/>
                </a:lnTo>
                <a:lnTo>
                  <a:pt x="513759" y="94142"/>
                </a:lnTo>
                <a:lnTo>
                  <a:pt x="513926" y="94152"/>
                </a:lnTo>
                <a:lnTo>
                  <a:pt x="514091" y="94162"/>
                </a:lnTo>
                <a:lnTo>
                  <a:pt x="514257" y="94172"/>
                </a:lnTo>
                <a:lnTo>
                  <a:pt x="514422" y="94181"/>
                </a:lnTo>
                <a:lnTo>
                  <a:pt x="514586" y="94191"/>
                </a:lnTo>
                <a:lnTo>
                  <a:pt x="514750" y="94200"/>
                </a:lnTo>
                <a:lnTo>
                  <a:pt x="514914" y="94208"/>
                </a:lnTo>
                <a:lnTo>
                  <a:pt x="515077" y="94217"/>
                </a:lnTo>
                <a:lnTo>
                  <a:pt x="515240" y="94225"/>
                </a:lnTo>
                <a:lnTo>
                  <a:pt x="515402" y="94233"/>
                </a:lnTo>
                <a:lnTo>
                  <a:pt x="515564" y="94241"/>
                </a:lnTo>
                <a:lnTo>
                  <a:pt x="515726" y="94249"/>
                </a:lnTo>
                <a:lnTo>
                  <a:pt x="515887" y="94257"/>
                </a:lnTo>
                <a:lnTo>
                  <a:pt x="516047" y="94264"/>
                </a:lnTo>
                <a:lnTo>
                  <a:pt x="516207" y="94271"/>
                </a:lnTo>
                <a:lnTo>
                  <a:pt x="516367" y="94278"/>
                </a:lnTo>
                <a:lnTo>
                  <a:pt x="516526" y="94284"/>
                </a:lnTo>
                <a:lnTo>
                  <a:pt x="516685" y="94291"/>
                </a:lnTo>
                <a:lnTo>
                  <a:pt x="516844" y="94297"/>
                </a:lnTo>
                <a:lnTo>
                  <a:pt x="517002" y="94303"/>
                </a:lnTo>
                <a:lnTo>
                  <a:pt x="517159" y="94309"/>
                </a:lnTo>
                <a:lnTo>
                  <a:pt x="517316" y="94314"/>
                </a:lnTo>
                <a:lnTo>
                  <a:pt x="517473" y="94320"/>
                </a:lnTo>
                <a:lnTo>
                  <a:pt x="517629" y="94325"/>
                </a:lnTo>
                <a:lnTo>
                  <a:pt x="517784" y="94330"/>
                </a:lnTo>
                <a:lnTo>
                  <a:pt x="517939" y="94334"/>
                </a:lnTo>
                <a:lnTo>
                  <a:pt x="518092" y="94339"/>
                </a:lnTo>
                <a:lnTo>
                  <a:pt x="518245" y="94343"/>
                </a:lnTo>
                <a:lnTo>
                  <a:pt x="518396" y="94347"/>
                </a:lnTo>
                <a:lnTo>
                  <a:pt x="518547" y="94351"/>
                </a:lnTo>
                <a:lnTo>
                  <a:pt x="518697" y="94354"/>
                </a:lnTo>
                <a:lnTo>
                  <a:pt x="518846" y="94358"/>
                </a:lnTo>
                <a:lnTo>
                  <a:pt x="518994" y="94361"/>
                </a:lnTo>
                <a:lnTo>
                  <a:pt x="519142" y="94364"/>
                </a:lnTo>
                <a:lnTo>
                  <a:pt x="519288" y="94367"/>
                </a:lnTo>
                <a:lnTo>
                  <a:pt x="519434" y="94369"/>
                </a:lnTo>
                <a:lnTo>
                  <a:pt x="519578" y="94371"/>
                </a:lnTo>
                <a:lnTo>
                  <a:pt x="519722" y="94373"/>
                </a:lnTo>
                <a:lnTo>
                  <a:pt x="519865" y="94375"/>
                </a:lnTo>
                <a:lnTo>
                  <a:pt x="520007" y="94377"/>
                </a:lnTo>
                <a:lnTo>
                  <a:pt x="520149" y="94378"/>
                </a:lnTo>
                <a:lnTo>
                  <a:pt x="520289" y="94379"/>
                </a:lnTo>
                <a:lnTo>
                  <a:pt x="520429" y="94380"/>
                </a:lnTo>
                <a:lnTo>
                  <a:pt x="520567" y="94381"/>
                </a:lnTo>
                <a:lnTo>
                  <a:pt x="520705" y="94382"/>
                </a:lnTo>
                <a:lnTo>
                  <a:pt x="520842" y="94382"/>
                </a:lnTo>
                <a:lnTo>
                  <a:pt x="520978" y="94382"/>
                </a:lnTo>
                <a:lnTo>
                  <a:pt x="521316" y="94382"/>
                </a:lnTo>
                <a:lnTo>
                  <a:pt x="521662" y="94380"/>
                </a:lnTo>
                <a:lnTo>
                  <a:pt x="522017" y="94378"/>
                </a:lnTo>
                <a:lnTo>
                  <a:pt x="522379" y="94375"/>
                </a:lnTo>
                <a:lnTo>
                  <a:pt x="522750" y="94371"/>
                </a:lnTo>
                <a:lnTo>
                  <a:pt x="523129" y="94367"/>
                </a:lnTo>
                <a:lnTo>
                  <a:pt x="523517" y="94361"/>
                </a:lnTo>
                <a:lnTo>
                  <a:pt x="523913" y="94354"/>
                </a:lnTo>
                <a:lnTo>
                  <a:pt x="524317" y="94347"/>
                </a:lnTo>
                <a:lnTo>
                  <a:pt x="524729" y="94339"/>
                </a:lnTo>
                <a:lnTo>
                  <a:pt x="525149" y="94330"/>
                </a:lnTo>
                <a:lnTo>
                  <a:pt x="525578" y="94320"/>
                </a:lnTo>
                <a:lnTo>
                  <a:pt x="526015" y="94309"/>
                </a:lnTo>
                <a:lnTo>
                  <a:pt x="526460" y="94297"/>
                </a:lnTo>
                <a:lnTo>
                  <a:pt x="526914" y="94284"/>
                </a:lnTo>
                <a:lnTo>
                  <a:pt x="527376" y="94271"/>
                </a:lnTo>
                <a:lnTo>
                  <a:pt x="527846" y="94257"/>
                </a:lnTo>
                <a:lnTo>
                  <a:pt x="528324" y="94241"/>
                </a:lnTo>
                <a:lnTo>
                  <a:pt x="528811" y="94225"/>
                </a:lnTo>
                <a:lnTo>
                  <a:pt x="529306" y="94208"/>
                </a:lnTo>
                <a:lnTo>
                  <a:pt x="529809" y="94191"/>
                </a:lnTo>
                <a:lnTo>
                  <a:pt x="530320" y="94172"/>
                </a:lnTo>
                <a:lnTo>
                  <a:pt x="530840" y="94152"/>
                </a:lnTo>
                <a:lnTo>
                  <a:pt x="531368" y="94132"/>
                </a:lnTo>
                <a:lnTo>
                  <a:pt x="588823" y="173493"/>
                </a:lnTo>
                <a:lnTo>
                  <a:pt x="633888" y="173493"/>
                </a:lnTo>
                <a:lnTo>
                  <a:pt x="634137" y="173493"/>
                </a:lnTo>
                <a:lnTo>
                  <a:pt x="687338" y="173493"/>
                </a:lnTo>
                <a:close/>
                <a:moveTo>
                  <a:pt x="716879" y="38804"/>
                </a:moveTo>
                <a:lnTo>
                  <a:pt x="745670" y="107400"/>
                </a:lnTo>
                <a:lnTo>
                  <a:pt x="687338" y="107400"/>
                </a:lnTo>
                <a:lnTo>
                  <a:pt x="716879" y="38804"/>
                </a:lnTo>
                <a:close/>
                <a:moveTo>
                  <a:pt x="515622" y="15372"/>
                </a:moveTo>
                <a:lnTo>
                  <a:pt x="516611" y="15185"/>
                </a:lnTo>
                <a:lnTo>
                  <a:pt x="517581" y="15007"/>
                </a:lnTo>
                <a:lnTo>
                  <a:pt x="518533" y="14838"/>
                </a:lnTo>
                <a:lnTo>
                  <a:pt x="519468" y="14677"/>
                </a:lnTo>
                <a:lnTo>
                  <a:pt x="520385" y="14525"/>
                </a:lnTo>
                <a:lnTo>
                  <a:pt x="521284" y="14381"/>
                </a:lnTo>
                <a:lnTo>
                  <a:pt x="522165" y="14247"/>
                </a:lnTo>
                <a:lnTo>
                  <a:pt x="523029" y="14120"/>
                </a:lnTo>
                <a:lnTo>
                  <a:pt x="523874" y="14003"/>
                </a:lnTo>
                <a:lnTo>
                  <a:pt x="524702" y="13894"/>
                </a:lnTo>
                <a:lnTo>
                  <a:pt x="525512" y="13794"/>
                </a:lnTo>
                <a:lnTo>
                  <a:pt x="526304" y="13703"/>
                </a:lnTo>
                <a:lnTo>
                  <a:pt x="527078" y="13621"/>
                </a:lnTo>
                <a:lnTo>
                  <a:pt x="527835" y="13547"/>
                </a:lnTo>
                <a:lnTo>
                  <a:pt x="528573" y="13482"/>
                </a:lnTo>
                <a:lnTo>
                  <a:pt x="529294" y="13425"/>
                </a:lnTo>
                <a:lnTo>
                  <a:pt x="529997" y="13377"/>
                </a:lnTo>
                <a:lnTo>
                  <a:pt x="530683" y="13338"/>
                </a:lnTo>
                <a:lnTo>
                  <a:pt x="531350" y="13308"/>
                </a:lnTo>
                <a:lnTo>
                  <a:pt x="532000" y="13286"/>
                </a:lnTo>
                <a:lnTo>
                  <a:pt x="532631" y="13273"/>
                </a:lnTo>
                <a:lnTo>
                  <a:pt x="533245" y="13269"/>
                </a:lnTo>
                <a:lnTo>
                  <a:pt x="534600" y="13286"/>
                </a:lnTo>
                <a:lnTo>
                  <a:pt x="535933" y="13338"/>
                </a:lnTo>
                <a:lnTo>
                  <a:pt x="537244" y="13424"/>
                </a:lnTo>
                <a:lnTo>
                  <a:pt x="538532" y="13545"/>
                </a:lnTo>
                <a:lnTo>
                  <a:pt x="539798" y="13700"/>
                </a:lnTo>
                <a:lnTo>
                  <a:pt x="541041" y="13890"/>
                </a:lnTo>
                <a:lnTo>
                  <a:pt x="542262" y="14114"/>
                </a:lnTo>
                <a:lnTo>
                  <a:pt x="543461" y="14373"/>
                </a:lnTo>
                <a:lnTo>
                  <a:pt x="544637" y="14666"/>
                </a:lnTo>
                <a:lnTo>
                  <a:pt x="545791" y="14994"/>
                </a:lnTo>
                <a:lnTo>
                  <a:pt x="546922" y="15356"/>
                </a:lnTo>
                <a:lnTo>
                  <a:pt x="548032" y="15753"/>
                </a:lnTo>
                <a:lnTo>
                  <a:pt x="549118" y="16184"/>
                </a:lnTo>
                <a:lnTo>
                  <a:pt x="550183" y="16650"/>
                </a:lnTo>
                <a:lnTo>
                  <a:pt x="551224" y="17150"/>
                </a:lnTo>
                <a:lnTo>
                  <a:pt x="552244" y="17684"/>
                </a:lnTo>
                <a:lnTo>
                  <a:pt x="553241" y="18254"/>
                </a:lnTo>
                <a:lnTo>
                  <a:pt x="554216" y="18857"/>
                </a:lnTo>
                <a:lnTo>
                  <a:pt x="555168" y="19496"/>
                </a:lnTo>
                <a:lnTo>
                  <a:pt x="556098" y="20168"/>
                </a:lnTo>
                <a:lnTo>
                  <a:pt x="557006" y="20876"/>
                </a:lnTo>
                <a:lnTo>
                  <a:pt x="557891" y="21617"/>
                </a:lnTo>
                <a:lnTo>
                  <a:pt x="558754" y="22394"/>
                </a:lnTo>
                <a:lnTo>
                  <a:pt x="559595" y="23204"/>
                </a:lnTo>
                <a:lnTo>
                  <a:pt x="560407" y="24042"/>
                </a:lnTo>
                <a:lnTo>
                  <a:pt x="561184" y="24901"/>
                </a:lnTo>
                <a:lnTo>
                  <a:pt x="561927" y="25780"/>
                </a:lnTo>
                <a:lnTo>
                  <a:pt x="562635" y="26680"/>
                </a:lnTo>
                <a:lnTo>
                  <a:pt x="563309" y="27600"/>
                </a:lnTo>
                <a:lnTo>
                  <a:pt x="563948" y="28541"/>
                </a:lnTo>
                <a:lnTo>
                  <a:pt x="564553" y="29503"/>
                </a:lnTo>
                <a:lnTo>
                  <a:pt x="565123" y="30485"/>
                </a:lnTo>
                <a:lnTo>
                  <a:pt x="565659" y="31488"/>
                </a:lnTo>
                <a:lnTo>
                  <a:pt x="566160" y="32512"/>
                </a:lnTo>
                <a:lnTo>
                  <a:pt x="566626" y="33556"/>
                </a:lnTo>
                <a:lnTo>
                  <a:pt x="567058" y="34621"/>
                </a:lnTo>
                <a:lnTo>
                  <a:pt x="567456" y="35706"/>
                </a:lnTo>
                <a:lnTo>
                  <a:pt x="567818" y="36812"/>
                </a:lnTo>
                <a:lnTo>
                  <a:pt x="568147" y="37939"/>
                </a:lnTo>
                <a:lnTo>
                  <a:pt x="568440" y="39086"/>
                </a:lnTo>
                <a:lnTo>
                  <a:pt x="568699" y="40254"/>
                </a:lnTo>
                <a:lnTo>
                  <a:pt x="568924" y="41442"/>
                </a:lnTo>
                <a:lnTo>
                  <a:pt x="569114" y="42651"/>
                </a:lnTo>
                <a:lnTo>
                  <a:pt x="569270" y="43881"/>
                </a:lnTo>
                <a:lnTo>
                  <a:pt x="569391" y="45131"/>
                </a:lnTo>
                <a:lnTo>
                  <a:pt x="569477" y="46402"/>
                </a:lnTo>
                <a:lnTo>
                  <a:pt x="569529" y="47694"/>
                </a:lnTo>
                <a:lnTo>
                  <a:pt x="569546" y="49006"/>
                </a:lnTo>
                <a:lnTo>
                  <a:pt x="569525" y="50350"/>
                </a:lnTo>
                <a:lnTo>
                  <a:pt x="569460" y="51674"/>
                </a:lnTo>
                <a:lnTo>
                  <a:pt x="569353" y="52978"/>
                </a:lnTo>
                <a:lnTo>
                  <a:pt x="569204" y="54262"/>
                </a:lnTo>
                <a:lnTo>
                  <a:pt x="569011" y="55526"/>
                </a:lnTo>
                <a:lnTo>
                  <a:pt x="568775" y="56770"/>
                </a:lnTo>
                <a:lnTo>
                  <a:pt x="568497" y="57994"/>
                </a:lnTo>
                <a:lnTo>
                  <a:pt x="568176" y="59198"/>
                </a:lnTo>
                <a:lnTo>
                  <a:pt x="567812" y="60382"/>
                </a:lnTo>
                <a:lnTo>
                  <a:pt x="567405" y="61546"/>
                </a:lnTo>
                <a:lnTo>
                  <a:pt x="566956" y="62691"/>
                </a:lnTo>
                <a:lnTo>
                  <a:pt x="566464" y="63815"/>
                </a:lnTo>
                <a:lnTo>
                  <a:pt x="565928" y="64919"/>
                </a:lnTo>
                <a:lnTo>
                  <a:pt x="565350" y="66004"/>
                </a:lnTo>
                <a:lnTo>
                  <a:pt x="564730" y="67068"/>
                </a:lnTo>
                <a:lnTo>
                  <a:pt x="564066" y="68113"/>
                </a:lnTo>
                <a:lnTo>
                  <a:pt x="563360" y="69137"/>
                </a:lnTo>
                <a:lnTo>
                  <a:pt x="562611" y="70142"/>
                </a:lnTo>
                <a:lnTo>
                  <a:pt x="561819" y="71127"/>
                </a:lnTo>
                <a:lnTo>
                  <a:pt x="560984" y="72091"/>
                </a:lnTo>
                <a:lnTo>
                  <a:pt x="560106" y="73036"/>
                </a:lnTo>
                <a:lnTo>
                  <a:pt x="559186" y="73961"/>
                </a:lnTo>
                <a:lnTo>
                  <a:pt x="558222" y="74866"/>
                </a:lnTo>
                <a:lnTo>
                  <a:pt x="557216" y="75751"/>
                </a:lnTo>
                <a:lnTo>
                  <a:pt x="556168" y="76607"/>
                </a:lnTo>
                <a:lnTo>
                  <a:pt x="555078" y="77427"/>
                </a:lnTo>
                <a:lnTo>
                  <a:pt x="553947" y="78210"/>
                </a:lnTo>
                <a:lnTo>
                  <a:pt x="552774" y="78958"/>
                </a:lnTo>
                <a:lnTo>
                  <a:pt x="551560" y="79668"/>
                </a:lnTo>
                <a:lnTo>
                  <a:pt x="550304" y="80342"/>
                </a:lnTo>
                <a:lnTo>
                  <a:pt x="549007" y="80980"/>
                </a:lnTo>
                <a:lnTo>
                  <a:pt x="547668" y="81581"/>
                </a:lnTo>
                <a:lnTo>
                  <a:pt x="546288" y="82146"/>
                </a:lnTo>
                <a:lnTo>
                  <a:pt x="544866" y="82675"/>
                </a:lnTo>
                <a:lnTo>
                  <a:pt x="543403" y="83167"/>
                </a:lnTo>
                <a:lnTo>
                  <a:pt x="541898" y="83622"/>
                </a:lnTo>
                <a:lnTo>
                  <a:pt x="540352" y="84041"/>
                </a:lnTo>
                <a:lnTo>
                  <a:pt x="538764" y="84424"/>
                </a:lnTo>
                <a:lnTo>
                  <a:pt x="537134" y="84770"/>
                </a:lnTo>
                <a:lnTo>
                  <a:pt x="535464" y="85080"/>
                </a:lnTo>
                <a:lnTo>
                  <a:pt x="533751" y="85353"/>
                </a:lnTo>
                <a:lnTo>
                  <a:pt x="531997" y="85590"/>
                </a:lnTo>
                <a:lnTo>
                  <a:pt x="530202" y="85790"/>
                </a:lnTo>
                <a:lnTo>
                  <a:pt x="528365" y="85954"/>
                </a:lnTo>
                <a:lnTo>
                  <a:pt x="526487" y="86082"/>
                </a:lnTo>
                <a:lnTo>
                  <a:pt x="524567" y="86173"/>
                </a:lnTo>
                <a:lnTo>
                  <a:pt x="522605" y="86228"/>
                </a:lnTo>
                <a:lnTo>
                  <a:pt x="520602" y="86246"/>
                </a:lnTo>
                <a:lnTo>
                  <a:pt x="520507" y="86246"/>
                </a:lnTo>
                <a:lnTo>
                  <a:pt x="520410" y="86245"/>
                </a:lnTo>
                <a:lnTo>
                  <a:pt x="520311" y="86245"/>
                </a:lnTo>
                <a:lnTo>
                  <a:pt x="520210" y="86244"/>
                </a:lnTo>
                <a:lnTo>
                  <a:pt x="520106" y="86243"/>
                </a:lnTo>
                <a:lnTo>
                  <a:pt x="520000" y="86242"/>
                </a:lnTo>
                <a:lnTo>
                  <a:pt x="519892" y="86240"/>
                </a:lnTo>
                <a:lnTo>
                  <a:pt x="519782" y="86239"/>
                </a:lnTo>
                <a:lnTo>
                  <a:pt x="519670" y="86237"/>
                </a:lnTo>
                <a:lnTo>
                  <a:pt x="519555" y="86235"/>
                </a:lnTo>
                <a:lnTo>
                  <a:pt x="519438" y="86233"/>
                </a:lnTo>
                <a:lnTo>
                  <a:pt x="519319" y="86230"/>
                </a:lnTo>
                <a:lnTo>
                  <a:pt x="519198" y="86227"/>
                </a:lnTo>
                <a:lnTo>
                  <a:pt x="519075" y="86225"/>
                </a:lnTo>
                <a:lnTo>
                  <a:pt x="518950" y="86221"/>
                </a:lnTo>
                <a:lnTo>
                  <a:pt x="518822" y="86218"/>
                </a:lnTo>
                <a:lnTo>
                  <a:pt x="518692" y="86214"/>
                </a:lnTo>
                <a:lnTo>
                  <a:pt x="518561" y="86211"/>
                </a:lnTo>
                <a:lnTo>
                  <a:pt x="518426" y="86207"/>
                </a:lnTo>
                <a:lnTo>
                  <a:pt x="518290" y="86202"/>
                </a:lnTo>
                <a:lnTo>
                  <a:pt x="518152" y="86198"/>
                </a:lnTo>
                <a:lnTo>
                  <a:pt x="518011" y="86193"/>
                </a:lnTo>
                <a:lnTo>
                  <a:pt x="517868" y="86188"/>
                </a:lnTo>
                <a:lnTo>
                  <a:pt x="517723" y="86183"/>
                </a:lnTo>
                <a:lnTo>
                  <a:pt x="517576" y="86178"/>
                </a:lnTo>
                <a:lnTo>
                  <a:pt x="517427" y="86173"/>
                </a:lnTo>
                <a:lnTo>
                  <a:pt x="517276" y="86169"/>
                </a:lnTo>
                <a:lnTo>
                  <a:pt x="517122" y="86164"/>
                </a:lnTo>
                <a:lnTo>
                  <a:pt x="516966" y="86160"/>
                </a:lnTo>
                <a:lnTo>
                  <a:pt x="516808" y="86156"/>
                </a:lnTo>
                <a:lnTo>
                  <a:pt x="516648" y="86152"/>
                </a:lnTo>
                <a:lnTo>
                  <a:pt x="516486" y="86148"/>
                </a:lnTo>
                <a:lnTo>
                  <a:pt x="516321" y="86145"/>
                </a:lnTo>
                <a:lnTo>
                  <a:pt x="516154" y="86142"/>
                </a:lnTo>
                <a:lnTo>
                  <a:pt x="515986" y="86139"/>
                </a:lnTo>
                <a:lnTo>
                  <a:pt x="515815" y="86136"/>
                </a:lnTo>
                <a:lnTo>
                  <a:pt x="515641" y="86134"/>
                </a:lnTo>
                <a:lnTo>
                  <a:pt x="515466" y="86132"/>
                </a:lnTo>
                <a:lnTo>
                  <a:pt x="515288" y="86129"/>
                </a:lnTo>
                <a:lnTo>
                  <a:pt x="515109" y="86128"/>
                </a:lnTo>
                <a:lnTo>
                  <a:pt x="514927" y="86126"/>
                </a:lnTo>
                <a:lnTo>
                  <a:pt x="514743" y="86125"/>
                </a:lnTo>
                <a:lnTo>
                  <a:pt x="514556" y="86123"/>
                </a:lnTo>
                <a:lnTo>
                  <a:pt x="514368" y="86122"/>
                </a:lnTo>
                <a:lnTo>
                  <a:pt x="514177" y="86122"/>
                </a:lnTo>
                <a:lnTo>
                  <a:pt x="513985" y="86121"/>
                </a:lnTo>
                <a:lnTo>
                  <a:pt x="513790" y="86121"/>
                </a:lnTo>
                <a:lnTo>
                  <a:pt x="513593" y="86121"/>
                </a:lnTo>
                <a:lnTo>
                  <a:pt x="513593" y="15772"/>
                </a:lnTo>
                <a:lnTo>
                  <a:pt x="514616" y="15568"/>
                </a:lnTo>
                <a:lnTo>
                  <a:pt x="515622" y="15372"/>
                </a:lnTo>
                <a:close/>
                <a:moveTo>
                  <a:pt x="321407" y="130251"/>
                </a:moveTo>
                <a:lnTo>
                  <a:pt x="320864" y="131467"/>
                </a:lnTo>
                <a:lnTo>
                  <a:pt x="320322" y="132654"/>
                </a:lnTo>
                <a:lnTo>
                  <a:pt x="319780" y="133811"/>
                </a:lnTo>
                <a:lnTo>
                  <a:pt x="319237" y="134938"/>
                </a:lnTo>
                <a:lnTo>
                  <a:pt x="318695" y="136036"/>
                </a:lnTo>
                <a:lnTo>
                  <a:pt x="318152" y="137105"/>
                </a:lnTo>
                <a:lnTo>
                  <a:pt x="317610" y="138145"/>
                </a:lnTo>
                <a:lnTo>
                  <a:pt x="317067" y="139154"/>
                </a:lnTo>
                <a:lnTo>
                  <a:pt x="316525" y="140135"/>
                </a:lnTo>
                <a:lnTo>
                  <a:pt x="315983" y="141086"/>
                </a:lnTo>
                <a:lnTo>
                  <a:pt x="315440" y="142007"/>
                </a:lnTo>
                <a:lnTo>
                  <a:pt x="314898" y="142899"/>
                </a:lnTo>
                <a:lnTo>
                  <a:pt x="314355" y="143762"/>
                </a:lnTo>
                <a:lnTo>
                  <a:pt x="313813" y="144595"/>
                </a:lnTo>
                <a:lnTo>
                  <a:pt x="313270" y="145399"/>
                </a:lnTo>
                <a:lnTo>
                  <a:pt x="312728" y="146174"/>
                </a:lnTo>
                <a:lnTo>
                  <a:pt x="312186" y="146919"/>
                </a:lnTo>
                <a:lnTo>
                  <a:pt x="311643" y="147634"/>
                </a:lnTo>
                <a:lnTo>
                  <a:pt x="311101" y="148320"/>
                </a:lnTo>
                <a:lnTo>
                  <a:pt x="310558" y="148977"/>
                </a:lnTo>
                <a:lnTo>
                  <a:pt x="310016" y="149604"/>
                </a:lnTo>
                <a:lnTo>
                  <a:pt x="309471" y="150209"/>
                </a:lnTo>
                <a:lnTo>
                  <a:pt x="308921" y="150798"/>
                </a:lnTo>
                <a:lnTo>
                  <a:pt x="308367" y="151371"/>
                </a:lnTo>
                <a:lnTo>
                  <a:pt x="307808" y="151929"/>
                </a:lnTo>
                <a:lnTo>
                  <a:pt x="307244" y="152472"/>
                </a:lnTo>
                <a:lnTo>
                  <a:pt x="306675" y="152999"/>
                </a:lnTo>
                <a:lnTo>
                  <a:pt x="306102" y="153510"/>
                </a:lnTo>
                <a:lnTo>
                  <a:pt x="305523" y="154007"/>
                </a:lnTo>
                <a:lnTo>
                  <a:pt x="304940" y="154487"/>
                </a:lnTo>
                <a:lnTo>
                  <a:pt x="304353" y="154952"/>
                </a:lnTo>
                <a:lnTo>
                  <a:pt x="303760" y="155402"/>
                </a:lnTo>
                <a:lnTo>
                  <a:pt x="303163" y="155836"/>
                </a:lnTo>
                <a:lnTo>
                  <a:pt x="302560" y="156255"/>
                </a:lnTo>
                <a:lnTo>
                  <a:pt x="301953" y="156659"/>
                </a:lnTo>
                <a:lnTo>
                  <a:pt x="301342" y="157046"/>
                </a:lnTo>
                <a:lnTo>
                  <a:pt x="300725" y="157419"/>
                </a:lnTo>
                <a:lnTo>
                  <a:pt x="300104" y="157776"/>
                </a:lnTo>
                <a:lnTo>
                  <a:pt x="299478" y="158117"/>
                </a:lnTo>
                <a:lnTo>
                  <a:pt x="298847" y="158443"/>
                </a:lnTo>
                <a:lnTo>
                  <a:pt x="298211" y="158754"/>
                </a:lnTo>
                <a:lnTo>
                  <a:pt x="297571" y="159049"/>
                </a:lnTo>
                <a:lnTo>
                  <a:pt x="296925" y="159328"/>
                </a:lnTo>
                <a:lnTo>
                  <a:pt x="296275" y="159592"/>
                </a:lnTo>
                <a:lnTo>
                  <a:pt x="295621" y="159841"/>
                </a:lnTo>
                <a:lnTo>
                  <a:pt x="294943" y="160077"/>
                </a:lnTo>
                <a:lnTo>
                  <a:pt x="294226" y="160302"/>
                </a:lnTo>
                <a:lnTo>
                  <a:pt x="293467" y="160518"/>
                </a:lnTo>
                <a:lnTo>
                  <a:pt x="292669" y="160723"/>
                </a:lnTo>
                <a:lnTo>
                  <a:pt x="291830" y="160919"/>
                </a:lnTo>
                <a:lnTo>
                  <a:pt x="290950" y="161104"/>
                </a:lnTo>
                <a:lnTo>
                  <a:pt x="290030" y="161280"/>
                </a:lnTo>
                <a:lnTo>
                  <a:pt x="289070" y="161445"/>
                </a:lnTo>
                <a:lnTo>
                  <a:pt x="288069" y="161600"/>
                </a:lnTo>
                <a:lnTo>
                  <a:pt x="287028" y="161746"/>
                </a:lnTo>
                <a:lnTo>
                  <a:pt x="285946" y="161881"/>
                </a:lnTo>
                <a:lnTo>
                  <a:pt x="284824" y="162006"/>
                </a:lnTo>
                <a:lnTo>
                  <a:pt x="283662" y="162122"/>
                </a:lnTo>
                <a:lnTo>
                  <a:pt x="282459" y="162227"/>
                </a:lnTo>
                <a:lnTo>
                  <a:pt x="281216" y="162322"/>
                </a:lnTo>
                <a:lnTo>
                  <a:pt x="279932" y="162407"/>
                </a:lnTo>
                <a:lnTo>
                  <a:pt x="278608" y="162482"/>
                </a:lnTo>
                <a:lnTo>
                  <a:pt x="277243" y="162548"/>
                </a:lnTo>
                <a:lnTo>
                  <a:pt x="275838" y="162603"/>
                </a:lnTo>
                <a:lnTo>
                  <a:pt x="274393" y="162648"/>
                </a:lnTo>
                <a:lnTo>
                  <a:pt x="272907" y="162683"/>
                </a:lnTo>
                <a:lnTo>
                  <a:pt x="271381" y="162708"/>
                </a:lnTo>
                <a:lnTo>
                  <a:pt x="269814" y="162723"/>
                </a:lnTo>
                <a:lnTo>
                  <a:pt x="268207" y="162728"/>
                </a:lnTo>
                <a:lnTo>
                  <a:pt x="255815" y="162728"/>
                </a:lnTo>
                <a:lnTo>
                  <a:pt x="254471" y="162726"/>
                </a:lnTo>
                <a:lnTo>
                  <a:pt x="253174" y="162719"/>
                </a:lnTo>
                <a:lnTo>
                  <a:pt x="251923" y="162708"/>
                </a:lnTo>
                <a:lnTo>
                  <a:pt x="250718" y="162693"/>
                </a:lnTo>
                <a:lnTo>
                  <a:pt x="249558" y="162674"/>
                </a:lnTo>
                <a:lnTo>
                  <a:pt x="248445" y="162650"/>
                </a:lnTo>
                <a:lnTo>
                  <a:pt x="247378" y="162621"/>
                </a:lnTo>
                <a:lnTo>
                  <a:pt x="246357" y="162589"/>
                </a:lnTo>
                <a:lnTo>
                  <a:pt x="245382" y="162552"/>
                </a:lnTo>
                <a:lnTo>
                  <a:pt x="244454" y="162511"/>
                </a:lnTo>
                <a:lnTo>
                  <a:pt x="243571" y="162465"/>
                </a:lnTo>
                <a:lnTo>
                  <a:pt x="242734" y="162415"/>
                </a:lnTo>
                <a:lnTo>
                  <a:pt x="241943" y="162361"/>
                </a:lnTo>
                <a:lnTo>
                  <a:pt x="241199" y="162302"/>
                </a:lnTo>
                <a:lnTo>
                  <a:pt x="240501" y="162239"/>
                </a:lnTo>
                <a:lnTo>
                  <a:pt x="239848" y="162172"/>
                </a:lnTo>
                <a:lnTo>
                  <a:pt x="239242" y="162100"/>
                </a:lnTo>
                <a:lnTo>
                  <a:pt x="238682" y="162024"/>
                </a:lnTo>
                <a:lnTo>
                  <a:pt x="238167" y="161943"/>
                </a:lnTo>
                <a:lnTo>
                  <a:pt x="237699" y="161859"/>
                </a:lnTo>
                <a:lnTo>
                  <a:pt x="237277" y="161770"/>
                </a:lnTo>
                <a:lnTo>
                  <a:pt x="236901" y="161676"/>
                </a:lnTo>
                <a:lnTo>
                  <a:pt x="236571" y="161578"/>
                </a:lnTo>
                <a:lnTo>
                  <a:pt x="236288" y="161476"/>
                </a:lnTo>
                <a:lnTo>
                  <a:pt x="236030" y="161369"/>
                </a:lnTo>
                <a:lnTo>
                  <a:pt x="235777" y="161257"/>
                </a:lnTo>
                <a:lnTo>
                  <a:pt x="235531" y="161141"/>
                </a:lnTo>
                <a:lnTo>
                  <a:pt x="235290" y="161020"/>
                </a:lnTo>
                <a:lnTo>
                  <a:pt x="235054" y="160893"/>
                </a:lnTo>
                <a:lnTo>
                  <a:pt x="234825" y="160763"/>
                </a:lnTo>
                <a:lnTo>
                  <a:pt x="234601" y="160627"/>
                </a:lnTo>
                <a:lnTo>
                  <a:pt x="234382" y="160487"/>
                </a:lnTo>
                <a:lnTo>
                  <a:pt x="234169" y="160341"/>
                </a:lnTo>
                <a:lnTo>
                  <a:pt x="233962" y="160191"/>
                </a:lnTo>
                <a:lnTo>
                  <a:pt x="233761" y="160037"/>
                </a:lnTo>
                <a:lnTo>
                  <a:pt x="233565" y="159877"/>
                </a:lnTo>
                <a:lnTo>
                  <a:pt x="233375" y="159713"/>
                </a:lnTo>
                <a:lnTo>
                  <a:pt x="233190" y="159544"/>
                </a:lnTo>
                <a:lnTo>
                  <a:pt x="233011" y="159370"/>
                </a:lnTo>
                <a:lnTo>
                  <a:pt x="232838" y="159192"/>
                </a:lnTo>
                <a:lnTo>
                  <a:pt x="232671" y="159008"/>
                </a:lnTo>
                <a:lnTo>
                  <a:pt x="232509" y="158820"/>
                </a:lnTo>
                <a:lnTo>
                  <a:pt x="232353" y="158628"/>
                </a:lnTo>
                <a:lnTo>
                  <a:pt x="232202" y="158430"/>
                </a:lnTo>
                <a:lnTo>
                  <a:pt x="232057" y="158228"/>
                </a:lnTo>
                <a:lnTo>
                  <a:pt x="231918" y="158020"/>
                </a:lnTo>
                <a:lnTo>
                  <a:pt x="231784" y="157809"/>
                </a:lnTo>
                <a:lnTo>
                  <a:pt x="231656" y="157592"/>
                </a:lnTo>
                <a:lnTo>
                  <a:pt x="231493" y="157257"/>
                </a:lnTo>
                <a:lnTo>
                  <a:pt x="231336" y="156899"/>
                </a:lnTo>
                <a:lnTo>
                  <a:pt x="231187" y="156519"/>
                </a:lnTo>
                <a:lnTo>
                  <a:pt x="231044" y="156116"/>
                </a:lnTo>
                <a:lnTo>
                  <a:pt x="230909" y="155691"/>
                </a:lnTo>
                <a:lnTo>
                  <a:pt x="230780" y="155242"/>
                </a:lnTo>
                <a:lnTo>
                  <a:pt x="230658" y="154772"/>
                </a:lnTo>
                <a:lnTo>
                  <a:pt x="230543" y="154278"/>
                </a:lnTo>
                <a:lnTo>
                  <a:pt x="230436" y="153762"/>
                </a:lnTo>
                <a:lnTo>
                  <a:pt x="230335" y="153223"/>
                </a:lnTo>
                <a:lnTo>
                  <a:pt x="230241" y="152662"/>
                </a:lnTo>
                <a:lnTo>
                  <a:pt x="230154" y="152078"/>
                </a:lnTo>
                <a:lnTo>
                  <a:pt x="230074" y="151472"/>
                </a:lnTo>
                <a:lnTo>
                  <a:pt x="230001" y="150843"/>
                </a:lnTo>
                <a:lnTo>
                  <a:pt x="229935" y="150191"/>
                </a:lnTo>
                <a:lnTo>
                  <a:pt x="229876" y="149516"/>
                </a:lnTo>
                <a:lnTo>
                  <a:pt x="229824" y="148819"/>
                </a:lnTo>
                <a:lnTo>
                  <a:pt x="229778" y="148100"/>
                </a:lnTo>
                <a:lnTo>
                  <a:pt x="229740" y="147357"/>
                </a:lnTo>
                <a:lnTo>
                  <a:pt x="229709" y="146592"/>
                </a:lnTo>
                <a:lnTo>
                  <a:pt x="229685" y="145805"/>
                </a:lnTo>
                <a:lnTo>
                  <a:pt x="229667" y="144995"/>
                </a:lnTo>
                <a:lnTo>
                  <a:pt x="229657" y="144162"/>
                </a:lnTo>
                <a:lnTo>
                  <a:pt x="229653" y="143306"/>
                </a:lnTo>
                <a:lnTo>
                  <a:pt x="229653" y="36551"/>
                </a:lnTo>
                <a:lnTo>
                  <a:pt x="229657" y="35319"/>
                </a:lnTo>
                <a:lnTo>
                  <a:pt x="229667" y="34126"/>
                </a:lnTo>
                <a:lnTo>
                  <a:pt x="229685" y="32970"/>
                </a:lnTo>
                <a:lnTo>
                  <a:pt x="229709" y="31854"/>
                </a:lnTo>
                <a:lnTo>
                  <a:pt x="229740" y="30775"/>
                </a:lnTo>
                <a:lnTo>
                  <a:pt x="229778" y="29735"/>
                </a:lnTo>
                <a:lnTo>
                  <a:pt x="229824" y="28733"/>
                </a:lnTo>
                <a:lnTo>
                  <a:pt x="229876" y="27769"/>
                </a:lnTo>
                <a:lnTo>
                  <a:pt x="229935" y="26844"/>
                </a:lnTo>
                <a:lnTo>
                  <a:pt x="230001" y="25957"/>
                </a:lnTo>
                <a:lnTo>
                  <a:pt x="230074" y="25109"/>
                </a:lnTo>
                <a:lnTo>
                  <a:pt x="230154" y="24299"/>
                </a:lnTo>
                <a:lnTo>
                  <a:pt x="230241" y="23527"/>
                </a:lnTo>
                <a:lnTo>
                  <a:pt x="230335" y="22793"/>
                </a:lnTo>
                <a:lnTo>
                  <a:pt x="230436" y="22098"/>
                </a:lnTo>
                <a:lnTo>
                  <a:pt x="230543" y="21441"/>
                </a:lnTo>
                <a:lnTo>
                  <a:pt x="230658" y="20823"/>
                </a:lnTo>
                <a:lnTo>
                  <a:pt x="230780" y="20243"/>
                </a:lnTo>
                <a:lnTo>
                  <a:pt x="230909" y="19701"/>
                </a:lnTo>
                <a:lnTo>
                  <a:pt x="231044" y="19198"/>
                </a:lnTo>
                <a:lnTo>
                  <a:pt x="231187" y="18733"/>
                </a:lnTo>
                <a:lnTo>
                  <a:pt x="231336" y="18306"/>
                </a:lnTo>
                <a:lnTo>
                  <a:pt x="231493" y="17918"/>
                </a:lnTo>
                <a:lnTo>
                  <a:pt x="231656" y="17568"/>
                </a:lnTo>
                <a:lnTo>
                  <a:pt x="231829" y="17239"/>
                </a:lnTo>
                <a:lnTo>
                  <a:pt x="232014" y="16915"/>
                </a:lnTo>
                <a:lnTo>
                  <a:pt x="232211" y="16596"/>
                </a:lnTo>
                <a:lnTo>
                  <a:pt x="232419" y="16282"/>
                </a:lnTo>
                <a:lnTo>
                  <a:pt x="232640" y="15972"/>
                </a:lnTo>
                <a:lnTo>
                  <a:pt x="232873" y="15668"/>
                </a:lnTo>
                <a:lnTo>
                  <a:pt x="233117" y="15368"/>
                </a:lnTo>
                <a:lnTo>
                  <a:pt x="233374" y="15072"/>
                </a:lnTo>
                <a:lnTo>
                  <a:pt x="233642" y="14782"/>
                </a:lnTo>
                <a:lnTo>
                  <a:pt x="233923" y="14496"/>
                </a:lnTo>
                <a:lnTo>
                  <a:pt x="234215" y="14215"/>
                </a:lnTo>
                <a:lnTo>
                  <a:pt x="234519" y="13938"/>
                </a:lnTo>
                <a:lnTo>
                  <a:pt x="234836" y="13667"/>
                </a:lnTo>
                <a:lnTo>
                  <a:pt x="235164" y="13400"/>
                </a:lnTo>
                <a:lnTo>
                  <a:pt x="235504" y="13138"/>
                </a:lnTo>
                <a:lnTo>
                  <a:pt x="235856" y="12880"/>
                </a:lnTo>
                <a:lnTo>
                  <a:pt x="236221" y="12628"/>
                </a:lnTo>
                <a:lnTo>
                  <a:pt x="236597" y="12380"/>
                </a:lnTo>
                <a:lnTo>
                  <a:pt x="236985" y="12137"/>
                </a:lnTo>
                <a:lnTo>
                  <a:pt x="237385" y="11898"/>
                </a:lnTo>
                <a:lnTo>
                  <a:pt x="237797" y="11665"/>
                </a:lnTo>
                <a:lnTo>
                  <a:pt x="238220" y="11436"/>
                </a:lnTo>
                <a:lnTo>
                  <a:pt x="238656" y="11211"/>
                </a:lnTo>
                <a:lnTo>
                  <a:pt x="239104" y="10992"/>
                </a:lnTo>
                <a:lnTo>
                  <a:pt x="239572" y="10780"/>
                </a:lnTo>
                <a:lnTo>
                  <a:pt x="240068" y="10577"/>
                </a:lnTo>
                <a:lnTo>
                  <a:pt x="240591" y="10383"/>
                </a:lnTo>
                <a:lnTo>
                  <a:pt x="241143" y="10199"/>
                </a:lnTo>
                <a:lnTo>
                  <a:pt x="241723" y="10025"/>
                </a:lnTo>
                <a:lnTo>
                  <a:pt x="242331" y="9860"/>
                </a:lnTo>
                <a:lnTo>
                  <a:pt x="242967" y="9705"/>
                </a:lnTo>
                <a:lnTo>
                  <a:pt x="243631" y="9559"/>
                </a:lnTo>
                <a:lnTo>
                  <a:pt x="244323" y="9422"/>
                </a:lnTo>
                <a:lnTo>
                  <a:pt x="245043" y="9295"/>
                </a:lnTo>
                <a:lnTo>
                  <a:pt x="245791" y="9177"/>
                </a:lnTo>
                <a:lnTo>
                  <a:pt x="246568" y="9069"/>
                </a:lnTo>
                <a:lnTo>
                  <a:pt x="247372" y="8971"/>
                </a:lnTo>
                <a:lnTo>
                  <a:pt x="248204" y="8882"/>
                </a:lnTo>
                <a:lnTo>
                  <a:pt x="249064" y="8802"/>
                </a:lnTo>
                <a:lnTo>
                  <a:pt x="249953" y="8732"/>
                </a:lnTo>
                <a:lnTo>
                  <a:pt x="250869" y="8671"/>
                </a:lnTo>
                <a:lnTo>
                  <a:pt x="251813" y="8620"/>
                </a:lnTo>
                <a:lnTo>
                  <a:pt x="252786" y="8578"/>
                </a:lnTo>
                <a:lnTo>
                  <a:pt x="253786" y="8546"/>
                </a:lnTo>
                <a:lnTo>
                  <a:pt x="254815" y="8523"/>
                </a:lnTo>
                <a:lnTo>
                  <a:pt x="255871" y="8510"/>
                </a:lnTo>
                <a:lnTo>
                  <a:pt x="256956" y="8506"/>
                </a:lnTo>
                <a:lnTo>
                  <a:pt x="258068" y="8512"/>
                </a:lnTo>
                <a:lnTo>
                  <a:pt x="258068" y="3755"/>
                </a:lnTo>
                <a:lnTo>
                  <a:pt x="181210" y="3755"/>
                </a:lnTo>
                <a:lnTo>
                  <a:pt x="181210" y="8512"/>
                </a:lnTo>
                <a:lnTo>
                  <a:pt x="187594" y="8512"/>
                </a:lnTo>
                <a:lnTo>
                  <a:pt x="188389" y="8521"/>
                </a:lnTo>
                <a:lnTo>
                  <a:pt x="189168" y="8550"/>
                </a:lnTo>
                <a:lnTo>
                  <a:pt x="189930" y="8598"/>
                </a:lnTo>
                <a:lnTo>
                  <a:pt x="190675" y="8664"/>
                </a:lnTo>
                <a:lnTo>
                  <a:pt x="191404" y="8750"/>
                </a:lnTo>
                <a:lnTo>
                  <a:pt x="192116" y="8854"/>
                </a:lnTo>
                <a:lnTo>
                  <a:pt x="192812" y="8978"/>
                </a:lnTo>
                <a:lnTo>
                  <a:pt x="193492" y="9121"/>
                </a:lnTo>
                <a:lnTo>
                  <a:pt x="194154" y="9283"/>
                </a:lnTo>
                <a:lnTo>
                  <a:pt x="194801" y="9463"/>
                </a:lnTo>
                <a:lnTo>
                  <a:pt x="195430" y="9663"/>
                </a:lnTo>
                <a:lnTo>
                  <a:pt x="196044" y="9882"/>
                </a:lnTo>
                <a:lnTo>
                  <a:pt x="196640" y="10120"/>
                </a:lnTo>
                <a:lnTo>
                  <a:pt x="197221" y="10377"/>
                </a:lnTo>
                <a:lnTo>
                  <a:pt x="197784" y="10653"/>
                </a:lnTo>
                <a:lnTo>
                  <a:pt x="198332" y="10948"/>
                </a:lnTo>
                <a:lnTo>
                  <a:pt x="198862" y="11262"/>
                </a:lnTo>
                <a:lnTo>
                  <a:pt x="199376" y="11595"/>
                </a:lnTo>
                <a:lnTo>
                  <a:pt x="199874" y="11947"/>
                </a:lnTo>
                <a:lnTo>
                  <a:pt x="200355" y="12318"/>
                </a:lnTo>
                <a:lnTo>
                  <a:pt x="200820" y="12708"/>
                </a:lnTo>
                <a:lnTo>
                  <a:pt x="201268" y="13117"/>
                </a:lnTo>
                <a:lnTo>
                  <a:pt x="201700" y="13545"/>
                </a:lnTo>
                <a:lnTo>
                  <a:pt x="202115" y="13992"/>
                </a:lnTo>
                <a:lnTo>
                  <a:pt x="202401" y="14345"/>
                </a:lnTo>
                <a:lnTo>
                  <a:pt x="202675" y="14739"/>
                </a:lnTo>
                <a:lnTo>
                  <a:pt x="202936" y="15174"/>
                </a:lnTo>
                <a:lnTo>
                  <a:pt x="203186" y="15650"/>
                </a:lnTo>
                <a:lnTo>
                  <a:pt x="203423" y="16167"/>
                </a:lnTo>
                <a:lnTo>
                  <a:pt x="203648" y="16725"/>
                </a:lnTo>
                <a:lnTo>
                  <a:pt x="203861" y="17324"/>
                </a:lnTo>
                <a:lnTo>
                  <a:pt x="204062" y="17964"/>
                </a:lnTo>
                <a:lnTo>
                  <a:pt x="204251" y="18646"/>
                </a:lnTo>
                <a:lnTo>
                  <a:pt x="204427" y="19368"/>
                </a:lnTo>
                <a:lnTo>
                  <a:pt x="204591" y="20132"/>
                </a:lnTo>
                <a:lnTo>
                  <a:pt x="204743" y="20937"/>
                </a:lnTo>
                <a:lnTo>
                  <a:pt x="204883" y="21782"/>
                </a:lnTo>
                <a:lnTo>
                  <a:pt x="205011" y="22669"/>
                </a:lnTo>
                <a:lnTo>
                  <a:pt x="205127" y="23597"/>
                </a:lnTo>
                <a:lnTo>
                  <a:pt x="205230" y="24566"/>
                </a:lnTo>
                <a:lnTo>
                  <a:pt x="205321" y="25576"/>
                </a:lnTo>
                <a:lnTo>
                  <a:pt x="205401" y="26627"/>
                </a:lnTo>
                <a:lnTo>
                  <a:pt x="205467" y="27720"/>
                </a:lnTo>
                <a:lnTo>
                  <a:pt x="205522" y="28853"/>
                </a:lnTo>
                <a:lnTo>
                  <a:pt x="205565" y="30027"/>
                </a:lnTo>
                <a:lnTo>
                  <a:pt x="205595" y="31243"/>
                </a:lnTo>
                <a:lnTo>
                  <a:pt x="205614" y="32500"/>
                </a:lnTo>
                <a:lnTo>
                  <a:pt x="205620" y="33797"/>
                </a:lnTo>
                <a:lnTo>
                  <a:pt x="205620" y="143451"/>
                </a:lnTo>
                <a:lnTo>
                  <a:pt x="205615" y="144631"/>
                </a:lnTo>
                <a:lnTo>
                  <a:pt x="205601" y="145775"/>
                </a:lnTo>
                <a:lnTo>
                  <a:pt x="205579" y="146883"/>
                </a:lnTo>
                <a:lnTo>
                  <a:pt x="205547" y="147955"/>
                </a:lnTo>
                <a:lnTo>
                  <a:pt x="205506" y="148990"/>
                </a:lnTo>
                <a:lnTo>
                  <a:pt x="205455" y="149990"/>
                </a:lnTo>
                <a:lnTo>
                  <a:pt x="205396" y="150953"/>
                </a:lnTo>
                <a:lnTo>
                  <a:pt x="205328" y="151880"/>
                </a:lnTo>
                <a:lnTo>
                  <a:pt x="205250" y="152771"/>
                </a:lnTo>
                <a:lnTo>
                  <a:pt x="205163" y="153626"/>
                </a:lnTo>
                <a:lnTo>
                  <a:pt x="205067" y="154445"/>
                </a:lnTo>
                <a:lnTo>
                  <a:pt x="204962" y="155227"/>
                </a:lnTo>
                <a:lnTo>
                  <a:pt x="204848" y="155974"/>
                </a:lnTo>
                <a:lnTo>
                  <a:pt x="204725" y="156684"/>
                </a:lnTo>
                <a:lnTo>
                  <a:pt x="204593" y="157358"/>
                </a:lnTo>
                <a:lnTo>
                  <a:pt x="204451" y="157996"/>
                </a:lnTo>
                <a:lnTo>
                  <a:pt x="204301" y="158597"/>
                </a:lnTo>
                <a:lnTo>
                  <a:pt x="204141" y="159163"/>
                </a:lnTo>
                <a:lnTo>
                  <a:pt x="203972" y="159692"/>
                </a:lnTo>
                <a:lnTo>
                  <a:pt x="203794" y="160186"/>
                </a:lnTo>
                <a:lnTo>
                  <a:pt x="203607" y="160643"/>
                </a:lnTo>
                <a:lnTo>
                  <a:pt x="203411" y="161064"/>
                </a:lnTo>
                <a:lnTo>
                  <a:pt x="203205" y="161448"/>
                </a:lnTo>
                <a:lnTo>
                  <a:pt x="202991" y="161797"/>
                </a:lnTo>
                <a:lnTo>
                  <a:pt x="202594" y="162363"/>
                </a:lnTo>
                <a:lnTo>
                  <a:pt x="202176" y="162905"/>
                </a:lnTo>
                <a:lnTo>
                  <a:pt x="201737" y="163423"/>
                </a:lnTo>
                <a:lnTo>
                  <a:pt x="201277" y="163917"/>
                </a:lnTo>
                <a:lnTo>
                  <a:pt x="200795" y="164387"/>
                </a:lnTo>
                <a:lnTo>
                  <a:pt x="200292" y="164833"/>
                </a:lnTo>
                <a:lnTo>
                  <a:pt x="199767" y="165255"/>
                </a:lnTo>
                <a:lnTo>
                  <a:pt x="199222" y="165652"/>
                </a:lnTo>
                <a:lnTo>
                  <a:pt x="198655" y="166026"/>
                </a:lnTo>
                <a:lnTo>
                  <a:pt x="198066" y="166375"/>
                </a:lnTo>
                <a:lnTo>
                  <a:pt x="197457" y="166700"/>
                </a:lnTo>
                <a:lnTo>
                  <a:pt x="196826" y="167002"/>
                </a:lnTo>
                <a:lnTo>
                  <a:pt x="196174" y="167279"/>
                </a:lnTo>
                <a:lnTo>
                  <a:pt x="195500" y="167532"/>
                </a:lnTo>
                <a:lnTo>
                  <a:pt x="194806" y="167761"/>
                </a:lnTo>
                <a:lnTo>
                  <a:pt x="194090" y="167965"/>
                </a:lnTo>
                <a:lnTo>
                  <a:pt x="193352" y="168146"/>
                </a:lnTo>
                <a:lnTo>
                  <a:pt x="192594" y="168303"/>
                </a:lnTo>
                <a:lnTo>
                  <a:pt x="191814" y="168435"/>
                </a:lnTo>
                <a:lnTo>
                  <a:pt x="191012" y="168544"/>
                </a:lnTo>
                <a:lnTo>
                  <a:pt x="190190" y="168628"/>
                </a:lnTo>
                <a:lnTo>
                  <a:pt x="189346" y="168688"/>
                </a:lnTo>
                <a:lnTo>
                  <a:pt x="188481" y="168724"/>
                </a:lnTo>
                <a:lnTo>
                  <a:pt x="187594" y="168736"/>
                </a:lnTo>
                <a:lnTo>
                  <a:pt x="181210" y="168736"/>
                </a:lnTo>
                <a:lnTo>
                  <a:pt x="181210" y="173493"/>
                </a:lnTo>
                <a:lnTo>
                  <a:pt x="312645" y="173493"/>
                </a:lnTo>
                <a:lnTo>
                  <a:pt x="327165" y="127307"/>
                </a:lnTo>
                <a:lnTo>
                  <a:pt x="323034" y="126427"/>
                </a:lnTo>
                <a:lnTo>
                  <a:pt x="322492" y="127731"/>
                </a:lnTo>
                <a:lnTo>
                  <a:pt x="321949" y="129006"/>
                </a:lnTo>
                <a:lnTo>
                  <a:pt x="321407" y="130251"/>
                </a:lnTo>
                <a:close/>
                <a:moveTo>
                  <a:pt x="108454" y="173993"/>
                </a:moveTo>
                <a:lnTo>
                  <a:pt x="110679" y="173162"/>
                </a:lnTo>
                <a:lnTo>
                  <a:pt x="112868" y="172280"/>
                </a:lnTo>
                <a:lnTo>
                  <a:pt x="115021" y="171344"/>
                </a:lnTo>
                <a:lnTo>
                  <a:pt x="117137" y="170356"/>
                </a:lnTo>
                <a:lnTo>
                  <a:pt x="119217" y="169315"/>
                </a:lnTo>
                <a:lnTo>
                  <a:pt x="121260" y="168222"/>
                </a:lnTo>
                <a:lnTo>
                  <a:pt x="123267" y="167076"/>
                </a:lnTo>
                <a:lnTo>
                  <a:pt x="125238" y="165877"/>
                </a:lnTo>
                <a:lnTo>
                  <a:pt x="127173" y="164626"/>
                </a:lnTo>
                <a:lnTo>
                  <a:pt x="129071" y="163323"/>
                </a:lnTo>
                <a:lnTo>
                  <a:pt x="130934" y="161966"/>
                </a:lnTo>
                <a:lnTo>
                  <a:pt x="132759" y="160557"/>
                </a:lnTo>
                <a:lnTo>
                  <a:pt x="134549" y="159096"/>
                </a:lnTo>
                <a:lnTo>
                  <a:pt x="136302" y="157582"/>
                </a:lnTo>
                <a:lnTo>
                  <a:pt x="138019" y="156015"/>
                </a:lnTo>
                <a:lnTo>
                  <a:pt x="139700" y="154396"/>
                </a:lnTo>
                <a:lnTo>
                  <a:pt x="141344" y="152724"/>
                </a:lnTo>
                <a:lnTo>
                  <a:pt x="142952" y="151000"/>
                </a:lnTo>
                <a:lnTo>
                  <a:pt x="144524" y="149223"/>
                </a:lnTo>
                <a:lnTo>
                  <a:pt x="146059" y="147393"/>
                </a:lnTo>
                <a:lnTo>
                  <a:pt x="147558" y="145511"/>
                </a:lnTo>
                <a:lnTo>
                  <a:pt x="149021" y="143576"/>
                </a:lnTo>
                <a:lnTo>
                  <a:pt x="150436" y="141602"/>
                </a:lnTo>
                <a:lnTo>
                  <a:pt x="151790" y="139601"/>
                </a:lnTo>
                <a:lnTo>
                  <a:pt x="153085" y="137574"/>
                </a:lnTo>
                <a:lnTo>
                  <a:pt x="154319" y="135520"/>
                </a:lnTo>
                <a:lnTo>
                  <a:pt x="155492" y="133439"/>
                </a:lnTo>
                <a:lnTo>
                  <a:pt x="156606" y="131332"/>
                </a:lnTo>
                <a:lnTo>
                  <a:pt x="157660" y="129199"/>
                </a:lnTo>
                <a:lnTo>
                  <a:pt x="158653" y="127039"/>
                </a:lnTo>
                <a:lnTo>
                  <a:pt x="159586" y="124853"/>
                </a:lnTo>
                <a:lnTo>
                  <a:pt x="160459" y="122640"/>
                </a:lnTo>
                <a:lnTo>
                  <a:pt x="161271" y="120400"/>
                </a:lnTo>
                <a:lnTo>
                  <a:pt x="162024" y="118134"/>
                </a:lnTo>
                <a:lnTo>
                  <a:pt x="162716" y="115842"/>
                </a:lnTo>
                <a:lnTo>
                  <a:pt x="163348" y="113523"/>
                </a:lnTo>
                <a:lnTo>
                  <a:pt x="163920" y="111177"/>
                </a:lnTo>
                <a:lnTo>
                  <a:pt x="164432" y="108805"/>
                </a:lnTo>
                <a:lnTo>
                  <a:pt x="164883" y="106407"/>
                </a:lnTo>
                <a:lnTo>
                  <a:pt x="165275" y="103982"/>
                </a:lnTo>
                <a:lnTo>
                  <a:pt x="165606" y="101530"/>
                </a:lnTo>
                <a:lnTo>
                  <a:pt x="165876" y="99052"/>
                </a:lnTo>
                <a:lnTo>
                  <a:pt x="166087" y="96547"/>
                </a:lnTo>
                <a:lnTo>
                  <a:pt x="166238" y="94016"/>
                </a:lnTo>
                <a:lnTo>
                  <a:pt x="166328" y="91459"/>
                </a:lnTo>
                <a:lnTo>
                  <a:pt x="166358" y="88874"/>
                </a:lnTo>
                <a:lnTo>
                  <a:pt x="166316" y="85695"/>
                </a:lnTo>
                <a:lnTo>
                  <a:pt x="166189" y="82561"/>
                </a:lnTo>
                <a:lnTo>
                  <a:pt x="165978" y="79474"/>
                </a:lnTo>
                <a:lnTo>
                  <a:pt x="165682" y="76432"/>
                </a:lnTo>
                <a:lnTo>
                  <a:pt x="165301" y="73436"/>
                </a:lnTo>
                <a:lnTo>
                  <a:pt x="164836" y="70485"/>
                </a:lnTo>
                <a:lnTo>
                  <a:pt x="164287" y="67581"/>
                </a:lnTo>
                <a:lnTo>
                  <a:pt x="163653" y="64723"/>
                </a:lnTo>
                <a:lnTo>
                  <a:pt x="162934" y="61910"/>
                </a:lnTo>
                <a:lnTo>
                  <a:pt x="162131" y="59143"/>
                </a:lnTo>
                <a:lnTo>
                  <a:pt x="161244" y="56422"/>
                </a:lnTo>
                <a:lnTo>
                  <a:pt x="160271" y="53747"/>
                </a:lnTo>
                <a:lnTo>
                  <a:pt x="159215" y="51118"/>
                </a:lnTo>
                <a:lnTo>
                  <a:pt x="158073" y="48535"/>
                </a:lnTo>
                <a:lnTo>
                  <a:pt x="156848" y="45997"/>
                </a:lnTo>
                <a:lnTo>
                  <a:pt x="155537" y="43505"/>
                </a:lnTo>
                <a:lnTo>
                  <a:pt x="154142" y="41060"/>
                </a:lnTo>
                <a:lnTo>
                  <a:pt x="152663" y="38660"/>
                </a:lnTo>
                <a:lnTo>
                  <a:pt x="151099" y="36306"/>
                </a:lnTo>
                <a:lnTo>
                  <a:pt x="149451" y="33997"/>
                </a:lnTo>
                <a:lnTo>
                  <a:pt x="147718" y="31735"/>
                </a:lnTo>
                <a:lnTo>
                  <a:pt x="145900" y="29518"/>
                </a:lnTo>
                <a:lnTo>
                  <a:pt x="143998" y="27348"/>
                </a:lnTo>
                <a:lnTo>
                  <a:pt x="142011" y="25223"/>
                </a:lnTo>
                <a:lnTo>
                  <a:pt x="139967" y="23165"/>
                </a:lnTo>
                <a:lnTo>
                  <a:pt x="137892" y="21194"/>
                </a:lnTo>
                <a:lnTo>
                  <a:pt x="135785" y="19311"/>
                </a:lnTo>
                <a:lnTo>
                  <a:pt x="133647" y="17516"/>
                </a:lnTo>
                <a:lnTo>
                  <a:pt x="131479" y="15808"/>
                </a:lnTo>
                <a:lnTo>
                  <a:pt x="129279" y="14188"/>
                </a:lnTo>
                <a:lnTo>
                  <a:pt x="127048" y="12655"/>
                </a:lnTo>
                <a:lnTo>
                  <a:pt x="124786" y="11210"/>
                </a:lnTo>
                <a:lnTo>
                  <a:pt x="122493" y="9853"/>
                </a:lnTo>
                <a:lnTo>
                  <a:pt x="120169" y="8583"/>
                </a:lnTo>
                <a:lnTo>
                  <a:pt x="117814" y="7400"/>
                </a:lnTo>
                <a:lnTo>
                  <a:pt x="115427" y="6306"/>
                </a:lnTo>
                <a:lnTo>
                  <a:pt x="113010" y="5299"/>
                </a:lnTo>
                <a:lnTo>
                  <a:pt x="110562" y="4379"/>
                </a:lnTo>
                <a:lnTo>
                  <a:pt x="108082" y="3547"/>
                </a:lnTo>
                <a:lnTo>
                  <a:pt x="105572" y="2803"/>
                </a:lnTo>
                <a:lnTo>
                  <a:pt x="103030" y="2146"/>
                </a:lnTo>
                <a:lnTo>
                  <a:pt x="100457" y="1576"/>
                </a:lnTo>
                <a:lnTo>
                  <a:pt x="97853" y="1095"/>
                </a:lnTo>
                <a:lnTo>
                  <a:pt x="95218" y="701"/>
                </a:lnTo>
                <a:lnTo>
                  <a:pt x="92553" y="394"/>
                </a:lnTo>
                <a:lnTo>
                  <a:pt x="89855" y="175"/>
                </a:lnTo>
                <a:lnTo>
                  <a:pt x="87127" y="44"/>
                </a:lnTo>
                <a:lnTo>
                  <a:pt x="84368" y="0"/>
                </a:lnTo>
                <a:lnTo>
                  <a:pt x="81465" y="44"/>
                </a:lnTo>
                <a:lnTo>
                  <a:pt x="78599" y="175"/>
                </a:lnTo>
                <a:lnTo>
                  <a:pt x="75768" y="393"/>
                </a:lnTo>
                <a:lnTo>
                  <a:pt x="72974" y="699"/>
                </a:lnTo>
                <a:lnTo>
                  <a:pt x="70215" y="1092"/>
                </a:lnTo>
                <a:lnTo>
                  <a:pt x="67493" y="1573"/>
                </a:lnTo>
                <a:lnTo>
                  <a:pt x="64807" y="2140"/>
                </a:lnTo>
                <a:lnTo>
                  <a:pt x="62157" y="2796"/>
                </a:lnTo>
                <a:lnTo>
                  <a:pt x="59542" y="3538"/>
                </a:lnTo>
                <a:lnTo>
                  <a:pt x="56964" y="4368"/>
                </a:lnTo>
                <a:lnTo>
                  <a:pt x="54422" y="5285"/>
                </a:lnTo>
                <a:lnTo>
                  <a:pt x="51916" y="6290"/>
                </a:lnTo>
                <a:lnTo>
                  <a:pt x="49447" y="7382"/>
                </a:lnTo>
                <a:lnTo>
                  <a:pt x="47013" y="8561"/>
                </a:lnTo>
                <a:lnTo>
                  <a:pt x="44615" y="9828"/>
                </a:lnTo>
                <a:lnTo>
                  <a:pt x="42254" y="11182"/>
                </a:lnTo>
                <a:lnTo>
                  <a:pt x="39928" y="12624"/>
                </a:lnTo>
                <a:lnTo>
                  <a:pt x="37639" y="14153"/>
                </a:lnTo>
                <a:lnTo>
                  <a:pt x="35385" y="15769"/>
                </a:lnTo>
                <a:lnTo>
                  <a:pt x="33168" y="17472"/>
                </a:lnTo>
                <a:lnTo>
                  <a:pt x="30987" y="19263"/>
                </a:lnTo>
                <a:lnTo>
                  <a:pt x="28842" y="21142"/>
                </a:lnTo>
                <a:lnTo>
                  <a:pt x="26733" y="23107"/>
                </a:lnTo>
                <a:lnTo>
                  <a:pt x="24660" y="25160"/>
                </a:lnTo>
                <a:lnTo>
                  <a:pt x="22647" y="27279"/>
                </a:lnTo>
                <a:lnTo>
                  <a:pt x="20721" y="29443"/>
                </a:lnTo>
                <a:lnTo>
                  <a:pt x="18880" y="31652"/>
                </a:lnTo>
                <a:lnTo>
                  <a:pt x="17125" y="33905"/>
                </a:lnTo>
                <a:lnTo>
                  <a:pt x="15455" y="36203"/>
                </a:lnTo>
                <a:lnTo>
                  <a:pt x="13871" y="38546"/>
                </a:lnTo>
                <a:lnTo>
                  <a:pt x="12373" y="40934"/>
                </a:lnTo>
                <a:lnTo>
                  <a:pt x="10960" y="43366"/>
                </a:lnTo>
                <a:lnTo>
                  <a:pt x="9633" y="45844"/>
                </a:lnTo>
                <a:lnTo>
                  <a:pt x="8391" y="48365"/>
                </a:lnTo>
                <a:lnTo>
                  <a:pt x="7235" y="50932"/>
                </a:lnTo>
                <a:lnTo>
                  <a:pt x="6165" y="53544"/>
                </a:lnTo>
                <a:lnTo>
                  <a:pt x="5180" y="56200"/>
                </a:lnTo>
                <a:lnTo>
                  <a:pt x="4281" y="58901"/>
                </a:lnTo>
                <a:lnTo>
                  <a:pt x="3468" y="61647"/>
                </a:lnTo>
                <a:lnTo>
                  <a:pt x="2740" y="64437"/>
                </a:lnTo>
                <a:lnTo>
                  <a:pt x="2098" y="67273"/>
                </a:lnTo>
                <a:lnTo>
                  <a:pt x="1541" y="70153"/>
                </a:lnTo>
                <a:lnTo>
                  <a:pt x="1070" y="73078"/>
                </a:lnTo>
                <a:lnTo>
                  <a:pt x="685" y="76047"/>
                </a:lnTo>
                <a:lnTo>
                  <a:pt x="385" y="79062"/>
                </a:lnTo>
                <a:lnTo>
                  <a:pt x="171" y="82121"/>
                </a:lnTo>
                <a:lnTo>
                  <a:pt x="43" y="85225"/>
                </a:lnTo>
                <a:lnTo>
                  <a:pt x="0" y="88374"/>
                </a:lnTo>
                <a:lnTo>
                  <a:pt x="15" y="90376"/>
                </a:lnTo>
                <a:lnTo>
                  <a:pt x="59" y="92356"/>
                </a:lnTo>
                <a:lnTo>
                  <a:pt x="132" y="94313"/>
                </a:lnTo>
                <a:lnTo>
                  <a:pt x="235" y="96248"/>
                </a:lnTo>
                <a:lnTo>
                  <a:pt x="367" y="98160"/>
                </a:lnTo>
                <a:lnTo>
                  <a:pt x="528" y="100050"/>
                </a:lnTo>
                <a:lnTo>
                  <a:pt x="719" y="101918"/>
                </a:lnTo>
                <a:lnTo>
                  <a:pt x="939" y="103763"/>
                </a:lnTo>
                <a:lnTo>
                  <a:pt x="1188" y="105586"/>
                </a:lnTo>
                <a:lnTo>
                  <a:pt x="1467" y="107387"/>
                </a:lnTo>
                <a:lnTo>
                  <a:pt x="1775" y="109165"/>
                </a:lnTo>
                <a:lnTo>
                  <a:pt x="2112" y="110921"/>
                </a:lnTo>
                <a:lnTo>
                  <a:pt x="2479" y="112654"/>
                </a:lnTo>
                <a:lnTo>
                  <a:pt x="2875" y="114366"/>
                </a:lnTo>
                <a:lnTo>
                  <a:pt x="3301" y="116054"/>
                </a:lnTo>
                <a:lnTo>
                  <a:pt x="3755" y="117720"/>
                </a:lnTo>
                <a:lnTo>
                  <a:pt x="4239" y="119364"/>
                </a:lnTo>
                <a:lnTo>
                  <a:pt x="4753" y="120986"/>
                </a:lnTo>
                <a:lnTo>
                  <a:pt x="5296" y="122585"/>
                </a:lnTo>
                <a:lnTo>
                  <a:pt x="5868" y="124162"/>
                </a:lnTo>
                <a:lnTo>
                  <a:pt x="6469" y="125716"/>
                </a:lnTo>
                <a:lnTo>
                  <a:pt x="7100" y="127248"/>
                </a:lnTo>
                <a:lnTo>
                  <a:pt x="7760" y="128758"/>
                </a:lnTo>
                <a:lnTo>
                  <a:pt x="8449" y="130245"/>
                </a:lnTo>
                <a:lnTo>
                  <a:pt x="9165" y="131711"/>
                </a:lnTo>
                <a:lnTo>
                  <a:pt x="9905" y="133158"/>
                </a:lnTo>
                <a:lnTo>
                  <a:pt x="10668" y="134586"/>
                </a:lnTo>
                <a:lnTo>
                  <a:pt x="11455" y="135994"/>
                </a:lnTo>
                <a:lnTo>
                  <a:pt x="12266" y="137383"/>
                </a:lnTo>
                <a:lnTo>
                  <a:pt x="13100" y="138753"/>
                </a:lnTo>
                <a:lnTo>
                  <a:pt x="13958" y="140103"/>
                </a:lnTo>
                <a:lnTo>
                  <a:pt x="14840" y="141434"/>
                </a:lnTo>
                <a:lnTo>
                  <a:pt x="15746" y="142746"/>
                </a:lnTo>
                <a:lnTo>
                  <a:pt x="16675" y="144038"/>
                </a:lnTo>
                <a:lnTo>
                  <a:pt x="17628" y="145311"/>
                </a:lnTo>
                <a:lnTo>
                  <a:pt x="18604" y="146565"/>
                </a:lnTo>
                <a:lnTo>
                  <a:pt x="19604" y="147799"/>
                </a:lnTo>
                <a:lnTo>
                  <a:pt x="20628" y="149014"/>
                </a:lnTo>
                <a:lnTo>
                  <a:pt x="21676" y="150209"/>
                </a:lnTo>
                <a:lnTo>
                  <a:pt x="22747" y="151386"/>
                </a:lnTo>
                <a:lnTo>
                  <a:pt x="23842" y="152543"/>
                </a:lnTo>
                <a:lnTo>
                  <a:pt x="24961" y="153680"/>
                </a:lnTo>
                <a:lnTo>
                  <a:pt x="26103" y="154798"/>
                </a:lnTo>
                <a:lnTo>
                  <a:pt x="27269" y="155897"/>
                </a:lnTo>
                <a:lnTo>
                  <a:pt x="28459" y="156977"/>
                </a:lnTo>
                <a:lnTo>
                  <a:pt x="29672" y="158037"/>
                </a:lnTo>
                <a:lnTo>
                  <a:pt x="30909" y="159078"/>
                </a:lnTo>
                <a:lnTo>
                  <a:pt x="32170" y="160099"/>
                </a:lnTo>
                <a:lnTo>
                  <a:pt x="33059" y="160776"/>
                </a:lnTo>
                <a:lnTo>
                  <a:pt x="33975" y="161449"/>
                </a:lnTo>
                <a:lnTo>
                  <a:pt x="34916" y="162120"/>
                </a:lnTo>
                <a:lnTo>
                  <a:pt x="35884" y="162787"/>
                </a:lnTo>
                <a:lnTo>
                  <a:pt x="36877" y="163451"/>
                </a:lnTo>
                <a:lnTo>
                  <a:pt x="37897" y="164113"/>
                </a:lnTo>
                <a:lnTo>
                  <a:pt x="38943" y="164771"/>
                </a:lnTo>
                <a:lnTo>
                  <a:pt x="40014" y="165426"/>
                </a:lnTo>
                <a:lnTo>
                  <a:pt x="41112" y="166078"/>
                </a:lnTo>
                <a:lnTo>
                  <a:pt x="42236" y="166727"/>
                </a:lnTo>
                <a:lnTo>
                  <a:pt x="43386" y="167374"/>
                </a:lnTo>
                <a:lnTo>
                  <a:pt x="44562" y="168017"/>
                </a:lnTo>
                <a:lnTo>
                  <a:pt x="45765" y="168657"/>
                </a:lnTo>
                <a:lnTo>
                  <a:pt x="46993" y="169294"/>
                </a:lnTo>
                <a:lnTo>
                  <a:pt x="48247" y="169927"/>
                </a:lnTo>
                <a:lnTo>
                  <a:pt x="49528" y="170558"/>
                </a:lnTo>
                <a:lnTo>
                  <a:pt x="50834" y="171186"/>
                </a:lnTo>
                <a:lnTo>
                  <a:pt x="52167" y="171811"/>
                </a:lnTo>
                <a:lnTo>
                  <a:pt x="53526" y="172433"/>
                </a:lnTo>
                <a:lnTo>
                  <a:pt x="54910" y="173051"/>
                </a:lnTo>
                <a:lnTo>
                  <a:pt x="56321" y="173667"/>
                </a:lnTo>
                <a:lnTo>
                  <a:pt x="57758" y="174280"/>
                </a:lnTo>
                <a:lnTo>
                  <a:pt x="59221" y="174889"/>
                </a:lnTo>
                <a:lnTo>
                  <a:pt x="60710" y="175496"/>
                </a:lnTo>
                <a:lnTo>
                  <a:pt x="61782" y="176547"/>
                </a:lnTo>
                <a:lnTo>
                  <a:pt x="62871" y="177593"/>
                </a:lnTo>
                <a:lnTo>
                  <a:pt x="63977" y="178634"/>
                </a:lnTo>
                <a:lnTo>
                  <a:pt x="65100" y="179670"/>
                </a:lnTo>
                <a:lnTo>
                  <a:pt x="66239" y="180701"/>
                </a:lnTo>
                <a:lnTo>
                  <a:pt x="67395" y="181727"/>
                </a:lnTo>
                <a:lnTo>
                  <a:pt x="68568" y="182748"/>
                </a:lnTo>
                <a:lnTo>
                  <a:pt x="69757" y="183764"/>
                </a:lnTo>
                <a:lnTo>
                  <a:pt x="70964" y="184775"/>
                </a:lnTo>
                <a:lnTo>
                  <a:pt x="72187" y="185782"/>
                </a:lnTo>
                <a:lnTo>
                  <a:pt x="73426" y="186783"/>
                </a:lnTo>
                <a:lnTo>
                  <a:pt x="74683" y="187779"/>
                </a:lnTo>
                <a:lnTo>
                  <a:pt x="75956" y="188770"/>
                </a:lnTo>
                <a:lnTo>
                  <a:pt x="77246" y="189756"/>
                </a:lnTo>
                <a:lnTo>
                  <a:pt x="78552" y="190737"/>
                </a:lnTo>
                <a:lnTo>
                  <a:pt x="79876" y="191713"/>
                </a:lnTo>
                <a:lnTo>
                  <a:pt x="81216" y="192684"/>
                </a:lnTo>
                <a:lnTo>
                  <a:pt x="82573" y="193650"/>
                </a:lnTo>
                <a:lnTo>
                  <a:pt x="83946" y="194611"/>
                </a:lnTo>
                <a:lnTo>
                  <a:pt x="85337" y="195567"/>
                </a:lnTo>
                <a:lnTo>
                  <a:pt x="86744" y="196518"/>
                </a:lnTo>
                <a:lnTo>
                  <a:pt x="88167" y="197465"/>
                </a:lnTo>
                <a:lnTo>
                  <a:pt x="89608" y="198406"/>
                </a:lnTo>
                <a:lnTo>
                  <a:pt x="91065" y="199342"/>
                </a:lnTo>
                <a:lnTo>
                  <a:pt x="92534" y="200267"/>
                </a:lnTo>
                <a:lnTo>
                  <a:pt x="94011" y="201175"/>
                </a:lnTo>
                <a:lnTo>
                  <a:pt x="95494" y="202066"/>
                </a:lnTo>
                <a:lnTo>
                  <a:pt x="96985" y="202941"/>
                </a:lnTo>
                <a:lnTo>
                  <a:pt x="98483" y="203798"/>
                </a:lnTo>
                <a:lnTo>
                  <a:pt x="99988" y="204638"/>
                </a:lnTo>
                <a:lnTo>
                  <a:pt x="101500" y="205462"/>
                </a:lnTo>
                <a:lnTo>
                  <a:pt x="103019" y="206268"/>
                </a:lnTo>
                <a:lnTo>
                  <a:pt x="104546" y="207058"/>
                </a:lnTo>
                <a:lnTo>
                  <a:pt x="106080" y="207830"/>
                </a:lnTo>
                <a:lnTo>
                  <a:pt x="107620" y="208586"/>
                </a:lnTo>
                <a:lnTo>
                  <a:pt x="109169" y="209324"/>
                </a:lnTo>
                <a:lnTo>
                  <a:pt x="110724" y="210046"/>
                </a:lnTo>
                <a:lnTo>
                  <a:pt x="112286" y="210751"/>
                </a:lnTo>
                <a:lnTo>
                  <a:pt x="113856" y="211439"/>
                </a:lnTo>
                <a:lnTo>
                  <a:pt x="115433" y="212110"/>
                </a:lnTo>
                <a:lnTo>
                  <a:pt x="117016" y="212764"/>
                </a:lnTo>
                <a:lnTo>
                  <a:pt x="118608" y="213401"/>
                </a:lnTo>
                <a:lnTo>
                  <a:pt x="120206" y="214021"/>
                </a:lnTo>
                <a:lnTo>
                  <a:pt x="121811" y="214624"/>
                </a:lnTo>
                <a:lnTo>
                  <a:pt x="123424" y="215210"/>
                </a:lnTo>
                <a:lnTo>
                  <a:pt x="125044" y="215779"/>
                </a:lnTo>
                <a:lnTo>
                  <a:pt x="126671" y="216331"/>
                </a:lnTo>
                <a:lnTo>
                  <a:pt x="128305" y="216866"/>
                </a:lnTo>
                <a:lnTo>
                  <a:pt x="129938" y="217383"/>
                </a:lnTo>
                <a:lnTo>
                  <a:pt x="131564" y="217880"/>
                </a:lnTo>
                <a:lnTo>
                  <a:pt x="133181" y="218358"/>
                </a:lnTo>
                <a:lnTo>
                  <a:pt x="134790" y="218815"/>
                </a:lnTo>
                <a:lnTo>
                  <a:pt x="136390" y="219253"/>
                </a:lnTo>
                <a:lnTo>
                  <a:pt x="137982" y="219671"/>
                </a:lnTo>
                <a:lnTo>
                  <a:pt x="139566" y="220069"/>
                </a:lnTo>
                <a:lnTo>
                  <a:pt x="141142" y="220448"/>
                </a:lnTo>
                <a:lnTo>
                  <a:pt x="142710" y="220806"/>
                </a:lnTo>
                <a:lnTo>
                  <a:pt x="144269" y="221145"/>
                </a:lnTo>
                <a:lnTo>
                  <a:pt x="145820" y="221464"/>
                </a:lnTo>
                <a:lnTo>
                  <a:pt x="147363" y="221764"/>
                </a:lnTo>
                <a:lnTo>
                  <a:pt x="148897" y="222043"/>
                </a:lnTo>
                <a:lnTo>
                  <a:pt x="150423" y="222303"/>
                </a:lnTo>
                <a:lnTo>
                  <a:pt x="151941" y="222543"/>
                </a:lnTo>
                <a:lnTo>
                  <a:pt x="153451" y="222763"/>
                </a:lnTo>
                <a:lnTo>
                  <a:pt x="154953" y="222964"/>
                </a:lnTo>
                <a:lnTo>
                  <a:pt x="156446" y="223145"/>
                </a:lnTo>
                <a:lnTo>
                  <a:pt x="157931" y="223306"/>
                </a:lnTo>
                <a:lnTo>
                  <a:pt x="159407" y="223447"/>
                </a:lnTo>
                <a:lnTo>
                  <a:pt x="160876" y="223568"/>
                </a:lnTo>
                <a:lnTo>
                  <a:pt x="162336" y="223670"/>
                </a:lnTo>
                <a:lnTo>
                  <a:pt x="163788" y="223751"/>
                </a:lnTo>
                <a:lnTo>
                  <a:pt x="165231" y="223814"/>
                </a:lnTo>
                <a:lnTo>
                  <a:pt x="165231" y="219808"/>
                </a:lnTo>
                <a:lnTo>
                  <a:pt x="163663" y="219667"/>
                </a:lnTo>
                <a:lnTo>
                  <a:pt x="162109" y="219496"/>
                </a:lnTo>
                <a:lnTo>
                  <a:pt x="160570" y="219294"/>
                </a:lnTo>
                <a:lnTo>
                  <a:pt x="159044" y="219060"/>
                </a:lnTo>
                <a:lnTo>
                  <a:pt x="157532" y="218796"/>
                </a:lnTo>
                <a:lnTo>
                  <a:pt x="156035" y="218501"/>
                </a:lnTo>
                <a:lnTo>
                  <a:pt x="154552" y="218176"/>
                </a:lnTo>
                <a:lnTo>
                  <a:pt x="153083" y="217819"/>
                </a:lnTo>
                <a:lnTo>
                  <a:pt x="151627" y="217432"/>
                </a:lnTo>
                <a:lnTo>
                  <a:pt x="150187" y="217013"/>
                </a:lnTo>
                <a:lnTo>
                  <a:pt x="148760" y="216564"/>
                </a:lnTo>
                <a:lnTo>
                  <a:pt x="147347" y="216084"/>
                </a:lnTo>
                <a:lnTo>
                  <a:pt x="145948" y="215573"/>
                </a:lnTo>
                <a:lnTo>
                  <a:pt x="144564" y="215031"/>
                </a:lnTo>
                <a:lnTo>
                  <a:pt x="143194" y="214459"/>
                </a:lnTo>
                <a:lnTo>
                  <a:pt x="141838" y="213855"/>
                </a:lnTo>
                <a:lnTo>
                  <a:pt x="140496" y="213221"/>
                </a:lnTo>
                <a:lnTo>
                  <a:pt x="139168" y="212556"/>
                </a:lnTo>
                <a:lnTo>
                  <a:pt x="137854" y="211860"/>
                </a:lnTo>
                <a:lnTo>
                  <a:pt x="136554" y="211133"/>
                </a:lnTo>
                <a:lnTo>
                  <a:pt x="135269" y="210375"/>
                </a:lnTo>
                <a:lnTo>
                  <a:pt x="133997" y="209586"/>
                </a:lnTo>
                <a:lnTo>
                  <a:pt x="132740" y="208767"/>
                </a:lnTo>
                <a:lnTo>
                  <a:pt x="131497" y="207916"/>
                </a:lnTo>
                <a:lnTo>
                  <a:pt x="130264" y="207030"/>
                </a:lnTo>
                <a:lnTo>
                  <a:pt x="129039" y="206104"/>
                </a:lnTo>
                <a:lnTo>
                  <a:pt x="127821" y="205137"/>
                </a:lnTo>
                <a:lnTo>
                  <a:pt x="126610" y="204130"/>
                </a:lnTo>
                <a:lnTo>
                  <a:pt x="125406" y="203082"/>
                </a:lnTo>
                <a:lnTo>
                  <a:pt x="124209" y="201994"/>
                </a:lnTo>
                <a:lnTo>
                  <a:pt x="123020" y="200865"/>
                </a:lnTo>
                <a:lnTo>
                  <a:pt x="121837" y="199696"/>
                </a:lnTo>
                <a:lnTo>
                  <a:pt x="120662" y="198487"/>
                </a:lnTo>
                <a:lnTo>
                  <a:pt x="119494" y="197237"/>
                </a:lnTo>
                <a:lnTo>
                  <a:pt x="118333" y="195947"/>
                </a:lnTo>
                <a:lnTo>
                  <a:pt x="117180" y="194616"/>
                </a:lnTo>
                <a:lnTo>
                  <a:pt x="116033" y="193245"/>
                </a:lnTo>
                <a:lnTo>
                  <a:pt x="114894" y="191834"/>
                </a:lnTo>
                <a:lnTo>
                  <a:pt x="113762" y="190382"/>
                </a:lnTo>
                <a:lnTo>
                  <a:pt x="112637" y="188890"/>
                </a:lnTo>
                <a:lnTo>
                  <a:pt x="111519" y="187357"/>
                </a:lnTo>
                <a:lnTo>
                  <a:pt x="110409" y="185784"/>
                </a:lnTo>
                <a:lnTo>
                  <a:pt x="109305" y="184170"/>
                </a:lnTo>
                <a:lnTo>
                  <a:pt x="108209" y="182516"/>
                </a:lnTo>
                <a:lnTo>
                  <a:pt x="107120" y="180822"/>
                </a:lnTo>
                <a:lnTo>
                  <a:pt x="106038" y="179087"/>
                </a:lnTo>
                <a:lnTo>
                  <a:pt x="104963" y="177312"/>
                </a:lnTo>
                <a:lnTo>
                  <a:pt x="103896" y="175496"/>
                </a:lnTo>
                <a:lnTo>
                  <a:pt x="106193" y="174771"/>
                </a:lnTo>
                <a:lnTo>
                  <a:pt x="108454" y="173993"/>
                </a:lnTo>
                <a:close/>
                <a:moveTo>
                  <a:pt x="85307" y="9816"/>
                </a:moveTo>
                <a:lnTo>
                  <a:pt x="86513" y="9882"/>
                </a:lnTo>
                <a:lnTo>
                  <a:pt x="87708" y="9974"/>
                </a:lnTo>
                <a:lnTo>
                  <a:pt x="88893" y="10092"/>
                </a:lnTo>
                <a:lnTo>
                  <a:pt x="90068" y="10237"/>
                </a:lnTo>
                <a:lnTo>
                  <a:pt x="91232" y="10408"/>
                </a:lnTo>
                <a:lnTo>
                  <a:pt x="92386" y="10605"/>
                </a:lnTo>
                <a:lnTo>
                  <a:pt x="93530" y="10828"/>
                </a:lnTo>
                <a:lnTo>
                  <a:pt x="94664" y="11078"/>
                </a:lnTo>
                <a:lnTo>
                  <a:pt x="95788" y="11354"/>
                </a:lnTo>
                <a:lnTo>
                  <a:pt x="96901" y="11656"/>
                </a:lnTo>
                <a:lnTo>
                  <a:pt x="98005" y="11984"/>
                </a:lnTo>
                <a:lnTo>
                  <a:pt x="99098" y="12339"/>
                </a:lnTo>
                <a:lnTo>
                  <a:pt x="100180" y="12720"/>
                </a:lnTo>
                <a:lnTo>
                  <a:pt x="101253" y="13128"/>
                </a:lnTo>
                <a:lnTo>
                  <a:pt x="102315" y="13561"/>
                </a:lnTo>
                <a:lnTo>
                  <a:pt x="103367" y="14021"/>
                </a:lnTo>
                <a:lnTo>
                  <a:pt x="104409" y="14508"/>
                </a:lnTo>
                <a:lnTo>
                  <a:pt x="105441" y="15020"/>
                </a:lnTo>
                <a:lnTo>
                  <a:pt x="106463" y="15559"/>
                </a:lnTo>
                <a:lnTo>
                  <a:pt x="107474" y="16124"/>
                </a:lnTo>
                <a:lnTo>
                  <a:pt x="108475" y="16715"/>
                </a:lnTo>
                <a:lnTo>
                  <a:pt x="109466" y="17333"/>
                </a:lnTo>
                <a:lnTo>
                  <a:pt x="110443" y="17978"/>
                </a:lnTo>
                <a:lnTo>
                  <a:pt x="111405" y="18652"/>
                </a:lnTo>
                <a:lnTo>
                  <a:pt x="112350" y="19356"/>
                </a:lnTo>
                <a:lnTo>
                  <a:pt x="113278" y="20089"/>
                </a:lnTo>
                <a:lnTo>
                  <a:pt x="114191" y="20852"/>
                </a:lnTo>
                <a:lnTo>
                  <a:pt x="115087" y="21643"/>
                </a:lnTo>
                <a:lnTo>
                  <a:pt x="115967" y="22464"/>
                </a:lnTo>
                <a:lnTo>
                  <a:pt x="116830" y="23315"/>
                </a:lnTo>
                <a:lnTo>
                  <a:pt x="117678" y="24194"/>
                </a:lnTo>
                <a:lnTo>
                  <a:pt x="118508" y="25103"/>
                </a:lnTo>
                <a:lnTo>
                  <a:pt x="119323" y="26042"/>
                </a:lnTo>
                <a:lnTo>
                  <a:pt x="120121" y="27010"/>
                </a:lnTo>
                <a:lnTo>
                  <a:pt x="120903" y="28007"/>
                </a:lnTo>
                <a:lnTo>
                  <a:pt x="121669" y="29033"/>
                </a:lnTo>
                <a:lnTo>
                  <a:pt x="122419" y="30088"/>
                </a:lnTo>
                <a:lnTo>
                  <a:pt x="123152" y="31173"/>
                </a:lnTo>
                <a:lnTo>
                  <a:pt x="123869" y="32288"/>
                </a:lnTo>
                <a:lnTo>
                  <a:pt x="124569" y="33431"/>
                </a:lnTo>
                <a:lnTo>
                  <a:pt x="125253" y="34604"/>
                </a:lnTo>
                <a:lnTo>
                  <a:pt x="125921" y="35807"/>
                </a:lnTo>
                <a:lnTo>
                  <a:pt x="126573" y="37038"/>
                </a:lnTo>
                <a:lnTo>
                  <a:pt x="127208" y="38299"/>
                </a:lnTo>
                <a:lnTo>
                  <a:pt x="127827" y="39589"/>
                </a:lnTo>
                <a:lnTo>
                  <a:pt x="128430" y="40909"/>
                </a:lnTo>
                <a:lnTo>
                  <a:pt x="129186" y="42656"/>
                </a:lnTo>
                <a:lnTo>
                  <a:pt x="129909" y="44436"/>
                </a:lnTo>
                <a:lnTo>
                  <a:pt x="130601" y="46250"/>
                </a:lnTo>
                <a:lnTo>
                  <a:pt x="131260" y="48097"/>
                </a:lnTo>
                <a:lnTo>
                  <a:pt x="131887" y="49978"/>
                </a:lnTo>
                <a:lnTo>
                  <a:pt x="132482" y="51892"/>
                </a:lnTo>
                <a:lnTo>
                  <a:pt x="133045" y="53840"/>
                </a:lnTo>
                <a:lnTo>
                  <a:pt x="133576" y="55821"/>
                </a:lnTo>
                <a:lnTo>
                  <a:pt x="134075" y="57835"/>
                </a:lnTo>
                <a:lnTo>
                  <a:pt x="134541" y="59883"/>
                </a:lnTo>
                <a:lnTo>
                  <a:pt x="134975" y="61964"/>
                </a:lnTo>
                <a:lnTo>
                  <a:pt x="135377" y="64079"/>
                </a:lnTo>
                <a:lnTo>
                  <a:pt x="135747" y="66227"/>
                </a:lnTo>
                <a:lnTo>
                  <a:pt x="136085" y="68409"/>
                </a:lnTo>
                <a:lnTo>
                  <a:pt x="136390" y="70624"/>
                </a:lnTo>
                <a:lnTo>
                  <a:pt x="136664" y="72872"/>
                </a:lnTo>
                <a:lnTo>
                  <a:pt x="136905" y="75154"/>
                </a:lnTo>
                <a:lnTo>
                  <a:pt x="137114" y="77469"/>
                </a:lnTo>
                <a:lnTo>
                  <a:pt x="137291" y="79818"/>
                </a:lnTo>
                <a:lnTo>
                  <a:pt x="137436" y="82200"/>
                </a:lnTo>
                <a:lnTo>
                  <a:pt x="137548" y="84615"/>
                </a:lnTo>
                <a:lnTo>
                  <a:pt x="137629" y="87064"/>
                </a:lnTo>
                <a:lnTo>
                  <a:pt x="137677" y="89547"/>
                </a:lnTo>
                <a:lnTo>
                  <a:pt x="137693" y="92063"/>
                </a:lnTo>
                <a:lnTo>
                  <a:pt x="137664" y="95323"/>
                </a:lnTo>
                <a:lnTo>
                  <a:pt x="137576" y="98517"/>
                </a:lnTo>
                <a:lnTo>
                  <a:pt x="137429" y="101643"/>
                </a:lnTo>
                <a:lnTo>
                  <a:pt x="137223" y="104703"/>
                </a:lnTo>
                <a:lnTo>
                  <a:pt x="136959" y="107696"/>
                </a:lnTo>
                <a:lnTo>
                  <a:pt x="136637" y="110622"/>
                </a:lnTo>
                <a:lnTo>
                  <a:pt x="136255" y="113481"/>
                </a:lnTo>
                <a:lnTo>
                  <a:pt x="135815" y="116274"/>
                </a:lnTo>
                <a:lnTo>
                  <a:pt x="135317" y="118999"/>
                </a:lnTo>
                <a:lnTo>
                  <a:pt x="134759" y="121657"/>
                </a:lnTo>
                <a:lnTo>
                  <a:pt x="134143" y="124249"/>
                </a:lnTo>
                <a:lnTo>
                  <a:pt x="133468" y="126773"/>
                </a:lnTo>
                <a:lnTo>
                  <a:pt x="132735" y="129231"/>
                </a:lnTo>
                <a:lnTo>
                  <a:pt x="131943" y="131622"/>
                </a:lnTo>
                <a:lnTo>
                  <a:pt x="131092" y="133946"/>
                </a:lnTo>
                <a:lnTo>
                  <a:pt x="130182" y="136203"/>
                </a:lnTo>
                <a:lnTo>
                  <a:pt x="129214" y="138393"/>
                </a:lnTo>
                <a:lnTo>
                  <a:pt x="128187" y="140516"/>
                </a:lnTo>
                <a:lnTo>
                  <a:pt x="127102" y="142572"/>
                </a:lnTo>
                <a:lnTo>
                  <a:pt x="125958" y="144561"/>
                </a:lnTo>
                <a:lnTo>
                  <a:pt x="124755" y="146484"/>
                </a:lnTo>
                <a:lnTo>
                  <a:pt x="123493" y="148339"/>
                </a:lnTo>
                <a:lnTo>
                  <a:pt x="122173" y="150128"/>
                </a:lnTo>
                <a:lnTo>
                  <a:pt x="120794" y="151849"/>
                </a:lnTo>
                <a:lnTo>
                  <a:pt x="119579" y="153248"/>
                </a:lnTo>
                <a:lnTo>
                  <a:pt x="118332" y="154587"/>
                </a:lnTo>
                <a:lnTo>
                  <a:pt x="117053" y="155866"/>
                </a:lnTo>
                <a:lnTo>
                  <a:pt x="115742" y="157086"/>
                </a:lnTo>
                <a:lnTo>
                  <a:pt x="114400" y="158246"/>
                </a:lnTo>
                <a:lnTo>
                  <a:pt x="113026" y="159347"/>
                </a:lnTo>
                <a:lnTo>
                  <a:pt x="111620" y="160388"/>
                </a:lnTo>
                <a:lnTo>
                  <a:pt x="110182" y="161370"/>
                </a:lnTo>
                <a:lnTo>
                  <a:pt x="108713" y="162292"/>
                </a:lnTo>
                <a:lnTo>
                  <a:pt x="107212" y="163155"/>
                </a:lnTo>
                <a:lnTo>
                  <a:pt x="105679" y="163959"/>
                </a:lnTo>
                <a:lnTo>
                  <a:pt x="104115" y="164702"/>
                </a:lnTo>
                <a:lnTo>
                  <a:pt x="102518" y="165387"/>
                </a:lnTo>
                <a:lnTo>
                  <a:pt x="100890" y="166012"/>
                </a:lnTo>
                <a:lnTo>
                  <a:pt x="99231" y="166577"/>
                </a:lnTo>
                <a:lnTo>
                  <a:pt x="97539" y="167083"/>
                </a:lnTo>
                <a:lnTo>
                  <a:pt x="95816" y="167529"/>
                </a:lnTo>
                <a:lnTo>
                  <a:pt x="94061" y="167916"/>
                </a:lnTo>
                <a:lnTo>
                  <a:pt x="92275" y="168243"/>
                </a:lnTo>
                <a:lnTo>
                  <a:pt x="90457" y="168511"/>
                </a:lnTo>
                <a:lnTo>
                  <a:pt x="88607" y="168719"/>
                </a:lnTo>
                <a:lnTo>
                  <a:pt x="86725" y="168868"/>
                </a:lnTo>
                <a:lnTo>
                  <a:pt x="84811" y="168957"/>
                </a:lnTo>
                <a:lnTo>
                  <a:pt x="82866" y="168987"/>
                </a:lnTo>
                <a:lnTo>
                  <a:pt x="80993" y="168957"/>
                </a:lnTo>
                <a:lnTo>
                  <a:pt x="79152" y="168868"/>
                </a:lnTo>
                <a:lnTo>
                  <a:pt x="77341" y="168719"/>
                </a:lnTo>
                <a:lnTo>
                  <a:pt x="75561" y="168511"/>
                </a:lnTo>
                <a:lnTo>
                  <a:pt x="73812" y="168243"/>
                </a:lnTo>
                <a:lnTo>
                  <a:pt x="72093" y="167916"/>
                </a:lnTo>
                <a:lnTo>
                  <a:pt x="70406" y="167529"/>
                </a:lnTo>
                <a:lnTo>
                  <a:pt x="68749" y="167083"/>
                </a:lnTo>
                <a:lnTo>
                  <a:pt x="67123" y="166577"/>
                </a:lnTo>
                <a:lnTo>
                  <a:pt x="65528" y="166012"/>
                </a:lnTo>
                <a:lnTo>
                  <a:pt x="63964" y="165387"/>
                </a:lnTo>
                <a:lnTo>
                  <a:pt x="62431" y="164702"/>
                </a:lnTo>
                <a:lnTo>
                  <a:pt x="60929" y="163959"/>
                </a:lnTo>
                <a:lnTo>
                  <a:pt x="59457" y="163155"/>
                </a:lnTo>
                <a:lnTo>
                  <a:pt x="58017" y="162292"/>
                </a:lnTo>
                <a:lnTo>
                  <a:pt x="56607" y="161370"/>
                </a:lnTo>
                <a:lnTo>
                  <a:pt x="55228" y="160388"/>
                </a:lnTo>
                <a:lnTo>
                  <a:pt x="53880" y="159347"/>
                </a:lnTo>
                <a:lnTo>
                  <a:pt x="52563" y="158246"/>
                </a:lnTo>
                <a:lnTo>
                  <a:pt x="51277" y="157086"/>
                </a:lnTo>
                <a:lnTo>
                  <a:pt x="50021" y="155866"/>
                </a:lnTo>
                <a:lnTo>
                  <a:pt x="48797" y="154587"/>
                </a:lnTo>
                <a:lnTo>
                  <a:pt x="47603" y="153248"/>
                </a:lnTo>
                <a:lnTo>
                  <a:pt x="46440" y="151849"/>
                </a:lnTo>
                <a:lnTo>
                  <a:pt x="44990" y="149962"/>
                </a:lnTo>
                <a:lnTo>
                  <a:pt x="43601" y="148008"/>
                </a:lnTo>
                <a:lnTo>
                  <a:pt x="42274" y="145989"/>
                </a:lnTo>
                <a:lnTo>
                  <a:pt x="41009" y="143904"/>
                </a:lnTo>
                <a:lnTo>
                  <a:pt x="39805" y="141754"/>
                </a:lnTo>
                <a:lnTo>
                  <a:pt x="38664" y="139538"/>
                </a:lnTo>
                <a:lnTo>
                  <a:pt x="37583" y="137257"/>
                </a:lnTo>
                <a:lnTo>
                  <a:pt x="36565" y="134909"/>
                </a:lnTo>
                <a:lnTo>
                  <a:pt x="35608" y="132497"/>
                </a:lnTo>
                <a:lnTo>
                  <a:pt x="34714" y="130019"/>
                </a:lnTo>
                <a:lnTo>
                  <a:pt x="33880" y="127475"/>
                </a:lnTo>
                <a:lnTo>
                  <a:pt x="33109" y="124865"/>
                </a:lnTo>
                <a:lnTo>
                  <a:pt x="32399" y="122190"/>
                </a:lnTo>
                <a:lnTo>
                  <a:pt x="31751" y="119450"/>
                </a:lnTo>
                <a:lnTo>
                  <a:pt x="31165" y="116644"/>
                </a:lnTo>
                <a:lnTo>
                  <a:pt x="30640" y="113772"/>
                </a:lnTo>
                <a:lnTo>
                  <a:pt x="30177" y="110834"/>
                </a:lnTo>
                <a:lnTo>
                  <a:pt x="29776" y="107831"/>
                </a:lnTo>
                <a:lnTo>
                  <a:pt x="29437" y="104763"/>
                </a:lnTo>
                <a:lnTo>
                  <a:pt x="29159" y="101629"/>
                </a:lnTo>
                <a:lnTo>
                  <a:pt x="28943" y="98429"/>
                </a:lnTo>
                <a:lnTo>
                  <a:pt x="28789" y="95164"/>
                </a:lnTo>
                <a:lnTo>
                  <a:pt x="28696" y="91833"/>
                </a:lnTo>
                <a:lnTo>
                  <a:pt x="28665" y="88436"/>
                </a:lnTo>
                <a:lnTo>
                  <a:pt x="28696" y="84972"/>
                </a:lnTo>
                <a:lnTo>
                  <a:pt x="28787" y="81583"/>
                </a:lnTo>
                <a:lnTo>
                  <a:pt x="28939" y="78269"/>
                </a:lnTo>
                <a:lnTo>
                  <a:pt x="29152" y="75029"/>
                </a:lnTo>
                <a:lnTo>
                  <a:pt x="29426" y="71866"/>
                </a:lnTo>
                <a:lnTo>
                  <a:pt x="29760" y="68777"/>
                </a:lnTo>
                <a:lnTo>
                  <a:pt x="30156" y="65763"/>
                </a:lnTo>
                <a:lnTo>
                  <a:pt x="30612" y="62825"/>
                </a:lnTo>
                <a:lnTo>
                  <a:pt x="31130" y="59961"/>
                </a:lnTo>
                <a:lnTo>
                  <a:pt x="31708" y="57173"/>
                </a:lnTo>
                <a:lnTo>
                  <a:pt x="32347" y="54460"/>
                </a:lnTo>
                <a:lnTo>
                  <a:pt x="33046" y="51822"/>
                </a:lnTo>
                <a:lnTo>
                  <a:pt x="33807" y="49259"/>
                </a:lnTo>
                <a:lnTo>
                  <a:pt x="34628" y="46771"/>
                </a:lnTo>
                <a:lnTo>
                  <a:pt x="35511" y="44358"/>
                </a:lnTo>
                <a:lnTo>
                  <a:pt x="36454" y="42021"/>
                </a:lnTo>
                <a:lnTo>
                  <a:pt x="37458" y="39758"/>
                </a:lnTo>
                <a:lnTo>
                  <a:pt x="38523" y="37571"/>
                </a:lnTo>
                <a:lnTo>
                  <a:pt x="39648" y="35459"/>
                </a:lnTo>
                <a:lnTo>
                  <a:pt x="40835" y="33422"/>
                </a:lnTo>
                <a:lnTo>
                  <a:pt x="42082" y="31460"/>
                </a:lnTo>
                <a:lnTo>
                  <a:pt x="43391" y="29573"/>
                </a:lnTo>
                <a:lnTo>
                  <a:pt x="44760" y="27761"/>
                </a:lnTo>
                <a:lnTo>
                  <a:pt x="46190" y="26025"/>
                </a:lnTo>
                <a:lnTo>
                  <a:pt x="47363" y="24698"/>
                </a:lnTo>
                <a:lnTo>
                  <a:pt x="48567" y="23427"/>
                </a:lnTo>
                <a:lnTo>
                  <a:pt x="49802" y="22214"/>
                </a:lnTo>
                <a:lnTo>
                  <a:pt x="51068" y="21056"/>
                </a:lnTo>
                <a:lnTo>
                  <a:pt x="52365" y="19955"/>
                </a:lnTo>
                <a:lnTo>
                  <a:pt x="53692" y="18911"/>
                </a:lnTo>
                <a:lnTo>
                  <a:pt x="55051" y="17922"/>
                </a:lnTo>
                <a:lnTo>
                  <a:pt x="56440" y="16991"/>
                </a:lnTo>
                <a:lnTo>
                  <a:pt x="57860" y="16116"/>
                </a:lnTo>
                <a:lnTo>
                  <a:pt x="59311" y="15297"/>
                </a:lnTo>
                <a:lnTo>
                  <a:pt x="60793" y="14535"/>
                </a:lnTo>
                <a:lnTo>
                  <a:pt x="62306" y="13829"/>
                </a:lnTo>
                <a:lnTo>
                  <a:pt x="63850" y="13180"/>
                </a:lnTo>
                <a:lnTo>
                  <a:pt x="65424" y="12587"/>
                </a:lnTo>
                <a:lnTo>
                  <a:pt x="67029" y="12050"/>
                </a:lnTo>
                <a:lnTo>
                  <a:pt x="68666" y="11570"/>
                </a:lnTo>
                <a:lnTo>
                  <a:pt x="70333" y="11147"/>
                </a:lnTo>
                <a:lnTo>
                  <a:pt x="72031" y="10780"/>
                </a:lnTo>
                <a:lnTo>
                  <a:pt x="73759" y="10469"/>
                </a:lnTo>
                <a:lnTo>
                  <a:pt x="75519" y="10215"/>
                </a:lnTo>
                <a:lnTo>
                  <a:pt x="77309" y="10018"/>
                </a:lnTo>
                <a:lnTo>
                  <a:pt x="79131" y="9877"/>
                </a:lnTo>
                <a:lnTo>
                  <a:pt x="80983" y="9792"/>
                </a:lnTo>
                <a:lnTo>
                  <a:pt x="82866" y="9764"/>
                </a:lnTo>
                <a:lnTo>
                  <a:pt x="84092" y="9777"/>
                </a:lnTo>
                <a:lnTo>
                  <a:pt x="85307" y="9816"/>
                </a:lnTo>
                <a:close/>
                <a:moveTo>
                  <a:pt x="393260" y="55694"/>
                </a:moveTo>
                <a:lnTo>
                  <a:pt x="392089" y="55785"/>
                </a:lnTo>
                <a:lnTo>
                  <a:pt x="390924" y="55901"/>
                </a:lnTo>
                <a:lnTo>
                  <a:pt x="389763" y="56043"/>
                </a:lnTo>
                <a:lnTo>
                  <a:pt x="388608" y="56211"/>
                </a:lnTo>
                <a:lnTo>
                  <a:pt x="387458" y="56405"/>
                </a:lnTo>
                <a:lnTo>
                  <a:pt x="386313" y="56624"/>
                </a:lnTo>
                <a:lnTo>
                  <a:pt x="385173" y="56870"/>
                </a:lnTo>
                <a:lnTo>
                  <a:pt x="384039" y="57141"/>
                </a:lnTo>
                <a:lnTo>
                  <a:pt x="382910" y="57438"/>
                </a:lnTo>
                <a:lnTo>
                  <a:pt x="381786" y="57761"/>
                </a:lnTo>
                <a:lnTo>
                  <a:pt x="380667" y="58110"/>
                </a:lnTo>
                <a:lnTo>
                  <a:pt x="379553" y="58484"/>
                </a:lnTo>
                <a:lnTo>
                  <a:pt x="378445" y="58885"/>
                </a:lnTo>
                <a:lnTo>
                  <a:pt x="377342" y="59311"/>
                </a:lnTo>
                <a:lnTo>
                  <a:pt x="376244" y="59763"/>
                </a:lnTo>
                <a:lnTo>
                  <a:pt x="375151" y="60241"/>
                </a:lnTo>
                <a:lnTo>
                  <a:pt x="374064" y="60745"/>
                </a:lnTo>
                <a:lnTo>
                  <a:pt x="372982" y="61274"/>
                </a:lnTo>
                <a:lnTo>
                  <a:pt x="371905" y="61830"/>
                </a:lnTo>
                <a:lnTo>
                  <a:pt x="370833" y="62411"/>
                </a:lnTo>
                <a:lnTo>
                  <a:pt x="369766" y="63018"/>
                </a:lnTo>
                <a:lnTo>
                  <a:pt x="368711" y="63652"/>
                </a:lnTo>
                <a:lnTo>
                  <a:pt x="367673" y="64314"/>
                </a:lnTo>
                <a:lnTo>
                  <a:pt x="366652" y="65005"/>
                </a:lnTo>
                <a:lnTo>
                  <a:pt x="365648" y="65724"/>
                </a:lnTo>
                <a:lnTo>
                  <a:pt x="364661" y="66471"/>
                </a:lnTo>
                <a:lnTo>
                  <a:pt x="363691" y="67246"/>
                </a:lnTo>
                <a:lnTo>
                  <a:pt x="362739" y="68050"/>
                </a:lnTo>
                <a:lnTo>
                  <a:pt x="361804" y="68881"/>
                </a:lnTo>
                <a:lnTo>
                  <a:pt x="360886" y="69741"/>
                </a:lnTo>
                <a:lnTo>
                  <a:pt x="359985" y="70629"/>
                </a:lnTo>
                <a:lnTo>
                  <a:pt x="359101" y="71546"/>
                </a:lnTo>
                <a:lnTo>
                  <a:pt x="358234" y="72490"/>
                </a:lnTo>
                <a:lnTo>
                  <a:pt x="357385" y="73463"/>
                </a:lnTo>
                <a:lnTo>
                  <a:pt x="356553" y="74464"/>
                </a:lnTo>
                <a:lnTo>
                  <a:pt x="355738" y="75493"/>
                </a:lnTo>
                <a:lnTo>
                  <a:pt x="354940" y="76551"/>
                </a:lnTo>
                <a:lnTo>
                  <a:pt x="354159" y="77637"/>
                </a:lnTo>
                <a:lnTo>
                  <a:pt x="353396" y="78750"/>
                </a:lnTo>
                <a:lnTo>
                  <a:pt x="352649" y="79893"/>
                </a:lnTo>
                <a:lnTo>
                  <a:pt x="351920" y="81063"/>
                </a:lnTo>
                <a:lnTo>
                  <a:pt x="351208" y="82262"/>
                </a:lnTo>
                <a:lnTo>
                  <a:pt x="350513" y="83488"/>
                </a:lnTo>
                <a:lnTo>
                  <a:pt x="349835" y="84743"/>
                </a:lnTo>
                <a:lnTo>
                  <a:pt x="349175" y="86027"/>
                </a:lnTo>
                <a:lnTo>
                  <a:pt x="348537" y="87324"/>
                </a:lnTo>
                <a:lnTo>
                  <a:pt x="347925" y="88623"/>
                </a:lnTo>
                <a:lnTo>
                  <a:pt x="347341" y="89922"/>
                </a:lnTo>
                <a:lnTo>
                  <a:pt x="346784" y="91222"/>
                </a:lnTo>
                <a:lnTo>
                  <a:pt x="346255" y="92522"/>
                </a:lnTo>
                <a:lnTo>
                  <a:pt x="345752" y="93823"/>
                </a:lnTo>
                <a:lnTo>
                  <a:pt x="345277" y="95124"/>
                </a:lnTo>
                <a:lnTo>
                  <a:pt x="344829" y="96427"/>
                </a:lnTo>
                <a:lnTo>
                  <a:pt x="344408" y="97730"/>
                </a:lnTo>
                <a:lnTo>
                  <a:pt x="344014" y="99033"/>
                </a:lnTo>
                <a:lnTo>
                  <a:pt x="343647" y="100337"/>
                </a:lnTo>
                <a:lnTo>
                  <a:pt x="343307" y="101642"/>
                </a:lnTo>
                <a:lnTo>
                  <a:pt x="342995" y="102948"/>
                </a:lnTo>
                <a:lnTo>
                  <a:pt x="342710" y="104254"/>
                </a:lnTo>
                <a:lnTo>
                  <a:pt x="342452" y="105561"/>
                </a:lnTo>
                <a:lnTo>
                  <a:pt x="342221" y="106868"/>
                </a:lnTo>
                <a:lnTo>
                  <a:pt x="342017" y="108177"/>
                </a:lnTo>
                <a:lnTo>
                  <a:pt x="341840" y="109485"/>
                </a:lnTo>
                <a:lnTo>
                  <a:pt x="341691" y="110795"/>
                </a:lnTo>
                <a:lnTo>
                  <a:pt x="341569" y="112105"/>
                </a:lnTo>
                <a:lnTo>
                  <a:pt x="341474" y="113416"/>
                </a:lnTo>
                <a:lnTo>
                  <a:pt x="341406" y="114727"/>
                </a:lnTo>
                <a:lnTo>
                  <a:pt x="341365" y="116039"/>
                </a:lnTo>
                <a:lnTo>
                  <a:pt x="341351" y="117352"/>
                </a:lnTo>
                <a:lnTo>
                  <a:pt x="341374" y="119147"/>
                </a:lnTo>
                <a:lnTo>
                  <a:pt x="341441" y="120928"/>
                </a:lnTo>
                <a:lnTo>
                  <a:pt x="341553" y="122693"/>
                </a:lnTo>
                <a:lnTo>
                  <a:pt x="341710" y="124444"/>
                </a:lnTo>
                <a:lnTo>
                  <a:pt x="341911" y="126181"/>
                </a:lnTo>
                <a:lnTo>
                  <a:pt x="342157" y="127902"/>
                </a:lnTo>
                <a:lnTo>
                  <a:pt x="342448" y="129609"/>
                </a:lnTo>
                <a:lnTo>
                  <a:pt x="342784" y="131301"/>
                </a:lnTo>
                <a:lnTo>
                  <a:pt x="343165" y="132978"/>
                </a:lnTo>
                <a:lnTo>
                  <a:pt x="343590" y="134640"/>
                </a:lnTo>
                <a:lnTo>
                  <a:pt x="344060" y="136288"/>
                </a:lnTo>
                <a:lnTo>
                  <a:pt x="344575" y="137921"/>
                </a:lnTo>
                <a:lnTo>
                  <a:pt x="345134" y="139539"/>
                </a:lnTo>
                <a:lnTo>
                  <a:pt x="345739" y="141142"/>
                </a:lnTo>
                <a:lnTo>
                  <a:pt x="346388" y="142731"/>
                </a:lnTo>
                <a:lnTo>
                  <a:pt x="347082" y="144305"/>
                </a:lnTo>
                <a:lnTo>
                  <a:pt x="347820" y="145864"/>
                </a:lnTo>
                <a:lnTo>
                  <a:pt x="348604" y="147408"/>
                </a:lnTo>
                <a:lnTo>
                  <a:pt x="349432" y="148937"/>
                </a:lnTo>
                <a:lnTo>
                  <a:pt x="350305" y="150452"/>
                </a:lnTo>
                <a:lnTo>
                  <a:pt x="351223" y="151952"/>
                </a:lnTo>
                <a:lnTo>
                  <a:pt x="352185" y="153437"/>
                </a:lnTo>
                <a:lnTo>
                  <a:pt x="353192" y="154908"/>
                </a:lnTo>
                <a:lnTo>
                  <a:pt x="354245" y="156364"/>
                </a:lnTo>
                <a:lnTo>
                  <a:pt x="355536" y="158047"/>
                </a:lnTo>
                <a:lnTo>
                  <a:pt x="356864" y="159659"/>
                </a:lnTo>
                <a:lnTo>
                  <a:pt x="358229" y="161200"/>
                </a:lnTo>
                <a:lnTo>
                  <a:pt x="359631" y="162669"/>
                </a:lnTo>
                <a:lnTo>
                  <a:pt x="361069" y="164066"/>
                </a:lnTo>
                <a:lnTo>
                  <a:pt x="362545" y="165391"/>
                </a:lnTo>
                <a:lnTo>
                  <a:pt x="364058" y="166645"/>
                </a:lnTo>
                <a:lnTo>
                  <a:pt x="365608" y="167827"/>
                </a:lnTo>
                <a:lnTo>
                  <a:pt x="367194" y="168938"/>
                </a:lnTo>
                <a:lnTo>
                  <a:pt x="368818" y="169977"/>
                </a:lnTo>
                <a:lnTo>
                  <a:pt x="370478" y="170944"/>
                </a:lnTo>
                <a:lnTo>
                  <a:pt x="372176" y="171839"/>
                </a:lnTo>
                <a:lnTo>
                  <a:pt x="373910" y="172663"/>
                </a:lnTo>
                <a:lnTo>
                  <a:pt x="375682" y="173416"/>
                </a:lnTo>
                <a:lnTo>
                  <a:pt x="377490" y="174096"/>
                </a:lnTo>
                <a:lnTo>
                  <a:pt x="379335" y="174705"/>
                </a:lnTo>
                <a:lnTo>
                  <a:pt x="381217" y="175243"/>
                </a:lnTo>
                <a:lnTo>
                  <a:pt x="383137" y="175708"/>
                </a:lnTo>
                <a:lnTo>
                  <a:pt x="385093" y="176102"/>
                </a:lnTo>
                <a:lnTo>
                  <a:pt x="387086" y="176425"/>
                </a:lnTo>
                <a:lnTo>
                  <a:pt x="389116" y="176676"/>
                </a:lnTo>
                <a:lnTo>
                  <a:pt x="391183" y="176855"/>
                </a:lnTo>
                <a:lnTo>
                  <a:pt x="393286" y="176962"/>
                </a:lnTo>
                <a:lnTo>
                  <a:pt x="395427" y="176998"/>
                </a:lnTo>
                <a:lnTo>
                  <a:pt x="396747" y="176984"/>
                </a:lnTo>
                <a:lnTo>
                  <a:pt x="398056" y="176942"/>
                </a:lnTo>
                <a:lnTo>
                  <a:pt x="399356" y="176873"/>
                </a:lnTo>
                <a:lnTo>
                  <a:pt x="400645" y="176776"/>
                </a:lnTo>
                <a:lnTo>
                  <a:pt x="401923" y="176651"/>
                </a:lnTo>
                <a:lnTo>
                  <a:pt x="403192" y="176498"/>
                </a:lnTo>
                <a:lnTo>
                  <a:pt x="404450" y="176317"/>
                </a:lnTo>
                <a:lnTo>
                  <a:pt x="405699" y="176109"/>
                </a:lnTo>
                <a:lnTo>
                  <a:pt x="406937" y="175872"/>
                </a:lnTo>
                <a:lnTo>
                  <a:pt x="408164" y="175608"/>
                </a:lnTo>
                <a:lnTo>
                  <a:pt x="409382" y="175317"/>
                </a:lnTo>
                <a:lnTo>
                  <a:pt x="410589" y="174997"/>
                </a:lnTo>
                <a:lnTo>
                  <a:pt x="411786" y="174650"/>
                </a:lnTo>
                <a:lnTo>
                  <a:pt x="412973" y="174275"/>
                </a:lnTo>
                <a:lnTo>
                  <a:pt x="414150" y="173872"/>
                </a:lnTo>
                <a:lnTo>
                  <a:pt x="415316" y="173441"/>
                </a:lnTo>
                <a:lnTo>
                  <a:pt x="416472" y="172982"/>
                </a:lnTo>
                <a:lnTo>
                  <a:pt x="417618" y="172496"/>
                </a:lnTo>
                <a:lnTo>
                  <a:pt x="418754" y="171982"/>
                </a:lnTo>
                <a:lnTo>
                  <a:pt x="419880" y="171440"/>
                </a:lnTo>
                <a:lnTo>
                  <a:pt x="420995" y="170870"/>
                </a:lnTo>
                <a:lnTo>
                  <a:pt x="422100" y="170273"/>
                </a:lnTo>
                <a:lnTo>
                  <a:pt x="423195" y="169648"/>
                </a:lnTo>
                <a:lnTo>
                  <a:pt x="424280" y="168995"/>
                </a:lnTo>
                <a:lnTo>
                  <a:pt x="425350" y="168314"/>
                </a:lnTo>
                <a:lnTo>
                  <a:pt x="426401" y="167607"/>
                </a:lnTo>
                <a:lnTo>
                  <a:pt x="427432" y="166873"/>
                </a:lnTo>
                <a:lnTo>
                  <a:pt x="428444" y="166111"/>
                </a:lnTo>
                <a:lnTo>
                  <a:pt x="429437" y="165323"/>
                </a:lnTo>
                <a:lnTo>
                  <a:pt x="430410" y="164509"/>
                </a:lnTo>
                <a:lnTo>
                  <a:pt x="431364" y="163667"/>
                </a:lnTo>
                <a:lnTo>
                  <a:pt x="432298" y="162798"/>
                </a:lnTo>
                <a:lnTo>
                  <a:pt x="433214" y="161902"/>
                </a:lnTo>
                <a:lnTo>
                  <a:pt x="434109" y="160980"/>
                </a:lnTo>
                <a:lnTo>
                  <a:pt x="434986" y="160030"/>
                </a:lnTo>
                <a:lnTo>
                  <a:pt x="435843" y="159054"/>
                </a:lnTo>
                <a:lnTo>
                  <a:pt x="436681" y="158051"/>
                </a:lnTo>
                <a:lnTo>
                  <a:pt x="437500" y="157020"/>
                </a:lnTo>
                <a:lnTo>
                  <a:pt x="438299" y="155963"/>
                </a:lnTo>
                <a:lnTo>
                  <a:pt x="439079" y="154879"/>
                </a:lnTo>
                <a:lnTo>
                  <a:pt x="439839" y="153768"/>
                </a:lnTo>
                <a:lnTo>
                  <a:pt x="440580" y="152631"/>
                </a:lnTo>
                <a:lnTo>
                  <a:pt x="441302" y="151466"/>
                </a:lnTo>
                <a:lnTo>
                  <a:pt x="442005" y="150274"/>
                </a:lnTo>
                <a:lnTo>
                  <a:pt x="442688" y="149056"/>
                </a:lnTo>
                <a:lnTo>
                  <a:pt x="443352" y="147810"/>
                </a:lnTo>
                <a:lnTo>
                  <a:pt x="443996" y="146538"/>
                </a:lnTo>
                <a:lnTo>
                  <a:pt x="444621" y="145239"/>
                </a:lnTo>
                <a:lnTo>
                  <a:pt x="445224" y="143926"/>
                </a:lnTo>
                <a:lnTo>
                  <a:pt x="445801" y="142615"/>
                </a:lnTo>
                <a:lnTo>
                  <a:pt x="446352" y="141305"/>
                </a:lnTo>
                <a:lnTo>
                  <a:pt x="446878" y="139997"/>
                </a:lnTo>
                <a:lnTo>
                  <a:pt x="447378" y="138690"/>
                </a:lnTo>
                <a:lnTo>
                  <a:pt x="447852" y="137384"/>
                </a:lnTo>
                <a:lnTo>
                  <a:pt x="448301" y="136079"/>
                </a:lnTo>
                <a:lnTo>
                  <a:pt x="448724" y="134776"/>
                </a:lnTo>
                <a:lnTo>
                  <a:pt x="449122" y="133474"/>
                </a:lnTo>
                <a:lnTo>
                  <a:pt x="449493" y="132173"/>
                </a:lnTo>
                <a:lnTo>
                  <a:pt x="449840" y="130874"/>
                </a:lnTo>
                <a:lnTo>
                  <a:pt x="450160" y="129576"/>
                </a:lnTo>
                <a:lnTo>
                  <a:pt x="450455" y="128279"/>
                </a:lnTo>
                <a:lnTo>
                  <a:pt x="450724" y="126984"/>
                </a:lnTo>
                <a:lnTo>
                  <a:pt x="450968" y="125690"/>
                </a:lnTo>
                <a:lnTo>
                  <a:pt x="451186" y="124397"/>
                </a:lnTo>
                <a:lnTo>
                  <a:pt x="451378" y="123105"/>
                </a:lnTo>
                <a:lnTo>
                  <a:pt x="451545" y="121815"/>
                </a:lnTo>
                <a:lnTo>
                  <a:pt x="451686" y="120526"/>
                </a:lnTo>
                <a:lnTo>
                  <a:pt x="451801" y="119239"/>
                </a:lnTo>
                <a:lnTo>
                  <a:pt x="451891" y="117952"/>
                </a:lnTo>
                <a:lnTo>
                  <a:pt x="451955" y="116667"/>
                </a:lnTo>
                <a:lnTo>
                  <a:pt x="451994" y="115384"/>
                </a:lnTo>
                <a:lnTo>
                  <a:pt x="452006" y="114101"/>
                </a:lnTo>
                <a:lnTo>
                  <a:pt x="451983" y="112286"/>
                </a:lnTo>
                <a:lnTo>
                  <a:pt x="451913" y="110488"/>
                </a:lnTo>
                <a:lnTo>
                  <a:pt x="451797" y="108708"/>
                </a:lnTo>
                <a:lnTo>
                  <a:pt x="451634" y="106945"/>
                </a:lnTo>
                <a:lnTo>
                  <a:pt x="451425" y="105199"/>
                </a:lnTo>
                <a:lnTo>
                  <a:pt x="451169" y="103471"/>
                </a:lnTo>
                <a:lnTo>
                  <a:pt x="450867" y="101760"/>
                </a:lnTo>
                <a:lnTo>
                  <a:pt x="450518" y="100067"/>
                </a:lnTo>
                <a:lnTo>
                  <a:pt x="450123" y="98391"/>
                </a:lnTo>
                <a:lnTo>
                  <a:pt x="449681" y="96732"/>
                </a:lnTo>
                <a:lnTo>
                  <a:pt x="449193" y="95091"/>
                </a:lnTo>
                <a:lnTo>
                  <a:pt x="448658" y="93467"/>
                </a:lnTo>
                <a:lnTo>
                  <a:pt x="448077" y="91860"/>
                </a:lnTo>
                <a:lnTo>
                  <a:pt x="447449" y="90271"/>
                </a:lnTo>
                <a:lnTo>
                  <a:pt x="446775" y="88699"/>
                </a:lnTo>
                <a:lnTo>
                  <a:pt x="446054" y="87145"/>
                </a:lnTo>
                <a:lnTo>
                  <a:pt x="445286" y="85608"/>
                </a:lnTo>
                <a:lnTo>
                  <a:pt x="444472" y="84088"/>
                </a:lnTo>
                <a:lnTo>
                  <a:pt x="443612" y="82586"/>
                </a:lnTo>
                <a:lnTo>
                  <a:pt x="442705" y="81101"/>
                </a:lnTo>
                <a:lnTo>
                  <a:pt x="441752" y="79634"/>
                </a:lnTo>
                <a:lnTo>
                  <a:pt x="440752" y="78184"/>
                </a:lnTo>
                <a:lnTo>
                  <a:pt x="439706" y="76751"/>
                </a:lnTo>
                <a:lnTo>
                  <a:pt x="438613" y="75336"/>
                </a:lnTo>
                <a:lnTo>
                  <a:pt x="437281" y="73724"/>
                </a:lnTo>
                <a:lnTo>
                  <a:pt x="435913" y="72180"/>
                </a:lnTo>
                <a:lnTo>
                  <a:pt x="434509" y="70705"/>
                </a:lnTo>
                <a:lnTo>
                  <a:pt x="433070" y="69299"/>
                </a:lnTo>
                <a:lnTo>
                  <a:pt x="431596" y="67961"/>
                </a:lnTo>
                <a:lnTo>
                  <a:pt x="430085" y="66692"/>
                </a:lnTo>
                <a:lnTo>
                  <a:pt x="428539" y="65491"/>
                </a:lnTo>
                <a:lnTo>
                  <a:pt x="426958" y="64359"/>
                </a:lnTo>
                <a:lnTo>
                  <a:pt x="425340" y="63296"/>
                </a:lnTo>
                <a:lnTo>
                  <a:pt x="423687" y="62301"/>
                </a:lnTo>
                <a:lnTo>
                  <a:pt x="421999" y="61375"/>
                </a:lnTo>
                <a:lnTo>
                  <a:pt x="420275" y="60517"/>
                </a:lnTo>
                <a:lnTo>
                  <a:pt x="418515" y="59728"/>
                </a:lnTo>
                <a:lnTo>
                  <a:pt x="416719" y="59008"/>
                </a:lnTo>
                <a:lnTo>
                  <a:pt x="414888" y="58356"/>
                </a:lnTo>
                <a:lnTo>
                  <a:pt x="413021" y="57773"/>
                </a:lnTo>
                <a:lnTo>
                  <a:pt x="411119" y="57259"/>
                </a:lnTo>
                <a:lnTo>
                  <a:pt x="409181" y="56813"/>
                </a:lnTo>
                <a:lnTo>
                  <a:pt x="407207" y="56435"/>
                </a:lnTo>
                <a:lnTo>
                  <a:pt x="405198" y="56127"/>
                </a:lnTo>
                <a:lnTo>
                  <a:pt x="403153" y="55887"/>
                </a:lnTo>
                <a:lnTo>
                  <a:pt x="401072" y="55715"/>
                </a:lnTo>
                <a:lnTo>
                  <a:pt x="398956" y="55612"/>
                </a:lnTo>
                <a:lnTo>
                  <a:pt x="396804" y="55578"/>
                </a:lnTo>
                <a:lnTo>
                  <a:pt x="395618" y="55591"/>
                </a:lnTo>
                <a:lnTo>
                  <a:pt x="394436" y="55630"/>
                </a:lnTo>
                <a:lnTo>
                  <a:pt x="393260" y="55694"/>
                </a:lnTo>
                <a:close/>
                <a:moveTo>
                  <a:pt x="396290" y="64027"/>
                </a:moveTo>
                <a:lnTo>
                  <a:pt x="397378" y="64172"/>
                </a:lnTo>
                <a:lnTo>
                  <a:pt x="398449" y="64359"/>
                </a:lnTo>
                <a:lnTo>
                  <a:pt x="399503" y="64588"/>
                </a:lnTo>
                <a:lnTo>
                  <a:pt x="400541" y="64858"/>
                </a:lnTo>
                <a:lnTo>
                  <a:pt x="401561" y="65170"/>
                </a:lnTo>
                <a:lnTo>
                  <a:pt x="402564" y="65523"/>
                </a:lnTo>
                <a:lnTo>
                  <a:pt x="403551" y="65918"/>
                </a:lnTo>
                <a:lnTo>
                  <a:pt x="404520" y="66355"/>
                </a:lnTo>
                <a:lnTo>
                  <a:pt x="405473" y="66833"/>
                </a:lnTo>
                <a:lnTo>
                  <a:pt x="406408" y="67353"/>
                </a:lnTo>
                <a:lnTo>
                  <a:pt x="407327" y="67914"/>
                </a:lnTo>
                <a:lnTo>
                  <a:pt x="408228" y="68517"/>
                </a:lnTo>
                <a:lnTo>
                  <a:pt x="409113" y="69161"/>
                </a:lnTo>
                <a:lnTo>
                  <a:pt x="409981" y="69847"/>
                </a:lnTo>
                <a:lnTo>
                  <a:pt x="410832" y="70575"/>
                </a:lnTo>
                <a:lnTo>
                  <a:pt x="411665" y="71344"/>
                </a:lnTo>
                <a:lnTo>
                  <a:pt x="412482" y="72155"/>
                </a:lnTo>
                <a:lnTo>
                  <a:pt x="413282" y="73007"/>
                </a:lnTo>
                <a:lnTo>
                  <a:pt x="414065" y="73901"/>
                </a:lnTo>
                <a:lnTo>
                  <a:pt x="414831" y="74836"/>
                </a:lnTo>
                <a:lnTo>
                  <a:pt x="415580" y="75813"/>
                </a:lnTo>
                <a:lnTo>
                  <a:pt x="416653" y="77291"/>
                </a:lnTo>
                <a:lnTo>
                  <a:pt x="417680" y="78814"/>
                </a:lnTo>
                <a:lnTo>
                  <a:pt x="418661" y="80381"/>
                </a:lnTo>
                <a:lnTo>
                  <a:pt x="419597" y="81994"/>
                </a:lnTo>
                <a:lnTo>
                  <a:pt x="420486" y="83652"/>
                </a:lnTo>
                <a:lnTo>
                  <a:pt x="421331" y="85355"/>
                </a:lnTo>
                <a:lnTo>
                  <a:pt x="422129" y="87103"/>
                </a:lnTo>
                <a:lnTo>
                  <a:pt x="422882" y="88896"/>
                </a:lnTo>
                <a:lnTo>
                  <a:pt x="423590" y="90734"/>
                </a:lnTo>
                <a:lnTo>
                  <a:pt x="424251" y="92617"/>
                </a:lnTo>
                <a:lnTo>
                  <a:pt x="424868" y="94545"/>
                </a:lnTo>
                <a:lnTo>
                  <a:pt x="425438" y="96518"/>
                </a:lnTo>
                <a:lnTo>
                  <a:pt x="425963" y="98536"/>
                </a:lnTo>
                <a:lnTo>
                  <a:pt x="426442" y="100599"/>
                </a:lnTo>
                <a:lnTo>
                  <a:pt x="426876" y="102708"/>
                </a:lnTo>
                <a:lnTo>
                  <a:pt x="427263" y="104861"/>
                </a:lnTo>
                <a:lnTo>
                  <a:pt x="427606" y="107059"/>
                </a:lnTo>
                <a:lnTo>
                  <a:pt x="427902" y="109303"/>
                </a:lnTo>
                <a:lnTo>
                  <a:pt x="428153" y="111591"/>
                </a:lnTo>
                <a:lnTo>
                  <a:pt x="428359" y="113924"/>
                </a:lnTo>
                <a:lnTo>
                  <a:pt x="428519" y="116303"/>
                </a:lnTo>
                <a:lnTo>
                  <a:pt x="428633" y="118726"/>
                </a:lnTo>
                <a:lnTo>
                  <a:pt x="428701" y="121195"/>
                </a:lnTo>
                <a:lnTo>
                  <a:pt x="428724" y="123708"/>
                </a:lnTo>
                <a:lnTo>
                  <a:pt x="428710" y="125710"/>
                </a:lnTo>
                <a:lnTo>
                  <a:pt x="428669" y="127662"/>
                </a:lnTo>
                <a:lnTo>
                  <a:pt x="428601" y="129564"/>
                </a:lnTo>
                <a:lnTo>
                  <a:pt x="428505" y="131417"/>
                </a:lnTo>
                <a:lnTo>
                  <a:pt x="428382" y="133219"/>
                </a:lnTo>
                <a:lnTo>
                  <a:pt x="428231" y="134972"/>
                </a:lnTo>
                <a:lnTo>
                  <a:pt x="428053" y="136675"/>
                </a:lnTo>
                <a:lnTo>
                  <a:pt x="427848" y="138328"/>
                </a:lnTo>
                <a:lnTo>
                  <a:pt x="427615" y="139931"/>
                </a:lnTo>
                <a:lnTo>
                  <a:pt x="427355" y="141485"/>
                </a:lnTo>
                <a:lnTo>
                  <a:pt x="427067" y="142989"/>
                </a:lnTo>
                <a:lnTo>
                  <a:pt x="426752" y="144443"/>
                </a:lnTo>
                <a:lnTo>
                  <a:pt x="426410" y="145847"/>
                </a:lnTo>
                <a:lnTo>
                  <a:pt x="426040" y="147201"/>
                </a:lnTo>
                <a:lnTo>
                  <a:pt x="425643" y="148506"/>
                </a:lnTo>
                <a:lnTo>
                  <a:pt x="425219" y="149761"/>
                </a:lnTo>
                <a:lnTo>
                  <a:pt x="424767" y="150966"/>
                </a:lnTo>
                <a:lnTo>
                  <a:pt x="424288" y="152121"/>
                </a:lnTo>
                <a:lnTo>
                  <a:pt x="423781" y="153226"/>
                </a:lnTo>
                <a:lnTo>
                  <a:pt x="423247" y="154282"/>
                </a:lnTo>
                <a:lnTo>
                  <a:pt x="422686" y="155288"/>
                </a:lnTo>
                <a:lnTo>
                  <a:pt x="422097" y="156244"/>
                </a:lnTo>
                <a:lnTo>
                  <a:pt x="421481" y="157150"/>
                </a:lnTo>
                <a:lnTo>
                  <a:pt x="420838" y="158006"/>
                </a:lnTo>
                <a:lnTo>
                  <a:pt x="420173" y="158821"/>
                </a:lnTo>
                <a:lnTo>
                  <a:pt x="419494" y="159600"/>
                </a:lnTo>
                <a:lnTo>
                  <a:pt x="418800" y="160345"/>
                </a:lnTo>
                <a:lnTo>
                  <a:pt x="418091" y="161056"/>
                </a:lnTo>
                <a:lnTo>
                  <a:pt x="417367" y="161731"/>
                </a:lnTo>
                <a:lnTo>
                  <a:pt x="416629" y="162372"/>
                </a:lnTo>
                <a:lnTo>
                  <a:pt x="415876" y="162979"/>
                </a:lnTo>
                <a:lnTo>
                  <a:pt x="415108" y="163550"/>
                </a:lnTo>
                <a:lnTo>
                  <a:pt x="414325" y="164087"/>
                </a:lnTo>
                <a:lnTo>
                  <a:pt x="413527" y="164590"/>
                </a:lnTo>
                <a:lnTo>
                  <a:pt x="412715" y="165058"/>
                </a:lnTo>
                <a:lnTo>
                  <a:pt x="411888" y="165491"/>
                </a:lnTo>
                <a:lnTo>
                  <a:pt x="411046" y="165889"/>
                </a:lnTo>
                <a:lnTo>
                  <a:pt x="410189" y="166253"/>
                </a:lnTo>
                <a:lnTo>
                  <a:pt x="409318" y="166582"/>
                </a:lnTo>
                <a:lnTo>
                  <a:pt x="408432" y="166877"/>
                </a:lnTo>
                <a:lnTo>
                  <a:pt x="407531" y="167136"/>
                </a:lnTo>
                <a:lnTo>
                  <a:pt x="406615" y="167362"/>
                </a:lnTo>
                <a:lnTo>
                  <a:pt x="405684" y="167552"/>
                </a:lnTo>
                <a:lnTo>
                  <a:pt x="404739" y="167708"/>
                </a:lnTo>
                <a:lnTo>
                  <a:pt x="403779" y="167829"/>
                </a:lnTo>
                <a:lnTo>
                  <a:pt x="402804" y="167916"/>
                </a:lnTo>
                <a:lnTo>
                  <a:pt x="401814" y="167968"/>
                </a:lnTo>
                <a:lnTo>
                  <a:pt x="400810" y="167985"/>
                </a:lnTo>
                <a:lnTo>
                  <a:pt x="399465" y="167954"/>
                </a:lnTo>
                <a:lnTo>
                  <a:pt x="398142" y="167860"/>
                </a:lnTo>
                <a:lnTo>
                  <a:pt x="396840" y="167703"/>
                </a:lnTo>
                <a:lnTo>
                  <a:pt x="395561" y="167483"/>
                </a:lnTo>
                <a:lnTo>
                  <a:pt x="394304" y="167200"/>
                </a:lnTo>
                <a:lnTo>
                  <a:pt x="393068" y="166855"/>
                </a:lnTo>
                <a:lnTo>
                  <a:pt x="391855" y="166447"/>
                </a:lnTo>
                <a:lnTo>
                  <a:pt x="390664" y="165976"/>
                </a:lnTo>
                <a:lnTo>
                  <a:pt x="389494" y="165442"/>
                </a:lnTo>
                <a:lnTo>
                  <a:pt x="388347" y="164846"/>
                </a:lnTo>
                <a:lnTo>
                  <a:pt x="387221" y="164186"/>
                </a:lnTo>
                <a:lnTo>
                  <a:pt x="386117" y="163464"/>
                </a:lnTo>
                <a:lnTo>
                  <a:pt x="385036" y="162679"/>
                </a:lnTo>
                <a:lnTo>
                  <a:pt x="383976" y="161832"/>
                </a:lnTo>
                <a:lnTo>
                  <a:pt x="382938" y="160921"/>
                </a:lnTo>
                <a:lnTo>
                  <a:pt x="381922" y="159948"/>
                </a:lnTo>
                <a:lnTo>
                  <a:pt x="380928" y="158912"/>
                </a:lnTo>
                <a:lnTo>
                  <a:pt x="379956" y="157813"/>
                </a:lnTo>
                <a:lnTo>
                  <a:pt x="379006" y="156651"/>
                </a:lnTo>
                <a:lnTo>
                  <a:pt x="378078" y="155427"/>
                </a:lnTo>
                <a:lnTo>
                  <a:pt x="377172" y="154140"/>
                </a:lnTo>
                <a:lnTo>
                  <a:pt x="376288" y="152790"/>
                </a:lnTo>
                <a:lnTo>
                  <a:pt x="375426" y="151377"/>
                </a:lnTo>
                <a:lnTo>
                  <a:pt x="374586" y="149901"/>
                </a:lnTo>
                <a:lnTo>
                  <a:pt x="373774" y="148382"/>
                </a:lnTo>
                <a:lnTo>
                  <a:pt x="372996" y="146839"/>
                </a:lnTo>
                <a:lnTo>
                  <a:pt x="372253" y="145272"/>
                </a:lnTo>
                <a:lnTo>
                  <a:pt x="371545" y="143682"/>
                </a:lnTo>
                <a:lnTo>
                  <a:pt x="370871" y="142067"/>
                </a:lnTo>
                <a:lnTo>
                  <a:pt x="370232" y="140429"/>
                </a:lnTo>
                <a:lnTo>
                  <a:pt x="369627" y="138767"/>
                </a:lnTo>
                <a:lnTo>
                  <a:pt x="369057" y="137081"/>
                </a:lnTo>
                <a:lnTo>
                  <a:pt x="368521" y="135371"/>
                </a:lnTo>
                <a:lnTo>
                  <a:pt x="368020" y="133638"/>
                </a:lnTo>
                <a:lnTo>
                  <a:pt x="367554" y="131880"/>
                </a:lnTo>
                <a:lnTo>
                  <a:pt x="367122" y="130099"/>
                </a:lnTo>
                <a:lnTo>
                  <a:pt x="366725" y="128294"/>
                </a:lnTo>
                <a:lnTo>
                  <a:pt x="366362" y="126466"/>
                </a:lnTo>
                <a:lnTo>
                  <a:pt x="366034" y="124613"/>
                </a:lnTo>
                <a:lnTo>
                  <a:pt x="365740" y="122737"/>
                </a:lnTo>
                <a:lnTo>
                  <a:pt x="365481" y="120836"/>
                </a:lnTo>
                <a:lnTo>
                  <a:pt x="365256" y="118912"/>
                </a:lnTo>
                <a:lnTo>
                  <a:pt x="365066" y="116965"/>
                </a:lnTo>
                <a:lnTo>
                  <a:pt x="364911" y="114993"/>
                </a:lnTo>
                <a:lnTo>
                  <a:pt x="364790" y="112998"/>
                </a:lnTo>
                <a:lnTo>
                  <a:pt x="364703" y="110978"/>
                </a:lnTo>
                <a:lnTo>
                  <a:pt x="364651" y="108935"/>
                </a:lnTo>
                <a:lnTo>
                  <a:pt x="364634" y="106868"/>
                </a:lnTo>
                <a:lnTo>
                  <a:pt x="364641" y="105590"/>
                </a:lnTo>
                <a:lnTo>
                  <a:pt x="364663" y="104330"/>
                </a:lnTo>
                <a:lnTo>
                  <a:pt x="364699" y="103090"/>
                </a:lnTo>
                <a:lnTo>
                  <a:pt x="364749" y="101870"/>
                </a:lnTo>
                <a:lnTo>
                  <a:pt x="364813" y="100669"/>
                </a:lnTo>
                <a:lnTo>
                  <a:pt x="364892" y="99488"/>
                </a:lnTo>
                <a:lnTo>
                  <a:pt x="364985" y="98326"/>
                </a:lnTo>
                <a:lnTo>
                  <a:pt x="365093" y="97183"/>
                </a:lnTo>
                <a:lnTo>
                  <a:pt x="365215" y="96060"/>
                </a:lnTo>
                <a:lnTo>
                  <a:pt x="365351" y="94956"/>
                </a:lnTo>
                <a:lnTo>
                  <a:pt x="365502" y="93872"/>
                </a:lnTo>
                <a:lnTo>
                  <a:pt x="365667" y="92808"/>
                </a:lnTo>
                <a:lnTo>
                  <a:pt x="365846" y="91763"/>
                </a:lnTo>
                <a:lnTo>
                  <a:pt x="366040" y="90737"/>
                </a:lnTo>
                <a:lnTo>
                  <a:pt x="366248" y="89731"/>
                </a:lnTo>
                <a:lnTo>
                  <a:pt x="366470" y="88744"/>
                </a:lnTo>
                <a:lnTo>
                  <a:pt x="366707" y="87777"/>
                </a:lnTo>
                <a:lnTo>
                  <a:pt x="366958" y="86829"/>
                </a:lnTo>
                <a:lnTo>
                  <a:pt x="367223" y="85901"/>
                </a:lnTo>
                <a:lnTo>
                  <a:pt x="367503" y="84992"/>
                </a:lnTo>
                <a:lnTo>
                  <a:pt x="367797" y="84103"/>
                </a:lnTo>
                <a:lnTo>
                  <a:pt x="368105" y="83233"/>
                </a:lnTo>
                <a:lnTo>
                  <a:pt x="368428" y="82383"/>
                </a:lnTo>
                <a:lnTo>
                  <a:pt x="368765" y="81552"/>
                </a:lnTo>
                <a:lnTo>
                  <a:pt x="369114" y="80741"/>
                </a:lnTo>
                <a:lnTo>
                  <a:pt x="369471" y="79951"/>
                </a:lnTo>
                <a:lnTo>
                  <a:pt x="369838" y="79181"/>
                </a:lnTo>
                <a:lnTo>
                  <a:pt x="370213" y="78432"/>
                </a:lnTo>
                <a:lnTo>
                  <a:pt x="370597" y="77703"/>
                </a:lnTo>
                <a:lnTo>
                  <a:pt x="370991" y="76995"/>
                </a:lnTo>
                <a:lnTo>
                  <a:pt x="371393" y="76308"/>
                </a:lnTo>
                <a:lnTo>
                  <a:pt x="371804" y="75641"/>
                </a:lnTo>
                <a:lnTo>
                  <a:pt x="372224" y="74995"/>
                </a:lnTo>
                <a:lnTo>
                  <a:pt x="372653" y="74369"/>
                </a:lnTo>
                <a:lnTo>
                  <a:pt x="373090" y="73764"/>
                </a:lnTo>
                <a:lnTo>
                  <a:pt x="373537" y="73180"/>
                </a:lnTo>
                <a:lnTo>
                  <a:pt x="373993" y="72616"/>
                </a:lnTo>
                <a:lnTo>
                  <a:pt x="374457" y="72072"/>
                </a:lnTo>
                <a:lnTo>
                  <a:pt x="374931" y="71550"/>
                </a:lnTo>
                <a:lnTo>
                  <a:pt x="375413" y="71047"/>
                </a:lnTo>
                <a:lnTo>
                  <a:pt x="375904" y="70566"/>
                </a:lnTo>
                <a:lnTo>
                  <a:pt x="376404" y="70105"/>
                </a:lnTo>
                <a:lnTo>
                  <a:pt x="376914" y="69664"/>
                </a:lnTo>
                <a:lnTo>
                  <a:pt x="377432" y="69244"/>
                </a:lnTo>
                <a:lnTo>
                  <a:pt x="377958" y="68845"/>
                </a:lnTo>
                <a:lnTo>
                  <a:pt x="378494" y="68466"/>
                </a:lnTo>
                <a:lnTo>
                  <a:pt x="379039" y="68108"/>
                </a:lnTo>
                <a:lnTo>
                  <a:pt x="379593" y="67771"/>
                </a:lnTo>
                <a:lnTo>
                  <a:pt x="380151" y="67450"/>
                </a:lnTo>
                <a:lnTo>
                  <a:pt x="380708" y="67143"/>
                </a:lnTo>
                <a:lnTo>
                  <a:pt x="381266" y="66849"/>
                </a:lnTo>
                <a:lnTo>
                  <a:pt x="381823" y="66569"/>
                </a:lnTo>
                <a:lnTo>
                  <a:pt x="382380" y="66303"/>
                </a:lnTo>
                <a:lnTo>
                  <a:pt x="382937" y="66051"/>
                </a:lnTo>
                <a:lnTo>
                  <a:pt x="383494" y="65812"/>
                </a:lnTo>
                <a:lnTo>
                  <a:pt x="384050" y="65587"/>
                </a:lnTo>
                <a:lnTo>
                  <a:pt x="384606" y="65375"/>
                </a:lnTo>
                <a:lnTo>
                  <a:pt x="385162" y="65177"/>
                </a:lnTo>
                <a:lnTo>
                  <a:pt x="385718" y="64993"/>
                </a:lnTo>
                <a:lnTo>
                  <a:pt x="386274" y="64822"/>
                </a:lnTo>
                <a:lnTo>
                  <a:pt x="386829" y="64665"/>
                </a:lnTo>
                <a:lnTo>
                  <a:pt x="387384" y="64522"/>
                </a:lnTo>
                <a:lnTo>
                  <a:pt x="387939" y="64392"/>
                </a:lnTo>
                <a:lnTo>
                  <a:pt x="388494" y="64276"/>
                </a:lnTo>
                <a:lnTo>
                  <a:pt x="389048" y="64174"/>
                </a:lnTo>
                <a:lnTo>
                  <a:pt x="389603" y="64085"/>
                </a:lnTo>
                <a:lnTo>
                  <a:pt x="390157" y="64010"/>
                </a:lnTo>
                <a:lnTo>
                  <a:pt x="390711" y="63949"/>
                </a:lnTo>
                <a:lnTo>
                  <a:pt x="391264" y="63901"/>
                </a:lnTo>
                <a:lnTo>
                  <a:pt x="391818" y="63867"/>
                </a:lnTo>
                <a:lnTo>
                  <a:pt x="392371" y="63846"/>
                </a:lnTo>
                <a:lnTo>
                  <a:pt x="392924" y="63839"/>
                </a:lnTo>
                <a:lnTo>
                  <a:pt x="394063" y="63860"/>
                </a:lnTo>
                <a:lnTo>
                  <a:pt x="395185" y="63923"/>
                </a:lnTo>
                <a:lnTo>
                  <a:pt x="396290" y="6402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40E530B-0825-4CE4-B600-85D8E9F17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6098" y="3372773"/>
            <a:ext cx="512718" cy="10"/>
          </a:xfrm>
          <a:custGeom xmlns:a="http://schemas.openxmlformats.org/drawingml/2006/main">
            <a:pathLst>
              <a:path w="512718" h="1" fill="none">
                <a:moveTo>
                  <a:pt x="0" y="0"/>
                </a:moveTo>
                <a:lnTo>
                  <a:pt x="256359" y="0"/>
                </a:lnTo>
                <a:lnTo>
                  <a:pt x="51271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254" cap="sq">
            <a:solidFill>
              <a:srgbClr val="228B22"/>
            </a:solidFill>
            <a:round/>
          </a:ln>
        </p:spPr>
      </p:sp>
      <p:sp>
        <p:nvSpPr>
          <p:cNvPr id="1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B267C3F-0F9D-40AF-BDCE-5993CB29E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0931" y="3311247"/>
            <a:ext cx="123052" cy="123052"/>
          </a:xfrm>
          <a:custGeom xmlns:a="http://schemas.openxmlformats.org/drawingml/2006/main">
            <a:pathLst>
              <a:path w="123052" h="123052">
                <a:moveTo>
                  <a:pt x="61526" y="0"/>
                </a:moveTo>
                <a:lnTo>
                  <a:pt x="0" y="123052"/>
                </a:lnTo>
                <a:lnTo>
                  <a:pt x="123052" y="123052"/>
                </a:lnTo>
                <a:lnTo>
                  <a:pt x="61526" y="0"/>
                </a:lnTo>
                <a:close/>
              </a:path>
            </a:pathLst>
          </a:custGeom>
          <a:solidFill xmlns:a="http://schemas.openxmlformats.org/drawingml/2006/main">
            <a:srgbClr val="228B2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E70BE0C-FE6E-4B77-86B6-07A7F2A7A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0931" y="3311247"/>
            <a:ext cx="123052" cy="123052"/>
          </a:xfrm>
          <a:custGeom xmlns:a="http://schemas.openxmlformats.org/drawingml/2006/main">
            <a:pathLst>
              <a:path w="123052" h="123052" fill="none">
                <a:moveTo>
                  <a:pt x="61526" y="0"/>
                </a:moveTo>
                <a:lnTo>
                  <a:pt x="0" y="123052"/>
                </a:lnTo>
                <a:lnTo>
                  <a:pt x="123052" y="123052"/>
                </a:lnTo>
                <a:lnTo>
                  <a:pt x="61526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0254" cap="flat">
            <a:solidFill>
              <a:srgbClr val="228B22"/>
            </a:solidFill>
            <a:miter/>
          </a:ln>
        </p:spPr>
      </p:sp>
      <p:sp>
        <p:nvSpPr>
          <p:cNvPr id="193" name="Text LST">
            <a:extLst xmlns:a="http://schemas.openxmlformats.org/drawingml/2006/main">
              <a:ext uri="{FF2B5EF4-FFF2-40B4-BE49-F238E27FC236}">
                <a16:creationId xmlns:a16="http://schemas.microsoft.com/office/drawing/2014/main" id="{CAE57AD7-99D5-433B-9979-0D6DE99F8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9036" y="3289006"/>
            <a:ext cx="444249" cy="177248"/>
          </a:xfrm>
          <a:custGeom xmlns:a="http://schemas.openxmlformats.org/drawingml/2006/main">
            <a:pathLst>
              <a:path w="444249" h="177248">
                <a:moveTo>
                  <a:pt x="141824" y="126427"/>
                </a:moveTo>
                <a:lnTo>
                  <a:pt x="145954" y="127307"/>
                </a:lnTo>
                <a:lnTo>
                  <a:pt x="131434" y="173493"/>
                </a:lnTo>
                <a:lnTo>
                  <a:pt x="0" y="173493"/>
                </a:lnTo>
                <a:lnTo>
                  <a:pt x="0" y="168736"/>
                </a:lnTo>
                <a:lnTo>
                  <a:pt x="6384" y="168736"/>
                </a:lnTo>
                <a:cubicBezTo>
                  <a:pt x="13561" y="168736"/>
                  <a:pt x="18693" y="166423"/>
                  <a:pt x="21781" y="161797"/>
                </a:cubicBezTo>
                <a:cubicBezTo>
                  <a:pt x="23533" y="159153"/>
                  <a:pt x="24409" y="153037"/>
                  <a:pt x="24409" y="143451"/>
                </a:cubicBezTo>
                <a:lnTo>
                  <a:pt x="24409" y="33797"/>
                </a:lnTo>
                <a:cubicBezTo>
                  <a:pt x="24409" y="23251"/>
                  <a:pt x="23241" y="16650"/>
                  <a:pt x="20904" y="13992"/>
                </a:cubicBezTo>
                <a:cubicBezTo>
                  <a:pt x="17650" y="10339"/>
                  <a:pt x="12810" y="8512"/>
                  <a:pt x="6384" y="8512"/>
                </a:cubicBezTo>
                <a:lnTo>
                  <a:pt x="0" y="8512"/>
                </a:lnTo>
                <a:lnTo>
                  <a:pt x="0" y="3755"/>
                </a:lnTo>
                <a:lnTo>
                  <a:pt x="76858" y="3755"/>
                </a:lnTo>
                <a:lnTo>
                  <a:pt x="76858" y="8512"/>
                </a:lnTo>
                <a:cubicBezTo>
                  <a:pt x="67845" y="8428"/>
                  <a:pt x="61524" y="9255"/>
                  <a:pt x="57894" y="10992"/>
                </a:cubicBezTo>
                <a:cubicBezTo>
                  <a:pt x="54264" y="12729"/>
                  <a:pt x="51781" y="14921"/>
                  <a:pt x="50446" y="17568"/>
                </a:cubicBezTo>
                <a:cubicBezTo>
                  <a:pt x="49110" y="20215"/>
                  <a:pt x="48443" y="26542"/>
                  <a:pt x="48443" y="36551"/>
                </a:cubicBezTo>
                <a:lnTo>
                  <a:pt x="48443" y="143306"/>
                </a:lnTo>
                <a:cubicBezTo>
                  <a:pt x="48443" y="150240"/>
                  <a:pt x="49110" y="155002"/>
                  <a:pt x="50446" y="157592"/>
                </a:cubicBezTo>
                <a:cubicBezTo>
                  <a:pt x="51447" y="159344"/>
                  <a:pt x="52991" y="160639"/>
                  <a:pt x="55077" y="161476"/>
                </a:cubicBezTo>
                <a:cubicBezTo>
                  <a:pt x="57163" y="162311"/>
                  <a:pt x="63673" y="162728"/>
                  <a:pt x="74605" y="162728"/>
                </a:cubicBezTo>
                <a:lnTo>
                  <a:pt x="86997" y="162728"/>
                </a:lnTo>
                <a:cubicBezTo>
                  <a:pt x="100015" y="162728"/>
                  <a:pt x="109153" y="161766"/>
                  <a:pt x="114410" y="159841"/>
                </a:cubicBezTo>
                <a:cubicBezTo>
                  <a:pt x="119668" y="157914"/>
                  <a:pt x="124466" y="154502"/>
                  <a:pt x="128805" y="149604"/>
                </a:cubicBezTo>
                <a:cubicBezTo>
                  <a:pt x="133145" y="144704"/>
                  <a:pt x="137484" y="136978"/>
                  <a:pt x="141824" y="126427"/>
                </a:cubicBezTo>
                <a:close/>
                <a:moveTo>
                  <a:pt x="269043" y="0"/>
                </a:moveTo>
                <a:lnTo>
                  <a:pt x="269043" y="58832"/>
                </a:lnTo>
                <a:lnTo>
                  <a:pt x="264412" y="58832"/>
                </a:lnTo>
                <a:cubicBezTo>
                  <a:pt x="262910" y="47538"/>
                  <a:pt x="260218" y="38545"/>
                  <a:pt x="256338" y="31853"/>
                </a:cubicBezTo>
                <a:cubicBezTo>
                  <a:pt x="252458" y="25159"/>
                  <a:pt x="246929" y="19846"/>
                  <a:pt x="239752" y="15913"/>
                </a:cubicBezTo>
                <a:cubicBezTo>
                  <a:pt x="232576" y="11980"/>
                  <a:pt x="225149" y="10014"/>
                  <a:pt x="217471" y="10014"/>
                </a:cubicBezTo>
                <a:cubicBezTo>
                  <a:pt x="208792" y="10014"/>
                  <a:pt x="201616" y="12660"/>
                  <a:pt x="195941" y="17951"/>
                </a:cubicBezTo>
                <a:cubicBezTo>
                  <a:pt x="190266" y="23242"/>
                  <a:pt x="187429" y="29261"/>
                  <a:pt x="187429" y="36007"/>
                </a:cubicBezTo>
                <a:cubicBezTo>
                  <a:pt x="187429" y="41174"/>
                  <a:pt x="189223" y="45882"/>
                  <a:pt x="192812" y="50133"/>
                </a:cubicBezTo>
                <a:cubicBezTo>
                  <a:pt x="197985" y="56381"/>
                  <a:pt x="210294" y="64712"/>
                  <a:pt x="229738" y="75125"/>
                </a:cubicBezTo>
                <a:cubicBezTo>
                  <a:pt x="245594" y="83624"/>
                  <a:pt x="256421" y="90145"/>
                  <a:pt x="262221" y="94687"/>
                </a:cubicBezTo>
                <a:cubicBezTo>
                  <a:pt x="268021" y="99228"/>
                  <a:pt x="272486" y="104581"/>
                  <a:pt x="275615" y="110749"/>
                </a:cubicBezTo>
                <a:cubicBezTo>
                  <a:pt x="278744" y="116914"/>
                  <a:pt x="280309" y="123372"/>
                  <a:pt x="280309" y="130124"/>
                </a:cubicBezTo>
                <a:cubicBezTo>
                  <a:pt x="280309" y="142957"/>
                  <a:pt x="275323" y="154019"/>
                  <a:pt x="265351" y="163311"/>
                </a:cubicBezTo>
                <a:cubicBezTo>
                  <a:pt x="255378" y="172602"/>
                  <a:pt x="242548" y="177248"/>
                  <a:pt x="226859" y="177248"/>
                </a:cubicBezTo>
                <a:cubicBezTo>
                  <a:pt x="221936" y="177248"/>
                  <a:pt x="217304" y="176868"/>
                  <a:pt x="212965" y="176106"/>
                </a:cubicBezTo>
                <a:cubicBezTo>
                  <a:pt x="210378" y="175684"/>
                  <a:pt x="205016" y="174141"/>
                  <a:pt x="196880" y="171478"/>
                </a:cubicBezTo>
                <a:cubicBezTo>
                  <a:pt x="188743" y="168816"/>
                  <a:pt x="183590" y="167485"/>
                  <a:pt x="181421" y="167485"/>
                </a:cubicBezTo>
                <a:cubicBezTo>
                  <a:pt x="179334" y="167485"/>
                  <a:pt x="177686" y="168118"/>
                  <a:pt x="176476" y="169386"/>
                </a:cubicBezTo>
                <a:cubicBezTo>
                  <a:pt x="175266" y="170653"/>
                  <a:pt x="174369" y="173274"/>
                  <a:pt x="173785" y="177248"/>
                </a:cubicBezTo>
                <a:lnTo>
                  <a:pt x="169153" y="177248"/>
                </a:lnTo>
                <a:lnTo>
                  <a:pt x="169153" y="118917"/>
                </a:lnTo>
                <a:lnTo>
                  <a:pt x="173785" y="118917"/>
                </a:lnTo>
                <a:cubicBezTo>
                  <a:pt x="175955" y="131132"/>
                  <a:pt x="178875" y="140272"/>
                  <a:pt x="182547" y="146338"/>
                </a:cubicBezTo>
                <a:cubicBezTo>
                  <a:pt x="186219" y="152404"/>
                  <a:pt x="191831" y="157445"/>
                  <a:pt x="199383" y="161461"/>
                </a:cubicBezTo>
                <a:cubicBezTo>
                  <a:pt x="206935" y="165477"/>
                  <a:pt x="215218" y="167485"/>
                  <a:pt x="224231" y="167485"/>
                </a:cubicBezTo>
                <a:cubicBezTo>
                  <a:pt x="234662" y="167485"/>
                  <a:pt x="242903" y="164729"/>
                  <a:pt x="248953" y="159219"/>
                </a:cubicBezTo>
                <a:cubicBezTo>
                  <a:pt x="255003" y="153709"/>
                  <a:pt x="258028" y="147197"/>
                  <a:pt x="258028" y="139684"/>
                </a:cubicBezTo>
                <a:cubicBezTo>
                  <a:pt x="258028" y="135509"/>
                  <a:pt x="256880" y="131293"/>
                  <a:pt x="254586" y="127037"/>
                </a:cubicBezTo>
                <a:cubicBezTo>
                  <a:pt x="252291" y="122779"/>
                  <a:pt x="248723" y="118812"/>
                  <a:pt x="243883" y="115138"/>
                </a:cubicBezTo>
                <a:cubicBezTo>
                  <a:pt x="240629" y="112634"/>
                  <a:pt x="231741" y="107346"/>
                  <a:pt x="217221" y="99272"/>
                </a:cubicBezTo>
                <a:cubicBezTo>
                  <a:pt x="202700" y="91195"/>
                  <a:pt x="192373" y="84740"/>
                  <a:pt x="186240" y="79905"/>
                </a:cubicBezTo>
                <a:cubicBezTo>
                  <a:pt x="180106" y="75070"/>
                  <a:pt x="175454" y="69734"/>
                  <a:pt x="172283" y="63898"/>
                </a:cubicBezTo>
                <a:cubicBezTo>
                  <a:pt x="169112" y="58062"/>
                  <a:pt x="167526" y="51643"/>
                  <a:pt x="167526" y="44641"/>
                </a:cubicBezTo>
                <a:cubicBezTo>
                  <a:pt x="167526" y="32470"/>
                  <a:pt x="172199" y="21988"/>
                  <a:pt x="181546" y="13194"/>
                </a:cubicBezTo>
                <a:cubicBezTo>
                  <a:pt x="190892" y="4398"/>
                  <a:pt x="202784" y="0"/>
                  <a:pt x="217221" y="0"/>
                </a:cubicBezTo>
                <a:cubicBezTo>
                  <a:pt x="226233" y="0"/>
                  <a:pt x="235788" y="2211"/>
                  <a:pt x="245886" y="6634"/>
                </a:cubicBezTo>
                <a:cubicBezTo>
                  <a:pt x="250559" y="8721"/>
                  <a:pt x="253855" y="9764"/>
                  <a:pt x="255775" y="9764"/>
                </a:cubicBezTo>
                <a:cubicBezTo>
                  <a:pt x="257944" y="9764"/>
                  <a:pt x="259718" y="9117"/>
                  <a:pt x="261095" y="7823"/>
                </a:cubicBezTo>
                <a:cubicBezTo>
                  <a:pt x="262472" y="6530"/>
                  <a:pt x="263577" y="3922"/>
                  <a:pt x="264412" y="0"/>
                </a:cubicBezTo>
                <a:lnTo>
                  <a:pt x="269043" y="0"/>
                </a:lnTo>
                <a:close/>
                <a:moveTo>
                  <a:pt x="442371" y="3755"/>
                </a:moveTo>
                <a:lnTo>
                  <a:pt x="444249" y="43686"/>
                </a:lnTo>
                <a:lnTo>
                  <a:pt x="439492" y="43686"/>
                </a:lnTo>
                <a:cubicBezTo>
                  <a:pt x="438574" y="36676"/>
                  <a:pt x="437322" y="31669"/>
                  <a:pt x="435737" y="28665"/>
                </a:cubicBezTo>
                <a:cubicBezTo>
                  <a:pt x="433150" y="23825"/>
                  <a:pt x="429708" y="20258"/>
                  <a:pt x="425410" y="17963"/>
                </a:cubicBezTo>
                <a:cubicBezTo>
                  <a:pt x="421112" y="15668"/>
                  <a:pt x="415458" y="14520"/>
                  <a:pt x="408449" y="14520"/>
                </a:cubicBezTo>
                <a:lnTo>
                  <a:pt x="384540" y="14520"/>
                </a:lnTo>
                <a:lnTo>
                  <a:pt x="384540" y="143952"/>
                </a:lnTo>
                <a:cubicBezTo>
                  <a:pt x="384540" y="154383"/>
                  <a:pt x="385667" y="160892"/>
                  <a:pt x="387920" y="163479"/>
                </a:cubicBezTo>
                <a:cubicBezTo>
                  <a:pt x="391091" y="166984"/>
                  <a:pt x="395973" y="168736"/>
                  <a:pt x="402565" y="168736"/>
                </a:cubicBezTo>
                <a:lnTo>
                  <a:pt x="408449" y="168736"/>
                </a:lnTo>
                <a:lnTo>
                  <a:pt x="408449" y="173493"/>
                </a:lnTo>
                <a:lnTo>
                  <a:pt x="336473" y="173493"/>
                </a:lnTo>
                <a:lnTo>
                  <a:pt x="336473" y="168736"/>
                </a:lnTo>
                <a:lnTo>
                  <a:pt x="342481" y="168736"/>
                </a:lnTo>
                <a:cubicBezTo>
                  <a:pt x="349658" y="168736"/>
                  <a:pt x="354748" y="166567"/>
                  <a:pt x="357753" y="162227"/>
                </a:cubicBezTo>
                <a:cubicBezTo>
                  <a:pt x="359589" y="159557"/>
                  <a:pt x="360506" y="153465"/>
                  <a:pt x="360506" y="143952"/>
                </a:cubicBezTo>
                <a:lnTo>
                  <a:pt x="360506" y="14520"/>
                </a:lnTo>
                <a:lnTo>
                  <a:pt x="340103" y="14520"/>
                </a:lnTo>
                <a:cubicBezTo>
                  <a:pt x="332175" y="14520"/>
                  <a:pt x="326542" y="15104"/>
                  <a:pt x="323204" y="16273"/>
                </a:cubicBezTo>
                <a:cubicBezTo>
                  <a:pt x="318865" y="17858"/>
                  <a:pt x="315151" y="20904"/>
                  <a:pt x="312064" y="25411"/>
                </a:cubicBezTo>
                <a:cubicBezTo>
                  <a:pt x="308976" y="29917"/>
                  <a:pt x="307140" y="36009"/>
                  <a:pt x="306556" y="43686"/>
                </a:cubicBezTo>
                <a:lnTo>
                  <a:pt x="301799" y="43686"/>
                </a:lnTo>
                <a:lnTo>
                  <a:pt x="303802" y="3755"/>
                </a:lnTo>
                <a:lnTo>
                  <a:pt x="442371" y="375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DE8E5E2-5C39-48B0-B4B2-A8B0EF46B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6098" y="3735201"/>
            <a:ext cx="512718" cy="10"/>
          </a:xfrm>
          <a:custGeom xmlns:a="http://schemas.openxmlformats.org/drawingml/2006/main">
            <a:pathLst>
              <a:path w="512718" h="1" fill="none">
                <a:moveTo>
                  <a:pt x="0" y="0"/>
                </a:moveTo>
                <a:lnTo>
                  <a:pt x="256359" y="0"/>
                </a:lnTo>
                <a:lnTo>
                  <a:pt x="51271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254" cap="sq">
            <a:solidFill>
              <a:srgbClr val="FF0000"/>
            </a:solidFill>
            <a:round/>
          </a:ln>
        </p:spPr>
      </p:sp>
      <p:sp>
        <p:nvSpPr>
          <p:cNvPr id="1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2C16F04-E0A5-4D01-94A0-00E51AEC9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5446" y="3648190"/>
            <a:ext cx="174022" cy="174022"/>
          </a:xfrm>
          <a:custGeom xmlns:a="http://schemas.openxmlformats.org/drawingml/2006/main">
            <a:pathLst>
              <a:path w="174022" h="174022">
                <a:moveTo>
                  <a:pt x="87011" y="174022"/>
                </a:moveTo>
                <a:lnTo>
                  <a:pt x="174022" y="87011"/>
                </a:lnTo>
                <a:lnTo>
                  <a:pt x="87011" y="0"/>
                </a:lnTo>
                <a:lnTo>
                  <a:pt x="0" y="87011"/>
                </a:lnTo>
                <a:lnTo>
                  <a:pt x="87011" y="174022"/>
                </a:lnTo>
                <a:close/>
              </a:path>
            </a:pathLst>
          </a:custGeom>
          <a:solidFill xmlns:a="http://schemas.openxmlformats.org/drawingml/2006/main">
            <a:srgbClr val="FF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0193322-3EA1-4C15-ACD9-9A303C404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5446" y="3648190"/>
            <a:ext cx="174022" cy="174022"/>
          </a:xfrm>
          <a:custGeom xmlns:a="http://schemas.openxmlformats.org/drawingml/2006/main">
            <a:pathLst>
              <a:path w="174022" h="174022" fill="none">
                <a:moveTo>
                  <a:pt x="87011" y="174022"/>
                </a:moveTo>
                <a:lnTo>
                  <a:pt x="174022" y="87011"/>
                </a:lnTo>
                <a:lnTo>
                  <a:pt x="87011" y="0"/>
                </a:lnTo>
                <a:lnTo>
                  <a:pt x="0" y="87011"/>
                </a:lnTo>
                <a:lnTo>
                  <a:pt x="87011" y="174022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0254" cap="flat">
            <a:solidFill>
              <a:srgbClr val="FF0000"/>
            </a:solidFill>
            <a:miter/>
          </a:ln>
        </p:spPr>
      </p:sp>
      <p:sp>
        <p:nvSpPr>
          <p:cNvPr id="197" name="Text QST(Ours)">
            <a:extLst xmlns:a="http://schemas.openxmlformats.org/drawingml/2006/main">
              <a:ext uri="{FF2B5EF4-FFF2-40B4-BE49-F238E27FC236}">
                <a16:creationId xmlns:a16="http://schemas.microsoft.com/office/drawing/2014/main" id="{6103E0FC-02DD-4DD6-93EA-8A8FF075F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2916" y="3646927"/>
            <a:ext cx="1193438" cy="232826"/>
          </a:xfrm>
          <a:custGeom xmlns:a="http://schemas.openxmlformats.org/drawingml/2006/main">
            <a:pathLst>
              <a:path w="1193438" h="232826">
                <a:moveTo>
                  <a:pt x="103896" y="180002"/>
                </a:moveTo>
                <a:cubicBezTo>
                  <a:pt x="112407" y="194689"/>
                  <a:pt x="121608" y="205496"/>
                  <a:pt x="131497" y="212423"/>
                </a:cubicBezTo>
                <a:cubicBezTo>
                  <a:pt x="141386" y="219349"/>
                  <a:pt x="152630" y="223313"/>
                  <a:pt x="165231" y="224314"/>
                </a:cubicBezTo>
                <a:lnTo>
                  <a:pt x="165231" y="228320"/>
                </a:lnTo>
                <a:cubicBezTo>
                  <a:pt x="153715" y="227903"/>
                  <a:pt x="141406" y="225587"/>
                  <a:pt x="128305" y="221373"/>
                </a:cubicBezTo>
                <a:cubicBezTo>
                  <a:pt x="115203" y="217158"/>
                  <a:pt x="102790" y="211317"/>
                  <a:pt x="91065" y="203848"/>
                </a:cubicBezTo>
                <a:cubicBezTo>
                  <a:pt x="79340" y="196379"/>
                  <a:pt x="69222" y="188431"/>
                  <a:pt x="60710" y="180002"/>
                </a:cubicBezTo>
                <a:cubicBezTo>
                  <a:pt x="48693" y="175162"/>
                  <a:pt x="39180" y="170030"/>
                  <a:pt x="32170" y="164606"/>
                </a:cubicBezTo>
                <a:cubicBezTo>
                  <a:pt x="21989" y="156511"/>
                  <a:pt x="14082" y="146559"/>
                  <a:pt x="8449" y="134751"/>
                </a:cubicBezTo>
                <a:cubicBezTo>
                  <a:pt x="2816" y="122943"/>
                  <a:pt x="0" y="108986"/>
                  <a:pt x="0" y="92880"/>
                </a:cubicBezTo>
                <a:cubicBezTo>
                  <a:pt x="0" y="67511"/>
                  <a:pt x="8220" y="46440"/>
                  <a:pt x="24660" y="29667"/>
                </a:cubicBezTo>
                <a:cubicBezTo>
                  <a:pt x="41099" y="12893"/>
                  <a:pt x="61002" y="4506"/>
                  <a:pt x="84368" y="4506"/>
                </a:cubicBezTo>
                <a:cubicBezTo>
                  <a:pt x="106566" y="4506"/>
                  <a:pt x="125780" y="12914"/>
                  <a:pt x="142011" y="29729"/>
                </a:cubicBezTo>
                <a:cubicBezTo>
                  <a:pt x="158243" y="46544"/>
                  <a:pt x="166358" y="67762"/>
                  <a:pt x="166358" y="93381"/>
                </a:cubicBezTo>
                <a:cubicBezTo>
                  <a:pt x="166358" y="114160"/>
                  <a:pt x="160579" y="132394"/>
                  <a:pt x="149021" y="148082"/>
                </a:cubicBezTo>
                <a:cubicBezTo>
                  <a:pt x="137463" y="163771"/>
                  <a:pt x="122421" y="174411"/>
                  <a:pt x="103896" y="180002"/>
                </a:cubicBezTo>
                <a:moveTo>
                  <a:pt x="82866" y="14270"/>
                </a:moveTo>
                <a:cubicBezTo>
                  <a:pt x="67678" y="14270"/>
                  <a:pt x="55453" y="19690"/>
                  <a:pt x="46190" y="30531"/>
                </a:cubicBezTo>
                <a:cubicBezTo>
                  <a:pt x="34507" y="44123"/>
                  <a:pt x="28665" y="64927"/>
                  <a:pt x="28665" y="92943"/>
                </a:cubicBezTo>
                <a:cubicBezTo>
                  <a:pt x="28665" y="120377"/>
                  <a:pt x="34590" y="141515"/>
                  <a:pt x="46440" y="156356"/>
                </a:cubicBezTo>
                <a:cubicBezTo>
                  <a:pt x="55620" y="167781"/>
                  <a:pt x="67762" y="173493"/>
                  <a:pt x="82866" y="173493"/>
                </a:cubicBezTo>
                <a:cubicBezTo>
                  <a:pt x="98555" y="173493"/>
                  <a:pt x="111197" y="167781"/>
                  <a:pt x="120794" y="156356"/>
                </a:cubicBezTo>
                <a:cubicBezTo>
                  <a:pt x="132060" y="142850"/>
                  <a:pt x="137693" y="122921"/>
                  <a:pt x="137693" y="96569"/>
                </a:cubicBezTo>
                <a:cubicBezTo>
                  <a:pt x="137693" y="76309"/>
                  <a:pt x="134605" y="59257"/>
                  <a:pt x="128430" y="45415"/>
                </a:cubicBezTo>
                <a:cubicBezTo>
                  <a:pt x="123673" y="34741"/>
                  <a:pt x="117352" y="26883"/>
                  <a:pt x="109466" y="21839"/>
                </a:cubicBezTo>
                <a:cubicBezTo>
                  <a:pt x="101580" y="16793"/>
                  <a:pt x="92713" y="14270"/>
                  <a:pt x="82866" y="14270"/>
                </a:cubicBezTo>
                <a:close/>
                <a:moveTo>
                  <a:pt x="293618" y="4506"/>
                </a:moveTo>
                <a:lnTo>
                  <a:pt x="293618" y="63339"/>
                </a:lnTo>
                <a:lnTo>
                  <a:pt x="288986" y="63339"/>
                </a:lnTo>
                <a:cubicBezTo>
                  <a:pt x="287484" y="52044"/>
                  <a:pt x="284793" y="43051"/>
                  <a:pt x="280913" y="36360"/>
                </a:cubicBezTo>
                <a:cubicBezTo>
                  <a:pt x="277032" y="29665"/>
                  <a:pt x="271504" y="24352"/>
                  <a:pt x="264327" y="20419"/>
                </a:cubicBezTo>
                <a:cubicBezTo>
                  <a:pt x="257150" y="16487"/>
                  <a:pt x="249723" y="14520"/>
                  <a:pt x="242046" y="14520"/>
                </a:cubicBezTo>
                <a:cubicBezTo>
                  <a:pt x="233367" y="14520"/>
                  <a:pt x="226190" y="17166"/>
                  <a:pt x="220515" y="22457"/>
                </a:cubicBezTo>
                <a:cubicBezTo>
                  <a:pt x="214841" y="27749"/>
                  <a:pt x="212004" y="33767"/>
                  <a:pt x="212004" y="40514"/>
                </a:cubicBezTo>
                <a:cubicBezTo>
                  <a:pt x="212004" y="45680"/>
                  <a:pt x="213798" y="50388"/>
                  <a:pt x="217386" y="54639"/>
                </a:cubicBezTo>
                <a:cubicBezTo>
                  <a:pt x="222560" y="60887"/>
                  <a:pt x="234869" y="69218"/>
                  <a:pt x="254313" y="79631"/>
                </a:cubicBezTo>
                <a:cubicBezTo>
                  <a:pt x="270168" y="88130"/>
                  <a:pt x="280996" y="94651"/>
                  <a:pt x="286796" y="99194"/>
                </a:cubicBezTo>
                <a:cubicBezTo>
                  <a:pt x="292596" y="103734"/>
                  <a:pt x="297060" y="109088"/>
                  <a:pt x="300190" y="115255"/>
                </a:cubicBezTo>
                <a:cubicBezTo>
                  <a:pt x="303319" y="121420"/>
                  <a:pt x="304884" y="127878"/>
                  <a:pt x="304884" y="134630"/>
                </a:cubicBezTo>
                <a:cubicBezTo>
                  <a:pt x="304884" y="147463"/>
                  <a:pt x="299898" y="158525"/>
                  <a:pt x="289925" y="167817"/>
                </a:cubicBezTo>
                <a:cubicBezTo>
                  <a:pt x="279953" y="177109"/>
                  <a:pt x="267122" y="181755"/>
                  <a:pt x="251434" y="181755"/>
                </a:cubicBezTo>
                <a:cubicBezTo>
                  <a:pt x="246510" y="181755"/>
                  <a:pt x="241879" y="181374"/>
                  <a:pt x="237539" y="180612"/>
                </a:cubicBezTo>
                <a:cubicBezTo>
                  <a:pt x="234952" y="180190"/>
                  <a:pt x="229591" y="178647"/>
                  <a:pt x="221454" y="175985"/>
                </a:cubicBezTo>
                <a:cubicBezTo>
                  <a:pt x="213318" y="173322"/>
                  <a:pt x="208165" y="171991"/>
                  <a:pt x="205995" y="171991"/>
                </a:cubicBezTo>
                <a:cubicBezTo>
                  <a:pt x="203909" y="171991"/>
                  <a:pt x="202261" y="172625"/>
                  <a:pt x="201051" y="173892"/>
                </a:cubicBezTo>
                <a:cubicBezTo>
                  <a:pt x="199841" y="175159"/>
                  <a:pt x="198944" y="177780"/>
                  <a:pt x="198359" y="181755"/>
                </a:cubicBezTo>
                <a:lnTo>
                  <a:pt x="193728" y="181755"/>
                </a:lnTo>
                <a:lnTo>
                  <a:pt x="193728" y="123423"/>
                </a:lnTo>
                <a:lnTo>
                  <a:pt x="198359" y="123423"/>
                </a:lnTo>
                <a:cubicBezTo>
                  <a:pt x="200529" y="135638"/>
                  <a:pt x="203450" y="144778"/>
                  <a:pt x="207122" y="150844"/>
                </a:cubicBezTo>
                <a:cubicBezTo>
                  <a:pt x="210794" y="156910"/>
                  <a:pt x="216406" y="161951"/>
                  <a:pt x="223958" y="165967"/>
                </a:cubicBezTo>
                <a:cubicBezTo>
                  <a:pt x="231510" y="169983"/>
                  <a:pt x="239792" y="171991"/>
                  <a:pt x="248805" y="171991"/>
                </a:cubicBezTo>
                <a:cubicBezTo>
                  <a:pt x="259236" y="171991"/>
                  <a:pt x="267477" y="169236"/>
                  <a:pt x="273527" y="163725"/>
                </a:cubicBezTo>
                <a:cubicBezTo>
                  <a:pt x="279577" y="158215"/>
                  <a:pt x="282602" y="151703"/>
                  <a:pt x="282602" y="144190"/>
                </a:cubicBezTo>
                <a:cubicBezTo>
                  <a:pt x="282602" y="140015"/>
                  <a:pt x="281455" y="135800"/>
                  <a:pt x="279160" y="131544"/>
                </a:cubicBezTo>
                <a:cubicBezTo>
                  <a:pt x="276865" y="127285"/>
                  <a:pt x="273298" y="123319"/>
                  <a:pt x="268458" y="119644"/>
                </a:cubicBezTo>
                <a:cubicBezTo>
                  <a:pt x="265203" y="117141"/>
                  <a:pt x="256316" y="111852"/>
                  <a:pt x="241795" y="103778"/>
                </a:cubicBezTo>
                <a:cubicBezTo>
                  <a:pt x="227275" y="95702"/>
                  <a:pt x="216948" y="89246"/>
                  <a:pt x="210814" y="84411"/>
                </a:cubicBezTo>
                <a:cubicBezTo>
                  <a:pt x="204681" y="79576"/>
                  <a:pt x="200028" y="74241"/>
                  <a:pt x="196857" y="68404"/>
                </a:cubicBezTo>
                <a:cubicBezTo>
                  <a:pt x="193686" y="62568"/>
                  <a:pt x="192101" y="56149"/>
                  <a:pt x="192101" y="49147"/>
                </a:cubicBezTo>
                <a:cubicBezTo>
                  <a:pt x="192101" y="36976"/>
                  <a:pt x="196774" y="26494"/>
                  <a:pt x="206120" y="17701"/>
                </a:cubicBezTo>
                <a:cubicBezTo>
                  <a:pt x="215467" y="8904"/>
                  <a:pt x="227358" y="4506"/>
                  <a:pt x="241795" y="4506"/>
                </a:cubicBezTo>
                <a:cubicBezTo>
                  <a:pt x="250808" y="4506"/>
                  <a:pt x="260363" y="6718"/>
                  <a:pt x="270460" y="11141"/>
                </a:cubicBezTo>
                <a:cubicBezTo>
                  <a:pt x="275134" y="13227"/>
                  <a:pt x="278430" y="14270"/>
                  <a:pt x="280349" y="14270"/>
                </a:cubicBezTo>
                <a:cubicBezTo>
                  <a:pt x="282519" y="14270"/>
                  <a:pt x="284292" y="13623"/>
                  <a:pt x="285669" y="12330"/>
                </a:cubicBezTo>
                <a:cubicBezTo>
                  <a:pt x="287046" y="11036"/>
                  <a:pt x="288152" y="8428"/>
                  <a:pt x="288986" y="4506"/>
                </a:cubicBezTo>
                <a:lnTo>
                  <a:pt x="293618" y="4506"/>
                </a:lnTo>
                <a:close/>
                <a:moveTo>
                  <a:pt x="466947" y="8262"/>
                </a:moveTo>
                <a:lnTo>
                  <a:pt x="468825" y="48193"/>
                </a:lnTo>
                <a:lnTo>
                  <a:pt x="464068" y="48193"/>
                </a:lnTo>
                <a:cubicBezTo>
                  <a:pt x="463150" y="41183"/>
                  <a:pt x="461898" y="36176"/>
                  <a:pt x="460313" y="33171"/>
                </a:cubicBezTo>
                <a:cubicBezTo>
                  <a:pt x="457726" y="28331"/>
                  <a:pt x="454284" y="24764"/>
                  <a:pt x="449986" y="22469"/>
                </a:cubicBezTo>
                <a:cubicBezTo>
                  <a:pt x="445688" y="20174"/>
                  <a:pt x="440034" y="19027"/>
                  <a:pt x="433025" y="19027"/>
                </a:cubicBezTo>
                <a:lnTo>
                  <a:pt x="409116" y="19027"/>
                </a:lnTo>
                <a:lnTo>
                  <a:pt x="409116" y="148458"/>
                </a:lnTo>
                <a:cubicBezTo>
                  <a:pt x="409116" y="158889"/>
                  <a:pt x="410243" y="165398"/>
                  <a:pt x="412496" y="167985"/>
                </a:cubicBezTo>
                <a:cubicBezTo>
                  <a:pt x="415667" y="171490"/>
                  <a:pt x="420549" y="173243"/>
                  <a:pt x="427141" y="173243"/>
                </a:cubicBezTo>
                <a:lnTo>
                  <a:pt x="433025" y="173243"/>
                </a:lnTo>
                <a:lnTo>
                  <a:pt x="433025" y="177999"/>
                </a:lnTo>
                <a:lnTo>
                  <a:pt x="361049" y="177999"/>
                </a:lnTo>
                <a:lnTo>
                  <a:pt x="361049" y="173243"/>
                </a:lnTo>
                <a:lnTo>
                  <a:pt x="367057" y="173243"/>
                </a:lnTo>
                <a:cubicBezTo>
                  <a:pt x="374234" y="173243"/>
                  <a:pt x="379324" y="171073"/>
                  <a:pt x="382329" y="166734"/>
                </a:cubicBezTo>
                <a:cubicBezTo>
                  <a:pt x="384164" y="164063"/>
                  <a:pt x="385082" y="157971"/>
                  <a:pt x="385082" y="148458"/>
                </a:cubicBezTo>
                <a:lnTo>
                  <a:pt x="385082" y="19027"/>
                </a:lnTo>
                <a:lnTo>
                  <a:pt x="364679" y="19027"/>
                </a:lnTo>
                <a:cubicBezTo>
                  <a:pt x="356751" y="19027"/>
                  <a:pt x="351118" y="19611"/>
                  <a:pt x="347780" y="20779"/>
                </a:cubicBezTo>
                <a:cubicBezTo>
                  <a:pt x="343441" y="22365"/>
                  <a:pt x="339727" y="25411"/>
                  <a:pt x="336640" y="29917"/>
                </a:cubicBezTo>
                <a:cubicBezTo>
                  <a:pt x="333552" y="34423"/>
                  <a:pt x="331716" y="40515"/>
                  <a:pt x="331132" y="48193"/>
                </a:cubicBezTo>
                <a:lnTo>
                  <a:pt x="326375" y="48193"/>
                </a:lnTo>
                <a:lnTo>
                  <a:pt x="328378" y="8262"/>
                </a:lnTo>
                <a:lnTo>
                  <a:pt x="466947" y="8262"/>
                </a:lnTo>
                <a:close/>
                <a:moveTo>
                  <a:pt x="614465" y="228070"/>
                </a:moveTo>
                <a:lnTo>
                  <a:pt x="614465" y="232826"/>
                </a:lnTo>
                <a:cubicBezTo>
                  <a:pt x="601864" y="226484"/>
                  <a:pt x="591349" y="219057"/>
                  <a:pt x="582921" y="210545"/>
                </a:cubicBezTo>
                <a:cubicBezTo>
                  <a:pt x="570904" y="198445"/>
                  <a:pt x="561641" y="184175"/>
                  <a:pt x="555132" y="167735"/>
                </a:cubicBezTo>
                <a:cubicBezTo>
                  <a:pt x="548623" y="151295"/>
                  <a:pt x="545368" y="134230"/>
                  <a:pt x="545368" y="116538"/>
                </a:cubicBezTo>
                <a:cubicBezTo>
                  <a:pt x="545368" y="90669"/>
                  <a:pt x="551752" y="67073"/>
                  <a:pt x="564520" y="45752"/>
                </a:cubicBezTo>
                <a:cubicBezTo>
                  <a:pt x="577288" y="24430"/>
                  <a:pt x="593936" y="9180"/>
                  <a:pt x="614465" y="0"/>
                </a:cubicBezTo>
                <a:lnTo>
                  <a:pt x="614465" y="5257"/>
                </a:lnTo>
                <a:cubicBezTo>
                  <a:pt x="604200" y="10929"/>
                  <a:pt x="595772" y="18686"/>
                  <a:pt x="589179" y="28528"/>
                </a:cubicBezTo>
                <a:cubicBezTo>
                  <a:pt x="582587" y="38370"/>
                  <a:pt x="577663" y="50839"/>
                  <a:pt x="574409" y="65936"/>
                </a:cubicBezTo>
                <a:cubicBezTo>
                  <a:pt x="571154" y="81030"/>
                  <a:pt x="569527" y="96793"/>
                  <a:pt x="569527" y="113225"/>
                </a:cubicBezTo>
                <a:cubicBezTo>
                  <a:pt x="569527" y="131073"/>
                  <a:pt x="570904" y="147295"/>
                  <a:pt x="573658" y="161891"/>
                </a:cubicBezTo>
                <a:cubicBezTo>
                  <a:pt x="575827" y="173399"/>
                  <a:pt x="578456" y="182635"/>
                  <a:pt x="581544" y="189598"/>
                </a:cubicBezTo>
                <a:cubicBezTo>
                  <a:pt x="584631" y="196563"/>
                  <a:pt x="588783" y="203256"/>
                  <a:pt x="593999" y="209677"/>
                </a:cubicBezTo>
                <a:cubicBezTo>
                  <a:pt x="599214" y="216100"/>
                  <a:pt x="606036" y="222231"/>
                  <a:pt x="614465" y="228070"/>
                </a:cubicBezTo>
                <a:close/>
                <a:moveTo>
                  <a:pt x="713977" y="4506"/>
                </a:moveTo>
                <a:cubicBezTo>
                  <a:pt x="736008" y="4506"/>
                  <a:pt x="755097" y="12860"/>
                  <a:pt x="771245" y="29569"/>
                </a:cubicBezTo>
                <a:cubicBezTo>
                  <a:pt x="787392" y="46277"/>
                  <a:pt x="795466" y="67131"/>
                  <a:pt x="795466" y="92129"/>
                </a:cubicBezTo>
                <a:cubicBezTo>
                  <a:pt x="795466" y="117879"/>
                  <a:pt x="787330" y="139254"/>
                  <a:pt x="771057" y="156254"/>
                </a:cubicBezTo>
                <a:cubicBezTo>
                  <a:pt x="754784" y="173254"/>
                  <a:pt x="735090" y="181755"/>
                  <a:pt x="711974" y="181755"/>
                </a:cubicBezTo>
                <a:cubicBezTo>
                  <a:pt x="688608" y="181755"/>
                  <a:pt x="668976" y="173463"/>
                  <a:pt x="653079" y="156880"/>
                </a:cubicBezTo>
                <a:cubicBezTo>
                  <a:pt x="637182" y="140297"/>
                  <a:pt x="629233" y="118838"/>
                  <a:pt x="629233" y="92505"/>
                </a:cubicBezTo>
                <a:cubicBezTo>
                  <a:pt x="629233" y="65589"/>
                  <a:pt x="638413" y="43631"/>
                  <a:pt x="656772" y="26631"/>
                </a:cubicBezTo>
                <a:cubicBezTo>
                  <a:pt x="672711" y="11881"/>
                  <a:pt x="691779" y="4506"/>
                  <a:pt x="713977" y="4506"/>
                </a:cubicBezTo>
                <a:moveTo>
                  <a:pt x="711599" y="13519"/>
                </a:moveTo>
                <a:cubicBezTo>
                  <a:pt x="696411" y="13519"/>
                  <a:pt x="684227" y="19143"/>
                  <a:pt x="675047" y="30390"/>
                </a:cubicBezTo>
                <a:cubicBezTo>
                  <a:pt x="663615" y="44389"/>
                  <a:pt x="657898" y="64886"/>
                  <a:pt x="657898" y="91883"/>
                </a:cubicBezTo>
                <a:cubicBezTo>
                  <a:pt x="657898" y="119544"/>
                  <a:pt x="663823" y="140831"/>
                  <a:pt x="675673" y="155746"/>
                </a:cubicBezTo>
                <a:cubicBezTo>
                  <a:pt x="684769" y="167077"/>
                  <a:pt x="696786" y="172742"/>
                  <a:pt x="711724" y="172742"/>
                </a:cubicBezTo>
                <a:cubicBezTo>
                  <a:pt x="727663" y="172742"/>
                  <a:pt x="740827" y="166535"/>
                  <a:pt x="751217" y="154122"/>
                </a:cubicBezTo>
                <a:cubicBezTo>
                  <a:pt x="761606" y="141706"/>
                  <a:pt x="766801" y="122126"/>
                  <a:pt x="766801" y="95380"/>
                </a:cubicBezTo>
                <a:cubicBezTo>
                  <a:pt x="766801" y="66386"/>
                  <a:pt x="761085" y="44765"/>
                  <a:pt x="749652" y="30515"/>
                </a:cubicBezTo>
                <a:cubicBezTo>
                  <a:pt x="740472" y="19184"/>
                  <a:pt x="727788" y="13519"/>
                  <a:pt x="711599" y="13519"/>
                </a:cubicBezTo>
                <a:close/>
                <a:moveTo>
                  <a:pt x="913839" y="63339"/>
                </a:moveTo>
                <a:lnTo>
                  <a:pt x="913839" y="133187"/>
                </a:lnTo>
                <a:cubicBezTo>
                  <a:pt x="913839" y="146291"/>
                  <a:pt x="914152" y="154306"/>
                  <a:pt x="914778" y="157232"/>
                </a:cubicBezTo>
                <a:cubicBezTo>
                  <a:pt x="915404" y="160155"/>
                  <a:pt x="916405" y="162199"/>
                  <a:pt x="917782" y="163362"/>
                </a:cubicBezTo>
                <a:cubicBezTo>
                  <a:pt x="919159" y="164525"/>
                  <a:pt x="920765" y="165106"/>
                  <a:pt x="922601" y="165106"/>
                </a:cubicBezTo>
                <a:cubicBezTo>
                  <a:pt x="925188" y="165106"/>
                  <a:pt x="928109" y="164397"/>
                  <a:pt x="931364" y="162978"/>
                </a:cubicBezTo>
                <a:lnTo>
                  <a:pt x="933116" y="167485"/>
                </a:lnTo>
                <a:lnTo>
                  <a:pt x="898818" y="181504"/>
                </a:lnTo>
                <a:lnTo>
                  <a:pt x="893185" y="181504"/>
                </a:lnTo>
                <a:lnTo>
                  <a:pt x="893185" y="157334"/>
                </a:lnTo>
                <a:cubicBezTo>
                  <a:pt x="883338" y="167966"/>
                  <a:pt x="875827" y="174652"/>
                  <a:pt x="870654" y="177393"/>
                </a:cubicBezTo>
                <a:cubicBezTo>
                  <a:pt x="865480" y="180134"/>
                  <a:pt x="860014" y="181504"/>
                  <a:pt x="854256" y="181504"/>
                </a:cubicBezTo>
                <a:cubicBezTo>
                  <a:pt x="847830" y="181504"/>
                  <a:pt x="842260" y="179648"/>
                  <a:pt x="837545" y="175934"/>
                </a:cubicBezTo>
                <a:cubicBezTo>
                  <a:pt x="832830" y="172220"/>
                  <a:pt x="829554" y="167443"/>
                  <a:pt x="827718" y="161601"/>
                </a:cubicBezTo>
                <a:cubicBezTo>
                  <a:pt x="825882" y="155760"/>
                  <a:pt x="824965" y="147498"/>
                  <a:pt x="824965" y="136817"/>
                </a:cubicBezTo>
                <a:lnTo>
                  <a:pt x="824965" y="85620"/>
                </a:lnTo>
                <a:cubicBezTo>
                  <a:pt x="824965" y="80157"/>
                  <a:pt x="824380" y="76375"/>
                  <a:pt x="823212" y="74276"/>
                </a:cubicBezTo>
                <a:cubicBezTo>
                  <a:pt x="822044" y="72174"/>
                  <a:pt x="820312" y="70556"/>
                  <a:pt x="818017" y="69421"/>
                </a:cubicBezTo>
                <a:cubicBezTo>
                  <a:pt x="815722" y="68287"/>
                  <a:pt x="811571" y="67762"/>
                  <a:pt x="805562" y="67845"/>
                </a:cubicBezTo>
                <a:lnTo>
                  <a:pt x="805562" y="63339"/>
                </a:lnTo>
                <a:lnTo>
                  <a:pt x="845744" y="63339"/>
                </a:lnTo>
                <a:lnTo>
                  <a:pt x="845744" y="140165"/>
                </a:lnTo>
                <a:cubicBezTo>
                  <a:pt x="845744" y="150860"/>
                  <a:pt x="847600" y="157879"/>
                  <a:pt x="851314" y="161222"/>
                </a:cubicBezTo>
                <a:cubicBezTo>
                  <a:pt x="855027" y="164563"/>
                  <a:pt x="859513" y="166233"/>
                  <a:pt x="864770" y="166233"/>
                </a:cubicBezTo>
                <a:cubicBezTo>
                  <a:pt x="868359" y="166233"/>
                  <a:pt x="872427" y="165105"/>
                  <a:pt x="876975" y="162849"/>
                </a:cubicBezTo>
                <a:cubicBezTo>
                  <a:pt x="881523" y="160593"/>
                  <a:pt x="886926" y="156291"/>
                  <a:pt x="893185" y="149941"/>
                </a:cubicBezTo>
                <a:lnTo>
                  <a:pt x="893185" y="85119"/>
                </a:lnTo>
                <a:cubicBezTo>
                  <a:pt x="893185" y="78467"/>
                  <a:pt x="891996" y="73967"/>
                  <a:pt x="889618" y="71620"/>
                </a:cubicBezTo>
                <a:cubicBezTo>
                  <a:pt x="887239" y="69273"/>
                  <a:pt x="882295" y="68015"/>
                  <a:pt x="874784" y="67845"/>
                </a:cubicBezTo>
                <a:lnTo>
                  <a:pt x="874784" y="63339"/>
                </a:lnTo>
                <a:lnTo>
                  <a:pt x="913839" y="63339"/>
                </a:lnTo>
                <a:close/>
                <a:moveTo>
                  <a:pt x="975050" y="60084"/>
                </a:moveTo>
                <a:lnTo>
                  <a:pt x="975050" y="85870"/>
                </a:lnTo>
                <a:cubicBezTo>
                  <a:pt x="984646" y="68680"/>
                  <a:pt x="994494" y="60084"/>
                  <a:pt x="1004591" y="60084"/>
                </a:cubicBezTo>
                <a:cubicBezTo>
                  <a:pt x="1009181" y="60084"/>
                  <a:pt x="1012978" y="61482"/>
                  <a:pt x="1015982" y="64278"/>
                </a:cubicBezTo>
                <a:cubicBezTo>
                  <a:pt x="1018986" y="67073"/>
                  <a:pt x="1020488" y="70307"/>
                  <a:pt x="1020488" y="73979"/>
                </a:cubicBezTo>
                <a:cubicBezTo>
                  <a:pt x="1020488" y="77233"/>
                  <a:pt x="1019403" y="79987"/>
                  <a:pt x="1017234" y="82240"/>
                </a:cubicBezTo>
                <a:cubicBezTo>
                  <a:pt x="1015064" y="84493"/>
                  <a:pt x="1012477" y="85620"/>
                  <a:pt x="1009473" y="85620"/>
                </a:cubicBezTo>
                <a:cubicBezTo>
                  <a:pt x="1006552" y="85620"/>
                  <a:pt x="1003277" y="84201"/>
                  <a:pt x="999647" y="81364"/>
                </a:cubicBezTo>
                <a:cubicBezTo>
                  <a:pt x="996017" y="78527"/>
                  <a:pt x="993325" y="77108"/>
                  <a:pt x="991573" y="77108"/>
                </a:cubicBezTo>
                <a:cubicBezTo>
                  <a:pt x="990071" y="77108"/>
                  <a:pt x="988443" y="77936"/>
                  <a:pt x="986691" y="79592"/>
                </a:cubicBezTo>
                <a:cubicBezTo>
                  <a:pt x="982936" y="82990"/>
                  <a:pt x="979055" y="88582"/>
                  <a:pt x="975050" y="96369"/>
                </a:cubicBezTo>
                <a:lnTo>
                  <a:pt x="975050" y="151212"/>
                </a:lnTo>
                <a:cubicBezTo>
                  <a:pt x="975050" y="157559"/>
                  <a:pt x="975842" y="162360"/>
                  <a:pt x="977428" y="165615"/>
                </a:cubicBezTo>
                <a:cubicBezTo>
                  <a:pt x="978513" y="167871"/>
                  <a:pt x="980432" y="169748"/>
                  <a:pt x="983186" y="171248"/>
                </a:cubicBezTo>
                <a:cubicBezTo>
                  <a:pt x="985940" y="172745"/>
                  <a:pt x="989904" y="173493"/>
                  <a:pt x="995078" y="173493"/>
                </a:cubicBezTo>
                <a:lnTo>
                  <a:pt x="995078" y="177999"/>
                </a:lnTo>
                <a:lnTo>
                  <a:pt x="936370" y="177999"/>
                </a:lnTo>
                <a:lnTo>
                  <a:pt x="936370" y="173493"/>
                </a:lnTo>
                <a:cubicBezTo>
                  <a:pt x="942212" y="173493"/>
                  <a:pt x="946551" y="172565"/>
                  <a:pt x="949389" y="170708"/>
                </a:cubicBezTo>
                <a:cubicBezTo>
                  <a:pt x="951475" y="169357"/>
                  <a:pt x="952935" y="167204"/>
                  <a:pt x="953770" y="164250"/>
                </a:cubicBezTo>
                <a:cubicBezTo>
                  <a:pt x="954187" y="162813"/>
                  <a:pt x="954396" y="158717"/>
                  <a:pt x="954396" y="151963"/>
                </a:cubicBezTo>
                <a:lnTo>
                  <a:pt x="954396" y="107901"/>
                </a:lnTo>
                <a:cubicBezTo>
                  <a:pt x="954396" y="94549"/>
                  <a:pt x="954125" y="86600"/>
                  <a:pt x="953582" y="84055"/>
                </a:cubicBezTo>
                <a:cubicBezTo>
                  <a:pt x="953040" y="81510"/>
                  <a:pt x="952038" y="79653"/>
                  <a:pt x="950578" y="78485"/>
                </a:cubicBezTo>
                <a:cubicBezTo>
                  <a:pt x="949118" y="77317"/>
                  <a:pt x="947302" y="76732"/>
                  <a:pt x="945133" y="76732"/>
                </a:cubicBezTo>
                <a:cubicBezTo>
                  <a:pt x="942546" y="76732"/>
                  <a:pt x="939625" y="77358"/>
                  <a:pt x="936370" y="78610"/>
                </a:cubicBezTo>
                <a:lnTo>
                  <a:pt x="935119" y="74104"/>
                </a:lnTo>
                <a:lnTo>
                  <a:pt x="969792" y="60084"/>
                </a:lnTo>
                <a:lnTo>
                  <a:pt x="975050" y="60084"/>
                </a:lnTo>
                <a:close/>
                <a:moveTo>
                  <a:pt x="1100974" y="60084"/>
                </a:moveTo>
                <a:lnTo>
                  <a:pt x="1100974" y="99139"/>
                </a:lnTo>
                <a:lnTo>
                  <a:pt x="1096843" y="99139"/>
                </a:lnTo>
                <a:cubicBezTo>
                  <a:pt x="1093672" y="86921"/>
                  <a:pt x="1089604" y="78610"/>
                  <a:pt x="1084639" y="74206"/>
                </a:cubicBezTo>
                <a:cubicBezTo>
                  <a:pt x="1079673" y="69798"/>
                  <a:pt x="1073352" y="67595"/>
                  <a:pt x="1065675" y="67595"/>
                </a:cubicBezTo>
                <a:cubicBezTo>
                  <a:pt x="1059833" y="67595"/>
                  <a:pt x="1055118" y="69133"/>
                  <a:pt x="1051530" y="72211"/>
                </a:cubicBezTo>
                <a:cubicBezTo>
                  <a:pt x="1047941" y="75288"/>
                  <a:pt x="1046147" y="78697"/>
                  <a:pt x="1046147" y="82440"/>
                </a:cubicBezTo>
                <a:cubicBezTo>
                  <a:pt x="1046147" y="87095"/>
                  <a:pt x="1047482" y="91086"/>
                  <a:pt x="1050153" y="94414"/>
                </a:cubicBezTo>
                <a:cubicBezTo>
                  <a:pt x="1052740" y="97822"/>
                  <a:pt x="1057997" y="101439"/>
                  <a:pt x="1065925" y="105265"/>
                </a:cubicBezTo>
                <a:lnTo>
                  <a:pt x="1084201" y="114121"/>
                </a:lnTo>
                <a:cubicBezTo>
                  <a:pt x="1101141" y="122372"/>
                  <a:pt x="1109611" y="133248"/>
                  <a:pt x="1109611" y="146749"/>
                </a:cubicBezTo>
                <a:cubicBezTo>
                  <a:pt x="1109611" y="157167"/>
                  <a:pt x="1105668" y="165564"/>
                  <a:pt x="1097782" y="171940"/>
                </a:cubicBezTo>
                <a:cubicBezTo>
                  <a:pt x="1089896" y="178316"/>
                  <a:pt x="1081071" y="181504"/>
                  <a:pt x="1071307" y="181504"/>
                </a:cubicBezTo>
                <a:cubicBezTo>
                  <a:pt x="1064298" y="181504"/>
                  <a:pt x="1056286" y="180315"/>
                  <a:pt x="1047274" y="177937"/>
                </a:cubicBezTo>
                <a:cubicBezTo>
                  <a:pt x="1044520" y="177144"/>
                  <a:pt x="1042267" y="176748"/>
                  <a:pt x="1040514" y="176748"/>
                </a:cubicBezTo>
                <a:cubicBezTo>
                  <a:pt x="1038595" y="176748"/>
                  <a:pt x="1037093" y="177749"/>
                  <a:pt x="1036008" y="179752"/>
                </a:cubicBezTo>
                <a:lnTo>
                  <a:pt x="1031877" y="179752"/>
                </a:lnTo>
                <a:lnTo>
                  <a:pt x="1031877" y="138694"/>
                </a:lnTo>
                <a:lnTo>
                  <a:pt x="1036008" y="138694"/>
                </a:lnTo>
                <a:cubicBezTo>
                  <a:pt x="1038345" y="150377"/>
                  <a:pt x="1042809" y="159181"/>
                  <a:pt x="1049402" y="165106"/>
                </a:cubicBezTo>
                <a:cubicBezTo>
                  <a:pt x="1055994" y="171031"/>
                  <a:pt x="1063380" y="173994"/>
                  <a:pt x="1071558" y="173994"/>
                </a:cubicBezTo>
                <a:cubicBezTo>
                  <a:pt x="1077316" y="173994"/>
                  <a:pt x="1082010" y="172313"/>
                  <a:pt x="1085640" y="168952"/>
                </a:cubicBezTo>
                <a:cubicBezTo>
                  <a:pt x="1089270" y="165587"/>
                  <a:pt x="1091085" y="161539"/>
                  <a:pt x="1091085" y="156806"/>
                </a:cubicBezTo>
                <a:cubicBezTo>
                  <a:pt x="1091085" y="151076"/>
                  <a:pt x="1089061" y="146261"/>
                  <a:pt x="1085014" y="142360"/>
                </a:cubicBezTo>
                <a:cubicBezTo>
                  <a:pt x="1080967" y="138456"/>
                  <a:pt x="1072893" y="133526"/>
                  <a:pt x="1060793" y="127569"/>
                </a:cubicBezTo>
                <a:cubicBezTo>
                  <a:pt x="1048692" y="121610"/>
                  <a:pt x="1040765" y="116207"/>
                  <a:pt x="1037009" y="111359"/>
                </a:cubicBezTo>
                <a:cubicBezTo>
                  <a:pt x="1033254" y="106595"/>
                  <a:pt x="1031377" y="100577"/>
                  <a:pt x="1031377" y="93306"/>
                </a:cubicBezTo>
                <a:cubicBezTo>
                  <a:pt x="1031377" y="83861"/>
                  <a:pt x="1034610" y="75963"/>
                  <a:pt x="1041078" y="69613"/>
                </a:cubicBezTo>
                <a:cubicBezTo>
                  <a:pt x="1047545" y="63261"/>
                  <a:pt x="1055911" y="60084"/>
                  <a:pt x="1066175" y="60084"/>
                </a:cubicBezTo>
                <a:cubicBezTo>
                  <a:pt x="1070682" y="60084"/>
                  <a:pt x="1076148" y="61044"/>
                  <a:pt x="1082573" y="62963"/>
                </a:cubicBezTo>
                <a:cubicBezTo>
                  <a:pt x="1086829" y="64215"/>
                  <a:pt x="1089667" y="64841"/>
                  <a:pt x="1091085" y="64841"/>
                </a:cubicBezTo>
                <a:cubicBezTo>
                  <a:pt x="1092420" y="64841"/>
                  <a:pt x="1093463" y="64549"/>
                  <a:pt x="1094215" y="63965"/>
                </a:cubicBezTo>
                <a:cubicBezTo>
                  <a:pt x="1094966" y="63380"/>
                  <a:pt x="1095842" y="62087"/>
                  <a:pt x="1096843" y="60084"/>
                </a:cubicBezTo>
                <a:lnTo>
                  <a:pt x="1100974" y="60084"/>
                </a:lnTo>
                <a:close/>
                <a:moveTo>
                  <a:pt x="1124341" y="5257"/>
                </a:moveTo>
                <a:lnTo>
                  <a:pt x="1124341" y="0"/>
                </a:lnTo>
                <a:cubicBezTo>
                  <a:pt x="1137025" y="6259"/>
                  <a:pt x="1147582" y="13644"/>
                  <a:pt x="1156010" y="22156"/>
                </a:cubicBezTo>
                <a:cubicBezTo>
                  <a:pt x="1167944" y="34340"/>
                  <a:pt x="1177165" y="48631"/>
                  <a:pt x="1183674" y="65029"/>
                </a:cubicBezTo>
                <a:cubicBezTo>
                  <a:pt x="1190183" y="81427"/>
                  <a:pt x="1193438" y="98513"/>
                  <a:pt x="1193438" y="116288"/>
                </a:cubicBezTo>
                <a:cubicBezTo>
                  <a:pt x="1193438" y="142157"/>
                  <a:pt x="1187075" y="165753"/>
                  <a:pt x="1174348" y="187075"/>
                </a:cubicBezTo>
                <a:cubicBezTo>
                  <a:pt x="1161622" y="208396"/>
                  <a:pt x="1144953" y="223647"/>
                  <a:pt x="1124341" y="232826"/>
                </a:cubicBezTo>
                <a:lnTo>
                  <a:pt x="1124341" y="228070"/>
                </a:lnTo>
                <a:cubicBezTo>
                  <a:pt x="1134605" y="222314"/>
                  <a:pt x="1143055" y="214536"/>
                  <a:pt x="1149689" y="204736"/>
                </a:cubicBezTo>
                <a:cubicBezTo>
                  <a:pt x="1156323" y="194936"/>
                  <a:pt x="1161247" y="182468"/>
                  <a:pt x="1164460" y="167332"/>
                </a:cubicBezTo>
                <a:cubicBezTo>
                  <a:pt x="1167672" y="152194"/>
                  <a:pt x="1169279" y="136410"/>
                  <a:pt x="1169279" y="119981"/>
                </a:cubicBezTo>
                <a:cubicBezTo>
                  <a:pt x="1169279" y="102214"/>
                  <a:pt x="1167902" y="85992"/>
                  <a:pt x="1165148" y="71315"/>
                </a:cubicBezTo>
                <a:cubicBezTo>
                  <a:pt x="1163062" y="59804"/>
                  <a:pt x="1160454" y="50588"/>
                  <a:pt x="1157325" y="43667"/>
                </a:cubicBezTo>
                <a:cubicBezTo>
                  <a:pt x="1154195" y="36743"/>
                  <a:pt x="1150044" y="30071"/>
                  <a:pt x="1144870" y="23650"/>
                </a:cubicBezTo>
                <a:cubicBezTo>
                  <a:pt x="1139696" y="17227"/>
                  <a:pt x="1132853" y="11096"/>
                  <a:pt x="1124341" y="525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8" name="Text (b)Comparingthepredictiveperformanceofdif">
            <a:extLst xmlns:a="http://schemas.openxmlformats.org/drawingml/2006/main">
              <a:ext uri="{FF2B5EF4-FFF2-40B4-BE49-F238E27FC236}">
                <a16:creationId xmlns:a16="http://schemas.microsoft.com/office/drawing/2014/main" id="{112F70ED-84C8-4CE8-85F2-308F8E437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8726" y="4872677"/>
            <a:ext cx="5180008" cy="230885"/>
          </a:xfrm>
          <a:custGeom xmlns:a="http://schemas.openxmlformats.org/drawingml/2006/main">
            <a:pathLst>
              <a:path w="5180008" h="230885">
                <a:moveTo>
                  <a:pt x="64556" y="1838"/>
                </a:moveTo>
                <a:cubicBezTo>
                  <a:pt x="45215" y="14138"/>
                  <a:pt x="37375" y="20800"/>
                  <a:pt x="27704" y="32588"/>
                </a:cubicBezTo>
                <a:cubicBezTo>
                  <a:pt x="9148" y="54877"/>
                  <a:pt x="0" y="80501"/>
                  <a:pt x="0" y="110481"/>
                </a:cubicBezTo>
                <a:cubicBezTo>
                  <a:pt x="0" y="143022"/>
                  <a:pt x="9671" y="168130"/>
                  <a:pt x="32669" y="194266"/>
                </a:cubicBezTo>
                <a:cubicBezTo>
                  <a:pt x="43385" y="206566"/>
                  <a:pt x="50180" y="212204"/>
                  <a:pt x="63771" y="220403"/>
                </a:cubicBezTo>
                <a:lnTo>
                  <a:pt x="66905" y="216302"/>
                </a:lnTo>
                <a:cubicBezTo>
                  <a:pt x="46001" y="200158"/>
                  <a:pt x="38683" y="191193"/>
                  <a:pt x="31624" y="171973"/>
                </a:cubicBezTo>
                <a:cubicBezTo>
                  <a:pt x="25351" y="154809"/>
                  <a:pt x="22476" y="135335"/>
                  <a:pt x="22476" y="109711"/>
                </a:cubicBezTo>
                <a:cubicBezTo>
                  <a:pt x="22476" y="82808"/>
                  <a:pt x="25874" y="61797"/>
                  <a:pt x="32932" y="45912"/>
                </a:cubicBezTo>
                <a:cubicBezTo>
                  <a:pt x="40250" y="30023"/>
                  <a:pt x="48090" y="20800"/>
                  <a:pt x="66905" y="5939"/>
                </a:cubicBezTo>
                <a:lnTo>
                  <a:pt x="64556" y="1838"/>
                </a:lnTo>
                <a:close/>
                <a:moveTo>
                  <a:pt x="114475" y="512"/>
                </a:moveTo>
                <a:lnTo>
                  <a:pt x="113167" y="0"/>
                </a:lnTo>
                <a:cubicBezTo>
                  <a:pt x="102188" y="3843"/>
                  <a:pt x="95134" y="5892"/>
                  <a:pt x="82851" y="9223"/>
                </a:cubicBezTo>
                <a:lnTo>
                  <a:pt x="75270" y="11276"/>
                </a:lnTo>
                <a:lnTo>
                  <a:pt x="75270" y="15373"/>
                </a:lnTo>
                <a:cubicBezTo>
                  <a:pt x="76837" y="15119"/>
                  <a:pt x="77882" y="15119"/>
                  <a:pt x="79712" y="15119"/>
                </a:cubicBezTo>
                <a:cubicBezTo>
                  <a:pt x="90169" y="15119"/>
                  <a:pt x="92518" y="17422"/>
                  <a:pt x="92518" y="28185"/>
                </a:cubicBezTo>
                <a:lnTo>
                  <a:pt x="92518" y="161104"/>
                </a:lnTo>
                <a:cubicBezTo>
                  <a:pt x="92518" y="169041"/>
                  <a:pt x="114734" y="177494"/>
                  <a:pt x="135643" y="177494"/>
                </a:cubicBezTo>
                <a:cubicBezTo>
                  <a:pt x="170143" y="177494"/>
                  <a:pt x="196798" y="149324"/>
                  <a:pt x="196798" y="112710"/>
                </a:cubicBezTo>
                <a:cubicBezTo>
                  <a:pt x="196798" y="81217"/>
                  <a:pt x="176938" y="57137"/>
                  <a:pt x="150801" y="57137"/>
                </a:cubicBezTo>
                <a:cubicBezTo>
                  <a:pt x="134857" y="57137"/>
                  <a:pt x="119699" y="66364"/>
                  <a:pt x="114475" y="78914"/>
                </a:cubicBezTo>
                <a:lnTo>
                  <a:pt x="114475" y="512"/>
                </a:lnTo>
                <a:moveTo>
                  <a:pt x="114475" y="92485"/>
                </a:moveTo>
                <a:cubicBezTo>
                  <a:pt x="114475" y="82499"/>
                  <a:pt x="126758" y="73280"/>
                  <a:pt x="140349" y="73280"/>
                </a:cubicBezTo>
                <a:cubicBezTo>
                  <a:pt x="160731" y="73280"/>
                  <a:pt x="173799" y="93251"/>
                  <a:pt x="173799" y="124490"/>
                </a:cubicBezTo>
                <a:cubicBezTo>
                  <a:pt x="173799" y="152909"/>
                  <a:pt x="161253" y="169295"/>
                  <a:pt x="139826" y="169295"/>
                </a:cubicBezTo>
                <a:cubicBezTo>
                  <a:pt x="126236" y="169295"/>
                  <a:pt x="114475" y="163407"/>
                  <a:pt x="114475" y="157007"/>
                </a:cubicBezTo>
                <a:lnTo>
                  <a:pt x="114475" y="92485"/>
                </a:lnTo>
                <a:close/>
                <a:moveTo>
                  <a:pt x="215095" y="220403"/>
                </a:moveTo>
                <a:cubicBezTo>
                  <a:pt x="234437" y="208103"/>
                  <a:pt x="242277" y="201441"/>
                  <a:pt x="251943" y="189653"/>
                </a:cubicBezTo>
                <a:cubicBezTo>
                  <a:pt x="270503" y="167364"/>
                  <a:pt x="279648" y="141739"/>
                  <a:pt x="279648" y="111763"/>
                </a:cubicBezTo>
                <a:cubicBezTo>
                  <a:pt x="279648" y="78965"/>
                  <a:pt x="269977" y="54111"/>
                  <a:pt x="246979" y="27974"/>
                </a:cubicBezTo>
                <a:cubicBezTo>
                  <a:pt x="236263" y="15674"/>
                  <a:pt x="229468" y="10040"/>
                  <a:pt x="215877" y="1838"/>
                </a:cubicBezTo>
                <a:lnTo>
                  <a:pt x="212742" y="5939"/>
                </a:lnTo>
                <a:cubicBezTo>
                  <a:pt x="233651" y="22082"/>
                  <a:pt x="240706" y="31051"/>
                  <a:pt x="248023" y="50267"/>
                </a:cubicBezTo>
                <a:cubicBezTo>
                  <a:pt x="254296" y="67435"/>
                  <a:pt x="257172" y="86905"/>
                  <a:pt x="257172" y="112530"/>
                </a:cubicBezTo>
                <a:cubicBezTo>
                  <a:pt x="257172" y="139178"/>
                  <a:pt x="253774" y="160443"/>
                  <a:pt x="246719" y="176074"/>
                </a:cubicBezTo>
                <a:cubicBezTo>
                  <a:pt x="239401" y="192218"/>
                  <a:pt x="231561" y="201441"/>
                  <a:pt x="212742" y="216302"/>
                </a:cubicBezTo>
                <a:lnTo>
                  <a:pt x="215095" y="220403"/>
                </a:lnTo>
                <a:close/>
                <a:moveTo>
                  <a:pt x="540218" y="59705"/>
                </a:moveTo>
                <a:lnTo>
                  <a:pt x="537865" y="1838"/>
                </a:lnTo>
                <a:lnTo>
                  <a:pt x="532377" y="1838"/>
                </a:lnTo>
                <a:cubicBezTo>
                  <a:pt x="530810" y="7221"/>
                  <a:pt x="526627" y="10294"/>
                  <a:pt x="521399" y="10294"/>
                </a:cubicBezTo>
                <a:cubicBezTo>
                  <a:pt x="519046" y="10294"/>
                  <a:pt x="515126" y="9528"/>
                  <a:pt x="511206" y="7988"/>
                </a:cubicBezTo>
                <a:cubicBezTo>
                  <a:pt x="498400" y="3890"/>
                  <a:pt x="485332" y="1838"/>
                  <a:pt x="473049" y="1838"/>
                </a:cubicBezTo>
                <a:cubicBezTo>
                  <a:pt x="451618" y="1838"/>
                  <a:pt x="429928" y="9782"/>
                  <a:pt x="413721" y="23865"/>
                </a:cubicBezTo>
                <a:cubicBezTo>
                  <a:pt x="395428" y="39738"/>
                  <a:pt x="385498" y="63545"/>
                  <a:pt x="385498" y="91703"/>
                </a:cubicBezTo>
                <a:cubicBezTo>
                  <a:pt x="385498" y="115513"/>
                  <a:pt x="393339" y="137528"/>
                  <a:pt x="406666" y="152120"/>
                </a:cubicBezTo>
                <a:cubicBezTo>
                  <a:pt x="422347" y="168759"/>
                  <a:pt x="446390" y="178495"/>
                  <a:pt x="472268" y="178495"/>
                </a:cubicBezTo>
                <a:cubicBezTo>
                  <a:pt x="501798" y="178495"/>
                  <a:pt x="527672" y="166711"/>
                  <a:pt x="543615" y="145973"/>
                </a:cubicBezTo>
                <a:lnTo>
                  <a:pt x="538910" y="141368"/>
                </a:lnTo>
                <a:cubicBezTo>
                  <a:pt x="519572" y="159544"/>
                  <a:pt x="502320" y="167223"/>
                  <a:pt x="480630" y="167223"/>
                </a:cubicBezTo>
                <a:cubicBezTo>
                  <a:pt x="464164" y="167223"/>
                  <a:pt x="449528" y="162101"/>
                  <a:pt x="438290" y="152374"/>
                </a:cubicBezTo>
                <a:cubicBezTo>
                  <a:pt x="423914" y="139831"/>
                  <a:pt x="415815" y="116791"/>
                  <a:pt x="415815" y="88375"/>
                </a:cubicBezTo>
                <a:cubicBezTo>
                  <a:pt x="415815" y="42041"/>
                  <a:pt x="440121" y="12089"/>
                  <a:pt x="478014" y="12089"/>
                </a:cubicBezTo>
                <a:cubicBezTo>
                  <a:pt x="492913" y="12089"/>
                  <a:pt x="506504" y="17465"/>
                  <a:pt x="516956" y="27704"/>
                </a:cubicBezTo>
                <a:cubicBezTo>
                  <a:pt x="525319" y="35895"/>
                  <a:pt x="529239" y="43066"/>
                  <a:pt x="534208" y="59705"/>
                </a:cubicBezTo>
                <a:lnTo>
                  <a:pt x="540218" y="59705"/>
                </a:lnTo>
                <a:close/>
                <a:moveTo>
                  <a:pt x="617840" y="57137"/>
                </a:moveTo>
                <a:cubicBezTo>
                  <a:pt x="583863" y="57137"/>
                  <a:pt x="560079" y="81725"/>
                  <a:pt x="560079" y="117061"/>
                </a:cubicBezTo>
                <a:cubicBezTo>
                  <a:pt x="560079" y="151627"/>
                  <a:pt x="584386" y="177494"/>
                  <a:pt x="617314" y="177494"/>
                </a:cubicBezTo>
                <a:cubicBezTo>
                  <a:pt x="650246" y="177494"/>
                  <a:pt x="675334" y="150348"/>
                  <a:pt x="675334" y="115012"/>
                </a:cubicBezTo>
                <a:cubicBezTo>
                  <a:pt x="675334" y="81467"/>
                  <a:pt x="651291" y="57137"/>
                  <a:pt x="617840" y="57137"/>
                </a:cubicBezTo>
                <a:moveTo>
                  <a:pt x="614443" y="64315"/>
                </a:moveTo>
                <a:cubicBezTo>
                  <a:pt x="636396" y="64315"/>
                  <a:pt x="651813" y="88895"/>
                  <a:pt x="651813" y="123973"/>
                </a:cubicBezTo>
                <a:cubicBezTo>
                  <a:pt x="651813" y="152909"/>
                  <a:pt x="640053" y="170319"/>
                  <a:pt x="620452" y="170319"/>
                </a:cubicBezTo>
                <a:cubicBezTo>
                  <a:pt x="610259" y="170319"/>
                  <a:pt x="600589" y="164177"/>
                  <a:pt x="595101" y="153934"/>
                </a:cubicBezTo>
                <a:cubicBezTo>
                  <a:pt x="587783" y="140617"/>
                  <a:pt x="583600" y="122695"/>
                  <a:pt x="583600" y="104515"/>
                </a:cubicBezTo>
                <a:cubicBezTo>
                  <a:pt x="583600" y="80188"/>
                  <a:pt x="595883" y="64315"/>
                  <a:pt x="614443" y="64315"/>
                </a:cubicBezTo>
                <a:close/>
                <a:moveTo>
                  <a:pt x="688143" y="73026"/>
                </a:moveTo>
                <a:cubicBezTo>
                  <a:pt x="691541" y="72256"/>
                  <a:pt x="693631" y="72001"/>
                  <a:pt x="696506" y="72001"/>
                </a:cubicBezTo>
                <a:cubicBezTo>
                  <a:pt x="703301" y="72001"/>
                  <a:pt x="705654" y="76099"/>
                  <a:pt x="705654" y="88395"/>
                </a:cubicBezTo>
                <a:lnTo>
                  <a:pt x="705654" y="153214"/>
                </a:lnTo>
                <a:cubicBezTo>
                  <a:pt x="705654" y="167051"/>
                  <a:pt x="701993" y="170894"/>
                  <a:pt x="687358" y="171148"/>
                </a:cubicBezTo>
                <a:lnTo>
                  <a:pt x="687358" y="174991"/>
                </a:lnTo>
                <a:lnTo>
                  <a:pt x="745378" y="174991"/>
                </a:lnTo>
                <a:lnTo>
                  <a:pt x="745378" y="171148"/>
                </a:lnTo>
                <a:cubicBezTo>
                  <a:pt x="731528" y="170636"/>
                  <a:pt x="727608" y="167821"/>
                  <a:pt x="727608" y="157828"/>
                </a:cubicBezTo>
                <a:lnTo>
                  <a:pt x="727608" y="85580"/>
                </a:lnTo>
                <a:cubicBezTo>
                  <a:pt x="727608" y="85068"/>
                  <a:pt x="729697" y="82503"/>
                  <a:pt x="731528" y="80712"/>
                </a:cubicBezTo>
                <a:cubicBezTo>
                  <a:pt x="738060" y="74816"/>
                  <a:pt x="749298" y="70461"/>
                  <a:pt x="758446" y="70461"/>
                </a:cubicBezTo>
                <a:cubicBezTo>
                  <a:pt x="769944" y="70461"/>
                  <a:pt x="775694" y="79430"/>
                  <a:pt x="775694" y="97364"/>
                </a:cubicBezTo>
                <a:lnTo>
                  <a:pt x="775694" y="152960"/>
                </a:lnTo>
                <a:cubicBezTo>
                  <a:pt x="775694" y="167309"/>
                  <a:pt x="772819" y="170124"/>
                  <a:pt x="757924" y="171148"/>
                </a:cubicBezTo>
                <a:lnTo>
                  <a:pt x="757924" y="174991"/>
                </a:lnTo>
                <a:lnTo>
                  <a:pt x="816467" y="174991"/>
                </a:lnTo>
                <a:lnTo>
                  <a:pt x="816467" y="171148"/>
                </a:lnTo>
                <a:cubicBezTo>
                  <a:pt x="801568" y="170894"/>
                  <a:pt x="797648" y="166539"/>
                  <a:pt x="797648" y="150653"/>
                </a:cubicBezTo>
                <a:lnTo>
                  <a:pt x="797648" y="86092"/>
                </a:lnTo>
                <a:cubicBezTo>
                  <a:pt x="805488" y="75075"/>
                  <a:pt x="814114" y="70461"/>
                  <a:pt x="826137" y="70461"/>
                </a:cubicBezTo>
                <a:cubicBezTo>
                  <a:pt x="841032" y="70461"/>
                  <a:pt x="845738" y="77381"/>
                  <a:pt x="845738" y="98646"/>
                </a:cubicBezTo>
                <a:lnTo>
                  <a:pt x="845738" y="152702"/>
                </a:lnTo>
                <a:cubicBezTo>
                  <a:pt x="845738" y="167309"/>
                  <a:pt x="843648" y="169358"/>
                  <a:pt x="828490" y="171148"/>
                </a:cubicBezTo>
                <a:lnTo>
                  <a:pt x="828490" y="174991"/>
                </a:lnTo>
                <a:lnTo>
                  <a:pt x="885725" y="174991"/>
                </a:lnTo>
                <a:lnTo>
                  <a:pt x="885725" y="171148"/>
                </a:lnTo>
                <a:lnTo>
                  <a:pt x="878929" y="170636"/>
                </a:lnTo>
                <a:cubicBezTo>
                  <a:pt x="871089" y="170124"/>
                  <a:pt x="867691" y="165514"/>
                  <a:pt x="867691" y="155521"/>
                </a:cubicBezTo>
                <a:lnTo>
                  <a:pt x="867691" y="102744"/>
                </a:lnTo>
                <a:cubicBezTo>
                  <a:pt x="867691" y="72514"/>
                  <a:pt x="857498" y="57137"/>
                  <a:pt x="837375" y="57137"/>
                </a:cubicBezTo>
                <a:cubicBezTo>
                  <a:pt x="822217" y="57137"/>
                  <a:pt x="808886" y="63799"/>
                  <a:pt x="794772" y="78660"/>
                </a:cubicBezTo>
                <a:cubicBezTo>
                  <a:pt x="790071" y="64057"/>
                  <a:pt x="781185" y="57137"/>
                  <a:pt x="767072" y="57137"/>
                </a:cubicBezTo>
                <a:cubicBezTo>
                  <a:pt x="755571" y="57137"/>
                  <a:pt x="748253" y="60726"/>
                  <a:pt x="726559" y="76869"/>
                </a:cubicBezTo>
                <a:lnTo>
                  <a:pt x="726559" y="57653"/>
                </a:lnTo>
                <a:lnTo>
                  <a:pt x="724732" y="57137"/>
                </a:lnTo>
                <a:cubicBezTo>
                  <a:pt x="711401" y="62008"/>
                  <a:pt x="702516" y="64827"/>
                  <a:pt x="688143" y="68670"/>
                </a:cubicBezTo>
                <a:lnTo>
                  <a:pt x="688143" y="73026"/>
                </a:lnTo>
                <a:close/>
                <a:moveTo>
                  <a:pt x="888860" y="74242"/>
                </a:moveTo>
                <a:cubicBezTo>
                  <a:pt x="891213" y="73988"/>
                  <a:pt x="893043" y="73988"/>
                  <a:pt x="895396" y="73988"/>
                </a:cubicBezTo>
                <a:cubicBezTo>
                  <a:pt x="904281" y="73988"/>
                  <a:pt x="906112" y="76548"/>
                  <a:pt x="906112" y="88590"/>
                </a:cubicBezTo>
                <a:lnTo>
                  <a:pt x="906112" y="208506"/>
                </a:lnTo>
                <a:cubicBezTo>
                  <a:pt x="906112" y="221830"/>
                  <a:pt x="903237" y="224649"/>
                  <a:pt x="887815" y="226185"/>
                </a:cubicBezTo>
                <a:lnTo>
                  <a:pt x="887815" y="230541"/>
                </a:lnTo>
                <a:lnTo>
                  <a:pt x="951064" y="230541"/>
                </a:lnTo>
                <a:lnTo>
                  <a:pt x="951064" y="225931"/>
                </a:lnTo>
                <a:cubicBezTo>
                  <a:pt x="931463" y="225673"/>
                  <a:pt x="928065" y="222854"/>
                  <a:pt x="928065" y="206711"/>
                </a:cubicBezTo>
                <a:lnTo>
                  <a:pt x="928065" y="166480"/>
                </a:lnTo>
                <a:cubicBezTo>
                  <a:pt x="937214" y="174933"/>
                  <a:pt x="943483" y="177494"/>
                  <a:pt x="954461" y="177494"/>
                </a:cubicBezTo>
                <a:cubicBezTo>
                  <a:pt x="985300" y="177494"/>
                  <a:pt x="1009343" y="148812"/>
                  <a:pt x="1009343" y="111685"/>
                </a:cubicBezTo>
                <a:cubicBezTo>
                  <a:pt x="1009343" y="79938"/>
                  <a:pt x="991051" y="57137"/>
                  <a:pt x="965699" y="57137"/>
                </a:cubicBezTo>
                <a:cubicBezTo>
                  <a:pt x="951064" y="57137"/>
                  <a:pt x="939563" y="63545"/>
                  <a:pt x="928065" y="77377"/>
                </a:cubicBezTo>
                <a:lnTo>
                  <a:pt x="928065" y="57653"/>
                </a:lnTo>
                <a:lnTo>
                  <a:pt x="926498" y="57137"/>
                </a:lnTo>
                <a:cubicBezTo>
                  <a:pt x="912385" y="62520"/>
                  <a:pt x="903237" y="65851"/>
                  <a:pt x="888860" y="70207"/>
                </a:cubicBezTo>
                <a:lnTo>
                  <a:pt x="888860" y="74242"/>
                </a:lnTo>
                <a:moveTo>
                  <a:pt x="928065" y="89411"/>
                </a:moveTo>
                <a:cubicBezTo>
                  <a:pt x="928065" y="81729"/>
                  <a:pt x="942701" y="72514"/>
                  <a:pt x="954721" y="72514"/>
                </a:cubicBezTo>
                <a:cubicBezTo>
                  <a:pt x="974062" y="72514"/>
                  <a:pt x="986867" y="91972"/>
                  <a:pt x="986867" y="121675"/>
                </a:cubicBezTo>
                <a:cubicBezTo>
                  <a:pt x="986867" y="150094"/>
                  <a:pt x="974062" y="169295"/>
                  <a:pt x="955247" y="169295"/>
                </a:cubicBezTo>
                <a:cubicBezTo>
                  <a:pt x="942960" y="169295"/>
                  <a:pt x="928065" y="160080"/>
                  <a:pt x="928065" y="152397"/>
                </a:cubicBezTo>
                <a:lnTo>
                  <a:pt x="928065" y="89411"/>
                </a:lnTo>
                <a:close/>
                <a:moveTo>
                  <a:pt x="1132701" y="158027"/>
                </a:moveTo>
                <a:cubicBezTo>
                  <a:pt x="1128259" y="161608"/>
                  <a:pt x="1125124" y="162891"/>
                  <a:pt x="1121204" y="162891"/>
                </a:cubicBezTo>
                <a:cubicBezTo>
                  <a:pt x="1115194" y="162891"/>
                  <a:pt x="1113364" y="159306"/>
                  <a:pt x="1113364" y="148042"/>
                </a:cubicBezTo>
                <a:lnTo>
                  <a:pt x="1113364" y="98111"/>
                </a:lnTo>
                <a:cubicBezTo>
                  <a:pt x="1113364" y="84794"/>
                  <a:pt x="1112056" y="77370"/>
                  <a:pt x="1108136" y="71223"/>
                </a:cubicBezTo>
                <a:cubicBezTo>
                  <a:pt x="1102385" y="62008"/>
                  <a:pt x="1091147" y="57137"/>
                  <a:pt x="1075730" y="57137"/>
                </a:cubicBezTo>
                <a:cubicBezTo>
                  <a:pt x="1051160" y="57137"/>
                  <a:pt x="1031823" y="69687"/>
                  <a:pt x="1031823" y="85818"/>
                </a:cubicBezTo>
                <a:cubicBezTo>
                  <a:pt x="1031823" y="91710"/>
                  <a:pt x="1037047" y="96828"/>
                  <a:pt x="1043061" y="96828"/>
                </a:cubicBezTo>
                <a:cubicBezTo>
                  <a:pt x="1049330" y="96828"/>
                  <a:pt x="1054821" y="91710"/>
                  <a:pt x="1054821" y="86076"/>
                </a:cubicBezTo>
                <a:cubicBezTo>
                  <a:pt x="1054821" y="85052"/>
                  <a:pt x="1054558" y="83770"/>
                  <a:pt x="1054299" y="81979"/>
                </a:cubicBezTo>
                <a:cubicBezTo>
                  <a:pt x="1053776" y="79676"/>
                  <a:pt x="1053513" y="77628"/>
                  <a:pt x="1053513" y="75833"/>
                </a:cubicBezTo>
                <a:cubicBezTo>
                  <a:pt x="1053513" y="68921"/>
                  <a:pt x="1061876" y="63287"/>
                  <a:pt x="1072332" y="63287"/>
                </a:cubicBezTo>
                <a:cubicBezTo>
                  <a:pt x="1085137" y="63287"/>
                  <a:pt x="1092192" y="70711"/>
                  <a:pt x="1092192" y="84540"/>
                </a:cubicBezTo>
                <a:lnTo>
                  <a:pt x="1092192" y="100159"/>
                </a:lnTo>
                <a:cubicBezTo>
                  <a:pt x="1051946" y="116033"/>
                  <a:pt x="1047503" y="118081"/>
                  <a:pt x="1036265" y="127813"/>
                </a:cubicBezTo>
                <a:cubicBezTo>
                  <a:pt x="1030515" y="132935"/>
                  <a:pt x="1026854" y="141638"/>
                  <a:pt x="1026854" y="150086"/>
                </a:cubicBezTo>
                <a:cubicBezTo>
                  <a:pt x="1026854" y="166222"/>
                  <a:pt x="1038355" y="177494"/>
                  <a:pt x="1054299" y="177494"/>
                </a:cubicBezTo>
                <a:cubicBezTo>
                  <a:pt x="1065796" y="177494"/>
                  <a:pt x="1076512" y="172114"/>
                  <a:pt x="1092455" y="158790"/>
                </a:cubicBezTo>
                <a:cubicBezTo>
                  <a:pt x="1093763" y="172114"/>
                  <a:pt x="1098465" y="177494"/>
                  <a:pt x="1109181" y="177494"/>
                </a:cubicBezTo>
                <a:cubicBezTo>
                  <a:pt x="1118066" y="177494"/>
                  <a:pt x="1123557" y="174421"/>
                  <a:pt x="1132701" y="164685"/>
                </a:cubicBezTo>
                <a:lnTo>
                  <a:pt x="1132701" y="158027"/>
                </a:lnTo>
                <a:moveTo>
                  <a:pt x="1092192" y="143417"/>
                </a:moveTo>
                <a:cubicBezTo>
                  <a:pt x="1092192" y="151361"/>
                  <a:pt x="1090888" y="153668"/>
                  <a:pt x="1085397" y="156741"/>
                </a:cubicBezTo>
                <a:cubicBezTo>
                  <a:pt x="1079128" y="160330"/>
                  <a:pt x="1071810" y="162633"/>
                  <a:pt x="1066318" y="162633"/>
                </a:cubicBezTo>
                <a:cubicBezTo>
                  <a:pt x="1057174" y="162633"/>
                  <a:pt x="1049856" y="153922"/>
                  <a:pt x="1049856" y="142904"/>
                </a:cubicBezTo>
                <a:lnTo>
                  <a:pt x="1049856" y="141880"/>
                </a:lnTo>
                <a:cubicBezTo>
                  <a:pt x="1049856" y="126761"/>
                  <a:pt x="1060568" y="117538"/>
                  <a:pt x="1092192" y="106262"/>
                </a:cubicBezTo>
                <a:lnTo>
                  <a:pt x="1092192" y="143417"/>
                </a:lnTo>
                <a:close/>
                <a:moveTo>
                  <a:pt x="1135054" y="75075"/>
                </a:moveTo>
                <a:cubicBezTo>
                  <a:pt x="1138715" y="74304"/>
                  <a:pt x="1141068" y="74046"/>
                  <a:pt x="1144203" y="74046"/>
                </a:cubicBezTo>
                <a:cubicBezTo>
                  <a:pt x="1150735" y="74046"/>
                  <a:pt x="1153088" y="78148"/>
                  <a:pt x="1153088" y="89419"/>
                </a:cubicBezTo>
                <a:lnTo>
                  <a:pt x="1153088" y="153472"/>
                </a:lnTo>
                <a:cubicBezTo>
                  <a:pt x="1153088" y="166281"/>
                  <a:pt x="1151257" y="168075"/>
                  <a:pt x="1134532" y="171148"/>
                </a:cubicBezTo>
                <a:lnTo>
                  <a:pt x="1134532" y="174991"/>
                </a:lnTo>
                <a:lnTo>
                  <a:pt x="1197258" y="174991"/>
                </a:lnTo>
                <a:lnTo>
                  <a:pt x="1197258" y="171148"/>
                </a:lnTo>
                <a:cubicBezTo>
                  <a:pt x="1179484" y="170382"/>
                  <a:pt x="1175041" y="166539"/>
                  <a:pt x="1175041" y="151936"/>
                </a:cubicBezTo>
                <a:lnTo>
                  <a:pt x="1175041" y="94287"/>
                </a:lnTo>
                <a:cubicBezTo>
                  <a:pt x="1175041" y="86088"/>
                  <a:pt x="1186279" y="73280"/>
                  <a:pt x="1193338" y="73280"/>
                </a:cubicBezTo>
                <a:cubicBezTo>
                  <a:pt x="1194905" y="73280"/>
                  <a:pt x="1197258" y="74562"/>
                  <a:pt x="1200133" y="77123"/>
                </a:cubicBezTo>
                <a:cubicBezTo>
                  <a:pt x="1204312" y="80708"/>
                  <a:pt x="1207188" y="82245"/>
                  <a:pt x="1210585" y="82245"/>
                </a:cubicBezTo>
                <a:cubicBezTo>
                  <a:pt x="1216858" y="82245"/>
                  <a:pt x="1220779" y="77890"/>
                  <a:pt x="1220779" y="70719"/>
                </a:cubicBezTo>
                <a:cubicBezTo>
                  <a:pt x="1220779" y="62262"/>
                  <a:pt x="1215291" y="57137"/>
                  <a:pt x="1206406" y="57137"/>
                </a:cubicBezTo>
                <a:cubicBezTo>
                  <a:pt x="1195427" y="57137"/>
                  <a:pt x="1187850" y="63033"/>
                  <a:pt x="1175041" y="81221"/>
                </a:cubicBezTo>
                <a:lnTo>
                  <a:pt x="1175041" y="57653"/>
                </a:lnTo>
                <a:lnTo>
                  <a:pt x="1173737" y="57137"/>
                </a:lnTo>
                <a:cubicBezTo>
                  <a:pt x="1159883" y="62775"/>
                  <a:pt x="1150476" y="66106"/>
                  <a:pt x="1135054" y="70973"/>
                </a:cubicBezTo>
                <a:lnTo>
                  <a:pt x="1135054" y="75075"/>
                </a:lnTo>
                <a:close/>
                <a:moveTo>
                  <a:pt x="1265992" y="57137"/>
                </a:moveTo>
                <a:lnTo>
                  <a:pt x="1225482" y="71149"/>
                </a:lnTo>
                <a:lnTo>
                  <a:pt x="1225482" y="74996"/>
                </a:lnTo>
                <a:lnTo>
                  <a:pt x="1227576" y="74738"/>
                </a:lnTo>
                <a:cubicBezTo>
                  <a:pt x="1230710" y="74226"/>
                  <a:pt x="1234108" y="73968"/>
                  <a:pt x="1236461" y="73968"/>
                </a:cubicBezTo>
                <a:cubicBezTo>
                  <a:pt x="1242734" y="73968"/>
                  <a:pt x="1245083" y="78069"/>
                  <a:pt x="1245083" y="89353"/>
                </a:cubicBezTo>
                <a:lnTo>
                  <a:pt x="1245083" y="148843"/>
                </a:lnTo>
                <a:cubicBezTo>
                  <a:pt x="1245083" y="167305"/>
                  <a:pt x="1242471" y="170124"/>
                  <a:pt x="1224437" y="171148"/>
                </a:cubicBezTo>
                <a:lnTo>
                  <a:pt x="1224437" y="174991"/>
                </a:lnTo>
                <a:lnTo>
                  <a:pt x="1286378" y="174991"/>
                </a:lnTo>
                <a:lnTo>
                  <a:pt x="1286378" y="171148"/>
                </a:lnTo>
                <a:cubicBezTo>
                  <a:pt x="1269130" y="169870"/>
                  <a:pt x="1267036" y="167305"/>
                  <a:pt x="1267036" y="148843"/>
                </a:cubicBezTo>
                <a:lnTo>
                  <a:pt x="1267036" y="57907"/>
                </a:lnTo>
                <a:lnTo>
                  <a:pt x="1265992" y="57137"/>
                </a:lnTo>
                <a:moveTo>
                  <a:pt x="1253709" y="86"/>
                </a:moveTo>
                <a:cubicBezTo>
                  <a:pt x="1246654" y="86"/>
                  <a:pt x="1240640" y="5982"/>
                  <a:pt x="1240640" y="13156"/>
                </a:cubicBezTo>
                <a:cubicBezTo>
                  <a:pt x="1240640" y="20331"/>
                  <a:pt x="1246391" y="26223"/>
                  <a:pt x="1253709" y="26223"/>
                </a:cubicBezTo>
                <a:cubicBezTo>
                  <a:pt x="1261290" y="26223"/>
                  <a:pt x="1267300" y="20585"/>
                  <a:pt x="1267300" y="13156"/>
                </a:cubicBezTo>
                <a:cubicBezTo>
                  <a:pt x="1267300" y="5982"/>
                  <a:pt x="1261290" y="86"/>
                  <a:pt x="1253709" y="86"/>
                </a:cubicBezTo>
                <a:close/>
                <a:moveTo>
                  <a:pt x="1297093" y="73026"/>
                </a:moveTo>
                <a:cubicBezTo>
                  <a:pt x="1298660" y="72256"/>
                  <a:pt x="1301276" y="72001"/>
                  <a:pt x="1304152" y="72001"/>
                </a:cubicBezTo>
                <a:cubicBezTo>
                  <a:pt x="1311470" y="72001"/>
                  <a:pt x="1313818" y="75845"/>
                  <a:pt x="1313818" y="88395"/>
                </a:cubicBezTo>
                <a:lnTo>
                  <a:pt x="1313818" y="151936"/>
                </a:lnTo>
                <a:cubicBezTo>
                  <a:pt x="1313818" y="166539"/>
                  <a:pt x="1310943" y="170124"/>
                  <a:pt x="1297615" y="171148"/>
                </a:cubicBezTo>
                <a:lnTo>
                  <a:pt x="1297615" y="174991"/>
                </a:lnTo>
                <a:lnTo>
                  <a:pt x="1353024" y="174991"/>
                </a:lnTo>
                <a:lnTo>
                  <a:pt x="1353024" y="171148"/>
                </a:lnTo>
                <a:cubicBezTo>
                  <a:pt x="1339692" y="170124"/>
                  <a:pt x="1335772" y="167051"/>
                  <a:pt x="1335772" y="157828"/>
                </a:cubicBezTo>
                <a:lnTo>
                  <a:pt x="1335772" y="85834"/>
                </a:lnTo>
                <a:cubicBezTo>
                  <a:pt x="1348318" y="74304"/>
                  <a:pt x="1354068" y="71231"/>
                  <a:pt x="1362694" y="71231"/>
                </a:cubicBezTo>
                <a:cubicBezTo>
                  <a:pt x="1375500" y="71231"/>
                  <a:pt x="1381773" y="79172"/>
                  <a:pt x="1381773" y="96081"/>
                </a:cubicBezTo>
                <a:lnTo>
                  <a:pt x="1381773" y="149629"/>
                </a:lnTo>
                <a:cubicBezTo>
                  <a:pt x="1381773" y="165768"/>
                  <a:pt x="1378375" y="170124"/>
                  <a:pt x="1365306" y="171148"/>
                </a:cubicBezTo>
                <a:lnTo>
                  <a:pt x="1365306" y="174991"/>
                </a:lnTo>
                <a:lnTo>
                  <a:pt x="1419670" y="174991"/>
                </a:lnTo>
                <a:lnTo>
                  <a:pt x="1419670" y="171148"/>
                </a:lnTo>
                <a:cubicBezTo>
                  <a:pt x="1406861" y="169870"/>
                  <a:pt x="1403726" y="166793"/>
                  <a:pt x="1403726" y="154243"/>
                </a:cubicBezTo>
                <a:lnTo>
                  <a:pt x="1403726" y="95569"/>
                </a:lnTo>
                <a:cubicBezTo>
                  <a:pt x="1403726" y="71489"/>
                  <a:pt x="1392225" y="57137"/>
                  <a:pt x="1372887" y="57137"/>
                </a:cubicBezTo>
                <a:cubicBezTo>
                  <a:pt x="1360864" y="57137"/>
                  <a:pt x="1352760" y="61496"/>
                  <a:pt x="1334990" y="77893"/>
                </a:cubicBezTo>
                <a:lnTo>
                  <a:pt x="1334990" y="57653"/>
                </a:lnTo>
                <a:lnTo>
                  <a:pt x="1333160" y="57137"/>
                </a:lnTo>
                <a:cubicBezTo>
                  <a:pt x="1320355" y="61750"/>
                  <a:pt x="1311470" y="64569"/>
                  <a:pt x="1297093" y="68670"/>
                </a:cubicBezTo>
                <a:lnTo>
                  <a:pt x="1297093" y="73026"/>
                </a:lnTo>
                <a:close/>
                <a:moveTo>
                  <a:pt x="1546423" y="75638"/>
                </a:moveTo>
                <a:lnTo>
                  <a:pt x="1546423" y="65644"/>
                </a:lnTo>
                <a:lnTo>
                  <a:pt x="1526300" y="65644"/>
                </a:lnTo>
                <a:cubicBezTo>
                  <a:pt x="1521072" y="65644"/>
                  <a:pt x="1517151" y="64847"/>
                  <a:pt x="1511927" y="63033"/>
                </a:cubicBezTo>
                <a:lnTo>
                  <a:pt x="1506177" y="60984"/>
                </a:lnTo>
                <a:cubicBezTo>
                  <a:pt x="1499118" y="58419"/>
                  <a:pt x="1492063" y="57137"/>
                  <a:pt x="1485268" y="57137"/>
                </a:cubicBezTo>
                <a:cubicBezTo>
                  <a:pt x="1460962" y="57137"/>
                  <a:pt x="1441620" y="75638"/>
                  <a:pt x="1441620" y="98947"/>
                </a:cubicBezTo>
                <a:cubicBezTo>
                  <a:pt x="1441620" y="115087"/>
                  <a:pt x="1448679" y="124818"/>
                  <a:pt x="1465927" y="133271"/>
                </a:cubicBezTo>
                <a:cubicBezTo>
                  <a:pt x="1460962" y="137884"/>
                  <a:pt x="1456260" y="142232"/>
                  <a:pt x="1454689" y="143510"/>
                </a:cubicBezTo>
                <a:cubicBezTo>
                  <a:pt x="1446067" y="150927"/>
                  <a:pt x="1442669" y="156045"/>
                  <a:pt x="1442669" y="161159"/>
                </a:cubicBezTo>
                <a:cubicBezTo>
                  <a:pt x="1442669" y="166531"/>
                  <a:pt x="1445804" y="169600"/>
                  <a:pt x="1456519" y="174726"/>
                </a:cubicBezTo>
                <a:cubicBezTo>
                  <a:pt x="1437963" y="188062"/>
                  <a:pt x="1430909" y="196530"/>
                  <a:pt x="1430909" y="206019"/>
                </a:cubicBezTo>
                <a:cubicBezTo>
                  <a:pt x="1430909" y="219609"/>
                  <a:pt x="1451291" y="230885"/>
                  <a:pt x="1476120" y="230885"/>
                </a:cubicBezTo>
                <a:cubicBezTo>
                  <a:pt x="1495720" y="230885"/>
                  <a:pt x="1516107" y="224223"/>
                  <a:pt x="1529697" y="213459"/>
                </a:cubicBezTo>
                <a:cubicBezTo>
                  <a:pt x="1539631" y="205507"/>
                  <a:pt x="1544074" y="197296"/>
                  <a:pt x="1544074" y="187549"/>
                </a:cubicBezTo>
                <a:cubicBezTo>
                  <a:pt x="1544074" y="171649"/>
                  <a:pt x="1531787" y="160905"/>
                  <a:pt x="1512450" y="160138"/>
                </a:cubicBezTo>
                <a:lnTo>
                  <a:pt x="1478736" y="158602"/>
                </a:lnTo>
                <a:cubicBezTo>
                  <a:pt x="1464882" y="158090"/>
                  <a:pt x="1458350" y="155787"/>
                  <a:pt x="1458350" y="151697"/>
                </a:cubicBezTo>
                <a:cubicBezTo>
                  <a:pt x="1458350" y="146579"/>
                  <a:pt x="1466971" y="137626"/>
                  <a:pt x="1474030" y="135578"/>
                </a:cubicBezTo>
                <a:cubicBezTo>
                  <a:pt x="1476383" y="135836"/>
                  <a:pt x="1478213" y="136090"/>
                  <a:pt x="1478995" y="136090"/>
                </a:cubicBezTo>
                <a:cubicBezTo>
                  <a:pt x="1483960" y="136602"/>
                  <a:pt x="1487358" y="136860"/>
                  <a:pt x="1488929" y="136860"/>
                </a:cubicBezTo>
                <a:cubicBezTo>
                  <a:pt x="1498596" y="136860"/>
                  <a:pt x="1509052" y="133017"/>
                  <a:pt x="1517151" y="126100"/>
                </a:cubicBezTo>
                <a:cubicBezTo>
                  <a:pt x="1525777" y="118926"/>
                  <a:pt x="1529697" y="109961"/>
                  <a:pt x="1529697" y="97157"/>
                </a:cubicBezTo>
                <a:cubicBezTo>
                  <a:pt x="1529697" y="89728"/>
                  <a:pt x="1528389" y="83836"/>
                  <a:pt x="1524733" y="75638"/>
                </a:cubicBezTo>
                <a:lnTo>
                  <a:pt x="1546423" y="75638"/>
                </a:lnTo>
                <a:moveTo>
                  <a:pt x="1462007" y="175492"/>
                </a:moveTo>
                <a:cubicBezTo>
                  <a:pt x="1470632" y="177290"/>
                  <a:pt x="1491541" y="178827"/>
                  <a:pt x="1504346" y="178827"/>
                </a:cubicBezTo>
                <a:cubicBezTo>
                  <a:pt x="1528130" y="178827"/>
                  <a:pt x="1536756" y="182162"/>
                  <a:pt x="1536756" y="191397"/>
                </a:cubicBezTo>
                <a:cubicBezTo>
                  <a:pt x="1536756" y="206277"/>
                  <a:pt x="1516892" y="216278"/>
                  <a:pt x="1487358" y="216278"/>
                </a:cubicBezTo>
                <a:cubicBezTo>
                  <a:pt x="1464359" y="216278"/>
                  <a:pt x="1449201" y="208842"/>
                  <a:pt x="1449201" y="197554"/>
                </a:cubicBezTo>
                <a:cubicBezTo>
                  <a:pt x="1449201" y="191655"/>
                  <a:pt x="1451032" y="188320"/>
                  <a:pt x="1462007" y="175492"/>
                </a:cubicBezTo>
                <a:moveTo>
                  <a:pt x="1463315" y="88446"/>
                </a:moveTo>
                <a:cubicBezTo>
                  <a:pt x="1463315" y="73335"/>
                  <a:pt x="1470632" y="64315"/>
                  <a:pt x="1482656" y="64315"/>
                </a:cubicBezTo>
                <a:cubicBezTo>
                  <a:pt x="1490755" y="64315"/>
                  <a:pt x="1497551" y="68721"/>
                  <a:pt x="1501734" y="76408"/>
                </a:cubicBezTo>
                <a:cubicBezTo>
                  <a:pt x="1506436" y="85373"/>
                  <a:pt x="1509574" y="97157"/>
                  <a:pt x="1509574" y="107146"/>
                </a:cubicBezTo>
                <a:cubicBezTo>
                  <a:pt x="1509574" y="121487"/>
                  <a:pt x="1501993" y="130452"/>
                  <a:pt x="1489974" y="130452"/>
                </a:cubicBezTo>
                <a:cubicBezTo>
                  <a:pt x="1474293" y="130452"/>
                  <a:pt x="1463315" y="113804"/>
                  <a:pt x="1463315" y="89216"/>
                </a:cubicBezTo>
                <a:lnTo>
                  <a:pt x="1463315" y="88446"/>
                </a:lnTo>
                <a:close/>
                <a:moveTo>
                  <a:pt x="1706894" y="59639"/>
                </a:moveTo>
                <a:lnTo>
                  <a:pt x="1680498" y="59639"/>
                </a:lnTo>
                <a:lnTo>
                  <a:pt x="1680498" y="29917"/>
                </a:lnTo>
                <a:cubicBezTo>
                  <a:pt x="1680498" y="27356"/>
                  <a:pt x="1680238" y="26586"/>
                  <a:pt x="1678667" y="26586"/>
                </a:cubicBezTo>
                <a:cubicBezTo>
                  <a:pt x="1676841" y="28893"/>
                  <a:pt x="1675269" y="31200"/>
                  <a:pt x="1673443" y="33760"/>
                </a:cubicBezTo>
                <a:cubicBezTo>
                  <a:pt x="1663509" y="47855"/>
                  <a:pt x="1652271" y="60155"/>
                  <a:pt x="1648092" y="61179"/>
                </a:cubicBezTo>
                <a:cubicBezTo>
                  <a:pt x="1645216" y="62970"/>
                  <a:pt x="1643645" y="64765"/>
                  <a:pt x="1643645" y="66047"/>
                </a:cubicBezTo>
                <a:cubicBezTo>
                  <a:pt x="1643645" y="66817"/>
                  <a:pt x="1643908" y="67329"/>
                  <a:pt x="1644694" y="67842"/>
                </a:cubicBezTo>
                <a:lnTo>
                  <a:pt x="1658544" y="67842"/>
                </a:lnTo>
                <a:lnTo>
                  <a:pt x="1658544" y="144957"/>
                </a:lnTo>
                <a:cubicBezTo>
                  <a:pt x="1658544" y="166476"/>
                  <a:pt x="1666384" y="177494"/>
                  <a:pt x="1681806" y="177494"/>
                </a:cubicBezTo>
                <a:cubicBezTo>
                  <a:pt x="1694611" y="177494"/>
                  <a:pt x="1704541" y="171348"/>
                  <a:pt x="1713167" y="158023"/>
                </a:cubicBezTo>
                <a:lnTo>
                  <a:pt x="1709769" y="155204"/>
                </a:lnTo>
                <a:cubicBezTo>
                  <a:pt x="1704281" y="161608"/>
                  <a:pt x="1699839" y="164173"/>
                  <a:pt x="1694088" y="164173"/>
                </a:cubicBezTo>
                <a:cubicBezTo>
                  <a:pt x="1684418" y="164173"/>
                  <a:pt x="1680498" y="157253"/>
                  <a:pt x="1680498" y="141114"/>
                </a:cubicBezTo>
                <a:lnTo>
                  <a:pt x="1680498" y="67842"/>
                </a:lnTo>
                <a:lnTo>
                  <a:pt x="1706894" y="67842"/>
                </a:lnTo>
                <a:lnTo>
                  <a:pt x="1706894" y="59639"/>
                </a:lnTo>
                <a:close/>
                <a:moveTo>
                  <a:pt x="1753939" y="87116"/>
                </a:moveTo>
                <a:cubicBezTo>
                  <a:pt x="1764914" y="75333"/>
                  <a:pt x="1772754" y="70973"/>
                  <a:pt x="1782947" y="70973"/>
                </a:cubicBezTo>
                <a:cubicBezTo>
                  <a:pt x="1796016" y="70973"/>
                  <a:pt x="1802548" y="80200"/>
                  <a:pt x="1802548" y="98134"/>
                </a:cubicBezTo>
                <a:lnTo>
                  <a:pt x="1802548" y="148859"/>
                </a:lnTo>
                <a:cubicBezTo>
                  <a:pt x="1802548" y="166281"/>
                  <a:pt x="1799936" y="169612"/>
                  <a:pt x="1784778" y="171148"/>
                </a:cubicBezTo>
                <a:lnTo>
                  <a:pt x="1784778" y="174991"/>
                </a:lnTo>
                <a:lnTo>
                  <a:pt x="1840186" y="174991"/>
                </a:lnTo>
                <a:lnTo>
                  <a:pt x="1840186" y="171148"/>
                </a:lnTo>
                <a:cubicBezTo>
                  <a:pt x="1826073" y="168587"/>
                  <a:pt x="1824501" y="166539"/>
                  <a:pt x="1824501" y="148859"/>
                </a:cubicBezTo>
                <a:lnTo>
                  <a:pt x="1824501" y="97876"/>
                </a:lnTo>
                <a:cubicBezTo>
                  <a:pt x="1824501" y="70973"/>
                  <a:pt x="1813527" y="57137"/>
                  <a:pt x="1792355" y="57137"/>
                </a:cubicBezTo>
                <a:cubicBezTo>
                  <a:pt x="1776937" y="57137"/>
                  <a:pt x="1765959" y="63287"/>
                  <a:pt x="1753939" y="78660"/>
                </a:cubicBezTo>
                <a:lnTo>
                  <a:pt x="1753939" y="770"/>
                </a:lnTo>
                <a:lnTo>
                  <a:pt x="1752631" y="0"/>
                </a:lnTo>
                <a:cubicBezTo>
                  <a:pt x="1743746" y="3073"/>
                  <a:pt x="1737210" y="5126"/>
                  <a:pt x="1722574" y="9223"/>
                </a:cubicBezTo>
                <a:lnTo>
                  <a:pt x="1715519" y="11276"/>
                </a:lnTo>
                <a:lnTo>
                  <a:pt x="1715519" y="15373"/>
                </a:lnTo>
                <a:cubicBezTo>
                  <a:pt x="1716564" y="15119"/>
                  <a:pt x="1717350" y="15119"/>
                  <a:pt x="1718654" y="15119"/>
                </a:cubicBezTo>
                <a:cubicBezTo>
                  <a:pt x="1729892" y="15119"/>
                  <a:pt x="1731986" y="17168"/>
                  <a:pt x="1731986" y="28185"/>
                </a:cubicBezTo>
                <a:lnTo>
                  <a:pt x="1731986" y="148859"/>
                </a:lnTo>
                <a:cubicBezTo>
                  <a:pt x="1731986" y="166793"/>
                  <a:pt x="1730414" y="169099"/>
                  <a:pt x="1715256" y="171148"/>
                </a:cubicBezTo>
                <a:lnTo>
                  <a:pt x="1715256" y="174991"/>
                </a:lnTo>
                <a:lnTo>
                  <a:pt x="1771709" y="174991"/>
                </a:lnTo>
                <a:lnTo>
                  <a:pt x="1771709" y="171148"/>
                </a:lnTo>
                <a:cubicBezTo>
                  <a:pt x="1756551" y="169612"/>
                  <a:pt x="1753939" y="166539"/>
                  <a:pt x="1753939" y="148859"/>
                </a:cubicBezTo>
                <a:lnTo>
                  <a:pt x="1753939" y="87116"/>
                </a:lnTo>
                <a:close/>
                <a:moveTo>
                  <a:pt x="1950213" y="132899"/>
                </a:moveTo>
                <a:cubicBezTo>
                  <a:pt x="1937671" y="152382"/>
                  <a:pt x="1926429" y="159818"/>
                  <a:pt x="1909704" y="159818"/>
                </a:cubicBezTo>
                <a:cubicBezTo>
                  <a:pt x="1894809" y="159818"/>
                  <a:pt x="1883571" y="152382"/>
                  <a:pt x="1875990" y="137771"/>
                </a:cubicBezTo>
                <a:cubicBezTo>
                  <a:pt x="1871284" y="128028"/>
                  <a:pt x="1869458" y="119567"/>
                  <a:pt x="1868935" y="103928"/>
                </a:cubicBezTo>
                <a:lnTo>
                  <a:pt x="1949432" y="103928"/>
                </a:lnTo>
                <a:cubicBezTo>
                  <a:pt x="1947338" y="87304"/>
                  <a:pt x="1944726" y="79899"/>
                  <a:pt x="1938194" y="71728"/>
                </a:cubicBezTo>
                <a:cubicBezTo>
                  <a:pt x="1930349" y="62520"/>
                  <a:pt x="1918330" y="57137"/>
                  <a:pt x="1904739" y="57137"/>
                </a:cubicBezTo>
                <a:cubicBezTo>
                  <a:pt x="1891671" y="57137"/>
                  <a:pt x="1879388" y="61750"/>
                  <a:pt x="1869458" y="70449"/>
                </a:cubicBezTo>
                <a:cubicBezTo>
                  <a:pt x="1857171" y="80920"/>
                  <a:pt x="1850116" y="99061"/>
                  <a:pt x="1850116" y="120079"/>
                </a:cubicBezTo>
                <a:cubicBezTo>
                  <a:pt x="1850116" y="155458"/>
                  <a:pt x="1868935" y="177494"/>
                  <a:pt x="1898988" y="177494"/>
                </a:cubicBezTo>
                <a:cubicBezTo>
                  <a:pt x="1923817" y="177494"/>
                  <a:pt x="1943418" y="162379"/>
                  <a:pt x="1954397" y="134694"/>
                </a:cubicBezTo>
                <a:lnTo>
                  <a:pt x="1950213" y="132899"/>
                </a:lnTo>
                <a:moveTo>
                  <a:pt x="1869458" y="95730"/>
                </a:moveTo>
                <a:cubicBezTo>
                  <a:pt x="1872329" y="75813"/>
                  <a:pt x="1881218" y="66364"/>
                  <a:pt x="1897158" y="66364"/>
                </a:cubicBezTo>
                <a:cubicBezTo>
                  <a:pt x="1913102" y="66364"/>
                  <a:pt x="1919375" y="73515"/>
                  <a:pt x="1922772" y="95730"/>
                </a:cubicBezTo>
                <a:lnTo>
                  <a:pt x="1869458" y="95730"/>
                </a:lnTo>
                <a:close/>
                <a:moveTo>
                  <a:pt x="2047958" y="74242"/>
                </a:moveTo>
                <a:cubicBezTo>
                  <a:pt x="2050311" y="73988"/>
                  <a:pt x="2052141" y="73988"/>
                  <a:pt x="2054494" y="73988"/>
                </a:cubicBezTo>
                <a:cubicBezTo>
                  <a:pt x="2063379" y="73988"/>
                  <a:pt x="2065210" y="76548"/>
                  <a:pt x="2065210" y="88590"/>
                </a:cubicBezTo>
                <a:lnTo>
                  <a:pt x="2065210" y="208506"/>
                </a:lnTo>
                <a:cubicBezTo>
                  <a:pt x="2065210" y="221830"/>
                  <a:pt x="2062334" y="224649"/>
                  <a:pt x="2046913" y="226185"/>
                </a:cubicBezTo>
                <a:lnTo>
                  <a:pt x="2046913" y="230541"/>
                </a:lnTo>
                <a:lnTo>
                  <a:pt x="2110161" y="230541"/>
                </a:lnTo>
                <a:lnTo>
                  <a:pt x="2110161" y="225931"/>
                </a:lnTo>
                <a:cubicBezTo>
                  <a:pt x="2090561" y="225673"/>
                  <a:pt x="2087163" y="222854"/>
                  <a:pt x="2087163" y="206711"/>
                </a:cubicBezTo>
                <a:lnTo>
                  <a:pt x="2087163" y="166480"/>
                </a:lnTo>
                <a:cubicBezTo>
                  <a:pt x="2096311" y="174933"/>
                  <a:pt x="2102580" y="177494"/>
                  <a:pt x="2113559" y="177494"/>
                </a:cubicBezTo>
                <a:cubicBezTo>
                  <a:pt x="2144398" y="177494"/>
                  <a:pt x="2168441" y="148812"/>
                  <a:pt x="2168441" y="111685"/>
                </a:cubicBezTo>
                <a:cubicBezTo>
                  <a:pt x="2168441" y="79938"/>
                  <a:pt x="2150148" y="57137"/>
                  <a:pt x="2124797" y="57137"/>
                </a:cubicBezTo>
                <a:cubicBezTo>
                  <a:pt x="2110161" y="57137"/>
                  <a:pt x="2098660" y="63545"/>
                  <a:pt x="2087163" y="77377"/>
                </a:cubicBezTo>
                <a:lnTo>
                  <a:pt x="2087163" y="57653"/>
                </a:lnTo>
                <a:lnTo>
                  <a:pt x="2085596" y="57137"/>
                </a:lnTo>
                <a:cubicBezTo>
                  <a:pt x="2071483" y="62520"/>
                  <a:pt x="2062334" y="65851"/>
                  <a:pt x="2047958" y="70207"/>
                </a:cubicBezTo>
                <a:lnTo>
                  <a:pt x="2047958" y="74242"/>
                </a:lnTo>
                <a:moveTo>
                  <a:pt x="2087163" y="89411"/>
                </a:moveTo>
                <a:cubicBezTo>
                  <a:pt x="2087163" y="81729"/>
                  <a:pt x="2101799" y="72514"/>
                  <a:pt x="2113818" y="72514"/>
                </a:cubicBezTo>
                <a:cubicBezTo>
                  <a:pt x="2133160" y="72514"/>
                  <a:pt x="2145965" y="91972"/>
                  <a:pt x="2145965" y="121675"/>
                </a:cubicBezTo>
                <a:cubicBezTo>
                  <a:pt x="2145965" y="150094"/>
                  <a:pt x="2133160" y="169295"/>
                  <a:pt x="2114345" y="169295"/>
                </a:cubicBezTo>
                <a:cubicBezTo>
                  <a:pt x="2102058" y="169295"/>
                  <a:pt x="2087163" y="160080"/>
                  <a:pt x="2087163" y="152397"/>
                </a:cubicBezTo>
                <a:lnTo>
                  <a:pt x="2087163" y="89411"/>
                </a:lnTo>
                <a:close/>
                <a:moveTo>
                  <a:pt x="2178112" y="75075"/>
                </a:moveTo>
                <a:cubicBezTo>
                  <a:pt x="2181773" y="74304"/>
                  <a:pt x="2184126" y="74046"/>
                  <a:pt x="2187261" y="74046"/>
                </a:cubicBezTo>
                <a:cubicBezTo>
                  <a:pt x="2193793" y="74046"/>
                  <a:pt x="2196146" y="78148"/>
                  <a:pt x="2196146" y="89419"/>
                </a:cubicBezTo>
                <a:lnTo>
                  <a:pt x="2196146" y="153472"/>
                </a:lnTo>
                <a:cubicBezTo>
                  <a:pt x="2196146" y="166281"/>
                  <a:pt x="2194315" y="168075"/>
                  <a:pt x="2177590" y="171148"/>
                </a:cubicBezTo>
                <a:lnTo>
                  <a:pt x="2177590" y="174991"/>
                </a:lnTo>
                <a:lnTo>
                  <a:pt x="2240316" y="174991"/>
                </a:lnTo>
                <a:lnTo>
                  <a:pt x="2240316" y="171148"/>
                </a:lnTo>
                <a:cubicBezTo>
                  <a:pt x="2222542" y="170382"/>
                  <a:pt x="2218099" y="166539"/>
                  <a:pt x="2218099" y="151936"/>
                </a:cubicBezTo>
                <a:lnTo>
                  <a:pt x="2218099" y="94287"/>
                </a:lnTo>
                <a:cubicBezTo>
                  <a:pt x="2218099" y="86088"/>
                  <a:pt x="2229337" y="73280"/>
                  <a:pt x="2236396" y="73280"/>
                </a:cubicBezTo>
                <a:cubicBezTo>
                  <a:pt x="2237963" y="73280"/>
                  <a:pt x="2240316" y="74562"/>
                  <a:pt x="2243191" y="77123"/>
                </a:cubicBezTo>
                <a:cubicBezTo>
                  <a:pt x="2247371" y="80708"/>
                  <a:pt x="2250246" y="82245"/>
                  <a:pt x="2253643" y="82245"/>
                </a:cubicBezTo>
                <a:cubicBezTo>
                  <a:pt x="2259916" y="82245"/>
                  <a:pt x="2263837" y="77890"/>
                  <a:pt x="2263837" y="70719"/>
                </a:cubicBezTo>
                <a:cubicBezTo>
                  <a:pt x="2263837" y="62262"/>
                  <a:pt x="2258349" y="57137"/>
                  <a:pt x="2249464" y="57137"/>
                </a:cubicBezTo>
                <a:cubicBezTo>
                  <a:pt x="2238485" y="57137"/>
                  <a:pt x="2230908" y="63033"/>
                  <a:pt x="2218099" y="81221"/>
                </a:cubicBezTo>
                <a:lnTo>
                  <a:pt x="2218099" y="57653"/>
                </a:lnTo>
                <a:lnTo>
                  <a:pt x="2216795" y="57137"/>
                </a:lnTo>
                <a:cubicBezTo>
                  <a:pt x="2202941" y="62775"/>
                  <a:pt x="2193534" y="66106"/>
                  <a:pt x="2178112" y="70973"/>
                </a:cubicBezTo>
                <a:lnTo>
                  <a:pt x="2178112" y="75075"/>
                </a:lnTo>
                <a:close/>
                <a:moveTo>
                  <a:pt x="2369945" y="132899"/>
                </a:moveTo>
                <a:cubicBezTo>
                  <a:pt x="2357403" y="152382"/>
                  <a:pt x="2346161" y="159818"/>
                  <a:pt x="2329436" y="159818"/>
                </a:cubicBezTo>
                <a:cubicBezTo>
                  <a:pt x="2314541" y="159818"/>
                  <a:pt x="2303303" y="152382"/>
                  <a:pt x="2295722" y="137771"/>
                </a:cubicBezTo>
                <a:cubicBezTo>
                  <a:pt x="2291017" y="128028"/>
                  <a:pt x="2289190" y="119567"/>
                  <a:pt x="2288668" y="103928"/>
                </a:cubicBezTo>
                <a:lnTo>
                  <a:pt x="2369164" y="103928"/>
                </a:lnTo>
                <a:cubicBezTo>
                  <a:pt x="2367070" y="87304"/>
                  <a:pt x="2364458" y="79899"/>
                  <a:pt x="2357926" y="71728"/>
                </a:cubicBezTo>
                <a:cubicBezTo>
                  <a:pt x="2350082" y="62520"/>
                  <a:pt x="2338062" y="57137"/>
                  <a:pt x="2324471" y="57137"/>
                </a:cubicBezTo>
                <a:cubicBezTo>
                  <a:pt x="2311403" y="57137"/>
                  <a:pt x="2299120" y="61750"/>
                  <a:pt x="2289190" y="70449"/>
                </a:cubicBezTo>
                <a:cubicBezTo>
                  <a:pt x="2276903" y="80920"/>
                  <a:pt x="2269849" y="99061"/>
                  <a:pt x="2269849" y="120079"/>
                </a:cubicBezTo>
                <a:cubicBezTo>
                  <a:pt x="2269849" y="155458"/>
                  <a:pt x="2288668" y="177494"/>
                  <a:pt x="2318721" y="177494"/>
                </a:cubicBezTo>
                <a:cubicBezTo>
                  <a:pt x="2343549" y="177494"/>
                  <a:pt x="2363150" y="162379"/>
                  <a:pt x="2374129" y="134694"/>
                </a:cubicBezTo>
                <a:lnTo>
                  <a:pt x="2369945" y="132899"/>
                </a:lnTo>
                <a:moveTo>
                  <a:pt x="2289190" y="95730"/>
                </a:moveTo>
                <a:cubicBezTo>
                  <a:pt x="2292061" y="75813"/>
                  <a:pt x="2300950" y="66364"/>
                  <a:pt x="2316890" y="66364"/>
                </a:cubicBezTo>
                <a:cubicBezTo>
                  <a:pt x="2332834" y="66364"/>
                  <a:pt x="2339107" y="73515"/>
                  <a:pt x="2342505" y="95730"/>
                </a:cubicBezTo>
                <a:lnTo>
                  <a:pt x="2289190" y="95730"/>
                </a:lnTo>
                <a:close/>
                <a:moveTo>
                  <a:pt x="2469260" y="177494"/>
                </a:moveTo>
                <a:lnTo>
                  <a:pt x="2507679" y="164173"/>
                </a:lnTo>
                <a:lnTo>
                  <a:pt x="2507679" y="160076"/>
                </a:lnTo>
                <a:cubicBezTo>
                  <a:pt x="2502974" y="160330"/>
                  <a:pt x="2502451" y="160330"/>
                  <a:pt x="2501666" y="160330"/>
                </a:cubicBezTo>
                <a:cubicBezTo>
                  <a:pt x="2492258" y="160330"/>
                  <a:pt x="2490168" y="157515"/>
                  <a:pt x="2490168" y="145735"/>
                </a:cubicBezTo>
                <a:lnTo>
                  <a:pt x="2490168" y="512"/>
                </a:lnTo>
                <a:lnTo>
                  <a:pt x="2488860" y="0"/>
                </a:lnTo>
                <a:cubicBezTo>
                  <a:pt x="2476314" y="4355"/>
                  <a:pt x="2467170" y="6916"/>
                  <a:pt x="2450441" y="11276"/>
                </a:cubicBezTo>
                <a:lnTo>
                  <a:pt x="2450441" y="15373"/>
                </a:lnTo>
                <a:cubicBezTo>
                  <a:pt x="2452534" y="15119"/>
                  <a:pt x="2454102" y="15119"/>
                  <a:pt x="2456191" y="15119"/>
                </a:cubicBezTo>
                <a:cubicBezTo>
                  <a:pt x="2465862" y="15119"/>
                  <a:pt x="2468215" y="17680"/>
                  <a:pt x="2468215" y="28185"/>
                </a:cubicBezTo>
                <a:lnTo>
                  <a:pt x="2468215" y="68154"/>
                </a:lnTo>
                <a:cubicBezTo>
                  <a:pt x="2458281" y="59956"/>
                  <a:pt x="2451226" y="57137"/>
                  <a:pt x="2440770" y="57137"/>
                </a:cubicBezTo>
                <a:cubicBezTo>
                  <a:pt x="2410717" y="57137"/>
                  <a:pt x="2386411" y="86076"/>
                  <a:pt x="2386411" y="122437"/>
                </a:cubicBezTo>
                <a:cubicBezTo>
                  <a:pt x="2386411" y="155208"/>
                  <a:pt x="2406011" y="177494"/>
                  <a:pt x="2434760" y="177494"/>
                </a:cubicBezTo>
                <a:cubicBezTo>
                  <a:pt x="2449396" y="177494"/>
                  <a:pt x="2459330" y="172372"/>
                  <a:pt x="2468215" y="160330"/>
                </a:cubicBezTo>
                <a:lnTo>
                  <a:pt x="2468215" y="176727"/>
                </a:lnTo>
                <a:lnTo>
                  <a:pt x="2469260" y="177494"/>
                </a:lnTo>
                <a:moveTo>
                  <a:pt x="2468215" y="148808"/>
                </a:moveTo>
                <a:cubicBezTo>
                  <a:pt x="2468215" y="150603"/>
                  <a:pt x="2466384" y="153676"/>
                  <a:pt x="2463772" y="156491"/>
                </a:cubicBezTo>
                <a:cubicBezTo>
                  <a:pt x="2459067" y="161612"/>
                  <a:pt x="2452534" y="164173"/>
                  <a:pt x="2444953" y="164173"/>
                </a:cubicBezTo>
                <a:cubicBezTo>
                  <a:pt x="2423263" y="164173"/>
                  <a:pt x="2408887" y="143686"/>
                  <a:pt x="2408887" y="112193"/>
                </a:cubicBezTo>
                <a:cubicBezTo>
                  <a:pt x="2408887" y="83261"/>
                  <a:pt x="2421692" y="64315"/>
                  <a:pt x="2441556" y="64315"/>
                </a:cubicBezTo>
                <a:cubicBezTo>
                  <a:pt x="2455410" y="64315"/>
                  <a:pt x="2468215" y="76345"/>
                  <a:pt x="2468215" y="89916"/>
                </a:cubicBezTo>
                <a:lnTo>
                  <a:pt x="2468215" y="148808"/>
                </a:lnTo>
                <a:close/>
                <a:moveTo>
                  <a:pt x="2555766" y="57137"/>
                </a:moveTo>
                <a:lnTo>
                  <a:pt x="2515257" y="71149"/>
                </a:lnTo>
                <a:lnTo>
                  <a:pt x="2515257" y="74996"/>
                </a:lnTo>
                <a:lnTo>
                  <a:pt x="2517351" y="74738"/>
                </a:lnTo>
                <a:cubicBezTo>
                  <a:pt x="2520485" y="74226"/>
                  <a:pt x="2523883" y="73968"/>
                  <a:pt x="2526236" y="73968"/>
                </a:cubicBezTo>
                <a:cubicBezTo>
                  <a:pt x="2532509" y="73968"/>
                  <a:pt x="2534858" y="78069"/>
                  <a:pt x="2534858" y="89353"/>
                </a:cubicBezTo>
                <a:lnTo>
                  <a:pt x="2534858" y="148843"/>
                </a:lnTo>
                <a:cubicBezTo>
                  <a:pt x="2534858" y="167305"/>
                  <a:pt x="2532246" y="170124"/>
                  <a:pt x="2514212" y="171148"/>
                </a:cubicBezTo>
                <a:lnTo>
                  <a:pt x="2514212" y="174991"/>
                </a:lnTo>
                <a:lnTo>
                  <a:pt x="2576153" y="174991"/>
                </a:lnTo>
                <a:lnTo>
                  <a:pt x="2576153" y="171148"/>
                </a:lnTo>
                <a:cubicBezTo>
                  <a:pt x="2558905" y="169870"/>
                  <a:pt x="2556811" y="167305"/>
                  <a:pt x="2556811" y="148843"/>
                </a:cubicBezTo>
                <a:lnTo>
                  <a:pt x="2556811" y="57907"/>
                </a:lnTo>
                <a:lnTo>
                  <a:pt x="2555766" y="57137"/>
                </a:lnTo>
                <a:moveTo>
                  <a:pt x="2543484" y="86"/>
                </a:moveTo>
                <a:cubicBezTo>
                  <a:pt x="2536429" y="86"/>
                  <a:pt x="2530415" y="5982"/>
                  <a:pt x="2530415" y="13156"/>
                </a:cubicBezTo>
                <a:cubicBezTo>
                  <a:pt x="2530415" y="20331"/>
                  <a:pt x="2536166" y="26223"/>
                  <a:pt x="2543484" y="26223"/>
                </a:cubicBezTo>
                <a:cubicBezTo>
                  <a:pt x="2551065" y="26223"/>
                  <a:pt x="2557074" y="20585"/>
                  <a:pt x="2557074" y="13156"/>
                </a:cubicBezTo>
                <a:cubicBezTo>
                  <a:pt x="2557074" y="5982"/>
                  <a:pt x="2551065" y="86"/>
                  <a:pt x="2543484" y="86"/>
                </a:cubicBezTo>
                <a:close/>
                <a:moveTo>
                  <a:pt x="2686706" y="134979"/>
                </a:moveTo>
                <a:cubicBezTo>
                  <a:pt x="2674160" y="152901"/>
                  <a:pt x="2664752" y="159048"/>
                  <a:pt x="2649853" y="159048"/>
                </a:cubicBezTo>
                <a:cubicBezTo>
                  <a:pt x="2626069" y="159048"/>
                  <a:pt x="2609344" y="138565"/>
                  <a:pt x="2609344" y="109120"/>
                </a:cubicBezTo>
                <a:cubicBezTo>
                  <a:pt x="2609344" y="82749"/>
                  <a:pt x="2623720" y="64569"/>
                  <a:pt x="2644888" y="64569"/>
                </a:cubicBezTo>
                <a:cubicBezTo>
                  <a:pt x="2654296" y="64569"/>
                  <a:pt x="2657693" y="67384"/>
                  <a:pt x="2660309" y="76857"/>
                </a:cubicBezTo>
                <a:lnTo>
                  <a:pt x="2661877" y="82491"/>
                </a:lnTo>
                <a:cubicBezTo>
                  <a:pt x="2663966" y="89662"/>
                  <a:pt x="2668672" y="94271"/>
                  <a:pt x="2674160" y="94271"/>
                </a:cubicBezTo>
                <a:cubicBezTo>
                  <a:pt x="2680955" y="94271"/>
                  <a:pt x="2686706" y="89404"/>
                  <a:pt x="2686706" y="83516"/>
                </a:cubicBezTo>
                <a:cubicBezTo>
                  <a:pt x="2686706" y="69179"/>
                  <a:pt x="2668409" y="57137"/>
                  <a:pt x="2646455" y="57137"/>
                </a:cubicBezTo>
                <a:cubicBezTo>
                  <a:pt x="2633650" y="57137"/>
                  <a:pt x="2620323" y="62262"/>
                  <a:pt x="2609607" y="71481"/>
                </a:cubicBezTo>
                <a:cubicBezTo>
                  <a:pt x="2596539" y="82749"/>
                  <a:pt x="2589221" y="100159"/>
                  <a:pt x="2589221" y="120384"/>
                </a:cubicBezTo>
                <a:cubicBezTo>
                  <a:pt x="2589221" y="153672"/>
                  <a:pt x="2609866" y="177494"/>
                  <a:pt x="2638878" y="177494"/>
                </a:cubicBezTo>
                <a:cubicBezTo>
                  <a:pt x="2650639" y="177494"/>
                  <a:pt x="2661091" y="173396"/>
                  <a:pt x="2670503" y="165452"/>
                </a:cubicBezTo>
                <a:cubicBezTo>
                  <a:pt x="2677557" y="159302"/>
                  <a:pt x="2682522" y="152389"/>
                  <a:pt x="2690362" y="137282"/>
                </a:cubicBezTo>
                <a:lnTo>
                  <a:pt x="2686706" y="134979"/>
                </a:lnTo>
                <a:close/>
                <a:moveTo>
                  <a:pt x="2765372" y="59639"/>
                </a:moveTo>
                <a:lnTo>
                  <a:pt x="2738976" y="59639"/>
                </a:lnTo>
                <a:lnTo>
                  <a:pt x="2738976" y="29917"/>
                </a:lnTo>
                <a:cubicBezTo>
                  <a:pt x="2738976" y="27356"/>
                  <a:pt x="2738716" y="26586"/>
                  <a:pt x="2737145" y="26586"/>
                </a:cubicBezTo>
                <a:cubicBezTo>
                  <a:pt x="2735319" y="28893"/>
                  <a:pt x="2733747" y="31200"/>
                  <a:pt x="2731921" y="33760"/>
                </a:cubicBezTo>
                <a:cubicBezTo>
                  <a:pt x="2721987" y="47855"/>
                  <a:pt x="2710749" y="60155"/>
                  <a:pt x="2706570" y="61179"/>
                </a:cubicBezTo>
                <a:cubicBezTo>
                  <a:pt x="2703694" y="62970"/>
                  <a:pt x="2702123" y="64765"/>
                  <a:pt x="2702123" y="66047"/>
                </a:cubicBezTo>
                <a:cubicBezTo>
                  <a:pt x="2702123" y="66817"/>
                  <a:pt x="2702386" y="67329"/>
                  <a:pt x="2703172" y="67842"/>
                </a:cubicBezTo>
                <a:lnTo>
                  <a:pt x="2717022" y="67842"/>
                </a:lnTo>
                <a:lnTo>
                  <a:pt x="2717022" y="144957"/>
                </a:lnTo>
                <a:cubicBezTo>
                  <a:pt x="2717022" y="166476"/>
                  <a:pt x="2724862" y="177494"/>
                  <a:pt x="2740284" y="177494"/>
                </a:cubicBezTo>
                <a:cubicBezTo>
                  <a:pt x="2753089" y="177494"/>
                  <a:pt x="2763019" y="171348"/>
                  <a:pt x="2771645" y="158023"/>
                </a:cubicBezTo>
                <a:lnTo>
                  <a:pt x="2768247" y="155204"/>
                </a:lnTo>
                <a:cubicBezTo>
                  <a:pt x="2762759" y="161608"/>
                  <a:pt x="2758317" y="164173"/>
                  <a:pt x="2752566" y="164173"/>
                </a:cubicBezTo>
                <a:cubicBezTo>
                  <a:pt x="2742896" y="164173"/>
                  <a:pt x="2738976" y="157253"/>
                  <a:pt x="2738976" y="141114"/>
                </a:cubicBezTo>
                <a:lnTo>
                  <a:pt x="2738976" y="67842"/>
                </a:lnTo>
                <a:lnTo>
                  <a:pt x="2765372" y="67842"/>
                </a:lnTo>
                <a:lnTo>
                  <a:pt x="2765372" y="59639"/>
                </a:lnTo>
                <a:close/>
                <a:moveTo>
                  <a:pt x="2816857" y="57137"/>
                </a:moveTo>
                <a:lnTo>
                  <a:pt x="2776348" y="71149"/>
                </a:lnTo>
                <a:lnTo>
                  <a:pt x="2776348" y="74996"/>
                </a:lnTo>
                <a:lnTo>
                  <a:pt x="2778441" y="74738"/>
                </a:lnTo>
                <a:cubicBezTo>
                  <a:pt x="2781576" y="74226"/>
                  <a:pt x="2784973" y="73968"/>
                  <a:pt x="2787326" y="73968"/>
                </a:cubicBezTo>
                <a:cubicBezTo>
                  <a:pt x="2793599" y="73968"/>
                  <a:pt x="2795948" y="78069"/>
                  <a:pt x="2795948" y="89353"/>
                </a:cubicBezTo>
                <a:lnTo>
                  <a:pt x="2795948" y="148843"/>
                </a:lnTo>
                <a:cubicBezTo>
                  <a:pt x="2795948" y="167305"/>
                  <a:pt x="2793336" y="170124"/>
                  <a:pt x="2775303" y="171148"/>
                </a:cubicBezTo>
                <a:lnTo>
                  <a:pt x="2775303" y="174991"/>
                </a:lnTo>
                <a:lnTo>
                  <a:pt x="2837243" y="174991"/>
                </a:lnTo>
                <a:lnTo>
                  <a:pt x="2837243" y="171148"/>
                </a:lnTo>
                <a:cubicBezTo>
                  <a:pt x="2819995" y="169870"/>
                  <a:pt x="2817902" y="167305"/>
                  <a:pt x="2817902" y="148843"/>
                </a:cubicBezTo>
                <a:lnTo>
                  <a:pt x="2817902" y="57907"/>
                </a:lnTo>
                <a:lnTo>
                  <a:pt x="2816857" y="57137"/>
                </a:lnTo>
                <a:moveTo>
                  <a:pt x="2804574" y="86"/>
                </a:moveTo>
                <a:cubicBezTo>
                  <a:pt x="2797519" y="86"/>
                  <a:pt x="2791506" y="5982"/>
                  <a:pt x="2791506" y="13156"/>
                </a:cubicBezTo>
                <a:cubicBezTo>
                  <a:pt x="2791506" y="20331"/>
                  <a:pt x="2797256" y="26223"/>
                  <a:pt x="2804574" y="26223"/>
                </a:cubicBezTo>
                <a:cubicBezTo>
                  <a:pt x="2812155" y="26223"/>
                  <a:pt x="2818165" y="20585"/>
                  <a:pt x="2818165" y="13156"/>
                </a:cubicBezTo>
                <a:cubicBezTo>
                  <a:pt x="2818165" y="5982"/>
                  <a:pt x="2812155" y="86"/>
                  <a:pt x="2804574" y="86"/>
                </a:cubicBezTo>
                <a:close/>
                <a:moveTo>
                  <a:pt x="2962169" y="59639"/>
                </a:moveTo>
                <a:lnTo>
                  <a:pt x="2925843" y="59639"/>
                </a:lnTo>
                <a:lnTo>
                  <a:pt x="2925843" y="63486"/>
                </a:lnTo>
                <a:cubicBezTo>
                  <a:pt x="2934206" y="64252"/>
                  <a:pt x="2938126" y="66813"/>
                  <a:pt x="2938126" y="71681"/>
                </a:cubicBezTo>
                <a:cubicBezTo>
                  <a:pt x="2938126" y="74242"/>
                  <a:pt x="2937604" y="76803"/>
                  <a:pt x="2936559" y="79367"/>
                </a:cubicBezTo>
                <a:lnTo>
                  <a:pt x="2910685" y="145708"/>
                </a:lnTo>
                <a:lnTo>
                  <a:pt x="2884026" y="80134"/>
                </a:lnTo>
                <a:cubicBezTo>
                  <a:pt x="2882459" y="76548"/>
                  <a:pt x="2881673" y="72963"/>
                  <a:pt x="2881673" y="70657"/>
                </a:cubicBezTo>
                <a:cubicBezTo>
                  <a:pt x="2881673" y="66047"/>
                  <a:pt x="2884548" y="64252"/>
                  <a:pt x="2893697" y="63486"/>
                </a:cubicBezTo>
                <a:lnTo>
                  <a:pt x="2893697" y="59639"/>
                </a:lnTo>
                <a:lnTo>
                  <a:pt x="2842472" y="59639"/>
                </a:lnTo>
                <a:lnTo>
                  <a:pt x="2842472" y="63486"/>
                </a:lnTo>
                <a:cubicBezTo>
                  <a:pt x="2852402" y="63998"/>
                  <a:pt x="2854232" y="66559"/>
                  <a:pt x="2866252" y="92942"/>
                </a:cubicBezTo>
                <a:lnTo>
                  <a:pt x="2897617" y="166457"/>
                </a:lnTo>
                <a:cubicBezTo>
                  <a:pt x="2898139" y="167993"/>
                  <a:pt x="2898921" y="169788"/>
                  <a:pt x="2899706" y="171836"/>
                </a:cubicBezTo>
                <a:cubicBezTo>
                  <a:pt x="2901274" y="176446"/>
                  <a:pt x="2902845" y="178495"/>
                  <a:pt x="2904412" y="178495"/>
                </a:cubicBezTo>
                <a:cubicBezTo>
                  <a:pt x="2905979" y="178495"/>
                  <a:pt x="2907810" y="175167"/>
                  <a:pt x="2911730" y="165686"/>
                </a:cubicBezTo>
                <a:lnTo>
                  <a:pt x="2945181" y="83465"/>
                </a:lnTo>
                <a:cubicBezTo>
                  <a:pt x="2952762" y="66047"/>
                  <a:pt x="2954329" y="64252"/>
                  <a:pt x="2962169" y="63486"/>
                </a:cubicBezTo>
                <a:lnTo>
                  <a:pt x="2962169" y="59639"/>
                </a:lnTo>
                <a:close/>
                <a:moveTo>
                  <a:pt x="3070893" y="132899"/>
                </a:moveTo>
                <a:cubicBezTo>
                  <a:pt x="3058351" y="152382"/>
                  <a:pt x="3047109" y="159818"/>
                  <a:pt x="3030383" y="159818"/>
                </a:cubicBezTo>
                <a:cubicBezTo>
                  <a:pt x="3015489" y="159818"/>
                  <a:pt x="3004251" y="152382"/>
                  <a:pt x="2996670" y="137771"/>
                </a:cubicBezTo>
                <a:cubicBezTo>
                  <a:pt x="2991964" y="128028"/>
                  <a:pt x="2990137" y="119567"/>
                  <a:pt x="2989615" y="103928"/>
                </a:cubicBezTo>
                <a:lnTo>
                  <a:pt x="3070111" y="103928"/>
                </a:lnTo>
                <a:cubicBezTo>
                  <a:pt x="3068017" y="87304"/>
                  <a:pt x="3065405" y="79899"/>
                  <a:pt x="3058873" y="71728"/>
                </a:cubicBezTo>
                <a:cubicBezTo>
                  <a:pt x="3051029" y="62520"/>
                  <a:pt x="3039009" y="57137"/>
                  <a:pt x="3025418" y="57137"/>
                </a:cubicBezTo>
                <a:cubicBezTo>
                  <a:pt x="3012350" y="57137"/>
                  <a:pt x="3000067" y="61750"/>
                  <a:pt x="2990137" y="70449"/>
                </a:cubicBezTo>
                <a:cubicBezTo>
                  <a:pt x="2977851" y="80920"/>
                  <a:pt x="2970796" y="99061"/>
                  <a:pt x="2970796" y="120079"/>
                </a:cubicBezTo>
                <a:cubicBezTo>
                  <a:pt x="2970796" y="155458"/>
                  <a:pt x="2989615" y="177494"/>
                  <a:pt x="3019668" y="177494"/>
                </a:cubicBezTo>
                <a:cubicBezTo>
                  <a:pt x="3044497" y="177494"/>
                  <a:pt x="3064097" y="162379"/>
                  <a:pt x="3075076" y="134694"/>
                </a:cubicBezTo>
                <a:lnTo>
                  <a:pt x="3070893" y="132899"/>
                </a:lnTo>
                <a:moveTo>
                  <a:pt x="2990137" y="95730"/>
                </a:moveTo>
                <a:cubicBezTo>
                  <a:pt x="2993009" y="75813"/>
                  <a:pt x="3001898" y="66364"/>
                  <a:pt x="3017837" y="66364"/>
                </a:cubicBezTo>
                <a:cubicBezTo>
                  <a:pt x="3033781" y="66364"/>
                  <a:pt x="3040054" y="73515"/>
                  <a:pt x="3043452" y="95730"/>
                </a:cubicBezTo>
                <a:lnTo>
                  <a:pt x="2990137" y="95730"/>
                </a:lnTo>
                <a:close/>
                <a:moveTo>
                  <a:pt x="3168637" y="74242"/>
                </a:moveTo>
                <a:cubicBezTo>
                  <a:pt x="3170990" y="73988"/>
                  <a:pt x="3172820" y="73988"/>
                  <a:pt x="3175173" y="73988"/>
                </a:cubicBezTo>
                <a:cubicBezTo>
                  <a:pt x="3184058" y="73988"/>
                  <a:pt x="3185888" y="76548"/>
                  <a:pt x="3185888" y="88590"/>
                </a:cubicBezTo>
                <a:lnTo>
                  <a:pt x="3185888" y="208506"/>
                </a:lnTo>
                <a:cubicBezTo>
                  <a:pt x="3185888" y="221830"/>
                  <a:pt x="3183013" y="224649"/>
                  <a:pt x="3167592" y="226185"/>
                </a:cubicBezTo>
                <a:lnTo>
                  <a:pt x="3167592" y="230541"/>
                </a:lnTo>
                <a:lnTo>
                  <a:pt x="3230840" y="230541"/>
                </a:lnTo>
                <a:lnTo>
                  <a:pt x="3230840" y="225931"/>
                </a:lnTo>
                <a:cubicBezTo>
                  <a:pt x="3211240" y="225673"/>
                  <a:pt x="3207842" y="222854"/>
                  <a:pt x="3207842" y="206711"/>
                </a:cubicBezTo>
                <a:lnTo>
                  <a:pt x="3207842" y="166480"/>
                </a:lnTo>
                <a:cubicBezTo>
                  <a:pt x="3216990" y="174933"/>
                  <a:pt x="3223259" y="177494"/>
                  <a:pt x="3234238" y="177494"/>
                </a:cubicBezTo>
                <a:cubicBezTo>
                  <a:pt x="3265077" y="177494"/>
                  <a:pt x="3289120" y="148812"/>
                  <a:pt x="3289120" y="111685"/>
                </a:cubicBezTo>
                <a:cubicBezTo>
                  <a:pt x="3289120" y="79938"/>
                  <a:pt x="3270827" y="57137"/>
                  <a:pt x="3245476" y="57137"/>
                </a:cubicBezTo>
                <a:cubicBezTo>
                  <a:pt x="3230840" y="57137"/>
                  <a:pt x="3219339" y="63545"/>
                  <a:pt x="3207842" y="77377"/>
                </a:cubicBezTo>
                <a:lnTo>
                  <a:pt x="3207842" y="57653"/>
                </a:lnTo>
                <a:lnTo>
                  <a:pt x="3206275" y="57137"/>
                </a:lnTo>
                <a:cubicBezTo>
                  <a:pt x="3192161" y="62520"/>
                  <a:pt x="3183013" y="65851"/>
                  <a:pt x="3168637" y="70207"/>
                </a:cubicBezTo>
                <a:lnTo>
                  <a:pt x="3168637" y="74242"/>
                </a:lnTo>
                <a:moveTo>
                  <a:pt x="3207842" y="89411"/>
                </a:moveTo>
                <a:cubicBezTo>
                  <a:pt x="3207842" y="81729"/>
                  <a:pt x="3222478" y="72514"/>
                  <a:pt x="3234497" y="72514"/>
                </a:cubicBezTo>
                <a:cubicBezTo>
                  <a:pt x="3253839" y="72514"/>
                  <a:pt x="3266644" y="91972"/>
                  <a:pt x="3266644" y="121675"/>
                </a:cubicBezTo>
                <a:cubicBezTo>
                  <a:pt x="3266644" y="150094"/>
                  <a:pt x="3253839" y="169295"/>
                  <a:pt x="3235024" y="169295"/>
                </a:cubicBezTo>
                <a:cubicBezTo>
                  <a:pt x="3222737" y="169295"/>
                  <a:pt x="3207842" y="160080"/>
                  <a:pt x="3207842" y="152397"/>
                </a:cubicBezTo>
                <a:lnTo>
                  <a:pt x="3207842" y="89411"/>
                </a:lnTo>
                <a:close/>
                <a:moveTo>
                  <a:pt x="3403594" y="132899"/>
                </a:moveTo>
                <a:cubicBezTo>
                  <a:pt x="3391052" y="152382"/>
                  <a:pt x="3379810" y="159818"/>
                  <a:pt x="3363085" y="159818"/>
                </a:cubicBezTo>
                <a:cubicBezTo>
                  <a:pt x="3348190" y="159818"/>
                  <a:pt x="3336952" y="152382"/>
                  <a:pt x="3329371" y="137771"/>
                </a:cubicBezTo>
                <a:cubicBezTo>
                  <a:pt x="3324665" y="128028"/>
                  <a:pt x="3322839" y="119567"/>
                  <a:pt x="3322316" y="103928"/>
                </a:cubicBezTo>
                <a:lnTo>
                  <a:pt x="3402812" y="103928"/>
                </a:lnTo>
                <a:cubicBezTo>
                  <a:pt x="3400719" y="87304"/>
                  <a:pt x="3398107" y="79899"/>
                  <a:pt x="3391574" y="71728"/>
                </a:cubicBezTo>
                <a:cubicBezTo>
                  <a:pt x="3383730" y="62520"/>
                  <a:pt x="3371711" y="57137"/>
                  <a:pt x="3358120" y="57137"/>
                </a:cubicBezTo>
                <a:cubicBezTo>
                  <a:pt x="3345051" y="57137"/>
                  <a:pt x="3332769" y="61750"/>
                  <a:pt x="3322839" y="70449"/>
                </a:cubicBezTo>
                <a:cubicBezTo>
                  <a:pt x="3310552" y="80920"/>
                  <a:pt x="3303497" y="99061"/>
                  <a:pt x="3303497" y="120079"/>
                </a:cubicBezTo>
                <a:cubicBezTo>
                  <a:pt x="3303497" y="155458"/>
                  <a:pt x="3322316" y="177494"/>
                  <a:pt x="3352369" y="177494"/>
                </a:cubicBezTo>
                <a:cubicBezTo>
                  <a:pt x="3377198" y="177494"/>
                  <a:pt x="3396799" y="162379"/>
                  <a:pt x="3407777" y="134694"/>
                </a:cubicBezTo>
                <a:lnTo>
                  <a:pt x="3403594" y="132899"/>
                </a:lnTo>
                <a:moveTo>
                  <a:pt x="3322839" y="95730"/>
                </a:moveTo>
                <a:cubicBezTo>
                  <a:pt x="3325710" y="75813"/>
                  <a:pt x="3334599" y="66364"/>
                  <a:pt x="3350539" y="66364"/>
                </a:cubicBezTo>
                <a:cubicBezTo>
                  <a:pt x="3366482" y="66364"/>
                  <a:pt x="3372755" y="73515"/>
                  <a:pt x="3376153" y="95730"/>
                </a:cubicBezTo>
                <a:lnTo>
                  <a:pt x="3322839" y="95730"/>
                </a:lnTo>
                <a:close/>
                <a:moveTo>
                  <a:pt x="3414832" y="75075"/>
                </a:moveTo>
                <a:cubicBezTo>
                  <a:pt x="3418493" y="74304"/>
                  <a:pt x="3420846" y="74046"/>
                  <a:pt x="3423981" y="74046"/>
                </a:cubicBezTo>
                <a:cubicBezTo>
                  <a:pt x="3430513" y="74046"/>
                  <a:pt x="3432866" y="78148"/>
                  <a:pt x="3432866" y="89419"/>
                </a:cubicBezTo>
                <a:lnTo>
                  <a:pt x="3432866" y="153472"/>
                </a:lnTo>
                <a:cubicBezTo>
                  <a:pt x="3432866" y="166281"/>
                  <a:pt x="3431035" y="168075"/>
                  <a:pt x="3414310" y="171148"/>
                </a:cubicBezTo>
                <a:lnTo>
                  <a:pt x="3414310" y="174991"/>
                </a:lnTo>
                <a:lnTo>
                  <a:pt x="3477036" y="174991"/>
                </a:lnTo>
                <a:lnTo>
                  <a:pt x="3477036" y="171148"/>
                </a:lnTo>
                <a:cubicBezTo>
                  <a:pt x="3459262" y="170382"/>
                  <a:pt x="3454819" y="166539"/>
                  <a:pt x="3454819" y="151936"/>
                </a:cubicBezTo>
                <a:lnTo>
                  <a:pt x="3454819" y="94287"/>
                </a:lnTo>
                <a:cubicBezTo>
                  <a:pt x="3454819" y="86088"/>
                  <a:pt x="3466057" y="73280"/>
                  <a:pt x="3473116" y="73280"/>
                </a:cubicBezTo>
                <a:cubicBezTo>
                  <a:pt x="3474683" y="73280"/>
                  <a:pt x="3477036" y="74562"/>
                  <a:pt x="3479911" y="77123"/>
                </a:cubicBezTo>
                <a:cubicBezTo>
                  <a:pt x="3484091" y="80708"/>
                  <a:pt x="3486966" y="82245"/>
                  <a:pt x="3490363" y="82245"/>
                </a:cubicBezTo>
                <a:cubicBezTo>
                  <a:pt x="3496636" y="82245"/>
                  <a:pt x="3500557" y="77890"/>
                  <a:pt x="3500557" y="70719"/>
                </a:cubicBezTo>
                <a:cubicBezTo>
                  <a:pt x="3500557" y="62262"/>
                  <a:pt x="3495069" y="57137"/>
                  <a:pt x="3486184" y="57137"/>
                </a:cubicBezTo>
                <a:cubicBezTo>
                  <a:pt x="3475205" y="57137"/>
                  <a:pt x="3467628" y="63033"/>
                  <a:pt x="3454819" y="81221"/>
                </a:cubicBezTo>
                <a:lnTo>
                  <a:pt x="3454819" y="57653"/>
                </a:lnTo>
                <a:lnTo>
                  <a:pt x="3453515" y="57137"/>
                </a:lnTo>
                <a:cubicBezTo>
                  <a:pt x="3439661" y="62775"/>
                  <a:pt x="3430254" y="66106"/>
                  <a:pt x="3414832" y="70973"/>
                </a:cubicBezTo>
                <a:lnTo>
                  <a:pt x="3414832" y="75075"/>
                </a:lnTo>
                <a:close/>
                <a:moveTo>
                  <a:pt x="3580792" y="59639"/>
                </a:moveTo>
                <a:lnTo>
                  <a:pt x="3548645" y="59639"/>
                </a:lnTo>
                <a:lnTo>
                  <a:pt x="3548645" y="30003"/>
                </a:lnTo>
                <a:cubicBezTo>
                  <a:pt x="3548645" y="15181"/>
                  <a:pt x="3553610" y="7264"/>
                  <a:pt x="3563544" y="7264"/>
                </a:cubicBezTo>
                <a:cubicBezTo>
                  <a:pt x="3569031" y="7264"/>
                  <a:pt x="3572692" y="9817"/>
                  <a:pt x="3577394" y="17226"/>
                </a:cubicBezTo>
                <a:cubicBezTo>
                  <a:pt x="3581577" y="23869"/>
                  <a:pt x="3584712" y="26426"/>
                  <a:pt x="3589154" y="26426"/>
                </a:cubicBezTo>
                <a:cubicBezTo>
                  <a:pt x="3595168" y="26426"/>
                  <a:pt x="3600133" y="21824"/>
                  <a:pt x="3600133" y="15948"/>
                </a:cubicBezTo>
                <a:cubicBezTo>
                  <a:pt x="3600133" y="6748"/>
                  <a:pt x="3588632" y="86"/>
                  <a:pt x="3572951" y="86"/>
                </a:cubicBezTo>
                <a:cubicBezTo>
                  <a:pt x="3556748" y="86"/>
                  <a:pt x="3542894" y="7006"/>
                  <a:pt x="3536099" y="18759"/>
                </a:cubicBezTo>
                <a:cubicBezTo>
                  <a:pt x="3529307" y="30003"/>
                  <a:pt x="3527214" y="39199"/>
                  <a:pt x="3526955" y="59639"/>
                </a:cubicBezTo>
                <a:lnTo>
                  <a:pt x="3505524" y="59639"/>
                </a:lnTo>
                <a:lnTo>
                  <a:pt x="3505524" y="67842"/>
                </a:lnTo>
                <a:lnTo>
                  <a:pt x="3526955" y="67842"/>
                </a:lnTo>
                <a:lnTo>
                  <a:pt x="3526955" y="148335"/>
                </a:lnTo>
                <a:cubicBezTo>
                  <a:pt x="3526955" y="167047"/>
                  <a:pt x="3524079" y="170124"/>
                  <a:pt x="3505260" y="171148"/>
                </a:cubicBezTo>
                <a:lnTo>
                  <a:pt x="3505260" y="174991"/>
                </a:lnTo>
                <a:lnTo>
                  <a:pt x="3573214" y="174991"/>
                </a:lnTo>
                <a:lnTo>
                  <a:pt x="3573214" y="171148"/>
                </a:lnTo>
                <a:cubicBezTo>
                  <a:pt x="3551783" y="170382"/>
                  <a:pt x="3548908" y="167563"/>
                  <a:pt x="3548908" y="148335"/>
                </a:cubicBezTo>
                <a:lnTo>
                  <a:pt x="3548908" y="67842"/>
                </a:lnTo>
                <a:lnTo>
                  <a:pt x="3580792" y="67842"/>
                </a:lnTo>
                <a:lnTo>
                  <a:pt x="3580792" y="59639"/>
                </a:lnTo>
                <a:close/>
                <a:moveTo>
                  <a:pt x="3652404" y="57137"/>
                </a:moveTo>
                <a:cubicBezTo>
                  <a:pt x="3618427" y="57137"/>
                  <a:pt x="3594643" y="81725"/>
                  <a:pt x="3594643" y="117061"/>
                </a:cubicBezTo>
                <a:cubicBezTo>
                  <a:pt x="3594643" y="151627"/>
                  <a:pt x="3618950" y="177494"/>
                  <a:pt x="3651878" y="177494"/>
                </a:cubicBezTo>
                <a:cubicBezTo>
                  <a:pt x="3684810" y="177494"/>
                  <a:pt x="3709898" y="150348"/>
                  <a:pt x="3709898" y="115012"/>
                </a:cubicBezTo>
                <a:cubicBezTo>
                  <a:pt x="3709898" y="81467"/>
                  <a:pt x="3685855" y="57137"/>
                  <a:pt x="3652404" y="57137"/>
                </a:cubicBezTo>
                <a:moveTo>
                  <a:pt x="3649007" y="64315"/>
                </a:moveTo>
                <a:cubicBezTo>
                  <a:pt x="3670960" y="64315"/>
                  <a:pt x="3686377" y="88895"/>
                  <a:pt x="3686377" y="123973"/>
                </a:cubicBezTo>
                <a:cubicBezTo>
                  <a:pt x="3686377" y="152909"/>
                  <a:pt x="3674617" y="170319"/>
                  <a:pt x="3655016" y="170319"/>
                </a:cubicBezTo>
                <a:cubicBezTo>
                  <a:pt x="3644823" y="170319"/>
                  <a:pt x="3635153" y="164177"/>
                  <a:pt x="3629665" y="153934"/>
                </a:cubicBezTo>
                <a:cubicBezTo>
                  <a:pt x="3622347" y="140617"/>
                  <a:pt x="3618164" y="122695"/>
                  <a:pt x="3618164" y="104515"/>
                </a:cubicBezTo>
                <a:cubicBezTo>
                  <a:pt x="3618164" y="80188"/>
                  <a:pt x="3630447" y="64315"/>
                  <a:pt x="3649007" y="64315"/>
                </a:cubicBezTo>
                <a:close/>
                <a:moveTo>
                  <a:pt x="3719569" y="75075"/>
                </a:moveTo>
                <a:cubicBezTo>
                  <a:pt x="3723230" y="74304"/>
                  <a:pt x="3725583" y="74046"/>
                  <a:pt x="3728717" y="74046"/>
                </a:cubicBezTo>
                <a:cubicBezTo>
                  <a:pt x="3735249" y="74046"/>
                  <a:pt x="3737602" y="78148"/>
                  <a:pt x="3737602" y="89419"/>
                </a:cubicBezTo>
                <a:lnTo>
                  <a:pt x="3737602" y="153472"/>
                </a:lnTo>
                <a:cubicBezTo>
                  <a:pt x="3737602" y="166281"/>
                  <a:pt x="3735772" y="168075"/>
                  <a:pt x="3719047" y="171148"/>
                </a:cubicBezTo>
                <a:lnTo>
                  <a:pt x="3719047" y="174991"/>
                </a:lnTo>
                <a:lnTo>
                  <a:pt x="3781773" y="174991"/>
                </a:lnTo>
                <a:lnTo>
                  <a:pt x="3781773" y="171148"/>
                </a:lnTo>
                <a:cubicBezTo>
                  <a:pt x="3763998" y="170382"/>
                  <a:pt x="3759556" y="166539"/>
                  <a:pt x="3759556" y="151936"/>
                </a:cubicBezTo>
                <a:lnTo>
                  <a:pt x="3759556" y="94287"/>
                </a:lnTo>
                <a:cubicBezTo>
                  <a:pt x="3759556" y="86088"/>
                  <a:pt x="3770794" y="73280"/>
                  <a:pt x="3777852" y="73280"/>
                </a:cubicBezTo>
                <a:cubicBezTo>
                  <a:pt x="3779420" y="73280"/>
                  <a:pt x="3781773" y="74562"/>
                  <a:pt x="3784648" y="77123"/>
                </a:cubicBezTo>
                <a:cubicBezTo>
                  <a:pt x="3788827" y="80708"/>
                  <a:pt x="3791702" y="82245"/>
                  <a:pt x="3795100" y="82245"/>
                </a:cubicBezTo>
                <a:cubicBezTo>
                  <a:pt x="3801373" y="82245"/>
                  <a:pt x="3805293" y="77890"/>
                  <a:pt x="3805293" y="70719"/>
                </a:cubicBezTo>
                <a:cubicBezTo>
                  <a:pt x="3805293" y="62262"/>
                  <a:pt x="3799806" y="57137"/>
                  <a:pt x="3790921" y="57137"/>
                </a:cubicBezTo>
                <a:cubicBezTo>
                  <a:pt x="3779942" y="57137"/>
                  <a:pt x="3772365" y="63033"/>
                  <a:pt x="3759556" y="81221"/>
                </a:cubicBezTo>
                <a:lnTo>
                  <a:pt x="3759556" y="57653"/>
                </a:lnTo>
                <a:lnTo>
                  <a:pt x="3758252" y="57137"/>
                </a:lnTo>
                <a:cubicBezTo>
                  <a:pt x="3744398" y="62775"/>
                  <a:pt x="3734990" y="66106"/>
                  <a:pt x="3719569" y="70973"/>
                </a:cubicBezTo>
                <a:lnTo>
                  <a:pt x="3719569" y="75075"/>
                </a:lnTo>
                <a:close/>
                <a:moveTo>
                  <a:pt x="3809738" y="73026"/>
                </a:moveTo>
                <a:cubicBezTo>
                  <a:pt x="3813136" y="72256"/>
                  <a:pt x="3815225" y="72001"/>
                  <a:pt x="3818101" y="72001"/>
                </a:cubicBezTo>
                <a:cubicBezTo>
                  <a:pt x="3824896" y="72001"/>
                  <a:pt x="3827249" y="76099"/>
                  <a:pt x="3827249" y="88395"/>
                </a:cubicBezTo>
                <a:lnTo>
                  <a:pt x="3827249" y="153214"/>
                </a:lnTo>
                <a:cubicBezTo>
                  <a:pt x="3827249" y="167051"/>
                  <a:pt x="3823588" y="170894"/>
                  <a:pt x="3808952" y="171148"/>
                </a:cubicBezTo>
                <a:lnTo>
                  <a:pt x="3808952" y="174991"/>
                </a:lnTo>
                <a:lnTo>
                  <a:pt x="3866973" y="174991"/>
                </a:lnTo>
                <a:lnTo>
                  <a:pt x="3866973" y="171148"/>
                </a:lnTo>
                <a:cubicBezTo>
                  <a:pt x="3853123" y="170636"/>
                  <a:pt x="3849203" y="167821"/>
                  <a:pt x="3849203" y="157828"/>
                </a:cubicBezTo>
                <a:lnTo>
                  <a:pt x="3849203" y="85580"/>
                </a:lnTo>
                <a:cubicBezTo>
                  <a:pt x="3849203" y="85068"/>
                  <a:pt x="3851292" y="82503"/>
                  <a:pt x="3853123" y="80712"/>
                </a:cubicBezTo>
                <a:cubicBezTo>
                  <a:pt x="3859655" y="74816"/>
                  <a:pt x="3870893" y="70461"/>
                  <a:pt x="3880041" y="70461"/>
                </a:cubicBezTo>
                <a:cubicBezTo>
                  <a:pt x="3891538" y="70461"/>
                  <a:pt x="3897289" y="79430"/>
                  <a:pt x="3897289" y="97364"/>
                </a:cubicBezTo>
                <a:lnTo>
                  <a:pt x="3897289" y="152960"/>
                </a:lnTo>
                <a:cubicBezTo>
                  <a:pt x="3897289" y="167309"/>
                  <a:pt x="3894414" y="170124"/>
                  <a:pt x="3879519" y="171148"/>
                </a:cubicBezTo>
                <a:lnTo>
                  <a:pt x="3879519" y="174991"/>
                </a:lnTo>
                <a:lnTo>
                  <a:pt x="3938061" y="174991"/>
                </a:lnTo>
                <a:lnTo>
                  <a:pt x="3938061" y="171148"/>
                </a:lnTo>
                <a:cubicBezTo>
                  <a:pt x="3923162" y="170894"/>
                  <a:pt x="3919242" y="166539"/>
                  <a:pt x="3919242" y="150653"/>
                </a:cubicBezTo>
                <a:lnTo>
                  <a:pt x="3919242" y="86092"/>
                </a:lnTo>
                <a:cubicBezTo>
                  <a:pt x="3927083" y="75075"/>
                  <a:pt x="3935708" y="70461"/>
                  <a:pt x="3947732" y="70461"/>
                </a:cubicBezTo>
                <a:cubicBezTo>
                  <a:pt x="3962627" y="70461"/>
                  <a:pt x="3967333" y="77381"/>
                  <a:pt x="3967333" y="98646"/>
                </a:cubicBezTo>
                <a:lnTo>
                  <a:pt x="3967333" y="152702"/>
                </a:lnTo>
                <a:cubicBezTo>
                  <a:pt x="3967333" y="167309"/>
                  <a:pt x="3965243" y="169358"/>
                  <a:pt x="3950085" y="171148"/>
                </a:cubicBezTo>
                <a:lnTo>
                  <a:pt x="3950085" y="174991"/>
                </a:lnTo>
                <a:lnTo>
                  <a:pt x="4007319" y="174991"/>
                </a:lnTo>
                <a:lnTo>
                  <a:pt x="4007319" y="171148"/>
                </a:lnTo>
                <a:lnTo>
                  <a:pt x="4000524" y="170636"/>
                </a:lnTo>
                <a:cubicBezTo>
                  <a:pt x="3992684" y="170124"/>
                  <a:pt x="3989286" y="165514"/>
                  <a:pt x="3989286" y="155521"/>
                </a:cubicBezTo>
                <a:lnTo>
                  <a:pt x="3989286" y="102744"/>
                </a:lnTo>
                <a:cubicBezTo>
                  <a:pt x="3989286" y="72514"/>
                  <a:pt x="3979093" y="57137"/>
                  <a:pt x="3958970" y="57137"/>
                </a:cubicBezTo>
                <a:cubicBezTo>
                  <a:pt x="3943812" y="57137"/>
                  <a:pt x="3930480" y="63799"/>
                  <a:pt x="3916367" y="78660"/>
                </a:cubicBezTo>
                <a:cubicBezTo>
                  <a:pt x="3911665" y="64057"/>
                  <a:pt x="3902780" y="57137"/>
                  <a:pt x="3888667" y="57137"/>
                </a:cubicBezTo>
                <a:cubicBezTo>
                  <a:pt x="3877166" y="57137"/>
                  <a:pt x="3869848" y="60726"/>
                  <a:pt x="3848154" y="76869"/>
                </a:cubicBezTo>
                <a:lnTo>
                  <a:pt x="3848154" y="57653"/>
                </a:lnTo>
                <a:lnTo>
                  <a:pt x="3846327" y="57137"/>
                </a:lnTo>
                <a:cubicBezTo>
                  <a:pt x="3832996" y="62008"/>
                  <a:pt x="3824111" y="64827"/>
                  <a:pt x="3809738" y="68670"/>
                </a:cubicBezTo>
                <a:lnTo>
                  <a:pt x="3809738" y="73026"/>
                </a:lnTo>
                <a:close/>
                <a:moveTo>
                  <a:pt x="4123620" y="158027"/>
                </a:moveTo>
                <a:cubicBezTo>
                  <a:pt x="4119177" y="161608"/>
                  <a:pt x="4116043" y="162891"/>
                  <a:pt x="4112123" y="162891"/>
                </a:cubicBezTo>
                <a:cubicBezTo>
                  <a:pt x="4106113" y="162891"/>
                  <a:pt x="4104282" y="159306"/>
                  <a:pt x="4104282" y="148042"/>
                </a:cubicBezTo>
                <a:lnTo>
                  <a:pt x="4104282" y="98111"/>
                </a:lnTo>
                <a:cubicBezTo>
                  <a:pt x="4104282" y="84794"/>
                  <a:pt x="4102974" y="77370"/>
                  <a:pt x="4099054" y="71223"/>
                </a:cubicBezTo>
                <a:cubicBezTo>
                  <a:pt x="4093304" y="62008"/>
                  <a:pt x="4082066" y="57137"/>
                  <a:pt x="4066648" y="57137"/>
                </a:cubicBezTo>
                <a:cubicBezTo>
                  <a:pt x="4042079" y="57137"/>
                  <a:pt x="4022741" y="69687"/>
                  <a:pt x="4022741" y="85818"/>
                </a:cubicBezTo>
                <a:cubicBezTo>
                  <a:pt x="4022741" y="91710"/>
                  <a:pt x="4027965" y="96828"/>
                  <a:pt x="4033979" y="96828"/>
                </a:cubicBezTo>
                <a:cubicBezTo>
                  <a:pt x="4040248" y="96828"/>
                  <a:pt x="4045740" y="91710"/>
                  <a:pt x="4045740" y="86076"/>
                </a:cubicBezTo>
                <a:cubicBezTo>
                  <a:pt x="4045740" y="85052"/>
                  <a:pt x="4045476" y="83770"/>
                  <a:pt x="4045217" y="81979"/>
                </a:cubicBezTo>
                <a:cubicBezTo>
                  <a:pt x="4044695" y="79676"/>
                  <a:pt x="4044432" y="77628"/>
                  <a:pt x="4044432" y="75833"/>
                </a:cubicBezTo>
                <a:cubicBezTo>
                  <a:pt x="4044432" y="68921"/>
                  <a:pt x="4052794" y="63287"/>
                  <a:pt x="4063251" y="63287"/>
                </a:cubicBezTo>
                <a:cubicBezTo>
                  <a:pt x="4076056" y="63287"/>
                  <a:pt x="4083110" y="70711"/>
                  <a:pt x="4083110" y="84540"/>
                </a:cubicBezTo>
                <a:lnTo>
                  <a:pt x="4083110" y="100159"/>
                </a:lnTo>
                <a:cubicBezTo>
                  <a:pt x="4042864" y="116033"/>
                  <a:pt x="4038422" y="118081"/>
                  <a:pt x="4027184" y="127813"/>
                </a:cubicBezTo>
                <a:cubicBezTo>
                  <a:pt x="4021433" y="132935"/>
                  <a:pt x="4017772" y="141638"/>
                  <a:pt x="4017772" y="150086"/>
                </a:cubicBezTo>
                <a:cubicBezTo>
                  <a:pt x="4017772" y="166222"/>
                  <a:pt x="4029274" y="177494"/>
                  <a:pt x="4045217" y="177494"/>
                </a:cubicBezTo>
                <a:cubicBezTo>
                  <a:pt x="4056714" y="177494"/>
                  <a:pt x="4067430" y="172114"/>
                  <a:pt x="4083374" y="158790"/>
                </a:cubicBezTo>
                <a:cubicBezTo>
                  <a:pt x="4084682" y="172114"/>
                  <a:pt x="4089383" y="177494"/>
                  <a:pt x="4100099" y="177494"/>
                </a:cubicBezTo>
                <a:cubicBezTo>
                  <a:pt x="4108984" y="177494"/>
                  <a:pt x="4114475" y="174421"/>
                  <a:pt x="4123620" y="164685"/>
                </a:cubicBezTo>
                <a:lnTo>
                  <a:pt x="4123620" y="158027"/>
                </a:lnTo>
                <a:moveTo>
                  <a:pt x="4083110" y="143417"/>
                </a:moveTo>
                <a:cubicBezTo>
                  <a:pt x="4083110" y="151361"/>
                  <a:pt x="4081806" y="153668"/>
                  <a:pt x="4076315" y="156741"/>
                </a:cubicBezTo>
                <a:cubicBezTo>
                  <a:pt x="4070046" y="160330"/>
                  <a:pt x="4062728" y="162633"/>
                  <a:pt x="4057237" y="162633"/>
                </a:cubicBezTo>
                <a:cubicBezTo>
                  <a:pt x="4048093" y="162633"/>
                  <a:pt x="4040775" y="153922"/>
                  <a:pt x="4040775" y="142904"/>
                </a:cubicBezTo>
                <a:lnTo>
                  <a:pt x="4040775" y="141880"/>
                </a:lnTo>
                <a:cubicBezTo>
                  <a:pt x="4040775" y="126761"/>
                  <a:pt x="4051486" y="117538"/>
                  <a:pt x="4083110" y="106262"/>
                </a:cubicBezTo>
                <a:lnTo>
                  <a:pt x="4083110" y="143417"/>
                </a:lnTo>
                <a:close/>
                <a:moveTo>
                  <a:pt x="4128325" y="73026"/>
                </a:moveTo>
                <a:cubicBezTo>
                  <a:pt x="4129892" y="72256"/>
                  <a:pt x="4132508" y="72001"/>
                  <a:pt x="4135384" y="72001"/>
                </a:cubicBezTo>
                <a:cubicBezTo>
                  <a:pt x="4142701" y="72001"/>
                  <a:pt x="4145050" y="75845"/>
                  <a:pt x="4145050" y="88395"/>
                </a:cubicBezTo>
                <a:lnTo>
                  <a:pt x="4145050" y="151936"/>
                </a:lnTo>
                <a:cubicBezTo>
                  <a:pt x="4145050" y="166539"/>
                  <a:pt x="4142175" y="170124"/>
                  <a:pt x="4128847" y="171148"/>
                </a:cubicBezTo>
                <a:lnTo>
                  <a:pt x="4128847" y="174991"/>
                </a:lnTo>
                <a:lnTo>
                  <a:pt x="4184255" y="174991"/>
                </a:lnTo>
                <a:lnTo>
                  <a:pt x="4184255" y="171148"/>
                </a:lnTo>
                <a:cubicBezTo>
                  <a:pt x="4170924" y="170124"/>
                  <a:pt x="4167004" y="167051"/>
                  <a:pt x="4167004" y="157828"/>
                </a:cubicBezTo>
                <a:lnTo>
                  <a:pt x="4167004" y="85834"/>
                </a:lnTo>
                <a:cubicBezTo>
                  <a:pt x="4179550" y="74304"/>
                  <a:pt x="4185300" y="71231"/>
                  <a:pt x="4193926" y="71231"/>
                </a:cubicBezTo>
                <a:cubicBezTo>
                  <a:pt x="4206731" y="71231"/>
                  <a:pt x="4213004" y="79172"/>
                  <a:pt x="4213004" y="96081"/>
                </a:cubicBezTo>
                <a:lnTo>
                  <a:pt x="4213004" y="149629"/>
                </a:lnTo>
                <a:cubicBezTo>
                  <a:pt x="4213004" y="165768"/>
                  <a:pt x="4209607" y="170124"/>
                  <a:pt x="4196538" y="171148"/>
                </a:cubicBezTo>
                <a:lnTo>
                  <a:pt x="4196538" y="174991"/>
                </a:lnTo>
                <a:lnTo>
                  <a:pt x="4250902" y="174991"/>
                </a:lnTo>
                <a:lnTo>
                  <a:pt x="4250902" y="171148"/>
                </a:lnTo>
                <a:cubicBezTo>
                  <a:pt x="4238092" y="169870"/>
                  <a:pt x="4234958" y="166793"/>
                  <a:pt x="4234958" y="154243"/>
                </a:cubicBezTo>
                <a:lnTo>
                  <a:pt x="4234958" y="95569"/>
                </a:lnTo>
                <a:cubicBezTo>
                  <a:pt x="4234958" y="71489"/>
                  <a:pt x="4223457" y="57137"/>
                  <a:pt x="4204119" y="57137"/>
                </a:cubicBezTo>
                <a:cubicBezTo>
                  <a:pt x="4192096" y="57137"/>
                  <a:pt x="4183992" y="61496"/>
                  <a:pt x="4166222" y="77893"/>
                </a:cubicBezTo>
                <a:lnTo>
                  <a:pt x="4166222" y="57653"/>
                </a:lnTo>
                <a:lnTo>
                  <a:pt x="4164392" y="57137"/>
                </a:lnTo>
                <a:cubicBezTo>
                  <a:pt x="4151586" y="61750"/>
                  <a:pt x="4142701" y="64569"/>
                  <a:pt x="4128325" y="68670"/>
                </a:cubicBezTo>
                <a:lnTo>
                  <a:pt x="4128325" y="73026"/>
                </a:lnTo>
                <a:close/>
                <a:moveTo>
                  <a:pt x="4358839" y="134979"/>
                </a:moveTo>
                <a:cubicBezTo>
                  <a:pt x="4346293" y="152901"/>
                  <a:pt x="4336886" y="159048"/>
                  <a:pt x="4321987" y="159048"/>
                </a:cubicBezTo>
                <a:cubicBezTo>
                  <a:pt x="4298203" y="159048"/>
                  <a:pt x="4281478" y="138565"/>
                  <a:pt x="4281478" y="109120"/>
                </a:cubicBezTo>
                <a:cubicBezTo>
                  <a:pt x="4281478" y="82749"/>
                  <a:pt x="4295854" y="64569"/>
                  <a:pt x="4317022" y="64569"/>
                </a:cubicBezTo>
                <a:cubicBezTo>
                  <a:pt x="4326430" y="64569"/>
                  <a:pt x="4329827" y="67384"/>
                  <a:pt x="4332443" y="76857"/>
                </a:cubicBezTo>
                <a:lnTo>
                  <a:pt x="4334011" y="82491"/>
                </a:lnTo>
                <a:cubicBezTo>
                  <a:pt x="4336100" y="89662"/>
                  <a:pt x="4340806" y="94271"/>
                  <a:pt x="4346293" y="94271"/>
                </a:cubicBezTo>
                <a:cubicBezTo>
                  <a:pt x="4353089" y="94271"/>
                  <a:pt x="4358839" y="89404"/>
                  <a:pt x="4358839" y="83516"/>
                </a:cubicBezTo>
                <a:cubicBezTo>
                  <a:pt x="4358839" y="69179"/>
                  <a:pt x="4340543" y="57137"/>
                  <a:pt x="4318589" y="57137"/>
                </a:cubicBezTo>
                <a:cubicBezTo>
                  <a:pt x="4305784" y="57137"/>
                  <a:pt x="4292456" y="62262"/>
                  <a:pt x="4281741" y="71481"/>
                </a:cubicBezTo>
                <a:cubicBezTo>
                  <a:pt x="4268673" y="82749"/>
                  <a:pt x="4261355" y="100159"/>
                  <a:pt x="4261355" y="120384"/>
                </a:cubicBezTo>
                <a:cubicBezTo>
                  <a:pt x="4261355" y="153672"/>
                  <a:pt x="4282000" y="177494"/>
                  <a:pt x="4311012" y="177494"/>
                </a:cubicBezTo>
                <a:cubicBezTo>
                  <a:pt x="4322773" y="177494"/>
                  <a:pt x="4333225" y="173396"/>
                  <a:pt x="4342636" y="165452"/>
                </a:cubicBezTo>
                <a:cubicBezTo>
                  <a:pt x="4349691" y="159302"/>
                  <a:pt x="4354656" y="152389"/>
                  <a:pt x="4362496" y="137282"/>
                </a:cubicBezTo>
                <a:lnTo>
                  <a:pt x="4358839" y="134979"/>
                </a:lnTo>
                <a:close/>
                <a:moveTo>
                  <a:pt x="4477491" y="132899"/>
                </a:moveTo>
                <a:cubicBezTo>
                  <a:pt x="4464949" y="152382"/>
                  <a:pt x="4453707" y="159818"/>
                  <a:pt x="4436982" y="159818"/>
                </a:cubicBezTo>
                <a:cubicBezTo>
                  <a:pt x="4422087" y="159818"/>
                  <a:pt x="4410849" y="152382"/>
                  <a:pt x="4403268" y="137771"/>
                </a:cubicBezTo>
                <a:cubicBezTo>
                  <a:pt x="4398562" y="128028"/>
                  <a:pt x="4396736" y="119567"/>
                  <a:pt x="4396213" y="103928"/>
                </a:cubicBezTo>
                <a:lnTo>
                  <a:pt x="4476709" y="103928"/>
                </a:lnTo>
                <a:cubicBezTo>
                  <a:pt x="4474616" y="87304"/>
                  <a:pt x="4472004" y="79899"/>
                  <a:pt x="4465472" y="71728"/>
                </a:cubicBezTo>
                <a:cubicBezTo>
                  <a:pt x="4457627" y="62520"/>
                  <a:pt x="4445608" y="57137"/>
                  <a:pt x="4432017" y="57137"/>
                </a:cubicBezTo>
                <a:cubicBezTo>
                  <a:pt x="4418948" y="57137"/>
                  <a:pt x="4406666" y="61750"/>
                  <a:pt x="4396736" y="70449"/>
                </a:cubicBezTo>
                <a:cubicBezTo>
                  <a:pt x="4384449" y="80920"/>
                  <a:pt x="4377394" y="99061"/>
                  <a:pt x="4377394" y="120079"/>
                </a:cubicBezTo>
                <a:cubicBezTo>
                  <a:pt x="4377394" y="155458"/>
                  <a:pt x="4396213" y="177494"/>
                  <a:pt x="4426266" y="177494"/>
                </a:cubicBezTo>
                <a:cubicBezTo>
                  <a:pt x="4451095" y="177494"/>
                  <a:pt x="4470696" y="162379"/>
                  <a:pt x="4481674" y="134694"/>
                </a:cubicBezTo>
                <a:lnTo>
                  <a:pt x="4477491" y="132899"/>
                </a:lnTo>
                <a:moveTo>
                  <a:pt x="4396736" y="95730"/>
                </a:moveTo>
                <a:cubicBezTo>
                  <a:pt x="4399607" y="75813"/>
                  <a:pt x="4408496" y="66364"/>
                  <a:pt x="4424436" y="66364"/>
                </a:cubicBezTo>
                <a:cubicBezTo>
                  <a:pt x="4440380" y="66364"/>
                  <a:pt x="4446653" y="73515"/>
                  <a:pt x="4450050" y="95730"/>
                </a:cubicBezTo>
                <a:lnTo>
                  <a:pt x="4396736" y="95730"/>
                </a:lnTo>
                <a:close/>
                <a:moveTo>
                  <a:pt x="4638226" y="57137"/>
                </a:moveTo>
                <a:cubicBezTo>
                  <a:pt x="4604249" y="57137"/>
                  <a:pt x="4580465" y="81725"/>
                  <a:pt x="4580465" y="117061"/>
                </a:cubicBezTo>
                <a:cubicBezTo>
                  <a:pt x="4580465" y="151627"/>
                  <a:pt x="4604771" y="177494"/>
                  <a:pt x="4637699" y="177494"/>
                </a:cubicBezTo>
                <a:cubicBezTo>
                  <a:pt x="4670632" y="177494"/>
                  <a:pt x="4695720" y="150348"/>
                  <a:pt x="4695720" y="115012"/>
                </a:cubicBezTo>
                <a:cubicBezTo>
                  <a:pt x="4695720" y="81467"/>
                  <a:pt x="4671676" y="57137"/>
                  <a:pt x="4638226" y="57137"/>
                </a:cubicBezTo>
                <a:moveTo>
                  <a:pt x="4634828" y="64315"/>
                </a:moveTo>
                <a:cubicBezTo>
                  <a:pt x="4656782" y="64315"/>
                  <a:pt x="4672199" y="88895"/>
                  <a:pt x="4672199" y="123973"/>
                </a:cubicBezTo>
                <a:cubicBezTo>
                  <a:pt x="4672199" y="152909"/>
                  <a:pt x="4660438" y="170319"/>
                  <a:pt x="4640838" y="170319"/>
                </a:cubicBezTo>
                <a:cubicBezTo>
                  <a:pt x="4630645" y="170319"/>
                  <a:pt x="4620974" y="164177"/>
                  <a:pt x="4615487" y="153934"/>
                </a:cubicBezTo>
                <a:cubicBezTo>
                  <a:pt x="4608169" y="140617"/>
                  <a:pt x="4603985" y="122695"/>
                  <a:pt x="4603985" y="104515"/>
                </a:cubicBezTo>
                <a:cubicBezTo>
                  <a:pt x="4603985" y="80188"/>
                  <a:pt x="4616268" y="64315"/>
                  <a:pt x="4634828" y="64315"/>
                </a:cubicBezTo>
                <a:close/>
                <a:moveTo>
                  <a:pt x="4784319" y="59639"/>
                </a:moveTo>
                <a:lnTo>
                  <a:pt x="4752172" y="59639"/>
                </a:lnTo>
                <a:lnTo>
                  <a:pt x="4752172" y="30003"/>
                </a:lnTo>
                <a:cubicBezTo>
                  <a:pt x="4752172" y="15181"/>
                  <a:pt x="4757137" y="7264"/>
                  <a:pt x="4767071" y="7264"/>
                </a:cubicBezTo>
                <a:cubicBezTo>
                  <a:pt x="4772559" y="7264"/>
                  <a:pt x="4776220" y="9817"/>
                  <a:pt x="4780921" y="17226"/>
                </a:cubicBezTo>
                <a:cubicBezTo>
                  <a:pt x="4785105" y="23869"/>
                  <a:pt x="4788239" y="26426"/>
                  <a:pt x="4792682" y="26426"/>
                </a:cubicBezTo>
                <a:cubicBezTo>
                  <a:pt x="4798696" y="26426"/>
                  <a:pt x="4803660" y="21824"/>
                  <a:pt x="4803660" y="15948"/>
                </a:cubicBezTo>
                <a:cubicBezTo>
                  <a:pt x="4803660" y="6748"/>
                  <a:pt x="4792159" y="86"/>
                  <a:pt x="4776479" y="86"/>
                </a:cubicBezTo>
                <a:cubicBezTo>
                  <a:pt x="4760276" y="86"/>
                  <a:pt x="4746422" y="7006"/>
                  <a:pt x="4739626" y="18759"/>
                </a:cubicBezTo>
                <a:cubicBezTo>
                  <a:pt x="4732835" y="30003"/>
                  <a:pt x="4730741" y="39199"/>
                  <a:pt x="4730482" y="59639"/>
                </a:cubicBezTo>
                <a:lnTo>
                  <a:pt x="4709051" y="59639"/>
                </a:lnTo>
                <a:lnTo>
                  <a:pt x="4709051" y="67842"/>
                </a:lnTo>
                <a:lnTo>
                  <a:pt x="4730482" y="67842"/>
                </a:lnTo>
                <a:lnTo>
                  <a:pt x="4730482" y="148335"/>
                </a:lnTo>
                <a:cubicBezTo>
                  <a:pt x="4730482" y="167047"/>
                  <a:pt x="4727607" y="170124"/>
                  <a:pt x="4708788" y="171148"/>
                </a:cubicBezTo>
                <a:lnTo>
                  <a:pt x="4708788" y="174991"/>
                </a:lnTo>
                <a:lnTo>
                  <a:pt x="4776742" y="174991"/>
                </a:lnTo>
                <a:lnTo>
                  <a:pt x="4776742" y="171148"/>
                </a:lnTo>
                <a:cubicBezTo>
                  <a:pt x="4755311" y="170382"/>
                  <a:pt x="4752436" y="167563"/>
                  <a:pt x="4752436" y="148335"/>
                </a:cubicBezTo>
                <a:lnTo>
                  <a:pt x="4752436" y="67842"/>
                </a:lnTo>
                <a:lnTo>
                  <a:pt x="4784319" y="67842"/>
                </a:lnTo>
                <a:lnTo>
                  <a:pt x="4784319" y="59639"/>
                </a:lnTo>
                <a:close/>
                <a:moveTo>
                  <a:pt x="4966482" y="177494"/>
                </a:moveTo>
                <a:lnTo>
                  <a:pt x="5004902" y="164173"/>
                </a:lnTo>
                <a:lnTo>
                  <a:pt x="5004902" y="160076"/>
                </a:lnTo>
                <a:cubicBezTo>
                  <a:pt x="5000196" y="160330"/>
                  <a:pt x="4999674" y="160330"/>
                  <a:pt x="4998888" y="160330"/>
                </a:cubicBezTo>
                <a:cubicBezTo>
                  <a:pt x="4989481" y="160330"/>
                  <a:pt x="4987391" y="157515"/>
                  <a:pt x="4987391" y="145735"/>
                </a:cubicBezTo>
                <a:lnTo>
                  <a:pt x="4987391" y="512"/>
                </a:lnTo>
                <a:lnTo>
                  <a:pt x="4986083" y="0"/>
                </a:lnTo>
                <a:cubicBezTo>
                  <a:pt x="4973537" y="4355"/>
                  <a:pt x="4964393" y="6916"/>
                  <a:pt x="4947663" y="11276"/>
                </a:cubicBezTo>
                <a:lnTo>
                  <a:pt x="4947663" y="15373"/>
                </a:lnTo>
                <a:cubicBezTo>
                  <a:pt x="4949757" y="15119"/>
                  <a:pt x="4951324" y="15119"/>
                  <a:pt x="4953414" y="15119"/>
                </a:cubicBezTo>
                <a:cubicBezTo>
                  <a:pt x="4963085" y="15119"/>
                  <a:pt x="4965438" y="17680"/>
                  <a:pt x="4965438" y="28185"/>
                </a:cubicBezTo>
                <a:lnTo>
                  <a:pt x="4965438" y="68154"/>
                </a:lnTo>
                <a:cubicBezTo>
                  <a:pt x="4955504" y="59956"/>
                  <a:pt x="4948449" y="57137"/>
                  <a:pt x="4937993" y="57137"/>
                </a:cubicBezTo>
                <a:cubicBezTo>
                  <a:pt x="4907940" y="57137"/>
                  <a:pt x="4883633" y="86076"/>
                  <a:pt x="4883633" y="122437"/>
                </a:cubicBezTo>
                <a:cubicBezTo>
                  <a:pt x="4883633" y="155208"/>
                  <a:pt x="4903234" y="177494"/>
                  <a:pt x="4931983" y="177494"/>
                </a:cubicBezTo>
                <a:cubicBezTo>
                  <a:pt x="4946619" y="177494"/>
                  <a:pt x="4956552" y="172372"/>
                  <a:pt x="4965438" y="160330"/>
                </a:cubicBezTo>
                <a:lnTo>
                  <a:pt x="4965438" y="176727"/>
                </a:lnTo>
                <a:lnTo>
                  <a:pt x="4966482" y="177494"/>
                </a:lnTo>
                <a:moveTo>
                  <a:pt x="4965438" y="148808"/>
                </a:moveTo>
                <a:cubicBezTo>
                  <a:pt x="4965438" y="150603"/>
                  <a:pt x="4963607" y="153676"/>
                  <a:pt x="4960995" y="156491"/>
                </a:cubicBezTo>
                <a:cubicBezTo>
                  <a:pt x="4956289" y="161612"/>
                  <a:pt x="4949757" y="164173"/>
                  <a:pt x="4942176" y="164173"/>
                </a:cubicBezTo>
                <a:cubicBezTo>
                  <a:pt x="4920486" y="164173"/>
                  <a:pt x="4906109" y="143686"/>
                  <a:pt x="4906109" y="112193"/>
                </a:cubicBezTo>
                <a:cubicBezTo>
                  <a:pt x="4906109" y="83261"/>
                  <a:pt x="4918915" y="64315"/>
                  <a:pt x="4938778" y="64315"/>
                </a:cubicBezTo>
                <a:cubicBezTo>
                  <a:pt x="4952632" y="64315"/>
                  <a:pt x="4965438" y="76345"/>
                  <a:pt x="4965438" y="89916"/>
                </a:cubicBezTo>
                <a:lnTo>
                  <a:pt x="4965438" y="148808"/>
                </a:lnTo>
                <a:close/>
                <a:moveTo>
                  <a:pt x="5052989" y="57137"/>
                </a:moveTo>
                <a:lnTo>
                  <a:pt x="5012479" y="71149"/>
                </a:lnTo>
                <a:lnTo>
                  <a:pt x="5012479" y="74996"/>
                </a:lnTo>
                <a:lnTo>
                  <a:pt x="5014573" y="74738"/>
                </a:lnTo>
                <a:cubicBezTo>
                  <a:pt x="5017707" y="74226"/>
                  <a:pt x="5021105" y="73968"/>
                  <a:pt x="5023458" y="73968"/>
                </a:cubicBezTo>
                <a:cubicBezTo>
                  <a:pt x="5029731" y="73968"/>
                  <a:pt x="5032080" y="78069"/>
                  <a:pt x="5032080" y="89353"/>
                </a:cubicBezTo>
                <a:lnTo>
                  <a:pt x="5032080" y="148843"/>
                </a:lnTo>
                <a:cubicBezTo>
                  <a:pt x="5032080" y="167305"/>
                  <a:pt x="5029468" y="170124"/>
                  <a:pt x="5011434" y="171148"/>
                </a:cubicBezTo>
                <a:lnTo>
                  <a:pt x="5011434" y="174991"/>
                </a:lnTo>
                <a:lnTo>
                  <a:pt x="5073375" y="174991"/>
                </a:lnTo>
                <a:lnTo>
                  <a:pt x="5073375" y="171148"/>
                </a:lnTo>
                <a:cubicBezTo>
                  <a:pt x="5056127" y="169870"/>
                  <a:pt x="5054033" y="167305"/>
                  <a:pt x="5054033" y="148843"/>
                </a:cubicBezTo>
                <a:lnTo>
                  <a:pt x="5054033" y="57907"/>
                </a:lnTo>
                <a:lnTo>
                  <a:pt x="5052989" y="57137"/>
                </a:lnTo>
                <a:moveTo>
                  <a:pt x="5040706" y="86"/>
                </a:moveTo>
                <a:cubicBezTo>
                  <a:pt x="5033651" y="86"/>
                  <a:pt x="5027637" y="5982"/>
                  <a:pt x="5027637" y="13156"/>
                </a:cubicBezTo>
                <a:cubicBezTo>
                  <a:pt x="5027637" y="20331"/>
                  <a:pt x="5033388" y="26223"/>
                  <a:pt x="5040706" y="26223"/>
                </a:cubicBezTo>
                <a:cubicBezTo>
                  <a:pt x="5048287" y="26223"/>
                  <a:pt x="5054297" y="20585"/>
                  <a:pt x="5054297" y="13156"/>
                </a:cubicBezTo>
                <a:cubicBezTo>
                  <a:pt x="5054297" y="5982"/>
                  <a:pt x="5048287" y="86"/>
                  <a:pt x="5040706" y="86"/>
                </a:cubicBezTo>
                <a:close/>
                <a:moveTo>
                  <a:pt x="5160667" y="59639"/>
                </a:moveTo>
                <a:lnTo>
                  <a:pt x="5128520" y="59639"/>
                </a:lnTo>
                <a:lnTo>
                  <a:pt x="5128520" y="30003"/>
                </a:lnTo>
                <a:cubicBezTo>
                  <a:pt x="5128520" y="15181"/>
                  <a:pt x="5133485" y="7264"/>
                  <a:pt x="5143419" y="7264"/>
                </a:cubicBezTo>
                <a:cubicBezTo>
                  <a:pt x="5148907" y="7264"/>
                  <a:pt x="5152568" y="9817"/>
                  <a:pt x="5157269" y="17226"/>
                </a:cubicBezTo>
                <a:cubicBezTo>
                  <a:pt x="5161453" y="23869"/>
                  <a:pt x="5164587" y="26426"/>
                  <a:pt x="5169030" y="26426"/>
                </a:cubicBezTo>
                <a:cubicBezTo>
                  <a:pt x="5175043" y="26426"/>
                  <a:pt x="5180008" y="21824"/>
                  <a:pt x="5180008" y="15948"/>
                </a:cubicBezTo>
                <a:cubicBezTo>
                  <a:pt x="5180008" y="6748"/>
                  <a:pt x="5168507" y="86"/>
                  <a:pt x="5152827" y="86"/>
                </a:cubicBezTo>
                <a:cubicBezTo>
                  <a:pt x="5136624" y="86"/>
                  <a:pt x="5122770" y="7006"/>
                  <a:pt x="5115974" y="18759"/>
                </a:cubicBezTo>
                <a:cubicBezTo>
                  <a:pt x="5109183" y="30003"/>
                  <a:pt x="5107089" y="39199"/>
                  <a:pt x="5106830" y="59639"/>
                </a:cubicBezTo>
                <a:lnTo>
                  <a:pt x="5085399" y="59639"/>
                </a:lnTo>
                <a:lnTo>
                  <a:pt x="5085399" y="67842"/>
                </a:lnTo>
                <a:lnTo>
                  <a:pt x="5106830" y="67842"/>
                </a:lnTo>
                <a:lnTo>
                  <a:pt x="5106830" y="148335"/>
                </a:lnTo>
                <a:cubicBezTo>
                  <a:pt x="5106830" y="167047"/>
                  <a:pt x="5103955" y="170124"/>
                  <a:pt x="5085136" y="171148"/>
                </a:cubicBezTo>
                <a:lnTo>
                  <a:pt x="5085136" y="174991"/>
                </a:lnTo>
                <a:lnTo>
                  <a:pt x="5153090" y="174991"/>
                </a:lnTo>
                <a:lnTo>
                  <a:pt x="5153090" y="171148"/>
                </a:lnTo>
                <a:cubicBezTo>
                  <a:pt x="5131659" y="170382"/>
                  <a:pt x="5128784" y="167563"/>
                  <a:pt x="5128784" y="148335"/>
                </a:cubicBezTo>
                <a:lnTo>
                  <a:pt x="5128784" y="67842"/>
                </a:lnTo>
                <a:lnTo>
                  <a:pt x="5160667" y="67842"/>
                </a:lnTo>
                <a:lnTo>
                  <a:pt x="5160667" y="5963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9" name="Text f">
            <a:extLst xmlns:a="http://schemas.openxmlformats.org/drawingml/2006/main">
              <a:ext uri="{FF2B5EF4-FFF2-40B4-BE49-F238E27FC236}">
                <a16:creationId xmlns:a16="http://schemas.microsoft.com/office/drawing/2014/main" id="{3F765B25-5F8C-4BB0-81E1-08D14FCD7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4359" y="4872763"/>
            <a:ext cx="94873" cy="174905"/>
          </a:xfrm>
          <a:custGeom xmlns:a="http://schemas.openxmlformats.org/drawingml/2006/main">
            <a:pathLst>
              <a:path w="94873" h="174905">
                <a:moveTo>
                  <a:pt x="75531" y="59553"/>
                </a:moveTo>
                <a:lnTo>
                  <a:pt x="43385" y="59553"/>
                </a:lnTo>
                <a:lnTo>
                  <a:pt x="43385" y="29917"/>
                </a:lnTo>
                <a:cubicBezTo>
                  <a:pt x="43385" y="15095"/>
                  <a:pt x="48350" y="7178"/>
                  <a:pt x="58283" y="7178"/>
                </a:cubicBezTo>
                <a:cubicBezTo>
                  <a:pt x="63771" y="7178"/>
                  <a:pt x="67432" y="9731"/>
                  <a:pt x="72133" y="17140"/>
                </a:cubicBezTo>
                <a:cubicBezTo>
                  <a:pt x="76317" y="23783"/>
                  <a:pt x="79451" y="26340"/>
                  <a:pt x="83894" y="26340"/>
                </a:cubicBezTo>
                <a:cubicBezTo>
                  <a:pt x="89908" y="26340"/>
                  <a:pt x="94873" y="21738"/>
                  <a:pt x="94873" y="15862"/>
                </a:cubicBezTo>
                <a:cubicBezTo>
                  <a:pt x="94873" y="6662"/>
                  <a:pt x="83371" y="0"/>
                  <a:pt x="67691" y="0"/>
                </a:cubicBezTo>
                <a:cubicBezTo>
                  <a:pt x="51488" y="0"/>
                  <a:pt x="37634" y="6920"/>
                  <a:pt x="30839" y="18673"/>
                </a:cubicBezTo>
                <a:cubicBezTo>
                  <a:pt x="24047" y="29917"/>
                  <a:pt x="21953" y="39113"/>
                  <a:pt x="21694" y="59553"/>
                </a:cubicBezTo>
                <a:lnTo>
                  <a:pt x="263" y="59553"/>
                </a:lnTo>
                <a:lnTo>
                  <a:pt x="263" y="67756"/>
                </a:lnTo>
                <a:lnTo>
                  <a:pt x="21694" y="67756"/>
                </a:lnTo>
                <a:lnTo>
                  <a:pt x="21694" y="148249"/>
                </a:lnTo>
                <a:cubicBezTo>
                  <a:pt x="21694" y="166961"/>
                  <a:pt x="18819" y="170038"/>
                  <a:pt x="0" y="171062"/>
                </a:cubicBezTo>
                <a:lnTo>
                  <a:pt x="0" y="174905"/>
                </a:lnTo>
                <a:lnTo>
                  <a:pt x="67954" y="174905"/>
                </a:lnTo>
                <a:lnTo>
                  <a:pt x="67954" y="171062"/>
                </a:lnTo>
                <a:cubicBezTo>
                  <a:pt x="46523" y="170296"/>
                  <a:pt x="43648" y="167477"/>
                  <a:pt x="43648" y="148249"/>
                </a:cubicBezTo>
                <a:lnTo>
                  <a:pt x="43648" y="67756"/>
                </a:lnTo>
                <a:lnTo>
                  <a:pt x="75531" y="67756"/>
                </a:lnTo>
                <a:lnTo>
                  <a:pt x="75531" y="5955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0" name="Text erent">
            <a:extLst xmlns:a="http://schemas.openxmlformats.org/drawingml/2006/main">
              <a:ext uri="{FF2B5EF4-FFF2-40B4-BE49-F238E27FC236}">
                <a16:creationId xmlns:a16="http://schemas.microsoft.com/office/drawing/2014/main" id="{8DD51D6E-76FB-4D6A-ACEE-B57BA9C7F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52698" y="4899263"/>
            <a:ext cx="516170" cy="150908"/>
          </a:xfrm>
          <a:custGeom xmlns:a="http://schemas.openxmlformats.org/drawingml/2006/main">
            <a:pathLst>
              <a:path w="516170" h="150908">
                <a:moveTo>
                  <a:pt x="100097" y="106313"/>
                </a:moveTo>
                <a:cubicBezTo>
                  <a:pt x="87555" y="125795"/>
                  <a:pt x="76313" y="133232"/>
                  <a:pt x="59587" y="133232"/>
                </a:cubicBezTo>
                <a:cubicBezTo>
                  <a:pt x="44693" y="133232"/>
                  <a:pt x="33455" y="125795"/>
                  <a:pt x="25874" y="111185"/>
                </a:cubicBezTo>
                <a:cubicBezTo>
                  <a:pt x="21168" y="101442"/>
                  <a:pt x="19341" y="92981"/>
                  <a:pt x="18819" y="77342"/>
                </a:cubicBezTo>
                <a:lnTo>
                  <a:pt x="99315" y="77342"/>
                </a:lnTo>
                <a:cubicBezTo>
                  <a:pt x="97221" y="60718"/>
                  <a:pt x="94609" y="53313"/>
                  <a:pt x="88077" y="45142"/>
                </a:cubicBezTo>
                <a:cubicBezTo>
                  <a:pt x="80233" y="35934"/>
                  <a:pt x="68213" y="30551"/>
                  <a:pt x="54623" y="30551"/>
                </a:cubicBezTo>
                <a:cubicBezTo>
                  <a:pt x="41554" y="30551"/>
                  <a:pt x="29271" y="35164"/>
                  <a:pt x="19341" y="43863"/>
                </a:cubicBezTo>
                <a:cubicBezTo>
                  <a:pt x="7055" y="54333"/>
                  <a:pt x="0" y="72475"/>
                  <a:pt x="0" y="93493"/>
                </a:cubicBezTo>
                <a:cubicBezTo>
                  <a:pt x="0" y="128872"/>
                  <a:pt x="18819" y="150908"/>
                  <a:pt x="48872" y="150908"/>
                </a:cubicBezTo>
                <a:cubicBezTo>
                  <a:pt x="73701" y="150908"/>
                  <a:pt x="93301" y="135793"/>
                  <a:pt x="104280" y="108108"/>
                </a:cubicBezTo>
                <a:lnTo>
                  <a:pt x="100097" y="106313"/>
                </a:lnTo>
                <a:moveTo>
                  <a:pt x="19341" y="69143"/>
                </a:moveTo>
                <a:cubicBezTo>
                  <a:pt x="22213" y="49227"/>
                  <a:pt x="31102" y="39778"/>
                  <a:pt x="47041" y="39778"/>
                </a:cubicBezTo>
                <a:cubicBezTo>
                  <a:pt x="62985" y="39778"/>
                  <a:pt x="69258" y="46928"/>
                  <a:pt x="72656" y="69143"/>
                </a:cubicBezTo>
                <a:lnTo>
                  <a:pt x="19341" y="69143"/>
                </a:lnTo>
                <a:close/>
                <a:moveTo>
                  <a:pt x="111334" y="48488"/>
                </a:moveTo>
                <a:cubicBezTo>
                  <a:pt x="114995" y="47718"/>
                  <a:pt x="117348" y="47460"/>
                  <a:pt x="120482" y="47460"/>
                </a:cubicBezTo>
                <a:cubicBezTo>
                  <a:pt x="127014" y="47460"/>
                  <a:pt x="129367" y="51561"/>
                  <a:pt x="129367" y="62833"/>
                </a:cubicBezTo>
                <a:lnTo>
                  <a:pt x="129367" y="126886"/>
                </a:lnTo>
                <a:cubicBezTo>
                  <a:pt x="129367" y="139694"/>
                  <a:pt x="127537" y="141489"/>
                  <a:pt x="110811" y="144562"/>
                </a:cubicBezTo>
                <a:lnTo>
                  <a:pt x="110811" y="148405"/>
                </a:lnTo>
                <a:lnTo>
                  <a:pt x="173537" y="148405"/>
                </a:lnTo>
                <a:lnTo>
                  <a:pt x="173537" y="144562"/>
                </a:lnTo>
                <a:cubicBezTo>
                  <a:pt x="155763" y="143796"/>
                  <a:pt x="151321" y="139952"/>
                  <a:pt x="151321" y="125350"/>
                </a:cubicBezTo>
                <a:lnTo>
                  <a:pt x="151321" y="67701"/>
                </a:lnTo>
                <a:cubicBezTo>
                  <a:pt x="151321" y="59502"/>
                  <a:pt x="162559" y="46694"/>
                  <a:pt x="169617" y="46694"/>
                </a:cubicBezTo>
                <a:cubicBezTo>
                  <a:pt x="171185" y="46694"/>
                  <a:pt x="173537" y="47976"/>
                  <a:pt x="176413" y="50537"/>
                </a:cubicBezTo>
                <a:cubicBezTo>
                  <a:pt x="180592" y="54122"/>
                  <a:pt x="183467" y="55659"/>
                  <a:pt x="186865" y="55659"/>
                </a:cubicBezTo>
                <a:cubicBezTo>
                  <a:pt x="193138" y="55659"/>
                  <a:pt x="197058" y="51303"/>
                  <a:pt x="197058" y="44133"/>
                </a:cubicBezTo>
                <a:cubicBezTo>
                  <a:pt x="197058" y="35676"/>
                  <a:pt x="191571" y="30551"/>
                  <a:pt x="182686" y="30551"/>
                </a:cubicBezTo>
                <a:cubicBezTo>
                  <a:pt x="171707" y="30551"/>
                  <a:pt x="164130" y="36446"/>
                  <a:pt x="151321" y="54634"/>
                </a:cubicBezTo>
                <a:lnTo>
                  <a:pt x="151321" y="31067"/>
                </a:lnTo>
                <a:lnTo>
                  <a:pt x="150017" y="30551"/>
                </a:lnTo>
                <a:cubicBezTo>
                  <a:pt x="136163" y="36188"/>
                  <a:pt x="126755" y="39519"/>
                  <a:pt x="111334" y="44387"/>
                </a:cubicBezTo>
                <a:lnTo>
                  <a:pt x="111334" y="48488"/>
                </a:lnTo>
                <a:close/>
                <a:moveTo>
                  <a:pt x="303167" y="106313"/>
                </a:moveTo>
                <a:cubicBezTo>
                  <a:pt x="290625" y="125795"/>
                  <a:pt x="279383" y="133232"/>
                  <a:pt x="262658" y="133232"/>
                </a:cubicBezTo>
                <a:cubicBezTo>
                  <a:pt x="247763" y="133232"/>
                  <a:pt x="236525" y="125795"/>
                  <a:pt x="228944" y="111185"/>
                </a:cubicBezTo>
                <a:cubicBezTo>
                  <a:pt x="224238" y="101442"/>
                  <a:pt x="222412" y="92981"/>
                  <a:pt x="221889" y="77342"/>
                </a:cubicBezTo>
                <a:lnTo>
                  <a:pt x="302385" y="77342"/>
                </a:lnTo>
                <a:cubicBezTo>
                  <a:pt x="300292" y="60718"/>
                  <a:pt x="297680" y="53313"/>
                  <a:pt x="291147" y="45142"/>
                </a:cubicBezTo>
                <a:cubicBezTo>
                  <a:pt x="283303" y="35934"/>
                  <a:pt x="271284" y="30551"/>
                  <a:pt x="257693" y="30551"/>
                </a:cubicBezTo>
                <a:cubicBezTo>
                  <a:pt x="244624" y="30551"/>
                  <a:pt x="232342" y="35164"/>
                  <a:pt x="222412" y="43863"/>
                </a:cubicBezTo>
                <a:cubicBezTo>
                  <a:pt x="210125" y="54333"/>
                  <a:pt x="203070" y="72475"/>
                  <a:pt x="203070" y="93493"/>
                </a:cubicBezTo>
                <a:cubicBezTo>
                  <a:pt x="203070" y="128872"/>
                  <a:pt x="221889" y="150908"/>
                  <a:pt x="251942" y="150908"/>
                </a:cubicBezTo>
                <a:cubicBezTo>
                  <a:pt x="276771" y="150908"/>
                  <a:pt x="296372" y="135793"/>
                  <a:pt x="307350" y="108108"/>
                </a:cubicBezTo>
                <a:lnTo>
                  <a:pt x="303167" y="106313"/>
                </a:lnTo>
                <a:moveTo>
                  <a:pt x="222412" y="69143"/>
                </a:moveTo>
                <a:cubicBezTo>
                  <a:pt x="225283" y="49227"/>
                  <a:pt x="234172" y="39778"/>
                  <a:pt x="250112" y="39778"/>
                </a:cubicBezTo>
                <a:cubicBezTo>
                  <a:pt x="266055" y="39778"/>
                  <a:pt x="272328" y="46928"/>
                  <a:pt x="275726" y="69143"/>
                </a:cubicBezTo>
                <a:lnTo>
                  <a:pt x="222412" y="69143"/>
                </a:lnTo>
                <a:close/>
                <a:moveTo>
                  <a:pt x="316758" y="46440"/>
                </a:moveTo>
                <a:cubicBezTo>
                  <a:pt x="318325" y="45669"/>
                  <a:pt x="320941" y="45415"/>
                  <a:pt x="323816" y="45415"/>
                </a:cubicBezTo>
                <a:cubicBezTo>
                  <a:pt x="331134" y="45415"/>
                  <a:pt x="333483" y="49259"/>
                  <a:pt x="333483" y="61809"/>
                </a:cubicBezTo>
                <a:lnTo>
                  <a:pt x="333483" y="125350"/>
                </a:lnTo>
                <a:cubicBezTo>
                  <a:pt x="333483" y="139952"/>
                  <a:pt x="330608" y="143538"/>
                  <a:pt x="317280" y="144562"/>
                </a:cubicBezTo>
                <a:lnTo>
                  <a:pt x="317280" y="148405"/>
                </a:lnTo>
                <a:lnTo>
                  <a:pt x="372688" y="148405"/>
                </a:lnTo>
                <a:lnTo>
                  <a:pt x="372688" y="144562"/>
                </a:lnTo>
                <a:cubicBezTo>
                  <a:pt x="359357" y="143538"/>
                  <a:pt x="355437" y="140465"/>
                  <a:pt x="355437" y="131242"/>
                </a:cubicBezTo>
                <a:lnTo>
                  <a:pt x="355437" y="59248"/>
                </a:lnTo>
                <a:cubicBezTo>
                  <a:pt x="367983" y="47718"/>
                  <a:pt x="373733" y="44645"/>
                  <a:pt x="382359" y="44645"/>
                </a:cubicBezTo>
                <a:cubicBezTo>
                  <a:pt x="395164" y="44645"/>
                  <a:pt x="401437" y="52586"/>
                  <a:pt x="401437" y="69495"/>
                </a:cubicBezTo>
                <a:lnTo>
                  <a:pt x="401437" y="123043"/>
                </a:lnTo>
                <a:cubicBezTo>
                  <a:pt x="401437" y="139182"/>
                  <a:pt x="398040" y="143538"/>
                  <a:pt x="384971" y="144562"/>
                </a:cubicBezTo>
                <a:lnTo>
                  <a:pt x="384971" y="148405"/>
                </a:lnTo>
                <a:lnTo>
                  <a:pt x="439335" y="148405"/>
                </a:lnTo>
                <a:lnTo>
                  <a:pt x="439335" y="144562"/>
                </a:lnTo>
                <a:cubicBezTo>
                  <a:pt x="426525" y="143284"/>
                  <a:pt x="423391" y="140207"/>
                  <a:pt x="423391" y="127656"/>
                </a:cubicBezTo>
                <a:lnTo>
                  <a:pt x="423391" y="68983"/>
                </a:lnTo>
                <a:cubicBezTo>
                  <a:pt x="423391" y="44903"/>
                  <a:pt x="411890" y="30551"/>
                  <a:pt x="392552" y="30551"/>
                </a:cubicBezTo>
                <a:cubicBezTo>
                  <a:pt x="380529" y="30551"/>
                  <a:pt x="372425" y="34910"/>
                  <a:pt x="354655" y="51307"/>
                </a:cubicBezTo>
                <a:lnTo>
                  <a:pt x="354655" y="31067"/>
                </a:lnTo>
                <a:lnTo>
                  <a:pt x="352825" y="30551"/>
                </a:lnTo>
                <a:cubicBezTo>
                  <a:pt x="340019" y="35164"/>
                  <a:pt x="331134" y="37983"/>
                  <a:pt x="316758" y="42084"/>
                </a:cubicBezTo>
                <a:lnTo>
                  <a:pt x="316758" y="46440"/>
                </a:lnTo>
                <a:close/>
                <a:moveTo>
                  <a:pt x="509897" y="33053"/>
                </a:moveTo>
                <a:lnTo>
                  <a:pt x="483501" y="33053"/>
                </a:lnTo>
                <a:lnTo>
                  <a:pt x="483501" y="3331"/>
                </a:lnTo>
                <a:cubicBezTo>
                  <a:pt x="483501" y="770"/>
                  <a:pt x="483241" y="0"/>
                  <a:pt x="481670" y="0"/>
                </a:cubicBezTo>
                <a:cubicBezTo>
                  <a:pt x="479844" y="2307"/>
                  <a:pt x="478272" y="4613"/>
                  <a:pt x="476446" y="7174"/>
                </a:cubicBezTo>
                <a:cubicBezTo>
                  <a:pt x="466512" y="21269"/>
                  <a:pt x="455274" y="33569"/>
                  <a:pt x="451095" y="34593"/>
                </a:cubicBezTo>
                <a:cubicBezTo>
                  <a:pt x="448220" y="36384"/>
                  <a:pt x="446648" y="38178"/>
                  <a:pt x="446648" y="39461"/>
                </a:cubicBezTo>
                <a:cubicBezTo>
                  <a:pt x="446648" y="40231"/>
                  <a:pt x="446911" y="40743"/>
                  <a:pt x="447697" y="41255"/>
                </a:cubicBezTo>
                <a:lnTo>
                  <a:pt x="461547" y="41255"/>
                </a:lnTo>
                <a:lnTo>
                  <a:pt x="461547" y="118371"/>
                </a:lnTo>
                <a:cubicBezTo>
                  <a:pt x="461547" y="139890"/>
                  <a:pt x="469387" y="150908"/>
                  <a:pt x="484809" y="150908"/>
                </a:cubicBezTo>
                <a:cubicBezTo>
                  <a:pt x="497614" y="150908"/>
                  <a:pt x="507544" y="144761"/>
                  <a:pt x="516170" y="131437"/>
                </a:cubicBezTo>
                <a:lnTo>
                  <a:pt x="512772" y="128618"/>
                </a:lnTo>
                <a:cubicBezTo>
                  <a:pt x="507285" y="135022"/>
                  <a:pt x="502842" y="137587"/>
                  <a:pt x="497091" y="137587"/>
                </a:cubicBezTo>
                <a:cubicBezTo>
                  <a:pt x="487421" y="137587"/>
                  <a:pt x="483501" y="130667"/>
                  <a:pt x="483501" y="114528"/>
                </a:cubicBezTo>
                <a:lnTo>
                  <a:pt x="483501" y="41255"/>
                </a:lnTo>
                <a:lnTo>
                  <a:pt x="509897" y="41255"/>
                </a:lnTo>
                <a:lnTo>
                  <a:pt x="509897" y="3305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1" name="Text fnetuningtechniques.">
            <a:extLst xmlns:a="http://schemas.openxmlformats.org/drawingml/2006/main">
              <a:ext uri="{FF2B5EF4-FFF2-40B4-BE49-F238E27FC236}">
                <a16:creationId xmlns:a16="http://schemas.microsoft.com/office/drawing/2014/main" id="{4AFED3AA-F36A-431C-832C-B70303669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2584" y="5157384"/>
            <a:ext cx="2237638" cy="230885"/>
          </a:xfrm>
          <a:custGeom xmlns:a="http://schemas.openxmlformats.org/drawingml/2006/main">
            <a:pathLst>
              <a:path w="2237638" h="230885">
                <a:moveTo>
                  <a:pt x="0" y="68096"/>
                </a:moveTo>
                <a:lnTo>
                  <a:pt x="17426" y="68096"/>
                </a:lnTo>
                <a:lnTo>
                  <a:pt x="17426" y="150900"/>
                </a:lnTo>
                <a:cubicBezTo>
                  <a:pt x="17426" y="167305"/>
                  <a:pt x="14607" y="170636"/>
                  <a:pt x="258" y="171148"/>
                </a:cubicBezTo>
                <a:lnTo>
                  <a:pt x="258" y="174991"/>
                </a:lnTo>
                <a:lnTo>
                  <a:pt x="56628" y="174991"/>
                </a:lnTo>
                <a:lnTo>
                  <a:pt x="56628" y="171148"/>
                </a:lnTo>
                <a:cubicBezTo>
                  <a:pt x="42280" y="170124"/>
                  <a:pt x="38949" y="166535"/>
                  <a:pt x="38949" y="152436"/>
                </a:cubicBezTo>
                <a:lnTo>
                  <a:pt x="38949" y="68096"/>
                </a:lnTo>
                <a:lnTo>
                  <a:pt x="60984" y="68096"/>
                </a:lnTo>
                <a:cubicBezTo>
                  <a:pt x="85580" y="68096"/>
                  <a:pt x="86862" y="68866"/>
                  <a:pt x="86862" y="82452"/>
                </a:cubicBezTo>
                <a:lnTo>
                  <a:pt x="86862" y="150130"/>
                </a:lnTo>
                <a:cubicBezTo>
                  <a:pt x="86862" y="167563"/>
                  <a:pt x="85068" y="169870"/>
                  <a:pt x="69183" y="171148"/>
                </a:cubicBezTo>
                <a:lnTo>
                  <a:pt x="69183" y="174991"/>
                </a:lnTo>
                <a:lnTo>
                  <a:pt x="125553" y="174991"/>
                </a:lnTo>
                <a:lnTo>
                  <a:pt x="125553" y="171148"/>
                </a:lnTo>
                <a:cubicBezTo>
                  <a:pt x="111204" y="169870"/>
                  <a:pt x="108385" y="166535"/>
                  <a:pt x="108385" y="150130"/>
                </a:cubicBezTo>
                <a:lnTo>
                  <a:pt x="108385" y="82964"/>
                </a:lnTo>
                <a:cubicBezTo>
                  <a:pt x="108385" y="77327"/>
                  <a:pt x="108385" y="71431"/>
                  <a:pt x="108898" y="57848"/>
                </a:cubicBezTo>
                <a:lnTo>
                  <a:pt x="107873" y="57137"/>
                </a:lnTo>
                <a:cubicBezTo>
                  <a:pt x="96598" y="58873"/>
                  <a:pt x="89169" y="59639"/>
                  <a:pt x="78918" y="59639"/>
                </a:cubicBezTo>
                <a:lnTo>
                  <a:pt x="38691" y="59639"/>
                </a:lnTo>
                <a:lnTo>
                  <a:pt x="38691" y="48653"/>
                </a:lnTo>
                <a:cubicBezTo>
                  <a:pt x="38691" y="37412"/>
                  <a:pt x="39461" y="29491"/>
                  <a:pt x="40739" y="25147"/>
                </a:cubicBezTo>
                <a:cubicBezTo>
                  <a:pt x="44328" y="14161"/>
                  <a:pt x="54322" y="6494"/>
                  <a:pt x="65851" y="6494"/>
                </a:cubicBezTo>
                <a:cubicBezTo>
                  <a:pt x="73026" y="6494"/>
                  <a:pt x="77893" y="9817"/>
                  <a:pt x="84043" y="18505"/>
                </a:cubicBezTo>
                <a:cubicBezTo>
                  <a:pt x="88911" y="25401"/>
                  <a:pt x="92242" y="27958"/>
                  <a:pt x="96598" y="27958"/>
                </a:cubicBezTo>
                <a:cubicBezTo>
                  <a:pt x="101981" y="27958"/>
                  <a:pt x="105825" y="23615"/>
                  <a:pt x="105825" y="17993"/>
                </a:cubicBezTo>
                <a:cubicBezTo>
                  <a:pt x="105825" y="7260"/>
                  <a:pt x="93012" y="86"/>
                  <a:pt x="73280" y="86"/>
                </a:cubicBezTo>
                <a:cubicBezTo>
                  <a:pt x="53810" y="86"/>
                  <a:pt x="38949" y="6748"/>
                  <a:pt x="29722" y="19271"/>
                </a:cubicBezTo>
                <a:cubicBezTo>
                  <a:pt x="22035" y="29745"/>
                  <a:pt x="19216" y="39199"/>
                  <a:pt x="17680" y="59639"/>
                </a:cubicBezTo>
                <a:lnTo>
                  <a:pt x="0" y="59639"/>
                </a:lnTo>
                <a:lnTo>
                  <a:pt x="0" y="68096"/>
                </a:lnTo>
                <a:close/>
                <a:moveTo>
                  <a:pt x="138619" y="73026"/>
                </a:moveTo>
                <a:cubicBezTo>
                  <a:pt x="140156" y="72256"/>
                  <a:pt x="142720" y="72001"/>
                  <a:pt x="145539" y="72001"/>
                </a:cubicBezTo>
                <a:cubicBezTo>
                  <a:pt x="152714" y="72001"/>
                  <a:pt x="155017" y="75845"/>
                  <a:pt x="155017" y="88395"/>
                </a:cubicBezTo>
                <a:lnTo>
                  <a:pt x="155017" y="151936"/>
                </a:lnTo>
                <a:cubicBezTo>
                  <a:pt x="155017" y="166539"/>
                  <a:pt x="152198" y="170124"/>
                  <a:pt x="139131" y="171148"/>
                </a:cubicBezTo>
                <a:lnTo>
                  <a:pt x="139131" y="174991"/>
                </a:lnTo>
                <a:lnTo>
                  <a:pt x="193453" y="174991"/>
                </a:lnTo>
                <a:lnTo>
                  <a:pt x="193453" y="171148"/>
                </a:lnTo>
                <a:cubicBezTo>
                  <a:pt x="180383" y="170124"/>
                  <a:pt x="176540" y="167051"/>
                  <a:pt x="176540" y="157828"/>
                </a:cubicBezTo>
                <a:lnTo>
                  <a:pt x="176540" y="85834"/>
                </a:lnTo>
                <a:cubicBezTo>
                  <a:pt x="188840" y="74304"/>
                  <a:pt x="194477" y="71231"/>
                  <a:pt x="202934" y="71231"/>
                </a:cubicBezTo>
                <a:cubicBezTo>
                  <a:pt x="215488" y="71231"/>
                  <a:pt x="221638" y="79172"/>
                  <a:pt x="221638" y="96081"/>
                </a:cubicBezTo>
                <a:lnTo>
                  <a:pt x="221638" y="149629"/>
                </a:lnTo>
                <a:cubicBezTo>
                  <a:pt x="221638" y="165768"/>
                  <a:pt x="218307" y="170124"/>
                  <a:pt x="205495" y="171148"/>
                </a:cubicBezTo>
                <a:lnTo>
                  <a:pt x="205495" y="174991"/>
                </a:lnTo>
                <a:lnTo>
                  <a:pt x="258792" y="174991"/>
                </a:lnTo>
                <a:lnTo>
                  <a:pt x="258792" y="171148"/>
                </a:lnTo>
                <a:cubicBezTo>
                  <a:pt x="246234" y="169870"/>
                  <a:pt x="243161" y="166793"/>
                  <a:pt x="243161" y="154243"/>
                </a:cubicBezTo>
                <a:lnTo>
                  <a:pt x="243161" y="95569"/>
                </a:lnTo>
                <a:cubicBezTo>
                  <a:pt x="243161" y="71489"/>
                  <a:pt x="231886" y="57137"/>
                  <a:pt x="212927" y="57137"/>
                </a:cubicBezTo>
                <a:cubicBezTo>
                  <a:pt x="201140" y="57137"/>
                  <a:pt x="193195" y="61496"/>
                  <a:pt x="175773" y="77893"/>
                </a:cubicBezTo>
                <a:lnTo>
                  <a:pt x="175773" y="57653"/>
                </a:lnTo>
                <a:lnTo>
                  <a:pt x="173979" y="57137"/>
                </a:lnTo>
                <a:cubicBezTo>
                  <a:pt x="161425" y="61750"/>
                  <a:pt x="152714" y="64569"/>
                  <a:pt x="138619" y="68670"/>
                </a:cubicBezTo>
                <a:lnTo>
                  <a:pt x="138619" y="73026"/>
                </a:lnTo>
                <a:close/>
                <a:moveTo>
                  <a:pt x="367174" y="132899"/>
                </a:moveTo>
                <a:cubicBezTo>
                  <a:pt x="354878" y="152382"/>
                  <a:pt x="343856" y="159818"/>
                  <a:pt x="327459" y="159818"/>
                </a:cubicBezTo>
                <a:cubicBezTo>
                  <a:pt x="312856" y="159818"/>
                  <a:pt x="301839" y="152382"/>
                  <a:pt x="294406" y="137771"/>
                </a:cubicBezTo>
                <a:cubicBezTo>
                  <a:pt x="289793" y="128028"/>
                  <a:pt x="288002" y="119567"/>
                  <a:pt x="287490" y="103928"/>
                </a:cubicBezTo>
                <a:lnTo>
                  <a:pt x="366408" y="103928"/>
                </a:lnTo>
                <a:cubicBezTo>
                  <a:pt x="364355" y="87304"/>
                  <a:pt x="361794" y="79899"/>
                  <a:pt x="355390" y="71728"/>
                </a:cubicBezTo>
                <a:cubicBezTo>
                  <a:pt x="347700" y="62520"/>
                  <a:pt x="335916" y="57137"/>
                  <a:pt x="322591" y="57137"/>
                </a:cubicBezTo>
                <a:cubicBezTo>
                  <a:pt x="309779" y="57137"/>
                  <a:pt x="297737" y="61750"/>
                  <a:pt x="288002" y="70449"/>
                </a:cubicBezTo>
                <a:cubicBezTo>
                  <a:pt x="275956" y="80920"/>
                  <a:pt x="269040" y="99061"/>
                  <a:pt x="269040" y="120079"/>
                </a:cubicBezTo>
                <a:cubicBezTo>
                  <a:pt x="269040" y="155458"/>
                  <a:pt x="287490" y="177494"/>
                  <a:pt x="316954" y="177494"/>
                </a:cubicBezTo>
                <a:cubicBezTo>
                  <a:pt x="341295" y="177494"/>
                  <a:pt x="360512" y="162379"/>
                  <a:pt x="371275" y="134694"/>
                </a:cubicBezTo>
                <a:lnTo>
                  <a:pt x="367174" y="132899"/>
                </a:lnTo>
                <a:moveTo>
                  <a:pt x="288002" y="95730"/>
                </a:moveTo>
                <a:cubicBezTo>
                  <a:pt x="290817" y="75813"/>
                  <a:pt x="299532" y="66364"/>
                  <a:pt x="315159" y="66364"/>
                </a:cubicBezTo>
                <a:cubicBezTo>
                  <a:pt x="330790" y="66364"/>
                  <a:pt x="336940" y="73515"/>
                  <a:pt x="340271" y="95730"/>
                </a:cubicBezTo>
                <a:lnTo>
                  <a:pt x="288002" y="95730"/>
                </a:lnTo>
                <a:close/>
                <a:moveTo>
                  <a:pt x="441737" y="59639"/>
                </a:moveTo>
                <a:lnTo>
                  <a:pt x="415858" y="59639"/>
                </a:lnTo>
                <a:lnTo>
                  <a:pt x="415858" y="29917"/>
                </a:lnTo>
                <a:cubicBezTo>
                  <a:pt x="415858" y="27356"/>
                  <a:pt x="415604" y="26586"/>
                  <a:pt x="414064" y="26586"/>
                </a:cubicBezTo>
                <a:cubicBezTo>
                  <a:pt x="412273" y="28893"/>
                  <a:pt x="410733" y="31200"/>
                  <a:pt x="408942" y="33760"/>
                </a:cubicBezTo>
                <a:cubicBezTo>
                  <a:pt x="399203" y="47855"/>
                  <a:pt x="388185" y="60155"/>
                  <a:pt x="384088" y="61179"/>
                </a:cubicBezTo>
                <a:cubicBezTo>
                  <a:pt x="381269" y="62970"/>
                  <a:pt x="379729" y="64765"/>
                  <a:pt x="379729" y="66047"/>
                </a:cubicBezTo>
                <a:cubicBezTo>
                  <a:pt x="379729" y="66817"/>
                  <a:pt x="379987" y="67329"/>
                  <a:pt x="380757" y="67842"/>
                </a:cubicBezTo>
                <a:lnTo>
                  <a:pt x="394335" y="67842"/>
                </a:lnTo>
                <a:lnTo>
                  <a:pt x="394335" y="144957"/>
                </a:lnTo>
                <a:cubicBezTo>
                  <a:pt x="394335" y="166476"/>
                  <a:pt x="402022" y="177494"/>
                  <a:pt x="417141" y="177494"/>
                </a:cubicBezTo>
                <a:cubicBezTo>
                  <a:pt x="429695" y="177494"/>
                  <a:pt x="439430" y="171348"/>
                  <a:pt x="447887" y="158023"/>
                </a:cubicBezTo>
                <a:lnTo>
                  <a:pt x="444556" y="155204"/>
                </a:lnTo>
                <a:cubicBezTo>
                  <a:pt x="439176" y="161608"/>
                  <a:pt x="434820" y="164173"/>
                  <a:pt x="429183" y="164173"/>
                </a:cubicBezTo>
                <a:cubicBezTo>
                  <a:pt x="419702" y="164173"/>
                  <a:pt x="415858" y="157253"/>
                  <a:pt x="415858" y="141114"/>
                </a:cubicBezTo>
                <a:lnTo>
                  <a:pt x="415858" y="67842"/>
                </a:lnTo>
                <a:lnTo>
                  <a:pt x="441737" y="67842"/>
                </a:lnTo>
                <a:lnTo>
                  <a:pt x="441737" y="59639"/>
                </a:lnTo>
                <a:close/>
                <a:moveTo>
                  <a:pt x="570362" y="162132"/>
                </a:moveTo>
                <a:lnTo>
                  <a:pt x="569084" y="162132"/>
                </a:lnTo>
                <a:cubicBezTo>
                  <a:pt x="557296" y="162132"/>
                  <a:pt x="554477" y="159313"/>
                  <a:pt x="554477" y="147526"/>
                </a:cubicBezTo>
                <a:lnTo>
                  <a:pt x="554477" y="59639"/>
                </a:lnTo>
                <a:lnTo>
                  <a:pt x="513992" y="59639"/>
                </a:lnTo>
                <a:lnTo>
                  <a:pt x="513992" y="63998"/>
                </a:lnTo>
                <a:cubicBezTo>
                  <a:pt x="529881" y="64765"/>
                  <a:pt x="532954" y="67329"/>
                  <a:pt x="532954" y="80138"/>
                </a:cubicBezTo>
                <a:lnTo>
                  <a:pt x="532954" y="140343"/>
                </a:lnTo>
                <a:cubicBezTo>
                  <a:pt x="532954" y="147518"/>
                  <a:pt x="531672" y="151107"/>
                  <a:pt x="528086" y="153922"/>
                </a:cubicBezTo>
                <a:cubicBezTo>
                  <a:pt x="521166" y="159560"/>
                  <a:pt x="513225" y="162633"/>
                  <a:pt x="505539" y="162633"/>
                </a:cubicBezTo>
                <a:cubicBezTo>
                  <a:pt x="495546" y="162633"/>
                  <a:pt x="487347" y="153922"/>
                  <a:pt x="487347" y="143162"/>
                </a:cubicBezTo>
                <a:lnTo>
                  <a:pt x="487347" y="59639"/>
                </a:lnTo>
                <a:lnTo>
                  <a:pt x="449935" y="59639"/>
                </a:lnTo>
                <a:lnTo>
                  <a:pt x="449935" y="63228"/>
                </a:lnTo>
                <a:cubicBezTo>
                  <a:pt x="462235" y="63998"/>
                  <a:pt x="465824" y="67842"/>
                  <a:pt x="465824" y="79625"/>
                </a:cubicBezTo>
                <a:lnTo>
                  <a:pt x="465824" y="144187"/>
                </a:lnTo>
                <a:cubicBezTo>
                  <a:pt x="465824" y="164427"/>
                  <a:pt x="478120" y="177494"/>
                  <a:pt x="496824" y="177494"/>
                </a:cubicBezTo>
                <a:cubicBezTo>
                  <a:pt x="506305" y="177494"/>
                  <a:pt x="516298" y="173396"/>
                  <a:pt x="523219" y="166476"/>
                </a:cubicBezTo>
                <a:lnTo>
                  <a:pt x="534236" y="155462"/>
                </a:lnTo>
                <a:lnTo>
                  <a:pt x="534236" y="176727"/>
                </a:lnTo>
                <a:lnTo>
                  <a:pt x="535261" y="177243"/>
                </a:lnTo>
                <a:cubicBezTo>
                  <a:pt x="548073" y="172122"/>
                  <a:pt x="557296" y="169303"/>
                  <a:pt x="570362" y="165714"/>
                </a:cubicBezTo>
                <a:lnTo>
                  <a:pt x="570362" y="162132"/>
                </a:lnTo>
                <a:close/>
                <a:moveTo>
                  <a:pt x="579843" y="73026"/>
                </a:moveTo>
                <a:cubicBezTo>
                  <a:pt x="581379" y="72256"/>
                  <a:pt x="583944" y="72001"/>
                  <a:pt x="586763" y="72001"/>
                </a:cubicBezTo>
                <a:cubicBezTo>
                  <a:pt x="593937" y="72001"/>
                  <a:pt x="596240" y="75845"/>
                  <a:pt x="596240" y="88395"/>
                </a:cubicBezTo>
                <a:lnTo>
                  <a:pt x="596240" y="151936"/>
                </a:lnTo>
                <a:cubicBezTo>
                  <a:pt x="596240" y="166539"/>
                  <a:pt x="593421" y="170124"/>
                  <a:pt x="580355" y="171148"/>
                </a:cubicBezTo>
                <a:lnTo>
                  <a:pt x="580355" y="174991"/>
                </a:lnTo>
                <a:lnTo>
                  <a:pt x="634677" y="174991"/>
                </a:lnTo>
                <a:lnTo>
                  <a:pt x="634677" y="171148"/>
                </a:lnTo>
                <a:cubicBezTo>
                  <a:pt x="621607" y="170124"/>
                  <a:pt x="617763" y="167051"/>
                  <a:pt x="617763" y="157828"/>
                </a:cubicBezTo>
                <a:lnTo>
                  <a:pt x="617763" y="85834"/>
                </a:lnTo>
                <a:cubicBezTo>
                  <a:pt x="630063" y="74304"/>
                  <a:pt x="635701" y="71231"/>
                  <a:pt x="644158" y="71231"/>
                </a:cubicBezTo>
                <a:cubicBezTo>
                  <a:pt x="656712" y="71231"/>
                  <a:pt x="662862" y="79172"/>
                  <a:pt x="662862" y="96081"/>
                </a:cubicBezTo>
                <a:lnTo>
                  <a:pt x="662862" y="149629"/>
                </a:lnTo>
                <a:cubicBezTo>
                  <a:pt x="662862" y="165768"/>
                  <a:pt x="659531" y="170124"/>
                  <a:pt x="646719" y="171148"/>
                </a:cubicBezTo>
                <a:lnTo>
                  <a:pt x="646719" y="174991"/>
                </a:lnTo>
                <a:lnTo>
                  <a:pt x="700016" y="174991"/>
                </a:lnTo>
                <a:lnTo>
                  <a:pt x="700016" y="171148"/>
                </a:lnTo>
                <a:cubicBezTo>
                  <a:pt x="687458" y="169870"/>
                  <a:pt x="684385" y="166793"/>
                  <a:pt x="684385" y="154243"/>
                </a:cubicBezTo>
                <a:lnTo>
                  <a:pt x="684385" y="95569"/>
                </a:lnTo>
                <a:cubicBezTo>
                  <a:pt x="684385" y="71489"/>
                  <a:pt x="673109" y="57137"/>
                  <a:pt x="654151" y="57137"/>
                </a:cubicBezTo>
                <a:cubicBezTo>
                  <a:pt x="642363" y="57137"/>
                  <a:pt x="634419" y="61496"/>
                  <a:pt x="616997" y="77893"/>
                </a:cubicBezTo>
                <a:lnTo>
                  <a:pt x="616997" y="57653"/>
                </a:lnTo>
                <a:lnTo>
                  <a:pt x="615202" y="57137"/>
                </a:lnTo>
                <a:cubicBezTo>
                  <a:pt x="602648" y="61750"/>
                  <a:pt x="593937" y="64569"/>
                  <a:pt x="579843" y="68670"/>
                </a:cubicBezTo>
                <a:lnTo>
                  <a:pt x="579843" y="73026"/>
                </a:lnTo>
                <a:close/>
                <a:moveTo>
                  <a:pt x="748697" y="57137"/>
                </a:moveTo>
                <a:lnTo>
                  <a:pt x="708982" y="71149"/>
                </a:lnTo>
                <a:lnTo>
                  <a:pt x="708982" y="74996"/>
                </a:lnTo>
                <a:lnTo>
                  <a:pt x="711035" y="74738"/>
                </a:lnTo>
                <a:cubicBezTo>
                  <a:pt x="714108" y="74226"/>
                  <a:pt x="717439" y="73968"/>
                  <a:pt x="719746" y="73968"/>
                </a:cubicBezTo>
                <a:cubicBezTo>
                  <a:pt x="725896" y="73968"/>
                  <a:pt x="728198" y="78069"/>
                  <a:pt x="728198" y="89353"/>
                </a:cubicBezTo>
                <a:lnTo>
                  <a:pt x="728198" y="148843"/>
                </a:lnTo>
                <a:cubicBezTo>
                  <a:pt x="728198" y="167305"/>
                  <a:pt x="725637" y="170124"/>
                  <a:pt x="707958" y="171148"/>
                </a:cubicBezTo>
                <a:lnTo>
                  <a:pt x="707958" y="174991"/>
                </a:lnTo>
                <a:lnTo>
                  <a:pt x="768684" y="174991"/>
                </a:lnTo>
                <a:lnTo>
                  <a:pt x="768684" y="171148"/>
                </a:lnTo>
                <a:cubicBezTo>
                  <a:pt x="751774" y="169870"/>
                  <a:pt x="749721" y="167305"/>
                  <a:pt x="749721" y="148843"/>
                </a:cubicBezTo>
                <a:lnTo>
                  <a:pt x="749721" y="57907"/>
                </a:lnTo>
                <a:lnTo>
                  <a:pt x="748697" y="57137"/>
                </a:lnTo>
                <a:moveTo>
                  <a:pt x="736655" y="86"/>
                </a:moveTo>
                <a:cubicBezTo>
                  <a:pt x="729739" y="86"/>
                  <a:pt x="723843" y="5982"/>
                  <a:pt x="723843" y="13156"/>
                </a:cubicBezTo>
                <a:cubicBezTo>
                  <a:pt x="723843" y="20331"/>
                  <a:pt x="729481" y="26223"/>
                  <a:pt x="736655" y="26223"/>
                </a:cubicBezTo>
                <a:cubicBezTo>
                  <a:pt x="744087" y="26223"/>
                  <a:pt x="749979" y="20585"/>
                  <a:pt x="749979" y="13156"/>
                </a:cubicBezTo>
                <a:cubicBezTo>
                  <a:pt x="749979" y="5982"/>
                  <a:pt x="744087" y="86"/>
                  <a:pt x="736655" y="86"/>
                </a:cubicBezTo>
                <a:close/>
                <a:moveTo>
                  <a:pt x="779189" y="73026"/>
                </a:moveTo>
                <a:cubicBezTo>
                  <a:pt x="780725" y="72256"/>
                  <a:pt x="783290" y="72001"/>
                  <a:pt x="786109" y="72001"/>
                </a:cubicBezTo>
                <a:cubicBezTo>
                  <a:pt x="793283" y="72001"/>
                  <a:pt x="795586" y="75845"/>
                  <a:pt x="795586" y="88395"/>
                </a:cubicBezTo>
                <a:lnTo>
                  <a:pt x="795586" y="151936"/>
                </a:lnTo>
                <a:cubicBezTo>
                  <a:pt x="795586" y="166539"/>
                  <a:pt x="792767" y="170124"/>
                  <a:pt x="779701" y="171148"/>
                </a:cubicBezTo>
                <a:lnTo>
                  <a:pt x="779701" y="174991"/>
                </a:lnTo>
                <a:lnTo>
                  <a:pt x="834022" y="174991"/>
                </a:lnTo>
                <a:lnTo>
                  <a:pt x="834022" y="171148"/>
                </a:lnTo>
                <a:cubicBezTo>
                  <a:pt x="820952" y="170124"/>
                  <a:pt x="817109" y="167051"/>
                  <a:pt x="817109" y="157828"/>
                </a:cubicBezTo>
                <a:lnTo>
                  <a:pt x="817109" y="85834"/>
                </a:lnTo>
                <a:cubicBezTo>
                  <a:pt x="829409" y="74304"/>
                  <a:pt x="835047" y="71231"/>
                  <a:pt x="843504" y="71231"/>
                </a:cubicBezTo>
                <a:cubicBezTo>
                  <a:pt x="856058" y="71231"/>
                  <a:pt x="862208" y="79172"/>
                  <a:pt x="862208" y="96081"/>
                </a:cubicBezTo>
                <a:lnTo>
                  <a:pt x="862208" y="149629"/>
                </a:lnTo>
                <a:cubicBezTo>
                  <a:pt x="862208" y="165768"/>
                  <a:pt x="858877" y="170124"/>
                  <a:pt x="846064" y="171148"/>
                </a:cubicBezTo>
                <a:lnTo>
                  <a:pt x="846064" y="174991"/>
                </a:lnTo>
                <a:lnTo>
                  <a:pt x="899362" y="174991"/>
                </a:lnTo>
                <a:lnTo>
                  <a:pt x="899362" y="171148"/>
                </a:lnTo>
                <a:cubicBezTo>
                  <a:pt x="886804" y="169870"/>
                  <a:pt x="883731" y="166793"/>
                  <a:pt x="883731" y="154243"/>
                </a:cubicBezTo>
                <a:lnTo>
                  <a:pt x="883731" y="95569"/>
                </a:lnTo>
                <a:cubicBezTo>
                  <a:pt x="883731" y="71489"/>
                  <a:pt x="872455" y="57137"/>
                  <a:pt x="853497" y="57137"/>
                </a:cubicBezTo>
                <a:cubicBezTo>
                  <a:pt x="841709" y="57137"/>
                  <a:pt x="833764" y="61496"/>
                  <a:pt x="816343" y="77893"/>
                </a:cubicBezTo>
                <a:lnTo>
                  <a:pt x="816343" y="57653"/>
                </a:lnTo>
                <a:lnTo>
                  <a:pt x="814548" y="57137"/>
                </a:lnTo>
                <a:cubicBezTo>
                  <a:pt x="801994" y="61750"/>
                  <a:pt x="793283" y="64569"/>
                  <a:pt x="779189" y="68670"/>
                </a:cubicBezTo>
                <a:lnTo>
                  <a:pt x="779189" y="73026"/>
                </a:lnTo>
                <a:close/>
                <a:moveTo>
                  <a:pt x="1023628" y="75638"/>
                </a:moveTo>
                <a:lnTo>
                  <a:pt x="1023628" y="65644"/>
                </a:lnTo>
                <a:lnTo>
                  <a:pt x="1003899" y="65644"/>
                </a:lnTo>
                <a:cubicBezTo>
                  <a:pt x="998773" y="65644"/>
                  <a:pt x="994930" y="64847"/>
                  <a:pt x="989808" y="63033"/>
                </a:cubicBezTo>
                <a:lnTo>
                  <a:pt x="984171" y="60984"/>
                </a:lnTo>
                <a:cubicBezTo>
                  <a:pt x="977250" y="58419"/>
                  <a:pt x="970334" y="57137"/>
                  <a:pt x="963672" y="57137"/>
                </a:cubicBezTo>
                <a:cubicBezTo>
                  <a:pt x="939842" y="57137"/>
                  <a:pt x="920880" y="75638"/>
                  <a:pt x="920880" y="98947"/>
                </a:cubicBezTo>
                <a:cubicBezTo>
                  <a:pt x="920880" y="115087"/>
                  <a:pt x="927800" y="124818"/>
                  <a:pt x="944710" y="133271"/>
                </a:cubicBezTo>
                <a:cubicBezTo>
                  <a:pt x="939842" y="137884"/>
                  <a:pt x="935233" y="142232"/>
                  <a:pt x="933692" y="143510"/>
                </a:cubicBezTo>
                <a:cubicBezTo>
                  <a:pt x="925239" y="150927"/>
                  <a:pt x="921908" y="156045"/>
                  <a:pt x="921908" y="161159"/>
                </a:cubicBezTo>
                <a:cubicBezTo>
                  <a:pt x="921908" y="166531"/>
                  <a:pt x="924981" y="169600"/>
                  <a:pt x="935487" y="174726"/>
                </a:cubicBezTo>
                <a:cubicBezTo>
                  <a:pt x="917295" y="188062"/>
                  <a:pt x="910378" y="196530"/>
                  <a:pt x="910378" y="206019"/>
                </a:cubicBezTo>
                <a:cubicBezTo>
                  <a:pt x="910378" y="219609"/>
                  <a:pt x="930361" y="230885"/>
                  <a:pt x="954703" y="230885"/>
                </a:cubicBezTo>
                <a:cubicBezTo>
                  <a:pt x="973919" y="230885"/>
                  <a:pt x="993906" y="224223"/>
                  <a:pt x="1007230" y="213459"/>
                </a:cubicBezTo>
                <a:cubicBezTo>
                  <a:pt x="1016969" y="205507"/>
                  <a:pt x="1021325" y="197296"/>
                  <a:pt x="1021325" y="187549"/>
                </a:cubicBezTo>
                <a:cubicBezTo>
                  <a:pt x="1021325" y="171649"/>
                  <a:pt x="1009279" y="160905"/>
                  <a:pt x="990321" y="160138"/>
                </a:cubicBezTo>
                <a:lnTo>
                  <a:pt x="957268" y="158602"/>
                </a:lnTo>
                <a:cubicBezTo>
                  <a:pt x="943685" y="158090"/>
                  <a:pt x="937281" y="155787"/>
                  <a:pt x="937281" y="151697"/>
                </a:cubicBezTo>
                <a:cubicBezTo>
                  <a:pt x="937281" y="146579"/>
                  <a:pt x="945734" y="137626"/>
                  <a:pt x="952654" y="135578"/>
                </a:cubicBezTo>
                <a:cubicBezTo>
                  <a:pt x="954961" y="135836"/>
                  <a:pt x="956756" y="136090"/>
                  <a:pt x="957522" y="136090"/>
                </a:cubicBezTo>
                <a:cubicBezTo>
                  <a:pt x="962389" y="136602"/>
                  <a:pt x="965721" y="136860"/>
                  <a:pt x="967261" y="136860"/>
                </a:cubicBezTo>
                <a:cubicBezTo>
                  <a:pt x="976738" y="136860"/>
                  <a:pt x="986989" y="133017"/>
                  <a:pt x="994930" y="126100"/>
                </a:cubicBezTo>
                <a:cubicBezTo>
                  <a:pt x="1003387" y="118926"/>
                  <a:pt x="1007230" y="109961"/>
                  <a:pt x="1007230" y="97157"/>
                </a:cubicBezTo>
                <a:cubicBezTo>
                  <a:pt x="1007230" y="89728"/>
                  <a:pt x="1005948" y="83836"/>
                  <a:pt x="1002363" y="75638"/>
                </a:cubicBezTo>
                <a:lnTo>
                  <a:pt x="1023628" y="75638"/>
                </a:lnTo>
                <a:moveTo>
                  <a:pt x="940866" y="175492"/>
                </a:moveTo>
                <a:cubicBezTo>
                  <a:pt x="949323" y="177290"/>
                  <a:pt x="969822" y="178827"/>
                  <a:pt x="982376" y="178827"/>
                </a:cubicBezTo>
                <a:cubicBezTo>
                  <a:pt x="1005694" y="178827"/>
                  <a:pt x="1014150" y="182162"/>
                  <a:pt x="1014150" y="191397"/>
                </a:cubicBezTo>
                <a:cubicBezTo>
                  <a:pt x="1014150" y="206277"/>
                  <a:pt x="994676" y="216278"/>
                  <a:pt x="965721" y="216278"/>
                </a:cubicBezTo>
                <a:cubicBezTo>
                  <a:pt x="943173" y="216278"/>
                  <a:pt x="928312" y="208842"/>
                  <a:pt x="928312" y="197554"/>
                </a:cubicBezTo>
                <a:cubicBezTo>
                  <a:pt x="928312" y="191655"/>
                  <a:pt x="930107" y="188320"/>
                  <a:pt x="940866" y="175492"/>
                </a:cubicBezTo>
                <a:moveTo>
                  <a:pt x="942149" y="88446"/>
                </a:moveTo>
                <a:cubicBezTo>
                  <a:pt x="942149" y="73335"/>
                  <a:pt x="949323" y="64315"/>
                  <a:pt x="961111" y="64315"/>
                </a:cubicBezTo>
                <a:cubicBezTo>
                  <a:pt x="969052" y="64315"/>
                  <a:pt x="975714" y="68721"/>
                  <a:pt x="979815" y="76408"/>
                </a:cubicBezTo>
                <a:cubicBezTo>
                  <a:pt x="984425" y="85373"/>
                  <a:pt x="987502" y="97157"/>
                  <a:pt x="987502" y="107146"/>
                </a:cubicBezTo>
                <a:cubicBezTo>
                  <a:pt x="987502" y="121487"/>
                  <a:pt x="980069" y="130452"/>
                  <a:pt x="968285" y="130452"/>
                </a:cubicBezTo>
                <a:cubicBezTo>
                  <a:pt x="952912" y="130452"/>
                  <a:pt x="942149" y="113804"/>
                  <a:pt x="942149" y="89216"/>
                </a:cubicBezTo>
                <a:lnTo>
                  <a:pt x="942149" y="88446"/>
                </a:lnTo>
                <a:close/>
                <a:moveTo>
                  <a:pt x="1160710" y="59639"/>
                </a:moveTo>
                <a:lnTo>
                  <a:pt x="1134832" y="59639"/>
                </a:lnTo>
                <a:lnTo>
                  <a:pt x="1134832" y="29917"/>
                </a:lnTo>
                <a:cubicBezTo>
                  <a:pt x="1134832" y="27356"/>
                  <a:pt x="1134578" y="26586"/>
                  <a:pt x="1133037" y="26586"/>
                </a:cubicBezTo>
                <a:cubicBezTo>
                  <a:pt x="1131247" y="28893"/>
                  <a:pt x="1129706" y="31200"/>
                  <a:pt x="1127916" y="33760"/>
                </a:cubicBezTo>
                <a:cubicBezTo>
                  <a:pt x="1118176" y="47855"/>
                  <a:pt x="1107159" y="60155"/>
                  <a:pt x="1103061" y="61179"/>
                </a:cubicBezTo>
                <a:cubicBezTo>
                  <a:pt x="1100243" y="62970"/>
                  <a:pt x="1098702" y="64765"/>
                  <a:pt x="1098702" y="66047"/>
                </a:cubicBezTo>
                <a:cubicBezTo>
                  <a:pt x="1098702" y="66817"/>
                  <a:pt x="1098960" y="67329"/>
                  <a:pt x="1099730" y="67842"/>
                </a:cubicBezTo>
                <a:lnTo>
                  <a:pt x="1113309" y="67842"/>
                </a:lnTo>
                <a:lnTo>
                  <a:pt x="1113309" y="144957"/>
                </a:lnTo>
                <a:cubicBezTo>
                  <a:pt x="1113309" y="166476"/>
                  <a:pt x="1120995" y="177494"/>
                  <a:pt x="1136114" y="177494"/>
                </a:cubicBezTo>
                <a:cubicBezTo>
                  <a:pt x="1148668" y="177494"/>
                  <a:pt x="1158404" y="171348"/>
                  <a:pt x="1166860" y="158023"/>
                </a:cubicBezTo>
                <a:lnTo>
                  <a:pt x="1163529" y="155204"/>
                </a:lnTo>
                <a:cubicBezTo>
                  <a:pt x="1158149" y="161608"/>
                  <a:pt x="1153794" y="164173"/>
                  <a:pt x="1148156" y="164173"/>
                </a:cubicBezTo>
                <a:cubicBezTo>
                  <a:pt x="1138675" y="164173"/>
                  <a:pt x="1134832" y="157253"/>
                  <a:pt x="1134832" y="141114"/>
                </a:cubicBezTo>
                <a:lnTo>
                  <a:pt x="1134832" y="67842"/>
                </a:lnTo>
                <a:lnTo>
                  <a:pt x="1160710" y="67842"/>
                </a:lnTo>
                <a:lnTo>
                  <a:pt x="1160710" y="59639"/>
                </a:lnTo>
                <a:close/>
                <a:moveTo>
                  <a:pt x="1271145" y="132899"/>
                </a:moveTo>
                <a:cubicBezTo>
                  <a:pt x="1258849" y="152382"/>
                  <a:pt x="1247827" y="159818"/>
                  <a:pt x="1231430" y="159818"/>
                </a:cubicBezTo>
                <a:cubicBezTo>
                  <a:pt x="1216827" y="159818"/>
                  <a:pt x="1205809" y="152382"/>
                  <a:pt x="1198377" y="137771"/>
                </a:cubicBezTo>
                <a:cubicBezTo>
                  <a:pt x="1193763" y="128028"/>
                  <a:pt x="1191973" y="119567"/>
                  <a:pt x="1191461" y="103928"/>
                </a:cubicBezTo>
                <a:lnTo>
                  <a:pt x="1270378" y="103928"/>
                </a:lnTo>
                <a:cubicBezTo>
                  <a:pt x="1268326" y="87304"/>
                  <a:pt x="1265765" y="79899"/>
                  <a:pt x="1259361" y="71728"/>
                </a:cubicBezTo>
                <a:cubicBezTo>
                  <a:pt x="1251670" y="62520"/>
                  <a:pt x="1239886" y="57137"/>
                  <a:pt x="1226562" y="57137"/>
                </a:cubicBezTo>
                <a:cubicBezTo>
                  <a:pt x="1213750" y="57137"/>
                  <a:pt x="1201708" y="61750"/>
                  <a:pt x="1191973" y="70449"/>
                </a:cubicBezTo>
                <a:cubicBezTo>
                  <a:pt x="1179927" y="80920"/>
                  <a:pt x="1173011" y="99061"/>
                  <a:pt x="1173011" y="120079"/>
                </a:cubicBezTo>
                <a:cubicBezTo>
                  <a:pt x="1173011" y="155458"/>
                  <a:pt x="1191461" y="177494"/>
                  <a:pt x="1220924" y="177494"/>
                </a:cubicBezTo>
                <a:cubicBezTo>
                  <a:pt x="1245266" y="177494"/>
                  <a:pt x="1264482" y="162379"/>
                  <a:pt x="1275246" y="134694"/>
                </a:cubicBezTo>
                <a:lnTo>
                  <a:pt x="1271145" y="132899"/>
                </a:lnTo>
                <a:moveTo>
                  <a:pt x="1191973" y="95730"/>
                </a:moveTo>
                <a:cubicBezTo>
                  <a:pt x="1194788" y="75813"/>
                  <a:pt x="1203503" y="66364"/>
                  <a:pt x="1219130" y="66364"/>
                </a:cubicBezTo>
                <a:cubicBezTo>
                  <a:pt x="1234761" y="66364"/>
                  <a:pt x="1240911" y="73515"/>
                  <a:pt x="1244242" y="95730"/>
                </a:cubicBezTo>
                <a:lnTo>
                  <a:pt x="1191973" y="95730"/>
                </a:lnTo>
                <a:close/>
                <a:moveTo>
                  <a:pt x="1382349" y="134979"/>
                </a:moveTo>
                <a:cubicBezTo>
                  <a:pt x="1370049" y="152901"/>
                  <a:pt x="1360826" y="159048"/>
                  <a:pt x="1346219" y="159048"/>
                </a:cubicBezTo>
                <a:cubicBezTo>
                  <a:pt x="1322902" y="159048"/>
                  <a:pt x="1306504" y="138565"/>
                  <a:pt x="1306504" y="109120"/>
                </a:cubicBezTo>
                <a:cubicBezTo>
                  <a:pt x="1306504" y="82749"/>
                  <a:pt x="1320599" y="64569"/>
                  <a:pt x="1341352" y="64569"/>
                </a:cubicBezTo>
                <a:cubicBezTo>
                  <a:pt x="1350575" y="64569"/>
                  <a:pt x="1353906" y="67384"/>
                  <a:pt x="1356471" y="76857"/>
                </a:cubicBezTo>
                <a:lnTo>
                  <a:pt x="1358007" y="82491"/>
                </a:lnTo>
                <a:cubicBezTo>
                  <a:pt x="1360056" y="89662"/>
                  <a:pt x="1364669" y="94271"/>
                  <a:pt x="1370049" y="94271"/>
                </a:cubicBezTo>
                <a:cubicBezTo>
                  <a:pt x="1376711" y="94271"/>
                  <a:pt x="1382349" y="89404"/>
                  <a:pt x="1382349" y="83516"/>
                </a:cubicBezTo>
                <a:cubicBezTo>
                  <a:pt x="1382349" y="69179"/>
                  <a:pt x="1364411" y="57137"/>
                  <a:pt x="1342888" y="57137"/>
                </a:cubicBezTo>
                <a:cubicBezTo>
                  <a:pt x="1330334" y="57137"/>
                  <a:pt x="1317268" y="62262"/>
                  <a:pt x="1306762" y="71481"/>
                </a:cubicBezTo>
                <a:cubicBezTo>
                  <a:pt x="1293950" y="82749"/>
                  <a:pt x="1286776" y="100159"/>
                  <a:pt x="1286776" y="120384"/>
                </a:cubicBezTo>
                <a:cubicBezTo>
                  <a:pt x="1286776" y="153672"/>
                  <a:pt x="1307017" y="177494"/>
                  <a:pt x="1335460" y="177494"/>
                </a:cubicBezTo>
                <a:cubicBezTo>
                  <a:pt x="1346990" y="177494"/>
                  <a:pt x="1357237" y="173396"/>
                  <a:pt x="1366464" y="165452"/>
                </a:cubicBezTo>
                <a:cubicBezTo>
                  <a:pt x="1373380" y="159302"/>
                  <a:pt x="1378248" y="152389"/>
                  <a:pt x="1385934" y="137282"/>
                </a:cubicBezTo>
                <a:lnTo>
                  <a:pt x="1382349" y="134979"/>
                </a:lnTo>
                <a:close/>
                <a:moveTo>
                  <a:pt x="1434363" y="87116"/>
                </a:moveTo>
                <a:cubicBezTo>
                  <a:pt x="1445123" y="75333"/>
                  <a:pt x="1452810" y="70973"/>
                  <a:pt x="1462803" y="70973"/>
                </a:cubicBezTo>
                <a:cubicBezTo>
                  <a:pt x="1475615" y="70973"/>
                  <a:pt x="1482019" y="80200"/>
                  <a:pt x="1482019" y="98134"/>
                </a:cubicBezTo>
                <a:lnTo>
                  <a:pt x="1482019" y="148859"/>
                </a:lnTo>
                <a:cubicBezTo>
                  <a:pt x="1482019" y="166281"/>
                  <a:pt x="1479458" y="169612"/>
                  <a:pt x="1464597" y="171148"/>
                </a:cubicBezTo>
                <a:lnTo>
                  <a:pt x="1464597" y="174991"/>
                </a:lnTo>
                <a:lnTo>
                  <a:pt x="1518919" y="174991"/>
                </a:lnTo>
                <a:lnTo>
                  <a:pt x="1518919" y="171148"/>
                </a:lnTo>
                <a:cubicBezTo>
                  <a:pt x="1505083" y="168587"/>
                  <a:pt x="1503542" y="166539"/>
                  <a:pt x="1503542" y="148859"/>
                </a:cubicBezTo>
                <a:lnTo>
                  <a:pt x="1503542" y="97876"/>
                </a:lnTo>
                <a:cubicBezTo>
                  <a:pt x="1503542" y="70973"/>
                  <a:pt x="1492783" y="57137"/>
                  <a:pt x="1472026" y="57137"/>
                </a:cubicBezTo>
                <a:cubicBezTo>
                  <a:pt x="1456911" y="57137"/>
                  <a:pt x="1446147" y="63287"/>
                  <a:pt x="1434363" y="78660"/>
                </a:cubicBezTo>
                <a:lnTo>
                  <a:pt x="1434363" y="770"/>
                </a:lnTo>
                <a:lnTo>
                  <a:pt x="1433081" y="0"/>
                </a:lnTo>
                <a:cubicBezTo>
                  <a:pt x="1424370" y="3073"/>
                  <a:pt x="1417962" y="5126"/>
                  <a:pt x="1403613" y="9223"/>
                </a:cubicBezTo>
                <a:lnTo>
                  <a:pt x="1396697" y="11276"/>
                </a:lnTo>
                <a:lnTo>
                  <a:pt x="1396697" y="15373"/>
                </a:lnTo>
                <a:cubicBezTo>
                  <a:pt x="1397722" y="15119"/>
                  <a:pt x="1398492" y="15119"/>
                  <a:pt x="1399770" y="15119"/>
                </a:cubicBezTo>
                <a:cubicBezTo>
                  <a:pt x="1410788" y="15119"/>
                  <a:pt x="1412840" y="17168"/>
                  <a:pt x="1412840" y="28185"/>
                </a:cubicBezTo>
                <a:lnTo>
                  <a:pt x="1412840" y="148859"/>
                </a:lnTo>
                <a:cubicBezTo>
                  <a:pt x="1412840" y="166793"/>
                  <a:pt x="1411300" y="169099"/>
                  <a:pt x="1396439" y="171148"/>
                </a:cubicBezTo>
                <a:lnTo>
                  <a:pt x="1396439" y="174991"/>
                </a:lnTo>
                <a:lnTo>
                  <a:pt x="1451785" y="174991"/>
                </a:lnTo>
                <a:lnTo>
                  <a:pt x="1451785" y="171148"/>
                </a:lnTo>
                <a:cubicBezTo>
                  <a:pt x="1436924" y="169612"/>
                  <a:pt x="1434363" y="166539"/>
                  <a:pt x="1434363" y="148859"/>
                </a:cubicBezTo>
                <a:lnTo>
                  <a:pt x="1434363" y="87116"/>
                </a:lnTo>
                <a:close/>
                <a:moveTo>
                  <a:pt x="1526348" y="73026"/>
                </a:moveTo>
                <a:cubicBezTo>
                  <a:pt x="1527884" y="72256"/>
                  <a:pt x="1530449" y="72001"/>
                  <a:pt x="1533268" y="72001"/>
                </a:cubicBezTo>
                <a:cubicBezTo>
                  <a:pt x="1540442" y="72001"/>
                  <a:pt x="1542745" y="75845"/>
                  <a:pt x="1542745" y="88395"/>
                </a:cubicBezTo>
                <a:lnTo>
                  <a:pt x="1542745" y="151936"/>
                </a:lnTo>
                <a:cubicBezTo>
                  <a:pt x="1542745" y="166539"/>
                  <a:pt x="1539926" y="170124"/>
                  <a:pt x="1526860" y="171148"/>
                </a:cubicBezTo>
                <a:lnTo>
                  <a:pt x="1526860" y="174991"/>
                </a:lnTo>
                <a:lnTo>
                  <a:pt x="1581182" y="174991"/>
                </a:lnTo>
                <a:lnTo>
                  <a:pt x="1581182" y="171148"/>
                </a:lnTo>
                <a:cubicBezTo>
                  <a:pt x="1568111" y="170124"/>
                  <a:pt x="1564268" y="167051"/>
                  <a:pt x="1564268" y="157828"/>
                </a:cubicBezTo>
                <a:lnTo>
                  <a:pt x="1564268" y="85834"/>
                </a:lnTo>
                <a:cubicBezTo>
                  <a:pt x="1576568" y="74304"/>
                  <a:pt x="1582206" y="71231"/>
                  <a:pt x="1590663" y="71231"/>
                </a:cubicBezTo>
                <a:cubicBezTo>
                  <a:pt x="1603217" y="71231"/>
                  <a:pt x="1609367" y="79172"/>
                  <a:pt x="1609367" y="96081"/>
                </a:cubicBezTo>
                <a:lnTo>
                  <a:pt x="1609367" y="149629"/>
                </a:lnTo>
                <a:cubicBezTo>
                  <a:pt x="1609367" y="165768"/>
                  <a:pt x="1606036" y="170124"/>
                  <a:pt x="1593224" y="171148"/>
                </a:cubicBezTo>
                <a:lnTo>
                  <a:pt x="1593224" y="174991"/>
                </a:lnTo>
                <a:lnTo>
                  <a:pt x="1646521" y="174991"/>
                </a:lnTo>
                <a:lnTo>
                  <a:pt x="1646521" y="171148"/>
                </a:lnTo>
                <a:cubicBezTo>
                  <a:pt x="1633963" y="169870"/>
                  <a:pt x="1630890" y="166793"/>
                  <a:pt x="1630890" y="154243"/>
                </a:cubicBezTo>
                <a:lnTo>
                  <a:pt x="1630890" y="95569"/>
                </a:lnTo>
                <a:cubicBezTo>
                  <a:pt x="1630890" y="71489"/>
                  <a:pt x="1619614" y="57137"/>
                  <a:pt x="1600656" y="57137"/>
                </a:cubicBezTo>
                <a:cubicBezTo>
                  <a:pt x="1588868" y="57137"/>
                  <a:pt x="1580924" y="61496"/>
                  <a:pt x="1563502" y="77893"/>
                </a:cubicBezTo>
                <a:lnTo>
                  <a:pt x="1563502" y="57653"/>
                </a:lnTo>
                <a:lnTo>
                  <a:pt x="1561707" y="57137"/>
                </a:lnTo>
                <a:cubicBezTo>
                  <a:pt x="1549153" y="61750"/>
                  <a:pt x="1540442" y="64569"/>
                  <a:pt x="1526348" y="68670"/>
                </a:cubicBezTo>
                <a:lnTo>
                  <a:pt x="1526348" y="73026"/>
                </a:lnTo>
                <a:close/>
                <a:moveTo>
                  <a:pt x="1695202" y="57137"/>
                </a:moveTo>
                <a:lnTo>
                  <a:pt x="1655487" y="71149"/>
                </a:lnTo>
                <a:lnTo>
                  <a:pt x="1655487" y="74996"/>
                </a:lnTo>
                <a:lnTo>
                  <a:pt x="1657540" y="74738"/>
                </a:lnTo>
                <a:cubicBezTo>
                  <a:pt x="1660613" y="74226"/>
                  <a:pt x="1663944" y="73968"/>
                  <a:pt x="1666250" y="73968"/>
                </a:cubicBezTo>
                <a:cubicBezTo>
                  <a:pt x="1672400" y="73968"/>
                  <a:pt x="1674703" y="78069"/>
                  <a:pt x="1674703" y="89353"/>
                </a:cubicBezTo>
                <a:lnTo>
                  <a:pt x="1674703" y="148843"/>
                </a:lnTo>
                <a:cubicBezTo>
                  <a:pt x="1674703" y="167305"/>
                  <a:pt x="1672142" y="170124"/>
                  <a:pt x="1654463" y="171148"/>
                </a:cubicBezTo>
                <a:lnTo>
                  <a:pt x="1654463" y="174991"/>
                </a:lnTo>
                <a:lnTo>
                  <a:pt x="1715188" y="174991"/>
                </a:lnTo>
                <a:lnTo>
                  <a:pt x="1715188" y="171148"/>
                </a:lnTo>
                <a:cubicBezTo>
                  <a:pt x="1698279" y="169870"/>
                  <a:pt x="1696226" y="167305"/>
                  <a:pt x="1696226" y="148843"/>
                </a:cubicBezTo>
                <a:lnTo>
                  <a:pt x="1696226" y="57907"/>
                </a:lnTo>
                <a:lnTo>
                  <a:pt x="1695202" y="57137"/>
                </a:lnTo>
                <a:moveTo>
                  <a:pt x="1683160" y="86"/>
                </a:moveTo>
                <a:cubicBezTo>
                  <a:pt x="1676244" y="86"/>
                  <a:pt x="1670348" y="5982"/>
                  <a:pt x="1670348" y="13156"/>
                </a:cubicBezTo>
                <a:cubicBezTo>
                  <a:pt x="1670348" y="20331"/>
                  <a:pt x="1675986" y="26223"/>
                  <a:pt x="1683160" y="26223"/>
                </a:cubicBezTo>
                <a:cubicBezTo>
                  <a:pt x="1690592" y="26223"/>
                  <a:pt x="1696484" y="20585"/>
                  <a:pt x="1696484" y="13156"/>
                </a:cubicBezTo>
                <a:cubicBezTo>
                  <a:pt x="1696484" y="5982"/>
                  <a:pt x="1690592" y="86"/>
                  <a:pt x="1683160" y="86"/>
                </a:cubicBezTo>
                <a:close/>
                <a:moveTo>
                  <a:pt x="1813838" y="66110"/>
                </a:moveTo>
                <a:cubicBezTo>
                  <a:pt x="1802050" y="59193"/>
                  <a:pt x="1794364" y="56886"/>
                  <a:pt x="1784371" y="56886"/>
                </a:cubicBezTo>
                <a:cubicBezTo>
                  <a:pt x="1752342" y="56886"/>
                  <a:pt x="1727742" y="85568"/>
                  <a:pt x="1727742" y="122437"/>
                </a:cubicBezTo>
                <a:cubicBezTo>
                  <a:pt x="1727742" y="154696"/>
                  <a:pt x="1744656" y="177494"/>
                  <a:pt x="1768740" y="177494"/>
                </a:cubicBezTo>
                <a:cubicBezTo>
                  <a:pt x="1783600" y="177494"/>
                  <a:pt x="1797695" y="170835"/>
                  <a:pt x="1808967" y="158535"/>
                </a:cubicBezTo>
                <a:lnTo>
                  <a:pt x="1808967" y="206711"/>
                </a:lnTo>
                <a:cubicBezTo>
                  <a:pt x="1808967" y="221060"/>
                  <a:pt x="1804357" y="224907"/>
                  <a:pt x="1786165" y="226185"/>
                </a:cubicBezTo>
                <a:lnTo>
                  <a:pt x="1786165" y="230541"/>
                </a:lnTo>
                <a:lnTo>
                  <a:pt x="1846633" y="230541"/>
                </a:lnTo>
                <a:lnTo>
                  <a:pt x="1846633" y="226956"/>
                </a:lnTo>
                <a:cubicBezTo>
                  <a:pt x="1832542" y="223879"/>
                  <a:pt x="1830490" y="221830"/>
                  <a:pt x="1830490" y="211066"/>
                </a:cubicBezTo>
                <a:lnTo>
                  <a:pt x="1830490" y="57915"/>
                </a:lnTo>
                <a:lnTo>
                  <a:pt x="1827671" y="57915"/>
                </a:lnTo>
                <a:lnTo>
                  <a:pt x="1813838" y="66110"/>
                </a:lnTo>
                <a:moveTo>
                  <a:pt x="1808967" y="142408"/>
                </a:moveTo>
                <a:cubicBezTo>
                  <a:pt x="1808967" y="148554"/>
                  <a:pt x="1807942" y="151881"/>
                  <a:pt x="1805381" y="153930"/>
                </a:cubicBezTo>
                <a:cubicBezTo>
                  <a:pt x="1799744" y="158793"/>
                  <a:pt x="1791287" y="161866"/>
                  <a:pt x="1783346" y="161866"/>
                </a:cubicBezTo>
                <a:cubicBezTo>
                  <a:pt x="1775402" y="161866"/>
                  <a:pt x="1768485" y="159306"/>
                  <a:pt x="1763360" y="154184"/>
                </a:cubicBezTo>
                <a:cubicBezTo>
                  <a:pt x="1755161" y="146759"/>
                  <a:pt x="1749777" y="130120"/>
                  <a:pt x="1749777" y="113222"/>
                </a:cubicBezTo>
                <a:cubicBezTo>
                  <a:pt x="1749777" y="83007"/>
                  <a:pt x="1763360" y="64065"/>
                  <a:pt x="1785137" y="64065"/>
                </a:cubicBezTo>
                <a:cubicBezTo>
                  <a:pt x="1801026" y="64065"/>
                  <a:pt x="1808967" y="72510"/>
                  <a:pt x="1808967" y="89666"/>
                </a:cubicBezTo>
                <a:lnTo>
                  <a:pt x="1808967" y="142408"/>
                </a:lnTo>
                <a:close/>
                <a:moveTo>
                  <a:pt x="1972439" y="162132"/>
                </a:moveTo>
                <a:lnTo>
                  <a:pt x="1971161" y="162132"/>
                </a:lnTo>
                <a:cubicBezTo>
                  <a:pt x="1959373" y="162132"/>
                  <a:pt x="1956554" y="159313"/>
                  <a:pt x="1956554" y="147526"/>
                </a:cubicBezTo>
                <a:lnTo>
                  <a:pt x="1956554" y="59639"/>
                </a:lnTo>
                <a:lnTo>
                  <a:pt x="1916069" y="59639"/>
                </a:lnTo>
                <a:lnTo>
                  <a:pt x="1916069" y="63998"/>
                </a:lnTo>
                <a:cubicBezTo>
                  <a:pt x="1931958" y="64765"/>
                  <a:pt x="1935031" y="67329"/>
                  <a:pt x="1935031" y="80138"/>
                </a:cubicBezTo>
                <a:lnTo>
                  <a:pt x="1935031" y="140343"/>
                </a:lnTo>
                <a:cubicBezTo>
                  <a:pt x="1935031" y="147518"/>
                  <a:pt x="1933749" y="151107"/>
                  <a:pt x="1930164" y="153922"/>
                </a:cubicBezTo>
                <a:cubicBezTo>
                  <a:pt x="1923243" y="159560"/>
                  <a:pt x="1915303" y="162633"/>
                  <a:pt x="1907616" y="162633"/>
                </a:cubicBezTo>
                <a:cubicBezTo>
                  <a:pt x="1897623" y="162633"/>
                  <a:pt x="1889424" y="153922"/>
                  <a:pt x="1889424" y="143162"/>
                </a:cubicBezTo>
                <a:lnTo>
                  <a:pt x="1889424" y="59639"/>
                </a:lnTo>
                <a:lnTo>
                  <a:pt x="1852012" y="59639"/>
                </a:lnTo>
                <a:lnTo>
                  <a:pt x="1852012" y="63228"/>
                </a:lnTo>
                <a:cubicBezTo>
                  <a:pt x="1864312" y="63998"/>
                  <a:pt x="1867901" y="67842"/>
                  <a:pt x="1867901" y="79625"/>
                </a:cubicBezTo>
                <a:lnTo>
                  <a:pt x="1867901" y="144187"/>
                </a:lnTo>
                <a:cubicBezTo>
                  <a:pt x="1867901" y="164427"/>
                  <a:pt x="1880197" y="177494"/>
                  <a:pt x="1898901" y="177494"/>
                </a:cubicBezTo>
                <a:cubicBezTo>
                  <a:pt x="1908382" y="177494"/>
                  <a:pt x="1918376" y="173396"/>
                  <a:pt x="1925296" y="166476"/>
                </a:cubicBezTo>
                <a:lnTo>
                  <a:pt x="1936314" y="155462"/>
                </a:lnTo>
                <a:lnTo>
                  <a:pt x="1936314" y="176727"/>
                </a:lnTo>
                <a:lnTo>
                  <a:pt x="1937338" y="177243"/>
                </a:lnTo>
                <a:cubicBezTo>
                  <a:pt x="1950150" y="172122"/>
                  <a:pt x="1959373" y="169303"/>
                  <a:pt x="1972439" y="165714"/>
                </a:cubicBezTo>
                <a:lnTo>
                  <a:pt x="1972439" y="162132"/>
                </a:lnTo>
                <a:close/>
                <a:moveTo>
                  <a:pt x="2082362" y="132899"/>
                </a:moveTo>
                <a:cubicBezTo>
                  <a:pt x="2070066" y="152382"/>
                  <a:pt x="2059045" y="159818"/>
                  <a:pt x="2042647" y="159818"/>
                </a:cubicBezTo>
                <a:cubicBezTo>
                  <a:pt x="2028045" y="159818"/>
                  <a:pt x="2017027" y="152382"/>
                  <a:pt x="2009595" y="137771"/>
                </a:cubicBezTo>
                <a:cubicBezTo>
                  <a:pt x="2004981" y="128028"/>
                  <a:pt x="2003190" y="119567"/>
                  <a:pt x="2002678" y="103928"/>
                </a:cubicBezTo>
                <a:lnTo>
                  <a:pt x="2081596" y="103928"/>
                </a:lnTo>
                <a:cubicBezTo>
                  <a:pt x="2079543" y="87304"/>
                  <a:pt x="2076983" y="79899"/>
                  <a:pt x="2070578" y="71728"/>
                </a:cubicBezTo>
                <a:cubicBezTo>
                  <a:pt x="2062888" y="62520"/>
                  <a:pt x="2051104" y="57137"/>
                  <a:pt x="2037780" y="57137"/>
                </a:cubicBezTo>
                <a:cubicBezTo>
                  <a:pt x="2024968" y="57137"/>
                  <a:pt x="2012926" y="61750"/>
                  <a:pt x="2003190" y="70449"/>
                </a:cubicBezTo>
                <a:cubicBezTo>
                  <a:pt x="1991145" y="80920"/>
                  <a:pt x="1984228" y="99061"/>
                  <a:pt x="1984228" y="120079"/>
                </a:cubicBezTo>
                <a:cubicBezTo>
                  <a:pt x="1984228" y="155458"/>
                  <a:pt x="2002678" y="177494"/>
                  <a:pt x="2032142" y="177494"/>
                </a:cubicBezTo>
                <a:cubicBezTo>
                  <a:pt x="2056484" y="177494"/>
                  <a:pt x="2075700" y="162379"/>
                  <a:pt x="2086464" y="134694"/>
                </a:cubicBezTo>
                <a:lnTo>
                  <a:pt x="2082362" y="132899"/>
                </a:lnTo>
                <a:moveTo>
                  <a:pt x="2003190" y="95730"/>
                </a:moveTo>
                <a:cubicBezTo>
                  <a:pt x="2006005" y="75813"/>
                  <a:pt x="2014720" y="66364"/>
                  <a:pt x="2030347" y="66364"/>
                </a:cubicBezTo>
                <a:cubicBezTo>
                  <a:pt x="2045978" y="66364"/>
                  <a:pt x="2052128" y="73515"/>
                  <a:pt x="2055460" y="95730"/>
                </a:cubicBezTo>
                <a:lnTo>
                  <a:pt x="2003190" y="95730"/>
                </a:lnTo>
                <a:close/>
                <a:moveTo>
                  <a:pt x="2172296" y="94486"/>
                </a:moveTo>
                <a:lnTo>
                  <a:pt x="2171272" y="59639"/>
                </a:lnTo>
                <a:lnTo>
                  <a:pt x="2168453" y="59639"/>
                </a:lnTo>
                <a:lnTo>
                  <a:pt x="2167941" y="60155"/>
                </a:lnTo>
                <a:cubicBezTo>
                  <a:pt x="2165634" y="61946"/>
                  <a:pt x="2165380" y="62204"/>
                  <a:pt x="2164356" y="62204"/>
                </a:cubicBezTo>
                <a:cubicBezTo>
                  <a:pt x="2162819" y="62204"/>
                  <a:pt x="2160255" y="61692"/>
                  <a:pt x="2157436" y="60409"/>
                </a:cubicBezTo>
                <a:cubicBezTo>
                  <a:pt x="2151798" y="58415"/>
                  <a:pt x="2146164" y="57387"/>
                  <a:pt x="2139502" y="57387"/>
                </a:cubicBezTo>
                <a:cubicBezTo>
                  <a:pt x="2119257" y="57387"/>
                  <a:pt x="2104654" y="70453"/>
                  <a:pt x="2104654" y="88891"/>
                </a:cubicBezTo>
                <a:cubicBezTo>
                  <a:pt x="2104654" y="103228"/>
                  <a:pt x="2112853" y="113472"/>
                  <a:pt x="2134634" y="125764"/>
                </a:cubicBezTo>
                <a:lnTo>
                  <a:pt x="2149495" y="134217"/>
                </a:lnTo>
                <a:cubicBezTo>
                  <a:pt x="2158460" y="139339"/>
                  <a:pt x="2162819" y="145485"/>
                  <a:pt x="2162819" y="153421"/>
                </a:cubicBezTo>
                <a:cubicBezTo>
                  <a:pt x="2162819" y="164689"/>
                  <a:pt x="2154617" y="171860"/>
                  <a:pt x="2141550" y="171860"/>
                </a:cubicBezTo>
                <a:cubicBezTo>
                  <a:pt x="2132840" y="171860"/>
                  <a:pt x="2124895" y="168529"/>
                  <a:pt x="2120027" y="162895"/>
                </a:cubicBezTo>
                <a:cubicBezTo>
                  <a:pt x="2114648" y="156495"/>
                  <a:pt x="2112341" y="150603"/>
                  <a:pt x="2109010" y="136008"/>
                </a:cubicBezTo>
                <a:lnTo>
                  <a:pt x="2104908" y="136008"/>
                </a:lnTo>
                <a:lnTo>
                  <a:pt x="2104908" y="175957"/>
                </a:lnTo>
                <a:lnTo>
                  <a:pt x="2108240" y="175957"/>
                </a:lnTo>
                <a:cubicBezTo>
                  <a:pt x="2110034" y="173396"/>
                  <a:pt x="2111058" y="172884"/>
                  <a:pt x="2114135" y="172884"/>
                </a:cubicBezTo>
                <a:cubicBezTo>
                  <a:pt x="2116442" y="172943"/>
                  <a:pt x="2120027" y="173455"/>
                  <a:pt x="2125919" y="174991"/>
                </a:cubicBezTo>
                <a:cubicBezTo>
                  <a:pt x="2133094" y="176469"/>
                  <a:pt x="2140014" y="177494"/>
                  <a:pt x="2144623" y="177494"/>
                </a:cubicBezTo>
                <a:cubicBezTo>
                  <a:pt x="2164356" y="177494"/>
                  <a:pt x="2180753" y="162641"/>
                  <a:pt x="2180753" y="144715"/>
                </a:cubicBezTo>
                <a:cubicBezTo>
                  <a:pt x="2180753" y="131910"/>
                  <a:pt x="2174603" y="123461"/>
                  <a:pt x="2159230" y="114242"/>
                </a:cubicBezTo>
                <a:lnTo>
                  <a:pt x="2131557" y="97853"/>
                </a:lnTo>
                <a:cubicBezTo>
                  <a:pt x="2124383" y="93755"/>
                  <a:pt x="2120540" y="87355"/>
                  <a:pt x="2120540" y="80439"/>
                </a:cubicBezTo>
                <a:cubicBezTo>
                  <a:pt x="2120540" y="70195"/>
                  <a:pt x="2128484" y="63025"/>
                  <a:pt x="2140268" y="63025"/>
                </a:cubicBezTo>
                <a:cubicBezTo>
                  <a:pt x="2154875" y="63025"/>
                  <a:pt x="2162561" y="71732"/>
                  <a:pt x="2168453" y="94525"/>
                </a:cubicBezTo>
                <a:lnTo>
                  <a:pt x="2172296" y="94486"/>
                </a:lnTo>
                <a:close/>
                <a:moveTo>
                  <a:pt x="2223289" y="149305"/>
                </a:moveTo>
                <a:cubicBezTo>
                  <a:pt x="2215599" y="149305"/>
                  <a:pt x="2209194" y="155967"/>
                  <a:pt x="2209194" y="163911"/>
                </a:cubicBezTo>
                <a:cubicBezTo>
                  <a:pt x="2209194" y="171340"/>
                  <a:pt x="2215599" y="177744"/>
                  <a:pt x="2223031" y="177744"/>
                </a:cubicBezTo>
                <a:cubicBezTo>
                  <a:pt x="2230975" y="177744"/>
                  <a:pt x="2237638" y="171340"/>
                  <a:pt x="2237638" y="163911"/>
                </a:cubicBezTo>
                <a:cubicBezTo>
                  <a:pt x="2237638" y="155967"/>
                  <a:pt x="2230975" y="149305"/>
                  <a:pt x="2223289" y="14930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</p:spTree>
    <p:extLst>
      <p:ext uri="{BB962C8B-B14F-4D97-AF65-F5344CB8AC3E}">
        <p14:creationId xmlns:p14="http://schemas.microsoft.com/office/powerpoint/2010/main" val="121550973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2026-09-08T02:02:09.3860000Z</dcterms:created>
  <dcterms:modified xsi:type="dcterms:W3CDTF">2026-09-08T02:02:09.3860000Z</dcterms:modified>
</coreProperties>
</file>