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7121ef08a45b1" /><Relationship Type="http://schemas.openxmlformats.org/officeDocument/2006/relationships/extended-properties" Target="/docProps/app.xml" Id="R1eb90b50587c4e73" /><Relationship Type="http://schemas.openxmlformats.org/officeDocument/2006/relationships/officeDocument" Target="/ppt/presentation.xml" Id="R85dfbe3103f8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7ab17b54440a8"/>
  </p:sldMasterIdLst>
  <p:notesMasterIdLst>
    <p:notesMasterId xmlns:r="http://schemas.openxmlformats.org/officeDocument/2006/relationships" r:id="Rad39ab8ba3874c93"/>
  </p:notesMasterIdLst>
  <p:sldIdLst>
    <p:sldId xmlns:r="http://schemas.openxmlformats.org/officeDocument/2006/relationships" id="256" r:id="R8db404189ac64f6d"/>
  </p:sldIdLst>
  <p:sldSz cx="6315075" cy="3857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ffefc0cc6747fc" /><Relationship Type="http://schemas.openxmlformats.org/officeDocument/2006/relationships/slideMaster" Target="/ppt/slideMasters/slideMaster1.xml" Id="Rdb37ab17b54440a8" /><Relationship Type="http://schemas.openxmlformats.org/officeDocument/2006/relationships/notesMaster" Target="/ppt/notesMasters/notesMaster1.xml" Id="Rad39ab8ba3874c93" /><Relationship Type="http://schemas.openxmlformats.org/officeDocument/2006/relationships/presProps" Target="/ppt/presProps.xml" Id="Rf4358147590a4b65" /><Relationship Type="http://schemas.openxmlformats.org/officeDocument/2006/relationships/tableStyles" Target="/ppt/tableStyles.xml" Id="R6d1804cff0414ba2" /><Relationship Type="http://schemas.openxmlformats.org/officeDocument/2006/relationships/slide" Target="/ppt/slides/slide1.xml" Id="R8db404189ac6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f79ec51f18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f65aec39045bf" /><Relationship Type="http://schemas.openxmlformats.org/officeDocument/2006/relationships/notesMaster" Target="/ppt/notesMasters/notesMaster1.xml" Id="R1350279887ac4a2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素材ID：AI-052</ns1:t>
            </ns1:r>
          </ns1:p>
          <ns1:p>
            <ns1:r>
              <ns1:t>论文：Mapping 1,000+ Language Models via the Log-Likelihood Vector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4，PDF第5页</ns1:t>
            </ns1:r>
          </ns1:p>
          <ns1:p>
            <ns1:r>
              <ns1:t>类型：实验图表</ns1:t>
            </ns1:r>
          </ns1:p>
          <ns1:p>
            <ns1:r>
              <ns1:t>借鉴点：用树高表示KL差异、叶标签颜色表示模型家族，密集节点仍保留可追踪的层级关系。</ns1:t>
            </ns1:r>
          </ns1:p>
          <ns1:p>
            <ns1:r>
              <ns1:t>论文URL：https://aclanthology.org/2025.acl-long.1584/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94f80adbd4a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53e5adf8b4354" /><Relationship Type="http://schemas.openxmlformats.org/officeDocument/2006/relationships/slideLayout" Target="/ppt/slideLayouts/slideLayout1.xml" Id="Ra8bd0a60db6d4a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bd0a60db6d4a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e9e8d13df4c62" /><Relationship Type="http://schemas.openxmlformats.org/officeDocument/2006/relationships/notesSlide" Target="/ppt/notesSlides/notesSlide1.xml" Id="R2e10c5b231f848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80D90-CDED-419F-ABE7-EE0DA6B2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51233"/>
            <a:ext cx="6237444" cy="3742466"/>
          </a:xfrm>
          <a:custGeom xmlns:a="http://schemas.openxmlformats.org/drawingml/2006/main">
            <a:pathLst>
              <a:path w="6237444" h="3742466">
                <a:moveTo>
                  <a:pt x="0" y="3742466"/>
                </a:moveTo>
                <a:lnTo>
                  <a:pt x="6237444" y="3742466"/>
                </a:lnTo>
                <a:lnTo>
                  <a:pt x="6237444" y="0"/>
                </a:lnTo>
                <a:lnTo>
                  <a:pt x="0" y="0"/>
                </a:lnTo>
                <a:lnTo>
                  <a:pt x="0" y="37424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2C90D-CAA6-4FD1-BA4B-20CFCF3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4" y="142042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1F77B4"/>
            </a:solidFill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0F96D-E5E4-459A-AB13-F528BA1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69" y="68045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26579-FFDB-426E-868F-D98C746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3" y="68045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933DF-8BE4-4D05-AC54-BE63248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81" y="104142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56076-32E8-4BA9-89F4-FF997D37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11" y="104142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AD499-4F7D-42F1-86F1-912761B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05" y="104142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960B3-E8B3-401B-8F9A-05468A9D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5" y="148540"/>
            <a:ext cx="47467" cy="14439"/>
          </a:xfrm>
          <a:custGeom xmlns:a="http://schemas.openxmlformats.org/drawingml/2006/main">
            <a:pathLst>
              <a:path w="47467" h="14439">
                <a:moveTo>
                  <a:pt x="0" y="0"/>
                </a:moveTo>
                <a:lnTo>
                  <a:pt x="47467" y="0"/>
                </a:lnTo>
                <a:lnTo>
                  <a:pt x="47467" y="14439"/>
                </a:lnTo>
                <a:lnTo>
                  <a:pt x="0" y="14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F0229-6024-49B2-8139-D71CB36C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18" y="73640"/>
            <a:ext cx="78329" cy="131571"/>
          </a:xfrm>
          <a:custGeom xmlns:a="http://schemas.openxmlformats.org/drawingml/2006/main">
            <a:pathLst>
              <a:path w="78329" h="131571">
                <a:moveTo>
                  <a:pt x="2527" y="116591"/>
                </a:moveTo>
                <a:lnTo>
                  <a:pt x="31584" y="116591"/>
                </a:lnTo>
                <a:lnTo>
                  <a:pt x="31584" y="16243"/>
                </a:lnTo>
                <a:lnTo>
                  <a:pt x="0" y="22560"/>
                </a:lnTo>
                <a:lnTo>
                  <a:pt x="0" y="6317"/>
                </a:lnTo>
                <a:lnTo>
                  <a:pt x="31404" y="0"/>
                </a:lnTo>
                <a:lnTo>
                  <a:pt x="49271" y="0"/>
                </a:lnTo>
                <a:lnTo>
                  <a:pt x="49271" y="116591"/>
                </a:lnTo>
                <a:lnTo>
                  <a:pt x="78329" y="116591"/>
                </a:lnTo>
                <a:lnTo>
                  <a:pt x="78329" y="131571"/>
                </a:lnTo>
                <a:lnTo>
                  <a:pt x="2527" y="131571"/>
                </a:lnTo>
                <a:lnTo>
                  <a:pt x="2527" y="116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3332A-20B3-47FB-960C-877840E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4" y="334744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FF7F0E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A5389-E28C-427B-90D5-AE4CF136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69" y="260747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4194A-A9B7-405E-B326-B29743A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3" y="260747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CDA4E-54FF-4418-A259-B1A89AE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81" y="296843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CF928-1E9C-4A35-BBB0-50AD5D8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11" y="296843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020C2-1559-4526-BE5F-9CFCB828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05" y="296843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4C240-FE22-4215-BD14-9EDFBBD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5" y="341242"/>
            <a:ext cx="47467" cy="14439"/>
          </a:xfrm>
          <a:custGeom xmlns:a="http://schemas.openxmlformats.org/drawingml/2006/main">
            <a:pathLst>
              <a:path w="47467" h="14439">
                <a:moveTo>
                  <a:pt x="0" y="0"/>
                </a:moveTo>
                <a:lnTo>
                  <a:pt x="47467" y="0"/>
                </a:lnTo>
                <a:lnTo>
                  <a:pt x="47467" y="14439"/>
                </a:lnTo>
                <a:lnTo>
                  <a:pt x="0" y="14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66916-190C-4B2E-9777-845CCE4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40" y="263996"/>
            <a:ext cx="83563" cy="133917"/>
          </a:xfrm>
          <a:custGeom xmlns:a="http://schemas.openxmlformats.org/drawingml/2006/main">
            <a:pathLst>
              <a:path w="83563" h="133917">
                <a:moveTo>
                  <a:pt x="21477" y="118937"/>
                </a:moveTo>
                <a:lnTo>
                  <a:pt x="83563" y="118937"/>
                </a:lnTo>
                <a:lnTo>
                  <a:pt x="83563" y="133917"/>
                </a:lnTo>
                <a:lnTo>
                  <a:pt x="0" y="133917"/>
                </a:lnTo>
                <a:lnTo>
                  <a:pt x="0" y="118937"/>
                </a:lnTo>
                <a:cubicBezTo>
                  <a:pt x="6678" y="112079"/>
                  <a:pt x="15882" y="102694"/>
                  <a:pt x="27614" y="90782"/>
                </a:cubicBezTo>
                <a:cubicBezTo>
                  <a:pt x="39165" y="79051"/>
                  <a:pt x="46564" y="71471"/>
                  <a:pt x="49632" y="68042"/>
                </a:cubicBezTo>
                <a:cubicBezTo>
                  <a:pt x="55408" y="61725"/>
                  <a:pt x="59378" y="56310"/>
                  <a:pt x="61544" y="51798"/>
                </a:cubicBezTo>
                <a:cubicBezTo>
                  <a:pt x="63710" y="47467"/>
                  <a:pt x="64973" y="42955"/>
                  <a:pt x="64973" y="38623"/>
                </a:cubicBezTo>
                <a:cubicBezTo>
                  <a:pt x="64973" y="31765"/>
                  <a:pt x="62447" y="25989"/>
                  <a:pt x="57574" y="21658"/>
                </a:cubicBezTo>
                <a:cubicBezTo>
                  <a:pt x="52701" y="17326"/>
                  <a:pt x="46384" y="14980"/>
                  <a:pt x="38443" y="14980"/>
                </a:cubicBezTo>
                <a:cubicBezTo>
                  <a:pt x="32848" y="14980"/>
                  <a:pt x="26892" y="16063"/>
                  <a:pt x="20755" y="17868"/>
                </a:cubicBezTo>
                <a:cubicBezTo>
                  <a:pt x="14619" y="19853"/>
                  <a:pt x="7941" y="22741"/>
                  <a:pt x="902" y="26711"/>
                </a:cubicBezTo>
                <a:lnTo>
                  <a:pt x="902" y="8663"/>
                </a:lnTo>
                <a:cubicBezTo>
                  <a:pt x="8122" y="5775"/>
                  <a:pt x="14799" y="3610"/>
                  <a:pt x="20936" y="2166"/>
                </a:cubicBezTo>
                <a:cubicBezTo>
                  <a:pt x="27072" y="722"/>
                  <a:pt x="32848" y="0"/>
                  <a:pt x="38082" y="0"/>
                </a:cubicBezTo>
                <a:cubicBezTo>
                  <a:pt x="51618" y="0"/>
                  <a:pt x="62447" y="3429"/>
                  <a:pt x="70568" y="10287"/>
                </a:cubicBezTo>
                <a:cubicBezTo>
                  <a:pt x="78690" y="17146"/>
                  <a:pt x="82841" y="26170"/>
                  <a:pt x="82841" y="37540"/>
                </a:cubicBezTo>
                <a:cubicBezTo>
                  <a:pt x="82841" y="42955"/>
                  <a:pt x="81758" y="48189"/>
                  <a:pt x="79773" y="52881"/>
                </a:cubicBezTo>
                <a:cubicBezTo>
                  <a:pt x="77788" y="57754"/>
                  <a:pt x="74178" y="63530"/>
                  <a:pt x="68763" y="70027"/>
                </a:cubicBezTo>
                <a:cubicBezTo>
                  <a:pt x="67320" y="71832"/>
                  <a:pt x="62627" y="76705"/>
                  <a:pt x="54686" y="84826"/>
                </a:cubicBezTo>
                <a:cubicBezTo>
                  <a:pt x="46745" y="92948"/>
                  <a:pt x="35735" y="104318"/>
                  <a:pt x="21477" y="118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946DB-9CB2-4645-8A4C-7DBF760F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4" y="527446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2CA02C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BF8C-4060-4AFD-84FB-94106A2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69" y="453449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E7647-047C-4382-8EBE-2EDD5D5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3" y="453449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978E4-B1BA-4E39-A963-492B509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81" y="489545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05A2A-3F17-4AF1-90D7-2790683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11" y="489545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31DC1-0814-4776-852B-DF29284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05" y="489545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377CA-86B5-434F-B506-07F0FA0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5" y="533943"/>
            <a:ext cx="47467" cy="14439"/>
          </a:xfrm>
          <a:custGeom xmlns:a="http://schemas.openxmlformats.org/drawingml/2006/main">
            <a:pathLst>
              <a:path w="47467" h="14439">
                <a:moveTo>
                  <a:pt x="0" y="0"/>
                </a:moveTo>
                <a:lnTo>
                  <a:pt x="47467" y="0"/>
                </a:lnTo>
                <a:lnTo>
                  <a:pt x="47467" y="14439"/>
                </a:lnTo>
                <a:lnTo>
                  <a:pt x="0" y="14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62182-E3C4-49CB-A544-E4E9B6C9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982" y="456697"/>
            <a:ext cx="86631" cy="136264"/>
          </a:xfrm>
          <a:custGeom xmlns:a="http://schemas.openxmlformats.org/drawingml/2006/main">
            <a:pathLst>
              <a:path w="86631" h="136264">
                <a:moveTo>
                  <a:pt x="59559" y="62988"/>
                </a:moveTo>
                <a:cubicBezTo>
                  <a:pt x="68042" y="64793"/>
                  <a:pt x="74719" y="68583"/>
                  <a:pt x="79412" y="74358"/>
                </a:cubicBezTo>
                <a:cubicBezTo>
                  <a:pt x="84104" y="80134"/>
                  <a:pt x="86631" y="87353"/>
                  <a:pt x="86631" y="95655"/>
                </a:cubicBezTo>
                <a:cubicBezTo>
                  <a:pt x="86631" y="108650"/>
                  <a:pt x="82119" y="118757"/>
                  <a:pt x="73276" y="125796"/>
                </a:cubicBezTo>
                <a:cubicBezTo>
                  <a:pt x="64251" y="132834"/>
                  <a:pt x="51618" y="136264"/>
                  <a:pt x="35194" y="136264"/>
                </a:cubicBezTo>
                <a:cubicBezTo>
                  <a:pt x="29599" y="136264"/>
                  <a:pt x="23824" y="135722"/>
                  <a:pt x="18048" y="134639"/>
                </a:cubicBezTo>
                <a:cubicBezTo>
                  <a:pt x="12273" y="133737"/>
                  <a:pt x="6136" y="132113"/>
                  <a:pt x="0" y="129947"/>
                </a:cubicBezTo>
                <a:lnTo>
                  <a:pt x="0" y="112801"/>
                </a:lnTo>
                <a:cubicBezTo>
                  <a:pt x="4873" y="115689"/>
                  <a:pt x="10287" y="117854"/>
                  <a:pt x="16243" y="119298"/>
                </a:cubicBezTo>
                <a:cubicBezTo>
                  <a:pt x="22019" y="120742"/>
                  <a:pt x="28155" y="121464"/>
                  <a:pt x="34652" y="121464"/>
                </a:cubicBezTo>
                <a:cubicBezTo>
                  <a:pt x="45842" y="121464"/>
                  <a:pt x="54325" y="119298"/>
                  <a:pt x="60100" y="114967"/>
                </a:cubicBezTo>
                <a:cubicBezTo>
                  <a:pt x="65876" y="110635"/>
                  <a:pt x="68944" y="104138"/>
                  <a:pt x="68944" y="95655"/>
                </a:cubicBezTo>
                <a:cubicBezTo>
                  <a:pt x="68944" y="88075"/>
                  <a:pt x="66237" y="81939"/>
                  <a:pt x="60822" y="77607"/>
                </a:cubicBezTo>
                <a:cubicBezTo>
                  <a:pt x="55408" y="73276"/>
                  <a:pt x="47828" y="70929"/>
                  <a:pt x="38082" y="70929"/>
                </a:cubicBezTo>
                <a:lnTo>
                  <a:pt x="22741" y="70929"/>
                </a:lnTo>
                <a:lnTo>
                  <a:pt x="22741" y="56310"/>
                </a:lnTo>
                <a:lnTo>
                  <a:pt x="38804" y="56310"/>
                </a:lnTo>
                <a:cubicBezTo>
                  <a:pt x="47467" y="56310"/>
                  <a:pt x="54144" y="54686"/>
                  <a:pt x="58837" y="51076"/>
                </a:cubicBezTo>
                <a:cubicBezTo>
                  <a:pt x="63530" y="47647"/>
                  <a:pt x="65876" y="42594"/>
                  <a:pt x="65876" y="35916"/>
                </a:cubicBezTo>
                <a:cubicBezTo>
                  <a:pt x="65876" y="29238"/>
                  <a:pt x="63349" y="24004"/>
                  <a:pt x="58657" y="20394"/>
                </a:cubicBezTo>
                <a:cubicBezTo>
                  <a:pt x="53784" y="16785"/>
                  <a:pt x="46925" y="14980"/>
                  <a:pt x="38082" y="14980"/>
                </a:cubicBezTo>
                <a:cubicBezTo>
                  <a:pt x="33209" y="14980"/>
                  <a:pt x="27975" y="15521"/>
                  <a:pt x="22380" y="16604"/>
                </a:cubicBezTo>
                <a:cubicBezTo>
                  <a:pt x="16785" y="17687"/>
                  <a:pt x="10648" y="19312"/>
                  <a:pt x="3971" y="21477"/>
                </a:cubicBezTo>
                <a:lnTo>
                  <a:pt x="3971" y="5595"/>
                </a:lnTo>
                <a:cubicBezTo>
                  <a:pt x="10648" y="3790"/>
                  <a:pt x="16965" y="2346"/>
                  <a:pt x="22921" y="1444"/>
                </a:cubicBezTo>
                <a:cubicBezTo>
                  <a:pt x="28697" y="541"/>
                  <a:pt x="34292" y="0"/>
                  <a:pt x="39706" y="0"/>
                </a:cubicBezTo>
                <a:cubicBezTo>
                  <a:pt x="53062" y="0"/>
                  <a:pt x="63710" y="3068"/>
                  <a:pt x="71651" y="9205"/>
                </a:cubicBezTo>
                <a:cubicBezTo>
                  <a:pt x="79592" y="15341"/>
                  <a:pt x="83563" y="23643"/>
                  <a:pt x="83563" y="34111"/>
                </a:cubicBezTo>
                <a:cubicBezTo>
                  <a:pt x="83563" y="41330"/>
                  <a:pt x="81397" y="47467"/>
                  <a:pt x="77246" y="52520"/>
                </a:cubicBezTo>
                <a:cubicBezTo>
                  <a:pt x="73095" y="57574"/>
                  <a:pt x="67139" y="61183"/>
                  <a:pt x="59559" y="62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B3EC2-59ED-4545-8D8B-4C2F86DF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427" y="142042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D62728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A5669-F9CD-45E8-94F3-E1E43F84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80" y="104142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2A963-3D00-47FF-B07C-9224B2B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711" y="68045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38443"/>
                </a:moveTo>
                <a:lnTo>
                  <a:pt x="16243" y="38443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38443"/>
                </a:lnTo>
                <a:close/>
                <a:moveTo>
                  <a:pt x="0" y="0"/>
                </a:moveTo>
                <a:lnTo>
                  <a:pt x="16243" y="0"/>
                </a:lnTo>
                <a:lnTo>
                  <a:pt x="16243" y="20575"/>
                </a:lnTo>
                <a:lnTo>
                  <a:pt x="0" y="20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EBBFB-FF90-4120-AC92-E909A5CB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66" y="104142"/>
            <a:ext cx="75441" cy="103416"/>
          </a:xfrm>
          <a:custGeom xmlns:a="http://schemas.openxmlformats.org/drawingml/2006/main">
            <a:pathLst>
              <a:path w="75441" h="103416">
                <a:moveTo>
                  <a:pt x="70207" y="5234"/>
                </a:moveTo>
                <a:lnTo>
                  <a:pt x="70207" y="20575"/>
                </a:lnTo>
                <a:cubicBezTo>
                  <a:pt x="65515" y="18409"/>
                  <a:pt x="60822" y="16604"/>
                  <a:pt x="55949" y="15341"/>
                </a:cubicBezTo>
                <a:cubicBezTo>
                  <a:pt x="50896" y="14258"/>
                  <a:pt x="45842" y="13536"/>
                  <a:pt x="40608" y="13536"/>
                </a:cubicBezTo>
                <a:cubicBezTo>
                  <a:pt x="32487" y="13536"/>
                  <a:pt x="26350" y="14799"/>
                  <a:pt x="22380" y="17326"/>
                </a:cubicBezTo>
                <a:cubicBezTo>
                  <a:pt x="18409" y="19853"/>
                  <a:pt x="16424" y="23463"/>
                  <a:pt x="16424" y="28336"/>
                </a:cubicBezTo>
                <a:cubicBezTo>
                  <a:pt x="16424" y="32126"/>
                  <a:pt x="17868" y="35013"/>
                  <a:pt x="20755" y="37179"/>
                </a:cubicBezTo>
                <a:cubicBezTo>
                  <a:pt x="23643" y="39345"/>
                  <a:pt x="29418" y="41511"/>
                  <a:pt x="38082" y="43316"/>
                </a:cubicBezTo>
                <a:lnTo>
                  <a:pt x="43677" y="44579"/>
                </a:lnTo>
                <a:cubicBezTo>
                  <a:pt x="55227" y="47106"/>
                  <a:pt x="63349" y="50715"/>
                  <a:pt x="68222" y="55047"/>
                </a:cubicBezTo>
                <a:cubicBezTo>
                  <a:pt x="72915" y="59559"/>
                  <a:pt x="75441" y="65876"/>
                  <a:pt x="75441" y="73817"/>
                </a:cubicBezTo>
                <a:cubicBezTo>
                  <a:pt x="75441" y="83022"/>
                  <a:pt x="71832" y="90241"/>
                  <a:pt x="64612" y="95475"/>
                </a:cubicBezTo>
                <a:cubicBezTo>
                  <a:pt x="57393" y="100889"/>
                  <a:pt x="47286" y="103416"/>
                  <a:pt x="34652" y="103416"/>
                </a:cubicBezTo>
                <a:cubicBezTo>
                  <a:pt x="29238" y="103416"/>
                  <a:pt x="23824" y="102875"/>
                  <a:pt x="18048" y="101972"/>
                </a:cubicBezTo>
                <a:cubicBezTo>
                  <a:pt x="12273" y="101070"/>
                  <a:pt x="6317" y="99626"/>
                  <a:pt x="0" y="97460"/>
                </a:cubicBezTo>
                <a:lnTo>
                  <a:pt x="0" y="80675"/>
                </a:lnTo>
                <a:cubicBezTo>
                  <a:pt x="5956" y="83924"/>
                  <a:pt x="11912" y="86270"/>
                  <a:pt x="17687" y="87714"/>
                </a:cubicBezTo>
                <a:cubicBezTo>
                  <a:pt x="23463" y="89338"/>
                  <a:pt x="29238" y="90060"/>
                  <a:pt x="35013" y="90060"/>
                </a:cubicBezTo>
                <a:cubicBezTo>
                  <a:pt x="42594" y="90060"/>
                  <a:pt x="48550" y="88797"/>
                  <a:pt x="52701" y="86270"/>
                </a:cubicBezTo>
                <a:cubicBezTo>
                  <a:pt x="56671" y="83743"/>
                  <a:pt x="58837" y="79953"/>
                  <a:pt x="58837" y="75080"/>
                </a:cubicBezTo>
                <a:cubicBezTo>
                  <a:pt x="58837" y="70749"/>
                  <a:pt x="57213" y="67320"/>
                  <a:pt x="54325" y="64973"/>
                </a:cubicBezTo>
                <a:cubicBezTo>
                  <a:pt x="51437" y="62627"/>
                  <a:pt x="44940" y="60281"/>
                  <a:pt x="34833" y="58115"/>
                </a:cubicBezTo>
                <a:lnTo>
                  <a:pt x="29238" y="56852"/>
                </a:lnTo>
                <a:cubicBezTo>
                  <a:pt x="19131" y="54686"/>
                  <a:pt x="11731" y="51437"/>
                  <a:pt x="7400" y="47106"/>
                </a:cubicBezTo>
                <a:cubicBezTo>
                  <a:pt x="2888" y="42774"/>
                  <a:pt x="722" y="36818"/>
                  <a:pt x="722" y="29058"/>
                </a:cubicBezTo>
                <a:cubicBezTo>
                  <a:pt x="722" y="19853"/>
                  <a:pt x="3971" y="12634"/>
                  <a:pt x="10468" y="7580"/>
                </a:cubicBezTo>
                <a:cubicBezTo>
                  <a:pt x="16965" y="2527"/>
                  <a:pt x="26350" y="0"/>
                  <a:pt x="38623" y="0"/>
                </a:cubicBezTo>
                <a:cubicBezTo>
                  <a:pt x="44579" y="0"/>
                  <a:pt x="50174" y="541"/>
                  <a:pt x="55588" y="1444"/>
                </a:cubicBezTo>
                <a:cubicBezTo>
                  <a:pt x="60822" y="2346"/>
                  <a:pt x="65695" y="3610"/>
                  <a:pt x="70207" y="52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36597-AC7E-436A-BD7F-8893A2D6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24" y="78513"/>
            <a:ext cx="61544" cy="126698"/>
          </a:xfrm>
          <a:custGeom xmlns:a="http://schemas.openxmlformats.org/drawingml/2006/main">
            <a:pathLst>
              <a:path w="61544" h="126698">
                <a:moveTo>
                  <a:pt x="28155" y="0"/>
                </a:moveTo>
                <a:lnTo>
                  <a:pt x="28155" y="27975"/>
                </a:lnTo>
                <a:lnTo>
                  <a:pt x="61544" y="27975"/>
                </a:lnTo>
                <a:lnTo>
                  <a:pt x="61544" y="40608"/>
                </a:lnTo>
                <a:lnTo>
                  <a:pt x="28155" y="40608"/>
                </a:lnTo>
                <a:lnTo>
                  <a:pt x="28155" y="94211"/>
                </a:lnTo>
                <a:cubicBezTo>
                  <a:pt x="28155" y="102333"/>
                  <a:pt x="29238" y="107567"/>
                  <a:pt x="31404" y="109733"/>
                </a:cubicBezTo>
                <a:cubicBezTo>
                  <a:pt x="33570" y="112079"/>
                  <a:pt x="38082" y="113162"/>
                  <a:pt x="44940" y="113162"/>
                </a:cubicBezTo>
                <a:lnTo>
                  <a:pt x="61544" y="113162"/>
                </a:lnTo>
                <a:lnTo>
                  <a:pt x="61544" y="126698"/>
                </a:lnTo>
                <a:lnTo>
                  <a:pt x="44940" y="126698"/>
                </a:lnTo>
                <a:cubicBezTo>
                  <a:pt x="32306" y="126698"/>
                  <a:pt x="23643" y="124352"/>
                  <a:pt x="18951" y="119659"/>
                </a:cubicBezTo>
                <a:cubicBezTo>
                  <a:pt x="14258" y="114967"/>
                  <a:pt x="11912" y="106484"/>
                  <a:pt x="11912" y="94211"/>
                </a:cubicBezTo>
                <a:lnTo>
                  <a:pt x="11912" y="40608"/>
                </a:lnTo>
                <a:lnTo>
                  <a:pt x="0" y="40608"/>
                </a:lnTo>
                <a:lnTo>
                  <a:pt x="0" y="27975"/>
                </a:lnTo>
                <a:lnTo>
                  <a:pt x="11912" y="27975"/>
                </a:lnTo>
                <a:lnTo>
                  <a:pt x="11912" y="0"/>
                </a:lnTo>
                <a:lnTo>
                  <a:pt x="2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37CF0-CF4F-418A-9951-9A27376A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123" y="104142"/>
            <a:ext cx="57754" cy="101070"/>
          </a:xfrm>
          <a:custGeom xmlns:a="http://schemas.openxmlformats.org/drawingml/2006/main">
            <a:pathLst>
              <a:path w="57754" h="101070">
                <a:moveTo>
                  <a:pt x="57754" y="17507"/>
                </a:moveTo>
                <a:cubicBezTo>
                  <a:pt x="55949" y="16424"/>
                  <a:pt x="53964" y="15702"/>
                  <a:pt x="51798" y="15160"/>
                </a:cubicBezTo>
                <a:cubicBezTo>
                  <a:pt x="49632" y="14799"/>
                  <a:pt x="47286" y="14439"/>
                  <a:pt x="44759" y="14439"/>
                </a:cubicBezTo>
                <a:cubicBezTo>
                  <a:pt x="35555" y="14439"/>
                  <a:pt x="28516" y="17507"/>
                  <a:pt x="23643" y="23463"/>
                </a:cubicBezTo>
                <a:cubicBezTo>
                  <a:pt x="18590" y="29418"/>
                  <a:pt x="16243" y="37901"/>
                  <a:pt x="16243" y="4909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492" y="11731"/>
                  <a:pt x="24004" y="7219"/>
                  <a:pt x="29418" y="4332"/>
                </a:cubicBezTo>
                <a:cubicBezTo>
                  <a:pt x="34833" y="1444"/>
                  <a:pt x="41511" y="0"/>
                  <a:pt x="49452" y="0"/>
                </a:cubicBezTo>
                <a:cubicBezTo>
                  <a:pt x="50535" y="0"/>
                  <a:pt x="51798" y="180"/>
                  <a:pt x="53242" y="180"/>
                </a:cubicBezTo>
                <a:cubicBezTo>
                  <a:pt x="54505" y="361"/>
                  <a:pt x="55949" y="541"/>
                  <a:pt x="57754" y="902"/>
                </a:cubicBezTo>
                <a:lnTo>
                  <a:pt x="57754" y="17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877D3-696F-4101-9F25-E22ED03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706" y="104142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85F3B-EB58-4555-995E-BF233D2A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478" y="68045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6DFBD-6BBA-4480-9E71-3E7FEFB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427" y="334744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9467BD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2394E-6F67-46B0-8456-F5C8424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883" y="296843"/>
            <a:ext cx="88255" cy="138429"/>
          </a:xfrm>
          <a:custGeom xmlns:a="http://schemas.openxmlformats.org/drawingml/2006/main">
            <a:pathLst>
              <a:path w="88255" h="138429">
                <a:moveTo>
                  <a:pt x="72012" y="50535"/>
                </a:moveTo>
                <a:cubicBezTo>
                  <a:pt x="72012" y="38984"/>
                  <a:pt x="69485" y="29779"/>
                  <a:pt x="64793" y="23282"/>
                </a:cubicBezTo>
                <a:cubicBezTo>
                  <a:pt x="59920" y="16785"/>
                  <a:pt x="53062" y="13536"/>
                  <a:pt x="44398" y="13536"/>
                </a:cubicBezTo>
                <a:cubicBezTo>
                  <a:pt x="35735" y="13536"/>
                  <a:pt x="28877" y="16785"/>
                  <a:pt x="24004" y="23282"/>
                </a:cubicBezTo>
                <a:cubicBezTo>
                  <a:pt x="19131" y="29779"/>
                  <a:pt x="16785" y="38984"/>
                  <a:pt x="16785" y="50535"/>
                </a:cubicBezTo>
                <a:cubicBezTo>
                  <a:pt x="16785" y="62266"/>
                  <a:pt x="19131" y="71290"/>
                  <a:pt x="24004" y="77788"/>
                </a:cubicBezTo>
                <a:cubicBezTo>
                  <a:pt x="28877" y="84285"/>
                  <a:pt x="35735" y="87534"/>
                  <a:pt x="44398" y="87534"/>
                </a:cubicBezTo>
                <a:cubicBezTo>
                  <a:pt x="53062" y="87534"/>
                  <a:pt x="59920" y="84285"/>
                  <a:pt x="64793" y="77788"/>
                </a:cubicBezTo>
                <a:cubicBezTo>
                  <a:pt x="69485" y="71290"/>
                  <a:pt x="72012" y="62266"/>
                  <a:pt x="72012" y="50535"/>
                </a:cubicBezTo>
                <a:close/>
                <a:moveTo>
                  <a:pt x="88255" y="88797"/>
                </a:moveTo>
                <a:cubicBezTo>
                  <a:pt x="88255" y="105401"/>
                  <a:pt x="84465" y="117854"/>
                  <a:pt x="77066" y="126157"/>
                </a:cubicBezTo>
                <a:cubicBezTo>
                  <a:pt x="69485" y="134278"/>
                  <a:pt x="58115" y="138429"/>
                  <a:pt x="42774" y="138429"/>
                </a:cubicBezTo>
                <a:cubicBezTo>
                  <a:pt x="36999" y="138429"/>
                  <a:pt x="31765" y="137888"/>
                  <a:pt x="26711" y="137166"/>
                </a:cubicBezTo>
                <a:cubicBezTo>
                  <a:pt x="21658" y="136264"/>
                  <a:pt x="16604" y="135000"/>
                  <a:pt x="11912" y="133195"/>
                </a:cubicBezTo>
                <a:lnTo>
                  <a:pt x="11912" y="117494"/>
                </a:lnTo>
                <a:cubicBezTo>
                  <a:pt x="16604" y="120020"/>
                  <a:pt x="21297" y="121825"/>
                  <a:pt x="25989" y="123088"/>
                </a:cubicBezTo>
                <a:cubicBezTo>
                  <a:pt x="30682" y="124352"/>
                  <a:pt x="35374" y="125074"/>
                  <a:pt x="40247" y="125074"/>
                </a:cubicBezTo>
                <a:cubicBezTo>
                  <a:pt x="50715" y="125074"/>
                  <a:pt x="58657" y="122186"/>
                  <a:pt x="64071" y="116772"/>
                </a:cubicBezTo>
                <a:cubicBezTo>
                  <a:pt x="69305" y="111177"/>
                  <a:pt x="72012" y="102875"/>
                  <a:pt x="72012" y="91685"/>
                </a:cubicBezTo>
                <a:lnTo>
                  <a:pt x="72012" y="83743"/>
                </a:lnTo>
                <a:cubicBezTo>
                  <a:pt x="68583" y="89519"/>
                  <a:pt x="64251" y="93850"/>
                  <a:pt x="59017" y="96738"/>
                </a:cubicBezTo>
                <a:cubicBezTo>
                  <a:pt x="53784" y="99626"/>
                  <a:pt x="47647" y="101070"/>
                  <a:pt x="40428" y="101070"/>
                </a:cubicBezTo>
                <a:cubicBezTo>
                  <a:pt x="28155" y="101070"/>
                  <a:pt x="18409" y="96558"/>
                  <a:pt x="11009" y="87353"/>
                </a:cubicBezTo>
                <a:cubicBezTo>
                  <a:pt x="3610" y="78149"/>
                  <a:pt x="0" y="65876"/>
                  <a:pt x="0" y="50535"/>
                </a:cubicBezTo>
                <a:cubicBezTo>
                  <a:pt x="0" y="35374"/>
                  <a:pt x="3610" y="23102"/>
                  <a:pt x="11009" y="13897"/>
                </a:cubicBezTo>
                <a:cubicBezTo>
                  <a:pt x="18409" y="4693"/>
                  <a:pt x="28155" y="0"/>
                  <a:pt x="40428" y="0"/>
                </a:cubicBezTo>
                <a:cubicBezTo>
                  <a:pt x="47647" y="0"/>
                  <a:pt x="53784" y="1444"/>
                  <a:pt x="59017" y="4332"/>
                </a:cubicBezTo>
                <a:cubicBezTo>
                  <a:pt x="64251" y="7219"/>
                  <a:pt x="68583" y="11551"/>
                  <a:pt x="72012" y="17326"/>
                </a:cubicBezTo>
                <a:lnTo>
                  <a:pt x="72012" y="2346"/>
                </a:lnTo>
                <a:lnTo>
                  <a:pt x="88255" y="2346"/>
                </a:lnTo>
                <a:lnTo>
                  <a:pt x="88255" y="88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A14C9-7C71-4E42-976B-C5061BD5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86" y="296843"/>
            <a:ext cx="88255" cy="138429"/>
          </a:xfrm>
          <a:custGeom xmlns:a="http://schemas.openxmlformats.org/drawingml/2006/main">
            <a:pathLst>
              <a:path w="88255" h="138429">
                <a:moveTo>
                  <a:pt x="16243" y="86270"/>
                </a:moveTo>
                <a:lnTo>
                  <a:pt x="16243" y="138429"/>
                </a:lnTo>
                <a:lnTo>
                  <a:pt x="0" y="138429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326"/>
                </a:lnTo>
                <a:cubicBezTo>
                  <a:pt x="19492" y="11551"/>
                  <a:pt x="23824" y="7219"/>
                  <a:pt x="29058" y="4332"/>
                </a:cubicBezTo>
                <a:cubicBezTo>
                  <a:pt x="34292" y="1444"/>
                  <a:pt x="40608" y="0"/>
                  <a:pt x="47828" y="0"/>
                </a:cubicBezTo>
                <a:cubicBezTo>
                  <a:pt x="59739" y="0"/>
                  <a:pt x="69485" y="4873"/>
                  <a:pt x="77066" y="14258"/>
                </a:cubicBezTo>
                <a:cubicBezTo>
                  <a:pt x="84465" y="23824"/>
                  <a:pt x="88255" y="36277"/>
                  <a:pt x="88255" y="51798"/>
                </a:cubicBezTo>
                <a:cubicBezTo>
                  <a:pt x="88255" y="67320"/>
                  <a:pt x="84465" y="79953"/>
                  <a:pt x="77066" y="89338"/>
                </a:cubicBezTo>
                <a:cubicBezTo>
                  <a:pt x="69485" y="98723"/>
                  <a:pt x="59739" y="103416"/>
                  <a:pt x="47828" y="103416"/>
                </a:cubicBezTo>
                <a:cubicBezTo>
                  <a:pt x="40608" y="103416"/>
                  <a:pt x="34292" y="101972"/>
                  <a:pt x="29058" y="99265"/>
                </a:cubicBezTo>
                <a:cubicBezTo>
                  <a:pt x="23824" y="96558"/>
                  <a:pt x="19492" y="92226"/>
                  <a:pt x="16243" y="86270"/>
                </a:cubicBezTo>
                <a:close/>
                <a:moveTo>
                  <a:pt x="71471" y="51798"/>
                </a:moveTo>
                <a:cubicBezTo>
                  <a:pt x="71471" y="39886"/>
                  <a:pt x="68944" y="30682"/>
                  <a:pt x="64071" y="23824"/>
                </a:cubicBezTo>
                <a:cubicBezTo>
                  <a:pt x="59017" y="16965"/>
                  <a:pt x="52340" y="13536"/>
                  <a:pt x="43857" y="13536"/>
                </a:cubicBezTo>
                <a:cubicBezTo>
                  <a:pt x="35194" y="13536"/>
                  <a:pt x="28516" y="16965"/>
                  <a:pt x="23643" y="23824"/>
                </a:cubicBezTo>
                <a:cubicBezTo>
                  <a:pt x="18590" y="30682"/>
                  <a:pt x="16243" y="39886"/>
                  <a:pt x="16243" y="51798"/>
                </a:cubicBezTo>
                <a:cubicBezTo>
                  <a:pt x="16243" y="63710"/>
                  <a:pt x="18590" y="73095"/>
                  <a:pt x="23643" y="79953"/>
                </a:cubicBezTo>
                <a:cubicBezTo>
                  <a:pt x="28516" y="86812"/>
                  <a:pt x="35194" y="90060"/>
                  <a:pt x="43857" y="90060"/>
                </a:cubicBezTo>
                <a:cubicBezTo>
                  <a:pt x="52340" y="90060"/>
                  <a:pt x="59017" y="86812"/>
                  <a:pt x="64071" y="79953"/>
                </a:cubicBezTo>
                <a:cubicBezTo>
                  <a:pt x="68944" y="73095"/>
                  <a:pt x="71471" y="63710"/>
                  <a:pt x="71471" y="51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239CE-F4E4-42FC-8F5E-629CAEF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041" y="271215"/>
            <a:ext cx="61544" cy="126698"/>
          </a:xfrm>
          <a:custGeom xmlns:a="http://schemas.openxmlformats.org/drawingml/2006/main">
            <a:pathLst>
              <a:path w="61544" h="126698">
                <a:moveTo>
                  <a:pt x="28155" y="0"/>
                </a:moveTo>
                <a:lnTo>
                  <a:pt x="28155" y="27975"/>
                </a:lnTo>
                <a:lnTo>
                  <a:pt x="61544" y="27975"/>
                </a:lnTo>
                <a:lnTo>
                  <a:pt x="61544" y="40608"/>
                </a:lnTo>
                <a:lnTo>
                  <a:pt x="28155" y="40608"/>
                </a:lnTo>
                <a:lnTo>
                  <a:pt x="28155" y="94211"/>
                </a:lnTo>
                <a:cubicBezTo>
                  <a:pt x="28155" y="102333"/>
                  <a:pt x="29238" y="107567"/>
                  <a:pt x="31404" y="109733"/>
                </a:cubicBezTo>
                <a:cubicBezTo>
                  <a:pt x="33570" y="112079"/>
                  <a:pt x="38082" y="113162"/>
                  <a:pt x="44940" y="113162"/>
                </a:cubicBezTo>
                <a:lnTo>
                  <a:pt x="61544" y="113162"/>
                </a:lnTo>
                <a:lnTo>
                  <a:pt x="61544" y="126698"/>
                </a:lnTo>
                <a:lnTo>
                  <a:pt x="44940" y="126698"/>
                </a:lnTo>
                <a:cubicBezTo>
                  <a:pt x="32306" y="126698"/>
                  <a:pt x="23643" y="124352"/>
                  <a:pt x="18951" y="119659"/>
                </a:cubicBezTo>
                <a:cubicBezTo>
                  <a:pt x="14258" y="114967"/>
                  <a:pt x="11912" y="106484"/>
                  <a:pt x="11912" y="94211"/>
                </a:cubicBezTo>
                <a:lnTo>
                  <a:pt x="11912" y="40608"/>
                </a:lnTo>
                <a:lnTo>
                  <a:pt x="0" y="40608"/>
                </a:lnTo>
                <a:lnTo>
                  <a:pt x="0" y="27975"/>
                </a:lnTo>
                <a:lnTo>
                  <a:pt x="11912" y="27975"/>
                </a:lnTo>
                <a:lnTo>
                  <a:pt x="11912" y="0"/>
                </a:lnTo>
                <a:lnTo>
                  <a:pt x="2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79E01-A565-498B-9AE4-AFB5F83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293" y="427692"/>
            <a:ext cx="93670" cy="12634"/>
          </a:xfrm>
          <a:custGeom xmlns:a="http://schemas.openxmlformats.org/drawingml/2006/main">
            <a:pathLst>
              <a:path w="93670" h="12634">
                <a:moveTo>
                  <a:pt x="93670" y="0"/>
                </a:moveTo>
                <a:lnTo>
                  <a:pt x="93670" y="12634"/>
                </a:lnTo>
                <a:lnTo>
                  <a:pt x="0" y="12634"/>
                </a:lnTo>
                <a:lnTo>
                  <a:pt x="0" y="0"/>
                </a:lnTo>
                <a:lnTo>
                  <a:pt x="936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DDBF6-CEC9-438B-B8EB-6BB5863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582" y="296843"/>
            <a:ext cx="82661" cy="101070"/>
          </a:xfrm>
          <a:custGeom xmlns:a="http://schemas.openxmlformats.org/drawingml/2006/main">
            <a:pathLst>
              <a:path w="82661" h="101070">
                <a:moveTo>
                  <a:pt x="82661" y="41511"/>
                </a:moveTo>
                <a:lnTo>
                  <a:pt x="82661" y="101070"/>
                </a:lnTo>
                <a:lnTo>
                  <a:pt x="66417" y="101070"/>
                </a:lnTo>
                <a:lnTo>
                  <a:pt x="66417" y="42052"/>
                </a:lnTo>
                <a:cubicBezTo>
                  <a:pt x="66417" y="32667"/>
                  <a:pt x="64432" y="25809"/>
                  <a:pt x="60822" y="21116"/>
                </a:cubicBezTo>
                <a:cubicBezTo>
                  <a:pt x="57213" y="16424"/>
                  <a:pt x="51798" y="14078"/>
                  <a:pt x="44579" y="14078"/>
                </a:cubicBezTo>
                <a:cubicBezTo>
                  <a:pt x="35735" y="14078"/>
                  <a:pt x="28877" y="16965"/>
                  <a:pt x="23824" y="22560"/>
                </a:cubicBezTo>
                <a:cubicBezTo>
                  <a:pt x="1877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20033" y="11912"/>
                  <a:pt x="24545" y="7400"/>
                  <a:pt x="29960" y="4512"/>
                </a:cubicBezTo>
                <a:cubicBezTo>
                  <a:pt x="35194" y="1624"/>
                  <a:pt x="41330" y="0"/>
                  <a:pt x="48189" y="0"/>
                </a:cubicBezTo>
                <a:cubicBezTo>
                  <a:pt x="59378" y="0"/>
                  <a:pt x="68042" y="3610"/>
                  <a:pt x="73817" y="10648"/>
                </a:cubicBezTo>
                <a:cubicBezTo>
                  <a:pt x="79592" y="17687"/>
                  <a:pt x="82661" y="27975"/>
                  <a:pt x="82661" y="415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8FC56-D671-4609-BDC8-B4286703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10" y="296843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73CF8-BE61-4F37-96A3-CCF62C6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06" y="296843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4012E-0378-4407-AA1C-82CEE89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16" y="299189"/>
            <a:ext cx="95655" cy="98723"/>
          </a:xfrm>
          <a:custGeom xmlns:a="http://schemas.openxmlformats.org/drawingml/2006/main">
            <a:pathLst>
              <a:path w="95655" h="98723">
                <a:moveTo>
                  <a:pt x="93850" y="0"/>
                </a:moveTo>
                <a:lnTo>
                  <a:pt x="58115" y="48008"/>
                </a:lnTo>
                <a:lnTo>
                  <a:pt x="95655" y="98723"/>
                </a:lnTo>
                <a:lnTo>
                  <a:pt x="76524" y="98723"/>
                </a:lnTo>
                <a:lnTo>
                  <a:pt x="47828" y="59920"/>
                </a:lnTo>
                <a:lnTo>
                  <a:pt x="19131" y="98723"/>
                </a:lnTo>
                <a:lnTo>
                  <a:pt x="0" y="98723"/>
                </a:lnTo>
                <a:lnTo>
                  <a:pt x="38262" y="47106"/>
                </a:lnTo>
                <a:lnTo>
                  <a:pt x="3249" y="0"/>
                </a:lnTo>
                <a:lnTo>
                  <a:pt x="22380" y="0"/>
                </a:lnTo>
                <a:lnTo>
                  <a:pt x="48550" y="35194"/>
                </a:lnTo>
                <a:lnTo>
                  <a:pt x="74719" y="0"/>
                </a:lnTo>
                <a:lnTo>
                  <a:pt x="938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EB49D-45D2-426A-8A9D-0CF131E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427" y="532334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8C564B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EA97E-6FB8-418E-A7F3-378EE4F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883" y="494433"/>
            <a:ext cx="88255" cy="138429"/>
          </a:xfrm>
          <a:custGeom xmlns:a="http://schemas.openxmlformats.org/drawingml/2006/main">
            <a:pathLst>
              <a:path w="88255" h="138429">
                <a:moveTo>
                  <a:pt x="72012" y="50535"/>
                </a:moveTo>
                <a:cubicBezTo>
                  <a:pt x="72012" y="38984"/>
                  <a:pt x="69485" y="29779"/>
                  <a:pt x="64793" y="23282"/>
                </a:cubicBezTo>
                <a:cubicBezTo>
                  <a:pt x="59920" y="16785"/>
                  <a:pt x="53062" y="13536"/>
                  <a:pt x="44398" y="13536"/>
                </a:cubicBezTo>
                <a:cubicBezTo>
                  <a:pt x="35735" y="13536"/>
                  <a:pt x="28877" y="16785"/>
                  <a:pt x="24004" y="23282"/>
                </a:cubicBezTo>
                <a:cubicBezTo>
                  <a:pt x="19131" y="29779"/>
                  <a:pt x="16785" y="38984"/>
                  <a:pt x="16785" y="50535"/>
                </a:cubicBezTo>
                <a:cubicBezTo>
                  <a:pt x="16785" y="62266"/>
                  <a:pt x="19131" y="71290"/>
                  <a:pt x="24004" y="77788"/>
                </a:cubicBezTo>
                <a:cubicBezTo>
                  <a:pt x="28877" y="84285"/>
                  <a:pt x="35735" y="87534"/>
                  <a:pt x="44398" y="87534"/>
                </a:cubicBezTo>
                <a:cubicBezTo>
                  <a:pt x="53062" y="87534"/>
                  <a:pt x="59920" y="84285"/>
                  <a:pt x="64793" y="77788"/>
                </a:cubicBezTo>
                <a:cubicBezTo>
                  <a:pt x="69485" y="71290"/>
                  <a:pt x="72012" y="62266"/>
                  <a:pt x="72012" y="50535"/>
                </a:cubicBezTo>
                <a:close/>
                <a:moveTo>
                  <a:pt x="88255" y="88797"/>
                </a:moveTo>
                <a:cubicBezTo>
                  <a:pt x="88255" y="105401"/>
                  <a:pt x="84465" y="117854"/>
                  <a:pt x="77066" y="126157"/>
                </a:cubicBezTo>
                <a:cubicBezTo>
                  <a:pt x="69485" y="134278"/>
                  <a:pt x="58115" y="138429"/>
                  <a:pt x="42774" y="138429"/>
                </a:cubicBezTo>
                <a:cubicBezTo>
                  <a:pt x="36999" y="138429"/>
                  <a:pt x="31765" y="137888"/>
                  <a:pt x="26711" y="137166"/>
                </a:cubicBezTo>
                <a:cubicBezTo>
                  <a:pt x="21658" y="136264"/>
                  <a:pt x="16604" y="135000"/>
                  <a:pt x="11912" y="133195"/>
                </a:cubicBezTo>
                <a:lnTo>
                  <a:pt x="11912" y="117494"/>
                </a:lnTo>
                <a:cubicBezTo>
                  <a:pt x="16604" y="120020"/>
                  <a:pt x="21297" y="121825"/>
                  <a:pt x="25989" y="123088"/>
                </a:cubicBezTo>
                <a:cubicBezTo>
                  <a:pt x="30682" y="124352"/>
                  <a:pt x="35374" y="125074"/>
                  <a:pt x="40247" y="125074"/>
                </a:cubicBezTo>
                <a:cubicBezTo>
                  <a:pt x="50715" y="125074"/>
                  <a:pt x="58657" y="122186"/>
                  <a:pt x="64071" y="116772"/>
                </a:cubicBezTo>
                <a:cubicBezTo>
                  <a:pt x="69305" y="111177"/>
                  <a:pt x="72012" y="102875"/>
                  <a:pt x="72012" y="91685"/>
                </a:cubicBezTo>
                <a:lnTo>
                  <a:pt x="72012" y="83743"/>
                </a:lnTo>
                <a:cubicBezTo>
                  <a:pt x="68583" y="89519"/>
                  <a:pt x="64251" y="93850"/>
                  <a:pt x="59017" y="96738"/>
                </a:cubicBezTo>
                <a:cubicBezTo>
                  <a:pt x="53784" y="99626"/>
                  <a:pt x="47647" y="101070"/>
                  <a:pt x="40428" y="101070"/>
                </a:cubicBezTo>
                <a:cubicBezTo>
                  <a:pt x="28155" y="101070"/>
                  <a:pt x="18409" y="96558"/>
                  <a:pt x="11009" y="87353"/>
                </a:cubicBezTo>
                <a:cubicBezTo>
                  <a:pt x="3610" y="78149"/>
                  <a:pt x="0" y="65876"/>
                  <a:pt x="0" y="50535"/>
                </a:cubicBezTo>
                <a:cubicBezTo>
                  <a:pt x="0" y="35374"/>
                  <a:pt x="3610" y="23102"/>
                  <a:pt x="11009" y="13897"/>
                </a:cubicBezTo>
                <a:cubicBezTo>
                  <a:pt x="18409" y="4693"/>
                  <a:pt x="28155" y="0"/>
                  <a:pt x="40428" y="0"/>
                </a:cubicBezTo>
                <a:cubicBezTo>
                  <a:pt x="47647" y="0"/>
                  <a:pt x="53784" y="1444"/>
                  <a:pt x="59017" y="4332"/>
                </a:cubicBezTo>
                <a:cubicBezTo>
                  <a:pt x="64251" y="7219"/>
                  <a:pt x="68583" y="11551"/>
                  <a:pt x="72012" y="17326"/>
                </a:cubicBezTo>
                <a:lnTo>
                  <a:pt x="72012" y="2346"/>
                </a:lnTo>
                <a:lnTo>
                  <a:pt x="88255" y="2346"/>
                </a:lnTo>
                <a:lnTo>
                  <a:pt x="88255" y="88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15A2E-B934-4E2A-939A-58E3E65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86" y="494433"/>
            <a:ext cx="88255" cy="138429"/>
          </a:xfrm>
          <a:custGeom xmlns:a="http://schemas.openxmlformats.org/drawingml/2006/main">
            <a:pathLst>
              <a:path w="88255" h="138429">
                <a:moveTo>
                  <a:pt x="16243" y="86270"/>
                </a:moveTo>
                <a:lnTo>
                  <a:pt x="16243" y="138429"/>
                </a:lnTo>
                <a:lnTo>
                  <a:pt x="0" y="138429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326"/>
                </a:lnTo>
                <a:cubicBezTo>
                  <a:pt x="19492" y="11551"/>
                  <a:pt x="23824" y="7219"/>
                  <a:pt x="29058" y="4332"/>
                </a:cubicBezTo>
                <a:cubicBezTo>
                  <a:pt x="34292" y="1444"/>
                  <a:pt x="40608" y="0"/>
                  <a:pt x="47828" y="0"/>
                </a:cubicBezTo>
                <a:cubicBezTo>
                  <a:pt x="59739" y="0"/>
                  <a:pt x="69485" y="4873"/>
                  <a:pt x="77066" y="14258"/>
                </a:cubicBezTo>
                <a:cubicBezTo>
                  <a:pt x="84465" y="23824"/>
                  <a:pt x="88255" y="36277"/>
                  <a:pt x="88255" y="51798"/>
                </a:cubicBezTo>
                <a:cubicBezTo>
                  <a:pt x="88255" y="67320"/>
                  <a:pt x="84465" y="79953"/>
                  <a:pt x="77066" y="89338"/>
                </a:cubicBezTo>
                <a:cubicBezTo>
                  <a:pt x="69485" y="98723"/>
                  <a:pt x="59739" y="103416"/>
                  <a:pt x="47828" y="103416"/>
                </a:cubicBezTo>
                <a:cubicBezTo>
                  <a:pt x="40608" y="103416"/>
                  <a:pt x="34292" y="101972"/>
                  <a:pt x="29058" y="99265"/>
                </a:cubicBezTo>
                <a:cubicBezTo>
                  <a:pt x="23824" y="96558"/>
                  <a:pt x="19492" y="92226"/>
                  <a:pt x="16243" y="86270"/>
                </a:cubicBezTo>
                <a:close/>
                <a:moveTo>
                  <a:pt x="71471" y="51798"/>
                </a:moveTo>
                <a:cubicBezTo>
                  <a:pt x="71471" y="39886"/>
                  <a:pt x="68944" y="30682"/>
                  <a:pt x="64071" y="23824"/>
                </a:cubicBezTo>
                <a:cubicBezTo>
                  <a:pt x="59017" y="16965"/>
                  <a:pt x="52340" y="13536"/>
                  <a:pt x="43857" y="13536"/>
                </a:cubicBezTo>
                <a:cubicBezTo>
                  <a:pt x="35194" y="13536"/>
                  <a:pt x="28516" y="16965"/>
                  <a:pt x="23643" y="23824"/>
                </a:cubicBezTo>
                <a:cubicBezTo>
                  <a:pt x="18590" y="30682"/>
                  <a:pt x="16243" y="39886"/>
                  <a:pt x="16243" y="51798"/>
                </a:cubicBezTo>
                <a:cubicBezTo>
                  <a:pt x="16243" y="63710"/>
                  <a:pt x="18590" y="73095"/>
                  <a:pt x="23643" y="79953"/>
                </a:cubicBezTo>
                <a:cubicBezTo>
                  <a:pt x="28516" y="86812"/>
                  <a:pt x="35194" y="90060"/>
                  <a:pt x="43857" y="90060"/>
                </a:cubicBezTo>
                <a:cubicBezTo>
                  <a:pt x="52340" y="90060"/>
                  <a:pt x="59017" y="86812"/>
                  <a:pt x="64071" y="79953"/>
                </a:cubicBezTo>
                <a:cubicBezTo>
                  <a:pt x="68944" y="73095"/>
                  <a:pt x="71471" y="63710"/>
                  <a:pt x="71471" y="51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FDC42-6E43-48AD-AB2A-3D029EB2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041" y="468805"/>
            <a:ext cx="61544" cy="126698"/>
          </a:xfrm>
          <a:custGeom xmlns:a="http://schemas.openxmlformats.org/drawingml/2006/main">
            <a:pathLst>
              <a:path w="61544" h="126698">
                <a:moveTo>
                  <a:pt x="28155" y="0"/>
                </a:moveTo>
                <a:lnTo>
                  <a:pt x="28155" y="27975"/>
                </a:lnTo>
                <a:lnTo>
                  <a:pt x="61544" y="27975"/>
                </a:lnTo>
                <a:lnTo>
                  <a:pt x="61544" y="40608"/>
                </a:lnTo>
                <a:lnTo>
                  <a:pt x="28155" y="40608"/>
                </a:lnTo>
                <a:lnTo>
                  <a:pt x="28155" y="94211"/>
                </a:lnTo>
                <a:cubicBezTo>
                  <a:pt x="28155" y="102333"/>
                  <a:pt x="29238" y="107567"/>
                  <a:pt x="31404" y="109733"/>
                </a:cubicBezTo>
                <a:cubicBezTo>
                  <a:pt x="33570" y="112079"/>
                  <a:pt x="38082" y="113162"/>
                  <a:pt x="44940" y="113162"/>
                </a:cubicBezTo>
                <a:lnTo>
                  <a:pt x="61544" y="113162"/>
                </a:lnTo>
                <a:lnTo>
                  <a:pt x="61544" y="126698"/>
                </a:lnTo>
                <a:lnTo>
                  <a:pt x="44940" y="126698"/>
                </a:lnTo>
                <a:cubicBezTo>
                  <a:pt x="32306" y="126698"/>
                  <a:pt x="23643" y="124352"/>
                  <a:pt x="18951" y="119659"/>
                </a:cubicBezTo>
                <a:cubicBezTo>
                  <a:pt x="14258" y="114967"/>
                  <a:pt x="11912" y="106484"/>
                  <a:pt x="11912" y="94211"/>
                </a:cubicBezTo>
                <a:lnTo>
                  <a:pt x="11912" y="40608"/>
                </a:lnTo>
                <a:lnTo>
                  <a:pt x="0" y="40608"/>
                </a:lnTo>
                <a:lnTo>
                  <a:pt x="0" y="27975"/>
                </a:lnTo>
                <a:lnTo>
                  <a:pt x="11912" y="27975"/>
                </a:lnTo>
                <a:lnTo>
                  <a:pt x="11912" y="0"/>
                </a:lnTo>
                <a:lnTo>
                  <a:pt x="2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A39A2-D761-48C4-8F7F-96C4CCAE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849" y="458337"/>
            <a:ext cx="36277" cy="174526"/>
          </a:xfrm>
          <a:custGeom xmlns:a="http://schemas.openxmlformats.org/drawingml/2006/main">
            <a:pathLst>
              <a:path w="36277" h="174526">
                <a:moveTo>
                  <a:pt x="20033" y="38443"/>
                </a:moveTo>
                <a:lnTo>
                  <a:pt x="36277" y="38443"/>
                </a:lnTo>
                <a:lnTo>
                  <a:pt x="36277" y="138790"/>
                </a:lnTo>
                <a:cubicBezTo>
                  <a:pt x="36277" y="151244"/>
                  <a:pt x="33750" y="160268"/>
                  <a:pt x="29058" y="166043"/>
                </a:cubicBezTo>
                <a:cubicBezTo>
                  <a:pt x="24185" y="171638"/>
                  <a:pt x="16424" y="174526"/>
                  <a:pt x="5956" y="174526"/>
                </a:cubicBezTo>
                <a:lnTo>
                  <a:pt x="0" y="174526"/>
                </a:lnTo>
                <a:lnTo>
                  <a:pt x="0" y="160809"/>
                </a:lnTo>
                <a:lnTo>
                  <a:pt x="4151" y="160809"/>
                </a:lnTo>
                <a:cubicBezTo>
                  <a:pt x="10287" y="160809"/>
                  <a:pt x="14439" y="159365"/>
                  <a:pt x="16604" y="156478"/>
                </a:cubicBezTo>
                <a:cubicBezTo>
                  <a:pt x="18770" y="153590"/>
                  <a:pt x="20033" y="147634"/>
                  <a:pt x="20033" y="138790"/>
                </a:cubicBezTo>
                <a:lnTo>
                  <a:pt x="20033" y="38443"/>
                </a:lnTo>
                <a:close/>
                <a:moveTo>
                  <a:pt x="20033" y="0"/>
                </a:moveTo>
                <a:lnTo>
                  <a:pt x="36277" y="0"/>
                </a:lnTo>
                <a:lnTo>
                  <a:pt x="36277" y="20575"/>
                </a:lnTo>
                <a:lnTo>
                  <a:pt x="20033" y="20575"/>
                </a:lnTo>
                <a:lnTo>
                  <a:pt x="200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F1F72-A9A3-4AD4-BA50-EF9EB3C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141" y="142042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E377C2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592A4-BC9F-4D6A-A1A8-06C9C78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597" y="104142"/>
            <a:ext cx="88255" cy="138429"/>
          </a:xfrm>
          <a:custGeom xmlns:a="http://schemas.openxmlformats.org/drawingml/2006/main">
            <a:pathLst>
              <a:path w="88255" h="138429">
                <a:moveTo>
                  <a:pt x="72012" y="50535"/>
                </a:moveTo>
                <a:cubicBezTo>
                  <a:pt x="72012" y="38984"/>
                  <a:pt x="69485" y="29779"/>
                  <a:pt x="64793" y="23282"/>
                </a:cubicBezTo>
                <a:cubicBezTo>
                  <a:pt x="59920" y="16785"/>
                  <a:pt x="53062" y="13536"/>
                  <a:pt x="44398" y="13536"/>
                </a:cubicBezTo>
                <a:cubicBezTo>
                  <a:pt x="35735" y="13536"/>
                  <a:pt x="28877" y="16785"/>
                  <a:pt x="24004" y="23282"/>
                </a:cubicBezTo>
                <a:cubicBezTo>
                  <a:pt x="19131" y="29779"/>
                  <a:pt x="16785" y="38984"/>
                  <a:pt x="16785" y="50535"/>
                </a:cubicBezTo>
                <a:cubicBezTo>
                  <a:pt x="16785" y="62266"/>
                  <a:pt x="19131" y="71290"/>
                  <a:pt x="24004" y="77788"/>
                </a:cubicBezTo>
                <a:cubicBezTo>
                  <a:pt x="28877" y="84285"/>
                  <a:pt x="35735" y="87534"/>
                  <a:pt x="44398" y="87534"/>
                </a:cubicBezTo>
                <a:cubicBezTo>
                  <a:pt x="53062" y="87534"/>
                  <a:pt x="59920" y="84285"/>
                  <a:pt x="64793" y="77788"/>
                </a:cubicBezTo>
                <a:cubicBezTo>
                  <a:pt x="69485" y="71290"/>
                  <a:pt x="72012" y="62266"/>
                  <a:pt x="72012" y="50535"/>
                </a:cubicBezTo>
                <a:close/>
                <a:moveTo>
                  <a:pt x="88255" y="88797"/>
                </a:moveTo>
                <a:cubicBezTo>
                  <a:pt x="88255" y="105401"/>
                  <a:pt x="84465" y="117854"/>
                  <a:pt x="77066" y="126157"/>
                </a:cubicBezTo>
                <a:cubicBezTo>
                  <a:pt x="69485" y="134278"/>
                  <a:pt x="58115" y="138429"/>
                  <a:pt x="42774" y="138429"/>
                </a:cubicBezTo>
                <a:cubicBezTo>
                  <a:pt x="36999" y="138429"/>
                  <a:pt x="31765" y="137888"/>
                  <a:pt x="26711" y="137166"/>
                </a:cubicBezTo>
                <a:cubicBezTo>
                  <a:pt x="21658" y="136264"/>
                  <a:pt x="16604" y="135000"/>
                  <a:pt x="11912" y="133195"/>
                </a:cubicBezTo>
                <a:lnTo>
                  <a:pt x="11912" y="117494"/>
                </a:lnTo>
                <a:cubicBezTo>
                  <a:pt x="16604" y="120020"/>
                  <a:pt x="21297" y="121825"/>
                  <a:pt x="25989" y="123088"/>
                </a:cubicBezTo>
                <a:cubicBezTo>
                  <a:pt x="30682" y="124352"/>
                  <a:pt x="35374" y="125074"/>
                  <a:pt x="40247" y="125074"/>
                </a:cubicBezTo>
                <a:cubicBezTo>
                  <a:pt x="50715" y="125074"/>
                  <a:pt x="58657" y="122186"/>
                  <a:pt x="64071" y="116772"/>
                </a:cubicBezTo>
                <a:cubicBezTo>
                  <a:pt x="69305" y="111177"/>
                  <a:pt x="72012" y="102875"/>
                  <a:pt x="72012" y="91685"/>
                </a:cubicBezTo>
                <a:lnTo>
                  <a:pt x="72012" y="83743"/>
                </a:lnTo>
                <a:cubicBezTo>
                  <a:pt x="68583" y="89519"/>
                  <a:pt x="64251" y="93850"/>
                  <a:pt x="59017" y="96738"/>
                </a:cubicBezTo>
                <a:cubicBezTo>
                  <a:pt x="53784" y="99626"/>
                  <a:pt x="47647" y="101070"/>
                  <a:pt x="40428" y="101070"/>
                </a:cubicBezTo>
                <a:cubicBezTo>
                  <a:pt x="28155" y="101070"/>
                  <a:pt x="18409" y="96558"/>
                  <a:pt x="11009" y="87353"/>
                </a:cubicBezTo>
                <a:cubicBezTo>
                  <a:pt x="3610" y="78149"/>
                  <a:pt x="0" y="65876"/>
                  <a:pt x="0" y="50535"/>
                </a:cubicBezTo>
                <a:cubicBezTo>
                  <a:pt x="0" y="35374"/>
                  <a:pt x="3610" y="23102"/>
                  <a:pt x="11009" y="13897"/>
                </a:cubicBezTo>
                <a:cubicBezTo>
                  <a:pt x="18409" y="4693"/>
                  <a:pt x="28155" y="0"/>
                  <a:pt x="40428" y="0"/>
                </a:cubicBezTo>
                <a:cubicBezTo>
                  <a:pt x="47647" y="0"/>
                  <a:pt x="53784" y="1444"/>
                  <a:pt x="59017" y="4332"/>
                </a:cubicBezTo>
                <a:cubicBezTo>
                  <a:pt x="64251" y="7219"/>
                  <a:pt x="68583" y="11551"/>
                  <a:pt x="72012" y="17326"/>
                </a:cubicBezTo>
                <a:lnTo>
                  <a:pt x="72012" y="2346"/>
                </a:lnTo>
                <a:lnTo>
                  <a:pt x="88255" y="2346"/>
                </a:lnTo>
                <a:lnTo>
                  <a:pt x="88255" y="88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5AE61-4D0E-44D5-B0C1-D573E5AB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203" y="104142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B746C-9250-4389-B2F0-ADD2D612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96" y="104142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AA744-CCD2-472F-B141-9B86E114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86" y="104142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A0722-478E-470C-ADCF-AC8815A4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0" y="104142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D4F9C-5B0C-4659-B629-5DA2BB4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141" y="334744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7F7F7F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36B83-87FE-4B69-9FF0-4250843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597" y="296843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50A66-9C8E-4F89-BC78-218D3E6A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549" y="296843"/>
            <a:ext cx="88255" cy="138429"/>
          </a:xfrm>
          <a:custGeom xmlns:a="http://schemas.openxmlformats.org/drawingml/2006/main">
            <a:pathLst>
              <a:path w="88255" h="138429">
                <a:moveTo>
                  <a:pt x="16243" y="86270"/>
                </a:moveTo>
                <a:lnTo>
                  <a:pt x="16243" y="138429"/>
                </a:lnTo>
                <a:lnTo>
                  <a:pt x="0" y="138429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326"/>
                </a:lnTo>
                <a:cubicBezTo>
                  <a:pt x="19492" y="11551"/>
                  <a:pt x="23824" y="7219"/>
                  <a:pt x="29058" y="4332"/>
                </a:cubicBezTo>
                <a:cubicBezTo>
                  <a:pt x="34292" y="1444"/>
                  <a:pt x="40608" y="0"/>
                  <a:pt x="47828" y="0"/>
                </a:cubicBezTo>
                <a:cubicBezTo>
                  <a:pt x="59739" y="0"/>
                  <a:pt x="69485" y="4873"/>
                  <a:pt x="77066" y="14258"/>
                </a:cubicBezTo>
                <a:cubicBezTo>
                  <a:pt x="84465" y="23824"/>
                  <a:pt x="88255" y="36277"/>
                  <a:pt x="88255" y="51798"/>
                </a:cubicBezTo>
                <a:cubicBezTo>
                  <a:pt x="88255" y="67320"/>
                  <a:pt x="84465" y="79953"/>
                  <a:pt x="77066" y="89338"/>
                </a:cubicBezTo>
                <a:cubicBezTo>
                  <a:pt x="69485" y="98723"/>
                  <a:pt x="59739" y="103416"/>
                  <a:pt x="47828" y="103416"/>
                </a:cubicBezTo>
                <a:cubicBezTo>
                  <a:pt x="40608" y="103416"/>
                  <a:pt x="34292" y="101972"/>
                  <a:pt x="29058" y="99265"/>
                </a:cubicBezTo>
                <a:cubicBezTo>
                  <a:pt x="23824" y="96558"/>
                  <a:pt x="19492" y="92226"/>
                  <a:pt x="16243" y="86270"/>
                </a:cubicBezTo>
                <a:close/>
                <a:moveTo>
                  <a:pt x="71471" y="51798"/>
                </a:moveTo>
                <a:cubicBezTo>
                  <a:pt x="71471" y="39886"/>
                  <a:pt x="68944" y="30682"/>
                  <a:pt x="64071" y="23824"/>
                </a:cubicBezTo>
                <a:cubicBezTo>
                  <a:pt x="59017" y="16965"/>
                  <a:pt x="52340" y="13536"/>
                  <a:pt x="43857" y="13536"/>
                </a:cubicBezTo>
                <a:cubicBezTo>
                  <a:pt x="35194" y="13536"/>
                  <a:pt x="28516" y="16965"/>
                  <a:pt x="23643" y="23824"/>
                </a:cubicBezTo>
                <a:cubicBezTo>
                  <a:pt x="18590" y="30682"/>
                  <a:pt x="16243" y="39886"/>
                  <a:pt x="16243" y="51798"/>
                </a:cubicBezTo>
                <a:cubicBezTo>
                  <a:pt x="16243" y="63710"/>
                  <a:pt x="18590" y="73095"/>
                  <a:pt x="23643" y="79953"/>
                </a:cubicBezTo>
                <a:cubicBezTo>
                  <a:pt x="28516" y="86812"/>
                  <a:pt x="35194" y="90060"/>
                  <a:pt x="43857" y="90060"/>
                </a:cubicBezTo>
                <a:cubicBezTo>
                  <a:pt x="52340" y="90060"/>
                  <a:pt x="59017" y="86812"/>
                  <a:pt x="64071" y="79953"/>
                </a:cubicBezTo>
                <a:cubicBezTo>
                  <a:pt x="68944" y="73095"/>
                  <a:pt x="71471" y="63710"/>
                  <a:pt x="71471" y="51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51086-C714-42C5-B1A2-80083F2E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604" y="271215"/>
            <a:ext cx="61544" cy="126698"/>
          </a:xfrm>
          <a:custGeom xmlns:a="http://schemas.openxmlformats.org/drawingml/2006/main">
            <a:pathLst>
              <a:path w="61544" h="126698">
                <a:moveTo>
                  <a:pt x="28155" y="0"/>
                </a:moveTo>
                <a:lnTo>
                  <a:pt x="28155" y="27975"/>
                </a:lnTo>
                <a:lnTo>
                  <a:pt x="61544" y="27975"/>
                </a:lnTo>
                <a:lnTo>
                  <a:pt x="61544" y="40608"/>
                </a:lnTo>
                <a:lnTo>
                  <a:pt x="28155" y="40608"/>
                </a:lnTo>
                <a:lnTo>
                  <a:pt x="28155" y="94211"/>
                </a:lnTo>
                <a:cubicBezTo>
                  <a:pt x="28155" y="102333"/>
                  <a:pt x="29238" y="107567"/>
                  <a:pt x="31404" y="109733"/>
                </a:cubicBezTo>
                <a:cubicBezTo>
                  <a:pt x="33570" y="112079"/>
                  <a:pt x="38082" y="113162"/>
                  <a:pt x="44940" y="113162"/>
                </a:cubicBezTo>
                <a:lnTo>
                  <a:pt x="61544" y="113162"/>
                </a:lnTo>
                <a:lnTo>
                  <a:pt x="61544" y="126698"/>
                </a:lnTo>
                <a:lnTo>
                  <a:pt x="44940" y="126698"/>
                </a:lnTo>
                <a:cubicBezTo>
                  <a:pt x="32306" y="126698"/>
                  <a:pt x="23643" y="124352"/>
                  <a:pt x="18951" y="119659"/>
                </a:cubicBezTo>
                <a:cubicBezTo>
                  <a:pt x="14258" y="114967"/>
                  <a:pt x="11912" y="106484"/>
                  <a:pt x="11912" y="94211"/>
                </a:cubicBezTo>
                <a:lnTo>
                  <a:pt x="11912" y="40608"/>
                </a:lnTo>
                <a:lnTo>
                  <a:pt x="0" y="40608"/>
                </a:lnTo>
                <a:lnTo>
                  <a:pt x="0" y="27975"/>
                </a:lnTo>
                <a:lnTo>
                  <a:pt x="11912" y="27975"/>
                </a:lnTo>
                <a:lnTo>
                  <a:pt x="11912" y="0"/>
                </a:lnTo>
                <a:lnTo>
                  <a:pt x="2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7AF7A-D1BE-4CA1-B511-B1F3271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141" y="527446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BCBD22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F3813-D70D-4030-8AD2-4C1D5D92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94" y="453449"/>
            <a:ext cx="88255" cy="139512"/>
          </a:xfrm>
          <a:custGeom xmlns:a="http://schemas.openxmlformats.org/drawingml/2006/main">
            <a:pathLst>
              <a:path w="88255" h="139512">
                <a:moveTo>
                  <a:pt x="71471" y="87895"/>
                </a:moveTo>
                <a:cubicBezTo>
                  <a:pt x="71471" y="75983"/>
                  <a:pt x="68944" y="66778"/>
                  <a:pt x="64071" y="59920"/>
                </a:cubicBezTo>
                <a:cubicBezTo>
                  <a:pt x="59017" y="53062"/>
                  <a:pt x="52340" y="49632"/>
                  <a:pt x="43857" y="49632"/>
                </a:cubicBezTo>
                <a:cubicBezTo>
                  <a:pt x="35194" y="49632"/>
                  <a:pt x="28516" y="53062"/>
                  <a:pt x="23643" y="59920"/>
                </a:cubicBezTo>
                <a:cubicBezTo>
                  <a:pt x="18590" y="66778"/>
                  <a:pt x="16243" y="75983"/>
                  <a:pt x="16243" y="87895"/>
                </a:cubicBezTo>
                <a:cubicBezTo>
                  <a:pt x="16243" y="99806"/>
                  <a:pt x="18590" y="109191"/>
                  <a:pt x="23643" y="116050"/>
                </a:cubicBezTo>
                <a:cubicBezTo>
                  <a:pt x="28516" y="122908"/>
                  <a:pt x="35194" y="126157"/>
                  <a:pt x="43857" y="126157"/>
                </a:cubicBezTo>
                <a:cubicBezTo>
                  <a:pt x="52340" y="126157"/>
                  <a:pt x="59017" y="122908"/>
                  <a:pt x="64071" y="116050"/>
                </a:cubicBezTo>
                <a:cubicBezTo>
                  <a:pt x="68944" y="109191"/>
                  <a:pt x="71471" y="99806"/>
                  <a:pt x="71471" y="87895"/>
                </a:cubicBezTo>
                <a:close/>
                <a:moveTo>
                  <a:pt x="16243" y="53423"/>
                </a:moveTo>
                <a:cubicBezTo>
                  <a:pt x="19492" y="47647"/>
                  <a:pt x="23824" y="43316"/>
                  <a:pt x="29058" y="40428"/>
                </a:cubicBezTo>
                <a:cubicBezTo>
                  <a:pt x="34292" y="37540"/>
                  <a:pt x="40608" y="36096"/>
                  <a:pt x="47828" y="36096"/>
                </a:cubicBezTo>
                <a:cubicBezTo>
                  <a:pt x="59739" y="36096"/>
                  <a:pt x="69485" y="40969"/>
                  <a:pt x="77066" y="50354"/>
                </a:cubicBezTo>
                <a:cubicBezTo>
                  <a:pt x="84465" y="59920"/>
                  <a:pt x="88255" y="72373"/>
                  <a:pt x="88255" y="87895"/>
                </a:cubicBezTo>
                <a:cubicBezTo>
                  <a:pt x="88255" y="103416"/>
                  <a:pt x="84465" y="116050"/>
                  <a:pt x="77066" y="125435"/>
                </a:cubicBezTo>
                <a:cubicBezTo>
                  <a:pt x="69485" y="134820"/>
                  <a:pt x="59739" y="139512"/>
                  <a:pt x="47828" y="139512"/>
                </a:cubicBezTo>
                <a:cubicBezTo>
                  <a:pt x="40608" y="139512"/>
                  <a:pt x="34292" y="138068"/>
                  <a:pt x="29058" y="135361"/>
                </a:cubicBezTo>
                <a:cubicBezTo>
                  <a:pt x="23824" y="132654"/>
                  <a:pt x="19492" y="128322"/>
                  <a:pt x="16243" y="122367"/>
                </a:cubicBez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lnTo>
                  <a:pt x="16243" y="0"/>
                </a:lnTo>
                <a:lnTo>
                  <a:pt x="16243" y="53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14A5D-2B56-49B7-B9A3-76794B7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242" y="453449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FC801-F9AA-4791-875D-73222E6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377" y="489545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03B09-FE5F-4F66-8D15-CA74345F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831" y="489545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F3261-FFD0-4FAB-84E7-AAD85BE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784" y="489545"/>
            <a:ext cx="144024" cy="101070"/>
          </a:xfrm>
          <a:custGeom xmlns:a="http://schemas.openxmlformats.org/drawingml/2006/main">
            <a:pathLst>
              <a:path w="144024" h="101070">
                <a:moveTo>
                  <a:pt x="77427" y="21297"/>
                </a:moveTo>
                <a:cubicBezTo>
                  <a:pt x="81397" y="14078"/>
                  <a:pt x="86270" y="8844"/>
                  <a:pt x="91865" y="5234"/>
                </a:cubicBezTo>
                <a:cubicBezTo>
                  <a:pt x="97460" y="1805"/>
                  <a:pt x="104138" y="0"/>
                  <a:pt x="111899" y="0"/>
                </a:cubicBezTo>
                <a:cubicBezTo>
                  <a:pt x="122006" y="0"/>
                  <a:pt x="129947" y="3610"/>
                  <a:pt x="135542" y="10829"/>
                </a:cubicBezTo>
                <a:cubicBezTo>
                  <a:pt x="141137" y="18048"/>
                  <a:pt x="144024" y="28336"/>
                  <a:pt x="144024" y="41511"/>
                </a:cubicBezTo>
                <a:lnTo>
                  <a:pt x="144024" y="101070"/>
                </a:lnTo>
                <a:lnTo>
                  <a:pt x="127781" y="101070"/>
                </a:lnTo>
                <a:lnTo>
                  <a:pt x="127781" y="42052"/>
                </a:lnTo>
                <a:cubicBezTo>
                  <a:pt x="127781" y="32667"/>
                  <a:pt x="125976" y="25628"/>
                  <a:pt x="122727" y="20936"/>
                </a:cubicBezTo>
                <a:cubicBezTo>
                  <a:pt x="119298" y="16424"/>
                  <a:pt x="114245" y="14078"/>
                  <a:pt x="107387" y="14078"/>
                </a:cubicBezTo>
                <a:cubicBezTo>
                  <a:pt x="98904" y="14078"/>
                  <a:pt x="92226" y="16965"/>
                  <a:pt x="87353" y="22560"/>
                </a:cubicBezTo>
                <a:cubicBezTo>
                  <a:pt x="82480" y="28155"/>
                  <a:pt x="80134" y="35735"/>
                  <a:pt x="80134" y="45301"/>
                </a:cubicBezTo>
                <a:lnTo>
                  <a:pt x="80134" y="101070"/>
                </a:lnTo>
                <a:lnTo>
                  <a:pt x="63890" y="101070"/>
                </a:lnTo>
                <a:lnTo>
                  <a:pt x="63890" y="42052"/>
                </a:lnTo>
                <a:cubicBezTo>
                  <a:pt x="63890" y="32667"/>
                  <a:pt x="62086" y="25628"/>
                  <a:pt x="58837" y="20936"/>
                </a:cubicBezTo>
                <a:cubicBezTo>
                  <a:pt x="55408" y="16424"/>
                  <a:pt x="50174" y="14078"/>
                  <a:pt x="43316" y="14078"/>
                </a:cubicBezTo>
                <a:cubicBezTo>
                  <a:pt x="35013" y="14078"/>
                  <a:pt x="28336" y="16965"/>
                  <a:pt x="23463" y="22560"/>
                </a:cubicBezTo>
                <a:cubicBezTo>
                  <a:pt x="1859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853" y="11731"/>
                  <a:pt x="24365" y="7219"/>
                  <a:pt x="29599" y="4332"/>
                </a:cubicBezTo>
                <a:cubicBezTo>
                  <a:pt x="34652" y="1444"/>
                  <a:pt x="40789" y="0"/>
                  <a:pt x="48008" y="0"/>
                </a:cubicBezTo>
                <a:cubicBezTo>
                  <a:pt x="55227" y="0"/>
                  <a:pt x="61183" y="1805"/>
                  <a:pt x="66237" y="5414"/>
                </a:cubicBezTo>
                <a:cubicBezTo>
                  <a:pt x="71290" y="9024"/>
                  <a:pt x="74900" y="14439"/>
                  <a:pt x="77427" y="21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3BECF-84F1-420D-8EE0-6B3BFB8C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922" y="142042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17BECF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C6EE5-5F6C-40AA-B8CE-22A2F30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02" y="68045"/>
            <a:ext cx="62808" cy="137166"/>
          </a:xfrm>
          <a:custGeom xmlns:a="http://schemas.openxmlformats.org/drawingml/2006/main">
            <a:pathLst>
              <a:path w="62808" h="137166">
                <a:moveTo>
                  <a:pt x="62808" y="0"/>
                </a:moveTo>
                <a:lnTo>
                  <a:pt x="62808" y="13536"/>
                </a:lnTo>
                <a:lnTo>
                  <a:pt x="47286" y="13536"/>
                </a:lnTo>
                <a:cubicBezTo>
                  <a:pt x="41511" y="13536"/>
                  <a:pt x="37360" y="14799"/>
                  <a:pt x="35194" y="17146"/>
                </a:cubicBezTo>
                <a:cubicBezTo>
                  <a:pt x="32848" y="19492"/>
                  <a:pt x="31765" y="23643"/>
                  <a:pt x="31765" y="29779"/>
                </a:cubicBezTo>
                <a:lnTo>
                  <a:pt x="31765" y="38443"/>
                </a:lnTo>
                <a:lnTo>
                  <a:pt x="58476" y="38443"/>
                </a:lnTo>
                <a:lnTo>
                  <a:pt x="58476" y="51076"/>
                </a:lnTo>
                <a:lnTo>
                  <a:pt x="31765" y="51076"/>
                </a:lnTo>
                <a:lnTo>
                  <a:pt x="31765" y="137166"/>
                </a:lnTo>
                <a:lnTo>
                  <a:pt x="15521" y="137166"/>
                </a:lnTo>
                <a:lnTo>
                  <a:pt x="15521" y="51076"/>
                </a:lnTo>
                <a:lnTo>
                  <a:pt x="0" y="51076"/>
                </a:lnTo>
                <a:lnTo>
                  <a:pt x="0" y="38443"/>
                </a:lnTo>
                <a:lnTo>
                  <a:pt x="15521" y="38443"/>
                </a:lnTo>
                <a:lnTo>
                  <a:pt x="15521" y="31584"/>
                </a:lnTo>
                <a:cubicBezTo>
                  <a:pt x="15521" y="20755"/>
                  <a:pt x="18048" y="12634"/>
                  <a:pt x="23102" y="7580"/>
                </a:cubicBezTo>
                <a:cubicBezTo>
                  <a:pt x="28155" y="2527"/>
                  <a:pt x="36277" y="0"/>
                  <a:pt x="47467" y="0"/>
                </a:cubicBezTo>
                <a:lnTo>
                  <a:pt x="62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15B02-10DF-4322-9EAE-344E86F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809" y="104142"/>
            <a:ext cx="83382" cy="103416"/>
          </a:xfrm>
          <a:custGeom xmlns:a="http://schemas.openxmlformats.org/drawingml/2006/main">
            <a:pathLst>
              <a:path w="83382" h="103416">
                <a:moveTo>
                  <a:pt x="51076" y="51437"/>
                </a:moveTo>
                <a:cubicBezTo>
                  <a:pt x="37901" y="51437"/>
                  <a:pt x="28877" y="53062"/>
                  <a:pt x="23824" y="55949"/>
                </a:cubicBezTo>
                <a:cubicBezTo>
                  <a:pt x="18770" y="59017"/>
                  <a:pt x="16243" y="64071"/>
                  <a:pt x="16243" y="71290"/>
                </a:cubicBezTo>
                <a:cubicBezTo>
                  <a:pt x="16243" y="77066"/>
                  <a:pt x="18048" y="81758"/>
                  <a:pt x="21838" y="85007"/>
                </a:cubicBezTo>
                <a:cubicBezTo>
                  <a:pt x="25628" y="88436"/>
                  <a:pt x="30862" y="90060"/>
                  <a:pt x="37360" y="90060"/>
                </a:cubicBezTo>
                <a:cubicBezTo>
                  <a:pt x="46384" y="90060"/>
                  <a:pt x="53603" y="86992"/>
                  <a:pt x="59017" y="80495"/>
                </a:cubicBezTo>
                <a:cubicBezTo>
                  <a:pt x="64432" y="74178"/>
                  <a:pt x="67139" y="65695"/>
                  <a:pt x="67139" y="55047"/>
                </a:cubicBezTo>
                <a:lnTo>
                  <a:pt x="67139" y="51437"/>
                </a:lnTo>
                <a:lnTo>
                  <a:pt x="51076" y="51437"/>
                </a:lnTo>
                <a:close/>
                <a:moveTo>
                  <a:pt x="83382" y="44759"/>
                </a:moveTo>
                <a:lnTo>
                  <a:pt x="83382" y="101070"/>
                </a:lnTo>
                <a:lnTo>
                  <a:pt x="67139" y="101070"/>
                </a:lnTo>
                <a:lnTo>
                  <a:pt x="67139" y="86090"/>
                </a:lnTo>
                <a:cubicBezTo>
                  <a:pt x="63349" y="92226"/>
                  <a:pt x="58657" y="96558"/>
                  <a:pt x="53242" y="99265"/>
                </a:cubicBezTo>
                <a:cubicBezTo>
                  <a:pt x="47828" y="101972"/>
                  <a:pt x="40969" y="103416"/>
                  <a:pt x="33028" y="103416"/>
                </a:cubicBezTo>
                <a:cubicBezTo>
                  <a:pt x="22921" y="103416"/>
                  <a:pt x="14799" y="100709"/>
                  <a:pt x="8844" y="95114"/>
                </a:cubicBezTo>
                <a:cubicBezTo>
                  <a:pt x="2888" y="89519"/>
                  <a:pt x="0" y="81939"/>
                  <a:pt x="0" y="72373"/>
                </a:cubicBezTo>
                <a:cubicBezTo>
                  <a:pt x="0" y="61364"/>
                  <a:pt x="3610" y="53062"/>
                  <a:pt x="11190" y="47286"/>
                </a:cubicBezTo>
                <a:cubicBezTo>
                  <a:pt x="18590" y="41691"/>
                  <a:pt x="29599" y="38804"/>
                  <a:pt x="44398" y="38804"/>
                </a:cubicBezTo>
                <a:lnTo>
                  <a:pt x="67139" y="38804"/>
                </a:lnTo>
                <a:lnTo>
                  <a:pt x="67139" y="37179"/>
                </a:lnTo>
                <a:cubicBezTo>
                  <a:pt x="67139" y="29779"/>
                  <a:pt x="64612" y="24004"/>
                  <a:pt x="59739" y="19853"/>
                </a:cubicBezTo>
                <a:cubicBezTo>
                  <a:pt x="54866" y="15882"/>
                  <a:pt x="48008" y="13717"/>
                  <a:pt x="39165" y="13717"/>
                </a:cubicBezTo>
                <a:cubicBezTo>
                  <a:pt x="33389" y="13717"/>
                  <a:pt x="27975" y="14439"/>
                  <a:pt x="22560" y="15882"/>
                </a:cubicBezTo>
                <a:cubicBezTo>
                  <a:pt x="17146" y="17326"/>
                  <a:pt x="12092" y="19312"/>
                  <a:pt x="7219" y="21838"/>
                </a:cubicBezTo>
                <a:lnTo>
                  <a:pt x="7219" y="6858"/>
                </a:lnTo>
                <a:cubicBezTo>
                  <a:pt x="12995" y="4693"/>
                  <a:pt x="18770" y="2888"/>
                  <a:pt x="24365" y="1805"/>
                </a:cubicBezTo>
                <a:cubicBezTo>
                  <a:pt x="29960" y="722"/>
                  <a:pt x="35374" y="0"/>
                  <a:pt x="40789" y="0"/>
                </a:cubicBezTo>
                <a:cubicBezTo>
                  <a:pt x="55047" y="0"/>
                  <a:pt x="65695" y="3790"/>
                  <a:pt x="72734" y="11190"/>
                </a:cubicBezTo>
                <a:cubicBezTo>
                  <a:pt x="79773" y="18590"/>
                  <a:pt x="83382" y="29779"/>
                  <a:pt x="83382" y="4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6DD02-A601-45FB-9CB4-207BC30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81" y="68045"/>
            <a:ext cx="16243" cy="137166"/>
          </a:xfrm>
          <a:custGeom xmlns:a="http://schemas.openxmlformats.org/drawingml/2006/main">
            <a:pathLst>
              <a:path w="16243" h="137166">
                <a:moveTo>
                  <a:pt x="0" y="0"/>
                </a:moveTo>
                <a:lnTo>
                  <a:pt x="16243" y="0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CD1C4-ABA0-4939-9CF5-AA323AD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717" y="104142"/>
            <a:ext cx="78149" cy="103416"/>
          </a:xfrm>
          <a:custGeom xmlns:a="http://schemas.openxmlformats.org/drawingml/2006/main">
            <a:pathLst>
              <a:path w="78149" h="103416">
                <a:moveTo>
                  <a:pt x="78149" y="6136"/>
                </a:moveTo>
                <a:lnTo>
                  <a:pt x="78149" y="21297"/>
                </a:lnTo>
                <a:cubicBezTo>
                  <a:pt x="73456" y="18770"/>
                  <a:pt x="68944" y="16965"/>
                  <a:pt x="64251" y="15702"/>
                </a:cubicBezTo>
                <a:cubicBezTo>
                  <a:pt x="59559" y="14439"/>
                  <a:pt x="55047" y="13717"/>
                  <a:pt x="50354" y="13717"/>
                </a:cubicBezTo>
                <a:cubicBezTo>
                  <a:pt x="39886" y="13717"/>
                  <a:pt x="31584" y="17146"/>
                  <a:pt x="25809" y="23824"/>
                </a:cubicBezTo>
                <a:cubicBezTo>
                  <a:pt x="20033" y="30501"/>
                  <a:pt x="17146" y="39886"/>
                  <a:pt x="17146" y="51798"/>
                </a:cubicBezTo>
                <a:cubicBezTo>
                  <a:pt x="17146" y="63890"/>
                  <a:pt x="20033" y="73276"/>
                  <a:pt x="25809" y="79953"/>
                </a:cubicBezTo>
                <a:cubicBezTo>
                  <a:pt x="31584" y="86631"/>
                  <a:pt x="39886" y="89880"/>
                  <a:pt x="50354" y="89880"/>
                </a:cubicBezTo>
                <a:cubicBezTo>
                  <a:pt x="55047" y="89880"/>
                  <a:pt x="59559" y="89338"/>
                  <a:pt x="64251" y="88075"/>
                </a:cubicBezTo>
                <a:cubicBezTo>
                  <a:pt x="68944" y="86812"/>
                  <a:pt x="73456" y="84826"/>
                  <a:pt x="78149" y="82300"/>
                </a:cubicBezTo>
                <a:lnTo>
                  <a:pt x="78149" y="97280"/>
                </a:lnTo>
                <a:cubicBezTo>
                  <a:pt x="73456" y="99445"/>
                  <a:pt x="68763" y="101070"/>
                  <a:pt x="64071" y="101972"/>
                </a:cubicBezTo>
                <a:cubicBezTo>
                  <a:pt x="59198" y="102875"/>
                  <a:pt x="53964" y="103416"/>
                  <a:pt x="48550" y="103416"/>
                </a:cubicBezTo>
                <a:cubicBezTo>
                  <a:pt x="33750" y="103416"/>
                  <a:pt x="21838" y="98904"/>
                  <a:pt x="13175" y="89519"/>
                </a:cubicBezTo>
                <a:cubicBezTo>
                  <a:pt x="4332" y="80314"/>
                  <a:pt x="0" y="67681"/>
                  <a:pt x="0" y="51798"/>
                </a:cubicBezTo>
                <a:cubicBezTo>
                  <a:pt x="0" y="35735"/>
                  <a:pt x="4332" y="23102"/>
                  <a:pt x="13175" y="13897"/>
                </a:cubicBezTo>
                <a:cubicBezTo>
                  <a:pt x="22019" y="4693"/>
                  <a:pt x="34111" y="0"/>
                  <a:pt x="49632" y="0"/>
                </a:cubicBezTo>
                <a:cubicBezTo>
                  <a:pt x="54686" y="0"/>
                  <a:pt x="59559" y="541"/>
                  <a:pt x="64251" y="1624"/>
                </a:cubicBezTo>
                <a:cubicBezTo>
                  <a:pt x="68944" y="2707"/>
                  <a:pt x="73636" y="4151"/>
                  <a:pt x="78149" y="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75F91-6F32-4846-A04B-E1B505F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981" y="104142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060C7-6923-48FB-A19A-7DDB2B5D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933" y="104142"/>
            <a:ext cx="82661" cy="101070"/>
          </a:xfrm>
          <a:custGeom xmlns:a="http://schemas.openxmlformats.org/drawingml/2006/main">
            <a:pathLst>
              <a:path w="82661" h="101070">
                <a:moveTo>
                  <a:pt x="82661" y="41511"/>
                </a:moveTo>
                <a:lnTo>
                  <a:pt x="82661" y="101070"/>
                </a:lnTo>
                <a:lnTo>
                  <a:pt x="66417" y="101070"/>
                </a:lnTo>
                <a:lnTo>
                  <a:pt x="66417" y="42052"/>
                </a:lnTo>
                <a:cubicBezTo>
                  <a:pt x="66417" y="32667"/>
                  <a:pt x="64432" y="25809"/>
                  <a:pt x="60822" y="21116"/>
                </a:cubicBezTo>
                <a:cubicBezTo>
                  <a:pt x="57213" y="16424"/>
                  <a:pt x="51798" y="14078"/>
                  <a:pt x="44579" y="14078"/>
                </a:cubicBezTo>
                <a:cubicBezTo>
                  <a:pt x="35735" y="14078"/>
                  <a:pt x="28877" y="16965"/>
                  <a:pt x="23824" y="22560"/>
                </a:cubicBezTo>
                <a:cubicBezTo>
                  <a:pt x="18770" y="28155"/>
                  <a:pt x="16243" y="35735"/>
                  <a:pt x="16243" y="4530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20033" y="11912"/>
                  <a:pt x="24545" y="7400"/>
                  <a:pt x="29960" y="4512"/>
                </a:cubicBezTo>
                <a:cubicBezTo>
                  <a:pt x="35194" y="1624"/>
                  <a:pt x="41330" y="0"/>
                  <a:pt x="48189" y="0"/>
                </a:cubicBezTo>
                <a:cubicBezTo>
                  <a:pt x="59378" y="0"/>
                  <a:pt x="68042" y="3610"/>
                  <a:pt x="73817" y="10648"/>
                </a:cubicBezTo>
                <a:cubicBezTo>
                  <a:pt x="79592" y="17687"/>
                  <a:pt x="82661" y="27975"/>
                  <a:pt x="82661" y="415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AF3C9-4FFE-4C51-933F-2BFE25C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922" y="334744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19197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9AD84-619C-4F86-938B-F82EB67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378" y="260747"/>
            <a:ext cx="88255" cy="139512"/>
          </a:xfrm>
          <a:custGeom xmlns:a="http://schemas.openxmlformats.org/drawingml/2006/main">
            <a:pathLst>
              <a:path w="88255" h="139512">
                <a:moveTo>
                  <a:pt x="72012" y="53423"/>
                </a:moveTo>
                <a:lnTo>
                  <a:pt x="72012" y="0"/>
                </a:lnTo>
                <a:lnTo>
                  <a:pt x="88255" y="0"/>
                </a:lnTo>
                <a:lnTo>
                  <a:pt x="88255" y="137166"/>
                </a:lnTo>
                <a:lnTo>
                  <a:pt x="72012" y="137166"/>
                </a:lnTo>
                <a:lnTo>
                  <a:pt x="72012" y="122367"/>
                </a:lnTo>
                <a:cubicBezTo>
                  <a:pt x="68583" y="128322"/>
                  <a:pt x="64251" y="132654"/>
                  <a:pt x="59017" y="135361"/>
                </a:cubicBezTo>
                <a:cubicBezTo>
                  <a:pt x="53784" y="138068"/>
                  <a:pt x="47647" y="139512"/>
                  <a:pt x="40428" y="139512"/>
                </a:cubicBezTo>
                <a:cubicBezTo>
                  <a:pt x="28516" y="139512"/>
                  <a:pt x="18770" y="134820"/>
                  <a:pt x="11190" y="125435"/>
                </a:cubicBezTo>
                <a:cubicBezTo>
                  <a:pt x="3610" y="116050"/>
                  <a:pt x="0" y="103416"/>
                  <a:pt x="0" y="87895"/>
                </a:cubicBezTo>
                <a:cubicBezTo>
                  <a:pt x="0" y="72373"/>
                  <a:pt x="3610" y="59920"/>
                  <a:pt x="11190" y="50354"/>
                </a:cubicBezTo>
                <a:cubicBezTo>
                  <a:pt x="18770" y="40969"/>
                  <a:pt x="28516" y="36096"/>
                  <a:pt x="40428" y="36096"/>
                </a:cubicBezTo>
                <a:cubicBezTo>
                  <a:pt x="47647" y="36096"/>
                  <a:pt x="53784" y="37540"/>
                  <a:pt x="59017" y="40428"/>
                </a:cubicBezTo>
                <a:cubicBezTo>
                  <a:pt x="64251" y="43316"/>
                  <a:pt x="68583" y="47647"/>
                  <a:pt x="72012" y="53423"/>
                </a:cubicBezTo>
                <a:close/>
                <a:moveTo>
                  <a:pt x="16785" y="87895"/>
                </a:moveTo>
                <a:cubicBezTo>
                  <a:pt x="16785" y="99806"/>
                  <a:pt x="19131" y="109191"/>
                  <a:pt x="24004" y="116050"/>
                </a:cubicBezTo>
                <a:cubicBezTo>
                  <a:pt x="28877" y="122908"/>
                  <a:pt x="35555" y="126157"/>
                  <a:pt x="44218" y="126157"/>
                </a:cubicBezTo>
                <a:cubicBezTo>
                  <a:pt x="52881" y="126157"/>
                  <a:pt x="59559" y="122908"/>
                  <a:pt x="64612" y="116050"/>
                </a:cubicBezTo>
                <a:cubicBezTo>
                  <a:pt x="69485" y="109191"/>
                  <a:pt x="72012" y="99806"/>
                  <a:pt x="72012" y="87895"/>
                </a:cubicBezTo>
                <a:cubicBezTo>
                  <a:pt x="72012" y="75983"/>
                  <a:pt x="69485" y="66778"/>
                  <a:pt x="64612" y="59920"/>
                </a:cubicBezTo>
                <a:cubicBezTo>
                  <a:pt x="59559" y="53062"/>
                  <a:pt x="52881" y="49632"/>
                  <a:pt x="44218" y="49632"/>
                </a:cubicBezTo>
                <a:cubicBezTo>
                  <a:pt x="35555" y="49632"/>
                  <a:pt x="28877" y="53062"/>
                  <a:pt x="24004" y="59920"/>
                </a:cubicBezTo>
                <a:cubicBezTo>
                  <a:pt x="19131" y="66778"/>
                  <a:pt x="16785" y="75983"/>
                  <a:pt x="16785" y="878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C58AC-DA4D-4B5A-B6D0-82D4D86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83" y="296843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0418A-FE2C-4FD8-A560-9BA2599D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80" y="296843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6DA18-B682-4B32-8535-9855832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473" y="296843"/>
            <a:ext cx="88255" cy="138429"/>
          </a:xfrm>
          <a:custGeom xmlns:a="http://schemas.openxmlformats.org/drawingml/2006/main">
            <a:pathLst>
              <a:path w="88255" h="138429">
                <a:moveTo>
                  <a:pt x="16243" y="86270"/>
                </a:moveTo>
                <a:lnTo>
                  <a:pt x="16243" y="138429"/>
                </a:lnTo>
                <a:lnTo>
                  <a:pt x="0" y="138429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326"/>
                </a:lnTo>
                <a:cubicBezTo>
                  <a:pt x="19492" y="11551"/>
                  <a:pt x="23824" y="7219"/>
                  <a:pt x="29058" y="4332"/>
                </a:cubicBezTo>
                <a:cubicBezTo>
                  <a:pt x="34292" y="1444"/>
                  <a:pt x="40608" y="0"/>
                  <a:pt x="47828" y="0"/>
                </a:cubicBezTo>
                <a:cubicBezTo>
                  <a:pt x="59739" y="0"/>
                  <a:pt x="69485" y="4873"/>
                  <a:pt x="77066" y="14258"/>
                </a:cubicBezTo>
                <a:cubicBezTo>
                  <a:pt x="84465" y="23824"/>
                  <a:pt x="88255" y="36277"/>
                  <a:pt x="88255" y="51798"/>
                </a:cubicBezTo>
                <a:cubicBezTo>
                  <a:pt x="88255" y="67320"/>
                  <a:pt x="84465" y="79953"/>
                  <a:pt x="77066" y="89338"/>
                </a:cubicBezTo>
                <a:cubicBezTo>
                  <a:pt x="69485" y="98723"/>
                  <a:pt x="59739" y="103416"/>
                  <a:pt x="47828" y="103416"/>
                </a:cubicBezTo>
                <a:cubicBezTo>
                  <a:pt x="40608" y="103416"/>
                  <a:pt x="34292" y="101972"/>
                  <a:pt x="29058" y="99265"/>
                </a:cubicBezTo>
                <a:cubicBezTo>
                  <a:pt x="23824" y="96558"/>
                  <a:pt x="19492" y="92226"/>
                  <a:pt x="16243" y="86270"/>
                </a:cubicBezTo>
                <a:close/>
                <a:moveTo>
                  <a:pt x="71471" y="51798"/>
                </a:moveTo>
                <a:cubicBezTo>
                  <a:pt x="71471" y="39886"/>
                  <a:pt x="68944" y="30682"/>
                  <a:pt x="64071" y="23824"/>
                </a:cubicBezTo>
                <a:cubicBezTo>
                  <a:pt x="59017" y="16965"/>
                  <a:pt x="52340" y="13536"/>
                  <a:pt x="43857" y="13536"/>
                </a:cubicBezTo>
                <a:cubicBezTo>
                  <a:pt x="35194" y="13536"/>
                  <a:pt x="28516" y="16965"/>
                  <a:pt x="23643" y="23824"/>
                </a:cubicBezTo>
                <a:cubicBezTo>
                  <a:pt x="18590" y="30682"/>
                  <a:pt x="16243" y="39886"/>
                  <a:pt x="16243" y="51798"/>
                </a:cubicBezTo>
                <a:cubicBezTo>
                  <a:pt x="16243" y="63710"/>
                  <a:pt x="18590" y="73095"/>
                  <a:pt x="23643" y="79953"/>
                </a:cubicBezTo>
                <a:cubicBezTo>
                  <a:pt x="28516" y="86812"/>
                  <a:pt x="35194" y="90060"/>
                  <a:pt x="43857" y="90060"/>
                </a:cubicBezTo>
                <a:cubicBezTo>
                  <a:pt x="52340" y="90060"/>
                  <a:pt x="59017" y="86812"/>
                  <a:pt x="64071" y="79953"/>
                </a:cubicBezTo>
                <a:cubicBezTo>
                  <a:pt x="68944" y="73095"/>
                  <a:pt x="71471" y="63710"/>
                  <a:pt x="71471" y="51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023D7-BE47-4867-919E-00072FAC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401" y="296843"/>
            <a:ext cx="75441" cy="103416"/>
          </a:xfrm>
          <a:custGeom xmlns:a="http://schemas.openxmlformats.org/drawingml/2006/main">
            <a:pathLst>
              <a:path w="75441" h="103416">
                <a:moveTo>
                  <a:pt x="70207" y="5234"/>
                </a:moveTo>
                <a:lnTo>
                  <a:pt x="70207" y="20575"/>
                </a:lnTo>
                <a:cubicBezTo>
                  <a:pt x="65515" y="18409"/>
                  <a:pt x="60822" y="16604"/>
                  <a:pt x="55949" y="15341"/>
                </a:cubicBezTo>
                <a:cubicBezTo>
                  <a:pt x="50896" y="14258"/>
                  <a:pt x="45842" y="13536"/>
                  <a:pt x="40608" y="13536"/>
                </a:cubicBezTo>
                <a:cubicBezTo>
                  <a:pt x="32487" y="13536"/>
                  <a:pt x="26350" y="14799"/>
                  <a:pt x="22380" y="17326"/>
                </a:cubicBezTo>
                <a:cubicBezTo>
                  <a:pt x="18409" y="19853"/>
                  <a:pt x="16424" y="23463"/>
                  <a:pt x="16424" y="28336"/>
                </a:cubicBezTo>
                <a:cubicBezTo>
                  <a:pt x="16424" y="32126"/>
                  <a:pt x="17868" y="35013"/>
                  <a:pt x="20755" y="37179"/>
                </a:cubicBezTo>
                <a:cubicBezTo>
                  <a:pt x="23643" y="39345"/>
                  <a:pt x="29418" y="41511"/>
                  <a:pt x="38082" y="43316"/>
                </a:cubicBezTo>
                <a:lnTo>
                  <a:pt x="43677" y="44579"/>
                </a:lnTo>
                <a:cubicBezTo>
                  <a:pt x="55227" y="47106"/>
                  <a:pt x="63349" y="50715"/>
                  <a:pt x="68222" y="55047"/>
                </a:cubicBezTo>
                <a:cubicBezTo>
                  <a:pt x="72915" y="59559"/>
                  <a:pt x="75441" y="65876"/>
                  <a:pt x="75441" y="73817"/>
                </a:cubicBezTo>
                <a:cubicBezTo>
                  <a:pt x="75441" y="83022"/>
                  <a:pt x="71832" y="90241"/>
                  <a:pt x="64612" y="95475"/>
                </a:cubicBezTo>
                <a:cubicBezTo>
                  <a:pt x="57393" y="100889"/>
                  <a:pt x="47286" y="103416"/>
                  <a:pt x="34652" y="103416"/>
                </a:cubicBezTo>
                <a:cubicBezTo>
                  <a:pt x="29238" y="103416"/>
                  <a:pt x="23824" y="102875"/>
                  <a:pt x="18048" y="101972"/>
                </a:cubicBezTo>
                <a:cubicBezTo>
                  <a:pt x="12273" y="101070"/>
                  <a:pt x="6317" y="99626"/>
                  <a:pt x="0" y="97460"/>
                </a:cubicBezTo>
                <a:lnTo>
                  <a:pt x="0" y="80675"/>
                </a:lnTo>
                <a:cubicBezTo>
                  <a:pt x="5956" y="83924"/>
                  <a:pt x="11912" y="86270"/>
                  <a:pt x="17687" y="87714"/>
                </a:cubicBezTo>
                <a:cubicBezTo>
                  <a:pt x="23463" y="89338"/>
                  <a:pt x="29238" y="90060"/>
                  <a:pt x="35013" y="90060"/>
                </a:cubicBezTo>
                <a:cubicBezTo>
                  <a:pt x="42594" y="90060"/>
                  <a:pt x="48550" y="88797"/>
                  <a:pt x="52701" y="86270"/>
                </a:cubicBezTo>
                <a:cubicBezTo>
                  <a:pt x="56671" y="83743"/>
                  <a:pt x="58837" y="79953"/>
                  <a:pt x="58837" y="75080"/>
                </a:cubicBezTo>
                <a:cubicBezTo>
                  <a:pt x="58837" y="70749"/>
                  <a:pt x="57213" y="67320"/>
                  <a:pt x="54325" y="64973"/>
                </a:cubicBezTo>
                <a:cubicBezTo>
                  <a:pt x="51437" y="62627"/>
                  <a:pt x="44940" y="60281"/>
                  <a:pt x="34833" y="58115"/>
                </a:cubicBezTo>
                <a:lnTo>
                  <a:pt x="29238" y="56852"/>
                </a:lnTo>
                <a:cubicBezTo>
                  <a:pt x="19131" y="54686"/>
                  <a:pt x="11731" y="51437"/>
                  <a:pt x="7400" y="47106"/>
                </a:cubicBezTo>
                <a:cubicBezTo>
                  <a:pt x="2888" y="42774"/>
                  <a:pt x="722" y="36818"/>
                  <a:pt x="722" y="29058"/>
                </a:cubicBezTo>
                <a:cubicBezTo>
                  <a:pt x="722" y="19853"/>
                  <a:pt x="3971" y="12634"/>
                  <a:pt x="10468" y="7580"/>
                </a:cubicBezTo>
                <a:cubicBezTo>
                  <a:pt x="16965" y="2527"/>
                  <a:pt x="26350" y="0"/>
                  <a:pt x="38623" y="0"/>
                </a:cubicBezTo>
                <a:cubicBezTo>
                  <a:pt x="44579" y="0"/>
                  <a:pt x="50174" y="541"/>
                  <a:pt x="55588" y="1444"/>
                </a:cubicBezTo>
                <a:cubicBezTo>
                  <a:pt x="60822" y="2346"/>
                  <a:pt x="65695" y="3610"/>
                  <a:pt x="70207" y="52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87DC7-175F-4C25-8B51-3F65A8CC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613" y="296843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DE813-64E8-41E9-9AF5-934B498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09" y="296843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67425-8B5A-4E0C-872E-84277CB7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102" y="260747"/>
            <a:ext cx="87534" cy="137166"/>
          </a:xfrm>
          <a:custGeom xmlns:a="http://schemas.openxmlformats.org/drawingml/2006/main">
            <a:pathLst>
              <a:path w="87534" h="137166">
                <a:moveTo>
                  <a:pt x="0" y="0"/>
                </a:moveTo>
                <a:lnTo>
                  <a:pt x="16243" y="0"/>
                </a:lnTo>
                <a:lnTo>
                  <a:pt x="16243" y="81036"/>
                </a:lnTo>
                <a:lnTo>
                  <a:pt x="64612" y="38443"/>
                </a:lnTo>
                <a:lnTo>
                  <a:pt x="85368" y="38443"/>
                </a:lnTo>
                <a:lnTo>
                  <a:pt x="33028" y="84646"/>
                </a:lnTo>
                <a:lnTo>
                  <a:pt x="87534" y="137166"/>
                </a:lnTo>
                <a:lnTo>
                  <a:pt x="66417" y="137166"/>
                </a:lnTo>
                <a:lnTo>
                  <a:pt x="16243" y="88977"/>
                </a:ln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569B1-E250-499F-8BF3-612786A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922" y="527446"/>
            <a:ext cx="108289" cy="10"/>
          </a:xfrm>
          <a:custGeom xmlns:a="http://schemas.openxmlformats.org/drawingml/2006/main">
            <a:pathLst>
              <a:path w="108289" h="1" fill="none">
                <a:moveTo>
                  <a:pt x="0" y="0"/>
                </a:moveTo>
                <a:lnTo>
                  <a:pt x="54144" y="0"/>
                </a:lnTo>
                <a:lnTo>
                  <a:pt x="108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28" cap="sq">
            <a:solidFill>
              <a:srgbClr val="D3D3D3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C522-3B9E-4E81-9372-765D504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378" y="489545"/>
            <a:ext cx="90602" cy="103416"/>
          </a:xfrm>
          <a:custGeom xmlns:a="http://schemas.openxmlformats.org/drawingml/2006/main">
            <a:pathLst>
              <a:path w="90602" h="103416">
                <a:moveTo>
                  <a:pt x="45301" y="13717"/>
                </a:moveTo>
                <a:cubicBezTo>
                  <a:pt x="36638" y="13717"/>
                  <a:pt x="29779" y="17146"/>
                  <a:pt x="24726" y="24004"/>
                </a:cubicBezTo>
                <a:cubicBezTo>
                  <a:pt x="19672" y="30862"/>
                  <a:pt x="17146" y="40067"/>
                  <a:pt x="17146" y="51798"/>
                </a:cubicBezTo>
                <a:cubicBezTo>
                  <a:pt x="17146" y="63710"/>
                  <a:pt x="19492" y="72915"/>
                  <a:pt x="24545" y="79773"/>
                </a:cubicBezTo>
                <a:cubicBezTo>
                  <a:pt x="29599" y="86631"/>
                  <a:pt x="36457" y="89880"/>
                  <a:pt x="45301" y="89880"/>
                </a:cubicBezTo>
                <a:cubicBezTo>
                  <a:pt x="53964" y="89880"/>
                  <a:pt x="60822" y="86631"/>
                  <a:pt x="65876" y="79773"/>
                </a:cubicBezTo>
                <a:cubicBezTo>
                  <a:pt x="70929" y="72915"/>
                  <a:pt x="73456" y="63710"/>
                  <a:pt x="73456" y="51798"/>
                </a:cubicBezTo>
                <a:cubicBezTo>
                  <a:pt x="73456" y="40247"/>
                  <a:pt x="70929" y="30862"/>
                  <a:pt x="65876" y="24004"/>
                </a:cubicBezTo>
                <a:cubicBezTo>
                  <a:pt x="60822" y="17146"/>
                  <a:pt x="53964" y="13717"/>
                  <a:pt x="45301" y="13717"/>
                </a:cubicBezTo>
                <a:close/>
                <a:moveTo>
                  <a:pt x="45301" y="0"/>
                </a:moveTo>
                <a:cubicBezTo>
                  <a:pt x="59378" y="0"/>
                  <a:pt x="70388" y="4693"/>
                  <a:pt x="78509" y="13717"/>
                </a:cubicBezTo>
                <a:cubicBezTo>
                  <a:pt x="86451" y="22921"/>
                  <a:pt x="90602" y="35555"/>
                  <a:pt x="90602" y="51798"/>
                </a:cubicBezTo>
                <a:cubicBezTo>
                  <a:pt x="90602" y="68042"/>
                  <a:pt x="86451" y="80675"/>
                  <a:pt x="78509" y="89699"/>
                </a:cubicBezTo>
                <a:cubicBezTo>
                  <a:pt x="70388" y="98904"/>
                  <a:pt x="59378" y="103416"/>
                  <a:pt x="45301" y="103416"/>
                </a:cubicBezTo>
                <a:cubicBezTo>
                  <a:pt x="31043" y="103416"/>
                  <a:pt x="19853" y="98904"/>
                  <a:pt x="11912" y="89699"/>
                </a:cubicBezTo>
                <a:cubicBezTo>
                  <a:pt x="3971" y="80675"/>
                  <a:pt x="0" y="68042"/>
                  <a:pt x="0" y="51798"/>
                </a:cubicBezTo>
                <a:cubicBezTo>
                  <a:pt x="0" y="35555"/>
                  <a:pt x="3971" y="22921"/>
                  <a:pt x="11912" y="13717"/>
                </a:cubicBezTo>
                <a:cubicBezTo>
                  <a:pt x="19853" y="4693"/>
                  <a:pt x="31043" y="0"/>
                  <a:pt x="453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3EAC1-4089-4368-80FA-80D3BCEB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9" y="463917"/>
            <a:ext cx="61544" cy="126698"/>
          </a:xfrm>
          <a:custGeom xmlns:a="http://schemas.openxmlformats.org/drawingml/2006/main">
            <a:pathLst>
              <a:path w="61544" h="126698">
                <a:moveTo>
                  <a:pt x="28155" y="0"/>
                </a:moveTo>
                <a:lnTo>
                  <a:pt x="28155" y="27975"/>
                </a:lnTo>
                <a:lnTo>
                  <a:pt x="61544" y="27975"/>
                </a:lnTo>
                <a:lnTo>
                  <a:pt x="61544" y="40608"/>
                </a:lnTo>
                <a:lnTo>
                  <a:pt x="28155" y="40608"/>
                </a:lnTo>
                <a:lnTo>
                  <a:pt x="28155" y="94211"/>
                </a:lnTo>
                <a:cubicBezTo>
                  <a:pt x="28155" y="102333"/>
                  <a:pt x="29238" y="107567"/>
                  <a:pt x="31404" y="109733"/>
                </a:cubicBezTo>
                <a:cubicBezTo>
                  <a:pt x="33570" y="112079"/>
                  <a:pt x="38082" y="113162"/>
                  <a:pt x="44940" y="113162"/>
                </a:cubicBezTo>
                <a:lnTo>
                  <a:pt x="61544" y="113162"/>
                </a:lnTo>
                <a:lnTo>
                  <a:pt x="61544" y="126698"/>
                </a:lnTo>
                <a:lnTo>
                  <a:pt x="44940" y="126698"/>
                </a:lnTo>
                <a:cubicBezTo>
                  <a:pt x="32306" y="126698"/>
                  <a:pt x="23643" y="124352"/>
                  <a:pt x="18951" y="119659"/>
                </a:cubicBezTo>
                <a:cubicBezTo>
                  <a:pt x="14258" y="114967"/>
                  <a:pt x="11912" y="106484"/>
                  <a:pt x="11912" y="94211"/>
                </a:cubicBezTo>
                <a:lnTo>
                  <a:pt x="11912" y="40608"/>
                </a:lnTo>
                <a:lnTo>
                  <a:pt x="0" y="40608"/>
                </a:lnTo>
                <a:lnTo>
                  <a:pt x="0" y="27975"/>
                </a:lnTo>
                <a:lnTo>
                  <a:pt x="11912" y="27975"/>
                </a:lnTo>
                <a:lnTo>
                  <a:pt x="11912" y="0"/>
                </a:lnTo>
                <a:lnTo>
                  <a:pt x="2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86B09-FD84-4EC3-9806-C7E1EF3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079" y="453449"/>
            <a:ext cx="82661" cy="137166"/>
          </a:xfrm>
          <a:custGeom xmlns:a="http://schemas.openxmlformats.org/drawingml/2006/main">
            <a:pathLst>
              <a:path w="82661" h="137166">
                <a:moveTo>
                  <a:pt x="82661" y="77607"/>
                </a:moveTo>
                <a:lnTo>
                  <a:pt x="82661" y="137166"/>
                </a:lnTo>
                <a:lnTo>
                  <a:pt x="66417" y="137166"/>
                </a:lnTo>
                <a:lnTo>
                  <a:pt x="66417" y="78149"/>
                </a:lnTo>
                <a:cubicBezTo>
                  <a:pt x="66417" y="68763"/>
                  <a:pt x="64432" y="61905"/>
                  <a:pt x="60822" y="57213"/>
                </a:cubicBezTo>
                <a:cubicBezTo>
                  <a:pt x="57213" y="52520"/>
                  <a:pt x="51798" y="50174"/>
                  <a:pt x="44579" y="50174"/>
                </a:cubicBezTo>
                <a:cubicBezTo>
                  <a:pt x="35735" y="50174"/>
                  <a:pt x="28877" y="53062"/>
                  <a:pt x="23824" y="58657"/>
                </a:cubicBezTo>
                <a:cubicBezTo>
                  <a:pt x="18770" y="64251"/>
                  <a:pt x="16243" y="71832"/>
                  <a:pt x="16243" y="81397"/>
                </a:cubicBezTo>
                <a:lnTo>
                  <a:pt x="16243" y="137166"/>
                </a:lnTo>
                <a:lnTo>
                  <a:pt x="0" y="137166"/>
                </a:lnTo>
                <a:lnTo>
                  <a:pt x="0" y="0"/>
                </a:lnTo>
                <a:lnTo>
                  <a:pt x="16243" y="0"/>
                </a:lnTo>
                <a:lnTo>
                  <a:pt x="16243" y="53784"/>
                </a:lnTo>
                <a:cubicBezTo>
                  <a:pt x="20033" y="48008"/>
                  <a:pt x="24545" y="43496"/>
                  <a:pt x="29960" y="40608"/>
                </a:cubicBezTo>
                <a:cubicBezTo>
                  <a:pt x="35194" y="37721"/>
                  <a:pt x="41330" y="36096"/>
                  <a:pt x="48189" y="36096"/>
                </a:cubicBezTo>
                <a:cubicBezTo>
                  <a:pt x="59378" y="36096"/>
                  <a:pt x="68042" y="39706"/>
                  <a:pt x="73817" y="46745"/>
                </a:cubicBezTo>
                <a:cubicBezTo>
                  <a:pt x="79592" y="53784"/>
                  <a:pt x="82661" y="64071"/>
                  <a:pt x="82661" y="776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6C4F0-E288-4880-8507-194F21A3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007" y="489545"/>
            <a:ext cx="91504" cy="103416"/>
          </a:xfrm>
          <a:custGeom xmlns:a="http://schemas.openxmlformats.org/drawingml/2006/main">
            <a:pathLst>
              <a:path w="91504" h="103416">
                <a:moveTo>
                  <a:pt x="91504" y="47647"/>
                </a:moveTo>
                <a:lnTo>
                  <a:pt x="91504" y="55588"/>
                </a:lnTo>
                <a:lnTo>
                  <a:pt x="16965" y="55588"/>
                </a:lnTo>
                <a:cubicBezTo>
                  <a:pt x="17687" y="66778"/>
                  <a:pt x="20936" y="75441"/>
                  <a:pt x="27072" y="81217"/>
                </a:cubicBezTo>
                <a:cubicBezTo>
                  <a:pt x="33028" y="86992"/>
                  <a:pt x="41330" y="89880"/>
                  <a:pt x="52159" y="89880"/>
                </a:cubicBezTo>
                <a:cubicBezTo>
                  <a:pt x="58296" y="89880"/>
                  <a:pt x="64432" y="89158"/>
                  <a:pt x="70207" y="87714"/>
                </a:cubicBezTo>
                <a:cubicBezTo>
                  <a:pt x="75983" y="86270"/>
                  <a:pt x="81939" y="83924"/>
                  <a:pt x="87714" y="80675"/>
                </a:cubicBezTo>
                <a:lnTo>
                  <a:pt x="87714" y="96016"/>
                </a:lnTo>
                <a:cubicBezTo>
                  <a:pt x="81939" y="98543"/>
                  <a:pt x="75983" y="100528"/>
                  <a:pt x="69846" y="101611"/>
                </a:cubicBezTo>
                <a:cubicBezTo>
                  <a:pt x="63710" y="102694"/>
                  <a:pt x="57393" y="103416"/>
                  <a:pt x="51257" y="103416"/>
                </a:cubicBezTo>
                <a:cubicBezTo>
                  <a:pt x="35374" y="103416"/>
                  <a:pt x="22921" y="98904"/>
                  <a:pt x="13717" y="89880"/>
                </a:cubicBezTo>
                <a:cubicBezTo>
                  <a:pt x="4512" y="80856"/>
                  <a:pt x="0" y="68403"/>
                  <a:pt x="0" y="52701"/>
                </a:cubicBezTo>
                <a:cubicBezTo>
                  <a:pt x="0" y="36638"/>
                  <a:pt x="4332" y="23824"/>
                  <a:pt x="12995" y="14258"/>
                </a:cubicBezTo>
                <a:cubicBezTo>
                  <a:pt x="21658" y="4873"/>
                  <a:pt x="33570" y="0"/>
                  <a:pt x="48369" y="0"/>
                </a:cubicBezTo>
                <a:cubicBezTo>
                  <a:pt x="61725" y="0"/>
                  <a:pt x="72193" y="4332"/>
                  <a:pt x="79953" y="12814"/>
                </a:cubicBezTo>
                <a:cubicBezTo>
                  <a:pt x="87534" y="21477"/>
                  <a:pt x="91504" y="33028"/>
                  <a:pt x="91504" y="47647"/>
                </a:cubicBezTo>
                <a:close/>
                <a:moveTo>
                  <a:pt x="75261" y="42955"/>
                </a:moveTo>
                <a:cubicBezTo>
                  <a:pt x="75080" y="34111"/>
                  <a:pt x="72554" y="27072"/>
                  <a:pt x="67861" y="21658"/>
                </a:cubicBezTo>
                <a:cubicBezTo>
                  <a:pt x="62988" y="16424"/>
                  <a:pt x="56491" y="13717"/>
                  <a:pt x="48550" y="13717"/>
                </a:cubicBezTo>
                <a:cubicBezTo>
                  <a:pt x="39525" y="13717"/>
                  <a:pt x="32306" y="16424"/>
                  <a:pt x="26892" y="21477"/>
                </a:cubicBezTo>
                <a:cubicBezTo>
                  <a:pt x="21477" y="26531"/>
                  <a:pt x="18229" y="33750"/>
                  <a:pt x="17507" y="42955"/>
                </a:cubicBezTo>
                <a:lnTo>
                  <a:pt x="75261" y="4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6AF1D-8957-4C6F-9E26-2B412A9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500" y="489545"/>
            <a:ext cx="57754" cy="101070"/>
          </a:xfrm>
          <a:custGeom xmlns:a="http://schemas.openxmlformats.org/drawingml/2006/main">
            <a:pathLst>
              <a:path w="57754" h="101070">
                <a:moveTo>
                  <a:pt x="57754" y="17507"/>
                </a:moveTo>
                <a:cubicBezTo>
                  <a:pt x="55949" y="16424"/>
                  <a:pt x="53964" y="15702"/>
                  <a:pt x="51798" y="15160"/>
                </a:cubicBezTo>
                <a:cubicBezTo>
                  <a:pt x="49632" y="14799"/>
                  <a:pt x="47286" y="14439"/>
                  <a:pt x="44759" y="14439"/>
                </a:cubicBezTo>
                <a:cubicBezTo>
                  <a:pt x="35555" y="14439"/>
                  <a:pt x="28516" y="17507"/>
                  <a:pt x="23643" y="23463"/>
                </a:cubicBezTo>
                <a:cubicBezTo>
                  <a:pt x="18590" y="29418"/>
                  <a:pt x="16243" y="37901"/>
                  <a:pt x="16243" y="49091"/>
                </a:cubicBezTo>
                <a:lnTo>
                  <a:pt x="16243" y="101070"/>
                </a:lnTo>
                <a:lnTo>
                  <a:pt x="0" y="101070"/>
                </a:lnTo>
                <a:lnTo>
                  <a:pt x="0" y="2346"/>
                </a:lnTo>
                <a:lnTo>
                  <a:pt x="16243" y="2346"/>
                </a:lnTo>
                <a:lnTo>
                  <a:pt x="16243" y="17687"/>
                </a:lnTo>
                <a:cubicBezTo>
                  <a:pt x="19492" y="11731"/>
                  <a:pt x="24004" y="7219"/>
                  <a:pt x="29418" y="4332"/>
                </a:cubicBezTo>
                <a:cubicBezTo>
                  <a:pt x="34833" y="1444"/>
                  <a:pt x="41511" y="0"/>
                  <a:pt x="49452" y="0"/>
                </a:cubicBezTo>
                <a:cubicBezTo>
                  <a:pt x="50535" y="0"/>
                  <a:pt x="51798" y="180"/>
                  <a:pt x="53242" y="180"/>
                </a:cubicBezTo>
                <a:cubicBezTo>
                  <a:pt x="54505" y="361"/>
                  <a:pt x="55949" y="541"/>
                  <a:pt x="57754" y="902"/>
                </a:cubicBezTo>
                <a:lnTo>
                  <a:pt x="57754" y="17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D6F6C-579F-443B-9084-704A4E1B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00" y="489545"/>
            <a:ext cx="75441" cy="103416"/>
          </a:xfrm>
          <a:custGeom xmlns:a="http://schemas.openxmlformats.org/drawingml/2006/main">
            <a:pathLst>
              <a:path w="75441" h="103416">
                <a:moveTo>
                  <a:pt x="70207" y="5234"/>
                </a:moveTo>
                <a:lnTo>
                  <a:pt x="70207" y="20575"/>
                </a:lnTo>
                <a:cubicBezTo>
                  <a:pt x="65515" y="18409"/>
                  <a:pt x="60822" y="16604"/>
                  <a:pt x="55949" y="15341"/>
                </a:cubicBezTo>
                <a:cubicBezTo>
                  <a:pt x="50896" y="14258"/>
                  <a:pt x="45842" y="13536"/>
                  <a:pt x="40608" y="13536"/>
                </a:cubicBezTo>
                <a:cubicBezTo>
                  <a:pt x="32487" y="13536"/>
                  <a:pt x="26350" y="14799"/>
                  <a:pt x="22380" y="17326"/>
                </a:cubicBezTo>
                <a:cubicBezTo>
                  <a:pt x="18409" y="19853"/>
                  <a:pt x="16424" y="23463"/>
                  <a:pt x="16424" y="28336"/>
                </a:cubicBezTo>
                <a:cubicBezTo>
                  <a:pt x="16424" y="32126"/>
                  <a:pt x="17868" y="35013"/>
                  <a:pt x="20755" y="37179"/>
                </a:cubicBezTo>
                <a:cubicBezTo>
                  <a:pt x="23643" y="39345"/>
                  <a:pt x="29418" y="41511"/>
                  <a:pt x="38082" y="43316"/>
                </a:cubicBezTo>
                <a:lnTo>
                  <a:pt x="43677" y="44579"/>
                </a:lnTo>
                <a:cubicBezTo>
                  <a:pt x="55227" y="47106"/>
                  <a:pt x="63349" y="50715"/>
                  <a:pt x="68222" y="55047"/>
                </a:cubicBezTo>
                <a:cubicBezTo>
                  <a:pt x="72915" y="59559"/>
                  <a:pt x="75441" y="65876"/>
                  <a:pt x="75441" y="73817"/>
                </a:cubicBezTo>
                <a:cubicBezTo>
                  <a:pt x="75441" y="83022"/>
                  <a:pt x="71832" y="90241"/>
                  <a:pt x="64612" y="95475"/>
                </a:cubicBezTo>
                <a:cubicBezTo>
                  <a:pt x="57393" y="100889"/>
                  <a:pt x="47286" y="103416"/>
                  <a:pt x="34652" y="103416"/>
                </a:cubicBezTo>
                <a:cubicBezTo>
                  <a:pt x="29238" y="103416"/>
                  <a:pt x="23824" y="102875"/>
                  <a:pt x="18048" y="101972"/>
                </a:cubicBezTo>
                <a:cubicBezTo>
                  <a:pt x="12273" y="101070"/>
                  <a:pt x="6317" y="99626"/>
                  <a:pt x="0" y="97460"/>
                </a:cubicBezTo>
                <a:lnTo>
                  <a:pt x="0" y="80675"/>
                </a:lnTo>
                <a:cubicBezTo>
                  <a:pt x="5956" y="83924"/>
                  <a:pt x="11912" y="86270"/>
                  <a:pt x="17687" y="87714"/>
                </a:cubicBezTo>
                <a:cubicBezTo>
                  <a:pt x="23463" y="89338"/>
                  <a:pt x="29238" y="90060"/>
                  <a:pt x="35013" y="90060"/>
                </a:cubicBezTo>
                <a:cubicBezTo>
                  <a:pt x="42594" y="90060"/>
                  <a:pt x="48550" y="88797"/>
                  <a:pt x="52701" y="86270"/>
                </a:cubicBezTo>
                <a:cubicBezTo>
                  <a:pt x="56671" y="83743"/>
                  <a:pt x="58837" y="79953"/>
                  <a:pt x="58837" y="75080"/>
                </a:cubicBezTo>
                <a:cubicBezTo>
                  <a:pt x="58837" y="70749"/>
                  <a:pt x="57213" y="67320"/>
                  <a:pt x="54325" y="64973"/>
                </a:cubicBezTo>
                <a:cubicBezTo>
                  <a:pt x="51437" y="62627"/>
                  <a:pt x="44940" y="60281"/>
                  <a:pt x="34833" y="58115"/>
                </a:cubicBezTo>
                <a:lnTo>
                  <a:pt x="29238" y="56852"/>
                </a:lnTo>
                <a:cubicBezTo>
                  <a:pt x="19131" y="54686"/>
                  <a:pt x="11731" y="51437"/>
                  <a:pt x="7400" y="47106"/>
                </a:cubicBezTo>
                <a:cubicBezTo>
                  <a:pt x="2888" y="42774"/>
                  <a:pt x="722" y="36818"/>
                  <a:pt x="722" y="29058"/>
                </a:cubicBezTo>
                <a:cubicBezTo>
                  <a:pt x="722" y="19853"/>
                  <a:pt x="3971" y="12634"/>
                  <a:pt x="10468" y="7580"/>
                </a:cubicBezTo>
                <a:cubicBezTo>
                  <a:pt x="16965" y="2527"/>
                  <a:pt x="26350" y="0"/>
                  <a:pt x="38623" y="0"/>
                </a:cubicBezTo>
                <a:cubicBezTo>
                  <a:pt x="44579" y="0"/>
                  <a:pt x="50174" y="541"/>
                  <a:pt x="55588" y="1444"/>
                </a:cubicBezTo>
                <a:cubicBezTo>
                  <a:pt x="60822" y="2346"/>
                  <a:pt x="65695" y="3610"/>
                  <a:pt x="70207" y="52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EF2F7-858C-43E5-939D-2711FAD3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45" y="657513"/>
            <a:ext cx="5644886" cy="1291151"/>
          </a:xfrm>
          <a:custGeom xmlns:a="http://schemas.openxmlformats.org/drawingml/2006/main">
            <a:pathLst>
              <a:path w="5644886" h="1291151">
                <a:moveTo>
                  <a:pt x="0" y="1291151"/>
                </a:moveTo>
                <a:lnTo>
                  <a:pt x="5644886" y="1291151"/>
                </a:lnTo>
                <a:lnTo>
                  <a:pt x="5644886" y="0"/>
                </a:lnTo>
                <a:lnTo>
                  <a:pt x="0" y="0"/>
                </a:lnTo>
                <a:lnTo>
                  <a:pt x="0" y="12911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CA4CB-7411-437C-924A-1B250EFA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80772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5164C-65CD-4775-918B-13D7D34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24" y="2768255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77551-2660-4A5C-908D-1B5499C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0" y="272945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37CB4-3F86-4DA1-BF2B-792F6F70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69144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EF5C-714F-4162-A53E-F83E8B1D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66115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A2E74-9610-4B03-9718-F231DA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6274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064DC-94AA-44B3-89BC-6397B15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49" y="258738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0D042-CFF6-4B6C-9322-3043419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54718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CF2C7-1901-47F1-8308-37BB98D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50877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5468C-B87D-4E46-81E3-1BC97A63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96" y="247876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B2734-489E-493D-8E56-2C3D4853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76" y="245691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10FC0-7C22-493E-A8E3-5637F3A8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42065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155EC-8869-4FE2-881E-62A8562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380446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5A081-444B-4B33-8752-06CF9DF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34243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A0C41-2FF7-4652-A6C3-6D200DF4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30403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A8A2B-592A-40C0-B9A1-CE6E792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11" y="227931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D3E1E-6955-4E83-922D-CD97202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24665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B2115-0D73-4702-8489-92757F6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20931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01E97-00E2-4E14-B723-02B9986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0" y="219028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0F9BB-8FCD-4A66-99C4-E97C5CB8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2" y="213132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57F80-A244-4EDF-9B86-7F8B36C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11" y="210655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75210-BC06-4168-AE7E-79F728B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76" y="2068825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C4081-DA2D-47FC-91B7-BCCFB2BD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0" y="202653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55277-5753-4C22-B3B2-08B3A097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301933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AFDF6-4FDE-421D-B2AF-71CE925C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300221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40AE9-F872-4C23-881D-ED7F4AF8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33" y="296190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ACC60-6910-43E0-B4FA-5A38EA5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92755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5F6F5-C452-4F04-89F5-4538AB0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88751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8906B-C25C-4A92-9F6D-942639C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284950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E8DE3-346B-4FEF-A29F-D30194B7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80930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F9506-313B-4371-A653-7BB35BA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61" y="278604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9B6CE-CD67-44B5-AC9F-583BDE2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33" y="275045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1294C-6450-48A4-8E65-9028503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70794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C1A0F-9FE3-4973-8BE4-AF530C7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81" y="267978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A8357-7CA0-421F-AF99-698E1A4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07" y="2650336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4A6C3-98AF-4A06-911A-A753FAC6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261255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13251-AC70-42DE-B12C-40CE678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259543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EE2D3-DD68-4E9B-9FE0-9E72B46A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33" y="2555115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36F9D-0F7A-4448-88FF-9BC436DF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52076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01760-83FE-481A-A1D4-549D64A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48073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44E2E-339F-40A4-9D2B-AE97C50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2442720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8F66E-DD48-4D71-A27F-9E1A7FD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40251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5DD61-02AB-428B-B1F3-8DADEA0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95" y="237948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D1750-E9A2-4EC6-A405-4AB112F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34558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8F2D2-A75E-4224-B8F6-C95791EB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30937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C617B-3610-493D-AAB2-AC13FC0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26922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2E62D-46AD-4A05-89B1-3B276BB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81" y="223921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F70F5-8E0A-41F4-8226-3628232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20435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CC716-091E-4CD6-8166-06EF911C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17029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556C8-2059-4EF2-A53B-18C00EB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13025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458B0-B3C0-4FBD-95A6-1258BF1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5" y="209224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8C979-AB6B-44ED-8C9B-8FF4C2C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05204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01131-3FAD-4D08-8650-7E2C3106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77" y="202174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C1032-C17C-489B-906E-11A25657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82" y="260342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44CFB-D327-45BC-893C-C125901E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16" y="258754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CB200-C651-4223-BB52-DE2922B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16" y="256822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3B54A-7AFF-4BB3-8847-04B81ED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0" y="2528134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70C37-CEF7-4276-BC6D-856AE1FE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48984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0FF39-ACD8-483D-8125-A5C6FCEA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44991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5B885-7361-46C7-8E08-697B186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2" y="242666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C1484-544B-417A-B432-51A498C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16" y="2401661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846A2-2AB7-4684-B1F3-87C4333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36860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17742-CF08-45E4-9407-C17D4E31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16" y="234957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D9F18-1051-443D-95E1-C445E1DB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31522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F425B-A579-430D-927F-5BA9879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27518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777F2-CDFE-4555-A83A-12D022F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23706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3652E-5325-4C2E-BFEE-D295CE27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6" y="221234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9BD41-3BCA-4228-BCF8-51C16C5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78" y="218171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5E3DA-3B8D-46F1-9B87-5C732D16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0" y="2131484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E44C5-7FC2-4F5D-8819-B975D6E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6" y="210918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84402-94B4-4C27-B0E5-935511E7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2" y="2070838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14631-D40F-4911-B96E-70A6F08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16" y="202916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C576E-5B4C-47AA-BE29-46970905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65" y="2559295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FFC29-27F9-4CA5-8227-4892131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52624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01E8A-C89F-472C-B7E3-299A30EB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492173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864A4-3BEC-48CC-8354-3FCDA5C0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45292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09A94-3CDB-4020-B7B5-E70432E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65" y="241243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33BEF-60D1-49D2-9AA3-6399451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37364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83E0C-3C07-455F-966B-839D7D7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33495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F8C03-7287-4777-BACF-A480FDA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65" y="2294018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2F493-EA08-44AB-B9B4-8D370220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10" y="227453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3210C-29EF-4672-B424-79BAF3DE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23827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E5D90-2D57-4E30-B653-C7DB3F7C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7" y="219806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92067-F6A2-4D36-BB52-A76814E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31" y="216991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148FF-4E84-45C0-B1E5-5E0E3E8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" y="214828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4D821-8682-465E-8171-745C73EC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10" y="210993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F6292-C363-47ED-8058-1BB7F3E1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78" y="2071367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E36A4-3F49-4B0A-944E-28863FE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65" y="202907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E8FCF-45F3-4BDE-B0DD-C6ECBD0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4" y="2580539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C5D43-93EA-4A0B-903D-26162128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5474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AAD69-EB46-4074-A966-9F5CEABF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51341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260E8-E2FE-4769-B664-C7B763D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47416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ADF44-6AB8-46BC-BCD9-34B70AE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4" y="243368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2FDBB-37B4-44F9-AD6E-14744D8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39488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880A9-DFD5-485D-B5B8-F0BCFC1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35619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2048F-B885-4A7D-B2E3-D9A67C3B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4" y="2315262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CA5D8-D036-4912-8E30-DB865C17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59" y="229577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954FB-D667-49D6-B955-6C0B4B9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25951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EFA76-54A8-4BD7-A2E0-1B6FD19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76" y="221930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940B9-4040-46DE-879B-178E6736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80" y="219115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536C9-0C4B-4D23-A61F-2DF52452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94" y="21695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1FA02-5A14-4C67-BDA9-4D18498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84" y="2130339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EBA10-D73C-45AD-94E7-9F9E078D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67" y="211164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E7F3F-7FEB-4FDC-B474-88F9339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59" y="207121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948CF-B0C0-438D-AA29-63C34815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4" y="202892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E9FEF-E279-4A72-BA68-609A560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63" y="2580539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B6F40-9369-416B-AC5D-45D7F11C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5474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A4F68-94F6-4B48-934F-A1CB9F31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51341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3FC86-AA03-422E-A4D1-71CE3E5B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47416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ED58D-C483-4E52-9FB9-080826A9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63" y="243368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AD552-A1E9-4B55-B009-C4D5A5D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39488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222CF-DF60-4CA8-AE5A-813CADC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35619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8B49C-1520-435B-B226-E22CD5E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63" y="2315262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487AB-7897-4189-A7D0-94BEDF6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08" y="229577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66975-D243-45F3-B401-6C1D0BEC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25951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60DB5-60F9-400E-B6FD-4B5EBD0D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5" y="221930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47556-DBA0-424A-BA75-2B98D17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29" y="219115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ED97A-38E9-4842-9F1A-840E404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43" y="21695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7B2B0-67FF-43C5-8537-2612AC8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76" y="213219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6374A-FF88-409C-A5B4-E89A1162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16" y="211164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E2015-BAAA-497C-A4C9-C24EBCD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08" y="207121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48D04-5ADA-442C-A261-4792A5E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63" y="202892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6A62A-E255-4D9B-9DBA-5CDB0C4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11" y="2580539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CB699-603D-4EC6-A0C3-B3CBABD3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5474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BFCE1-9EDD-4D3E-AEBD-29CF1B0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51341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30981-73A1-4C4B-B22C-7E9F335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47416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7C209-4F99-4289-9C52-F0E57C9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11" y="243368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A6ABC-5758-4B69-B166-C6EDE71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39488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EAF48-E6A5-4F90-8F7D-E5B34884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35619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8EE69-7534-45DA-B8C5-73A7D54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11" y="2315262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C1FC6-3250-447C-82BE-1510B697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57" y="229577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D1BA3-F484-46BA-880A-D0CD478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25951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5AB7E-32DC-4E0A-9E4F-E30E285B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74" y="221930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65AFF-885A-4EE4-A222-D2B992D3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77" y="219115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F8413-047B-48A5-82E9-F1C98D0F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92" y="21695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FB46E-F20F-4D41-B915-4023ABC1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57" y="213118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8ED34-A557-4502-9CC1-DAD94528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65" y="211164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2D854-84E1-4792-A540-F281096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25" y="2071213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D5B8E-F23C-4DDD-ABDC-2F9B75A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11" y="202892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C121C-468E-46C5-8653-B80415C8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1" y="263237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1DE14-980E-43DD-810A-AF22486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591376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D7686-7F7E-47C0-8E55-F2F6044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55269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EFB0B-8ADB-475F-8BA5-E31F550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1" y="251468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624B5-BDC6-421B-B08F-A2F3297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2" y="249536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41308-3CBE-495B-8027-23FB0B5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4551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53A29-107E-49F9-B52E-96E5909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18" y="243190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69BAD-D340-4380-8F61-D651BC99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1" y="239631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241DD-D172-4DB8-BDB1-5F4FF5B1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35611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5CCA6-3201-44EA-8C16-ADDBC052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29918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9E2F7-EB36-4F33-A5A3-07EDBA2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24050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3EAB0-8F92-4511-A2D1-CC1FF8A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4" y="220249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68BA5-6657-4D41-BA2D-FFB9904A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53" y="217772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1922F-3F71-4732-A419-EBDD8D2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86" y="214038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9EF5D-1A5C-400D-949A-51A47D4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2" y="209770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2EB69-E264-4FEB-B4DE-0CD23A43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53" y="207484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3F635-548D-46E1-822B-5F81551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2" y="205721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BD69C-F497-438C-A0A5-227B63C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8" y="202686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E8355-43D6-47D6-A840-3D38019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52405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77BD2-B75A-4165-9118-1156FDBB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57" y="250502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3439B-FF48-4264-98F9-D9545E6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47067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3A1EA-BF50-4390-B3E6-B8DBA4B7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43930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51242-C861-4BA5-9AC7-2539A6CE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40287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AD9DA-6906-4583-AA27-87B1C22C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36959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FA07A-EA4F-4722-9ED2-82C26F7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33068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3F260-EEBC-4C59-AE20-54E9D11A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57" y="2303262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A597F-1527-407F-B479-CCC35652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23" y="227814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A6324-AEE5-42AD-8102-7447430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03" y="225629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CCD70-FE65-4448-A038-B908239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9" y="221851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8A6F7-5F81-42F7-8978-72F57B41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57" y="218028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9A9F1-5595-4723-9EBE-698594E0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57" y="216130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6B3F7-F352-43D4-82DD-ECF18157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38" y="213624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21993-3CCB-45CA-9557-6CD8A776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03" y="2097898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AFDD8-8F16-43EB-9C81-D1FCC92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49" y="2065858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AF8B3-53C0-4196-83EC-42C285A1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03" y="2030608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0ED9A-1443-4008-A801-BD8F79C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307476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017BD-2EAA-4641-B597-42C445C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72" y="304650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15A0B-1106-49A1-A975-FA74E85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301164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BB51F-1918-4F10-8815-8C3EF71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96941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BA199-32EC-4D23-83B9-8F9A476F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95229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4A379-96DF-46EA-9050-6C090FCA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93297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932E7-235E-4E59-B21B-6FF127F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91366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8D55B-A415-433C-8DC3-33A0155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72" y="288331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646DA-E29A-46F5-98B3-202185B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00" y="2846317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74E81-3B9A-4D73-A802-2B4048CF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81174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DAE14-61E2-44DA-87BF-EF62A8E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79271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FAD9D-8D7F-421D-8DE5-BFABBA7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52" y="276742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4C654-2A8D-49B3-8B8C-92F5A0CB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73656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398C1-EA4B-4367-969B-004A6760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72" y="270830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C42E1-A253-4550-A525-D54D0D11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67344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E4CD1-C331-4D33-9142-1CFDED21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63121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BB46C-67B1-4CC1-9EAD-F1513EB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61409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8E02B-3F81-4AAB-B830-41A1132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57388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A8209-5D33-4111-BFDF-1E9E07D8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55660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5692B-4379-4921-90B7-27C2A57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49764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A6594-1641-4AAE-A2E0-46B53903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86" y="247286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FE58F-B881-4F6D-A436-1B581113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120" y="2435534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C613E-AC91-45C7-8992-9736CAB3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86" y="241030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1DE7E-9862-4201-BC2D-979C64C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00" y="2377196"/>
            <a:ext cx="30802" cy="27536"/>
          </a:xfrm>
          <a:custGeom xmlns:a="http://schemas.openxmlformats.org/drawingml/2006/main">
            <a:pathLst>
              <a:path w="30802" h="27536">
                <a:moveTo>
                  <a:pt x="0" y="26860"/>
                </a:moveTo>
                <a:lnTo>
                  <a:pt x="0" y="0"/>
                </a:lnTo>
                <a:lnTo>
                  <a:pt x="6870" y="0"/>
                </a:lnTo>
                <a:lnTo>
                  <a:pt x="23763" y="16217"/>
                </a:lnTo>
                <a:lnTo>
                  <a:pt x="23763" y="0"/>
                </a:lnTo>
                <a:lnTo>
                  <a:pt x="30802" y="0"/>
                </a:lnTo>
                <a:lnTo>
                  <a:pt x="30802" y="27536"/>
                </a:lnTo>
                <a:lnTo>
                  <a:pt x="23932" y="27536"/>
                </a:lnTo>
                <a:lnTo>
                  <a:pt x="7039" y="11318"/>
                </a:lnTo>
                <a:lnTo>
                  <a:pt x="7039" y="26860"/>
                </a:lnTo>
                <a:lnTo>
                  <a:pt x="0" y="2686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4669E-04F4-4448-94CF-745E29F5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33901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40DDE-60EA-42D0-B32B-3DE17E92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29853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92F2D-A182-4580-8CC3-5FA187B8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26029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43465-A096-4960-BB09-B335849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00" y="2220203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DC61C-9CA9-46AF-B895-9CDF1EE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68" y="219159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53D75-565A-404F-8ED7-D3BA6702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86" y="217110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2049F-F0F0-46C0-A7E8-49F1824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52" y="2132754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3AB07-DD0F-451C-B882-059833F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98" y="2100713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B9F46-749B-4C5D-9FB1-E9789C6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176" y="2064562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5D250-1606-4251-B602-535C539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6" y="202373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95495-0B30-42ED-83EE-07BDE034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3080754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71E23-80C3-4DDF-8CA9-7CD760FB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304054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654C9-A245-4041-855E-4581BDA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300237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7E6EB-01D8-41D7-A402-499FD751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961883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4909F-FA68-40F6-8159-E2FF4B7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92849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032ED-4D82-46E8-BAD2-961E6288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89036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61C3E-FF45-4449-BA65-DEF73640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85219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13140-35BB-4004-88E5-9F8941E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810971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CFEAA-104E-4B98-9185-146D12AA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87" y="279171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65999-71A1-48BA-9A82-C986439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75511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35532-699A-4E8A-8363-BDA345E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73607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DF3B9-B542-43A7-B3A8-A4AE07C8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53" y="271079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71BE4-56B0-450A-8AA7-2813D13B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675207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291E3-0077-4E11-9014-D482E682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63500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6234A-0A30-43B3-B55B-89BDE9B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59682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23EA9-147E-4102-AF4F-64DD5286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556336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5832E-989F-4418-B6D7-C3CDB838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52294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3A75A-8136-444A-BA85-47418EF3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48482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3C272-C527-44E7-8B3F-8E1F89A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44664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8A97C-10EB-48B1-9AAD-3CF99F9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405425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C88AB-1378-4DDB-A5A1-283DDB64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87" y="238616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9E71B-5B08-4916-920A-1AFF7AA3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36854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C2CAA-D091-422D-9BB6-E5235DB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34922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08B94-35F0-4060-B29A-3C65A44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29027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B3363-2ED3-4166-B0A7-E31B44F9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87" y="226549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39F22-4CC9-4FBA-87A0-176E2A4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53" y="222776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69B1E-A639-43FA-B5E4-957C272E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18547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2F8EA-83AA-44EC-A8DE-183EECB2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87" y="216261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92455-0EFC-4CA6-981C-825940EF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129955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F88C6-4BD0-4A5B-8790-921A16B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07" y="2090482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8B4EF-5DB0-4D05-87B4-ED700F4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69" y="205252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926A5-9E62-4CA3-8723-2C744D4D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73" y="202245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775F4-D485-4FAA-B10C-DAC2DA7F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310140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975D6-8383-474B-85AF-C6C90A9D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308237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451F1-C359-43D9-988E-1112E90E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3048025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1BF64-7E09-40CE-8A96-1CC8AA3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301666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353B3-880D-4751-A90A-4F1C1945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98022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67804-E221-4E70-92A8-F65A7AA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94694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78F9C-058B-41FB-9797-3C30BF4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90803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2FAE7-F100-443C-8BA5-867D287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880615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CEADF-CA83-47D8-BD79-BB46B22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22" y="285550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D1771-FE01-4296-8450-3A6B497F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501" y="283365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41488-3E95-4AE8-9165-FC52400B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501" y="2794685"/>
            <a:ext cx="41050" cy="33786"/>
          </a:xfrm>
          <a:custGeom xmlns:a="http://schemas.openxmlformats.org/drawingml/2006/main">
            <a:pathLst>
              <a:path w="41050" h="33786">
                <a:moveTo>
                  <a:pt x="0" y="33786"/>
                </a:moveTo>
                <a:lnTo>
                  <a:pt x="0" y="16217"/>
                </a:lnTo>
                <a:cubicBezTo>
                  <a:pt x="0" y="11037"/>
                  <a:pt x="1183" y="7039"/>
                  <a:pt x="3491" y="4223"/>
                </a:cubicBezTo>
                <a:cubicBezTo>
                  <a:pt x="5856" y="1408"/>
                  <a:pt x="9122" y="0"/>
                  <a:pt x="13402" y="0"/>
                </a:cubicBezTo>
                <a:cubicBezTo>
                  <a:pt x="17738" y="0"/>
                  <a:pt x="21060" y="1408"/>
                  <a:pt x="23369" y="4223"/>
                </a:cubicBezTo>
                <a:cubicBezTo>
                  <a:pt x="25677" y="7039"/>
                  <a:pt x="26804" y="11037"/>
                  <a:pt x="26804" y="16217"/>
                </a:cubicBezTo>
                <a:lnTo>
                  <a:pt x="26804" y="23200"/>
                </a:lnTo>
                <a:lnTo>
                  <a:pt x="41050" y="23200"/>
                </a:lnTo>
                <a:lnTo>
                  <a:pt x="41050" y="33786"/>
                </a:lnTo>
                <a:lnTo>
                  <a:pt x="0" y="33786"/>
                </a:lnTo>
                <a:close/>
                <a:moveTo>
                  <a:pt x="7658" y="23200"/>
                </a:moveTo>
                <a:lnTo>
                  <a:pt x="19145" y="23200"/>
                </a:lnTo>
                <a:lnTo>
                  <a:pt x="19145" y="17344"/>
                </a:lnTo>
                <a:cubicBezTo>
                  <a:pt x="19145" y="15316"/>
                  <a:pt x="18695" y="13740"/>
                  <a:pt x="17681" y="12613"/>
                </a:cubicBezTo>
                <a:cubicBezTo>
                  <a:pt x="16668" y="11487"/>
                  <a:pt x="15260" y="10924"/>
                  <a:pt x="13402" y="10924"/>
                </a:cubicBezTo>
                <a:cubicBezTo>
                  <a:pt x="11600" y="10924"/>
                  <a:pt x="10192" y="11487"/>
                  <a:pt x="9179" y="12613"/>
                </a:cubicBezTo>
                <a:cubicBezTo>
                  <a:pt x="8165" y="13740"/>
                  <a:pt x="7658" y="15316"/>
                  <a:pt x="7658" y="17344"/>
                </a:cubicBezTo>
                <a:lnTo>
                  <a:pt x="7658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AF0E3-1543-46E6-9FD9-03D4C5E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75667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34190-15F3-44C8-B8A6-3105A9A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73770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BA921-35C8-41CF-AB57-1918290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6" y="271264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E4E86-6D1D-4016-B121-E72BCCC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69" y="2674914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E5302-0A2A-4437-A44B-9A8B79B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6" y="265008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B5915-9664-4889-AAF7-DEA04D7E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59281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009CD-EB6C-4D43-90C6-31E7AF5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55288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7AA20-7E52-4803-9603-90345BD8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514598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BA424-D55B-4210-B39B-277DF23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49528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0778D-5012-4EF9-90AB-1D15CD4D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50" y="245519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252DC-7131-45E7-B9AE-268E794D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39623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28416-1744-4596-9F15-4A99991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6" y="237145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93A63-78F4-40A2-9C42-053228B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501" y="2331815"/>
            <a:ext cx="41050" cy="34068"/>
          </a:xfrm>
          <a:custGeom xmlns:a="http://schemas.openxmlformats.org/drawingml/2006/main">
            <a:pathLst>
              <a:path w="41050" h="34068">
                <a:moveTo>
                  <a:pt x="8728" y="15879"/>
                </a:moveTo>
                <a:lnTo>
                  <a:pt x="25903" y="27479"/>
                </a:lnTo>
                <a:lnTo>
                  <a:pt x="25903" y="15879"/>
                </a:lnTo>
                <a:lnTo>
                  <a:pt x="8728" y="15879"/>
                </a:lnTo>
                <a:close/>
                <a:moveTo>
                  <a:pt x="0" y="17625"/>
                </a:moveTo>
                <a:lnTo>
                  <a:pt x="0" y="5856"/>
                </a:lnTo>
                <a:lnTo>
                  <a:pt x="25903" y="5856"/>
                </a:lnTo>
                <a:lnTo>
                  <a:pt x="25903" y="0"/>
                </a:lnTo>
                <a:lnTo>
                  <a:pt x="33561" y="0"/>
                </a:lnTo>
                <a:lnTo>
                  <a:pt x="33561" y="5856"/>
                </a:lnTo>
                <a:lnTo>
                  <a:pt x="41050" y="5856"/>
                </a:lnTo>
                <a:lnTo>
                  <a:pt x="41050" y="15879"/>
                </a:lnTo>
                <a:lnTo>
                  <a:pt x="33561" y="15879"/>
                </a:lnTo>
                <a:lnTo>
                  <a:pt x="33561" y="34068"/>
                </a:lnTo>
                <a:lnTo>
                  <a:pt x="24495" y="34068"/>
                </a:lnTo>
                <a:lnTo>
                  <a:pt x="0" y="176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45AD7-0690-4F94-A4C3-BF20EB56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290709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0F0AD-D400-4E46-A166-1DE5246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6" y="227145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808A9-317F-48F7-9779-B8A8BA0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2253825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88837-36C1-4F9E-940C-4F85833B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21339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D1971-7313-4CBE-97A2-A0870991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17814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82956-01B1-4EBC-8AAF-40E0D3D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22" y="214987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57949-5D7E-4341-B701-E58AA59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12099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DBF9-41BA-4991-BC1D-1061E3E4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50" y="208545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96C00-E297-41DA-9B10-C1FDDEF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18" y="2051109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AA592-2B52-4B73-A453-D7157A84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22" y="202171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69DB6-DA66-4363-A774-D9F3118E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317886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6B827-AD25-4D53-8091-7F0705F3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315983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A926D-A92E-4B60-ACB5-4C10477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312548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B90C9-20E6-4415-8144-D5811D0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309411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BF8B0-185F-4788-B682-CA2B6AA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305768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61B49-1FF2-49DE-8C0F-5A80F177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302440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8F1DB-B647-4918-8225-C9890DB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98549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2EF33-4A44-4F7C-A50F-763FBA8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958072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92758-CE9D-4A8B-B4BC-9512071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1" y="293295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A0278-F822-4D90-B281-4199F92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50" y="291110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989FF-E714-409D-842A-8D6AAFA3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50" y="2872142"/>
            <a:ext cx="41050" cy="33786"/>
          </a:xfrm>
          <a:custGeom xmlns:a="http://schemas.openxmlformats.org/drawingml/2006/main">
            <a:pathLst>
              <a:path w="41050" h="33786">
                <a:moveTo>
                  <a:pt x="0" y="33786"/>
                </a:moveTo>
                <a:lnTo>
                  <a:pt x="0" y="16217"/>
                </a:lnTo>
                <a:cubicBezTo>
                  <a:pt x="0" y="11037"/>
                  <a:pt x="1183" y="7039"/>
                  <a:pt x="3491" y="4223"/>
                </a:cubicBezTo>
                <a:cubicBezTo>
                  <a:pt x="5856" y="1408"/>
                  <a:pt x="9122" y="0"/>
                  <a:pt x="13402" y="0"/>
                </a:cubicBezTo>
                <a:cubicBezTo>
                  <a:pt x="17738" y="0"/>
                  <a:pt x="21060" y="1408"/>
                  <a:pt x="23369" y="4223"/>
                </a:cubicBezTo>
                <a:cubicBezTo>
                  <a:pt x="25677" y="7039"/>
                  <a:pt x="26804" y="11037"/>
                  <a:pt x="26804" y="16217"/>
                </a:cubicBezTo>
                <a:lnTo>
                  <a:pt x="26804" y="23200"/>
                </a:lnTo>
                <a:lnTo>
                  <a:pt x="41050" y="23200"/>
                </a:lnTo>
                <a:lnTo>
                  <a:pt x="41050" y="33786"/>
                </a:lnTo>
                <a:lnTo>
                  <a:pt x="0" y="33786"/>
                </a:lnTo>
                <a:close/>
                <a:moveTo>
                  <a:pt x="7658" y="23200"/>
                </a:moveTo>
                <a:lnTo>
                  <a:pt x="19145" y="23200"/>
                </a:lnTo>
                <a:lnTo>
                  <a:pt x="19145" y="17344"/>
                </a:lnTo>
                <a:cubicBezTo>
                  <a:pt x="19145" y="15316"/>
                  <a:pt x="18695" y="13740"/>
                  <a:pt x="17681" y="12613"/>
                </a:cubicBezTo>
                <a:cubicBezTo>
                  <a:pt x="16668" y="11487"/>
                  <a:pt x="15260" y="10924"/>
                  <a:pt x="13402" y="10924"/>
                </a:cubicBezTo>
                <a:cubicBezTo>
                  <a:pt x="11600" y="10924"/>
                  <a:pt x="10192" y="11487"/>
                  <a:pt x="9179" y="12613"/>
                </a:cubicBezTo>
                <a:cubicBezTo>
                  <a:pt x="8165" y="13740"/>
                  <a:pt x="7658" y="15316"/>
                  <a:pt x="7658" y="17344"/>
                </a:cubicBezTo>
                <a:lnTo>
                  <a:pt x="7658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8BE15-4AD7-4357-A52E-B5DC35F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83413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C44EF-ACD2-454D-B933-8F55BE77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81515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186BC-40D6-487E-9C44-C0CAE313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5" y="27900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77F81-EB6C-41FC-A128-620F89C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18" y="2752370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37C4F-E15F-4A1B-BF4F-40EE017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5" y="27275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702FF-B1F3-4222-ABAD-7B37A262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67027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8BB7A-E2F7-40A3-9BA4-27D8DC8F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63034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9163B-E1C3-4415-8D5F-4D18F32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59205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2E031-8D4B-4654-95A3-51141E4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57274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F7E78-445E-49C7-BE8A-2A4D85C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99" y="253264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66003-6002-4990-A124-B928B94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47369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92E2C-61D2-448C-BD2E-22BBB067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5" y="244891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7850C-C57C-41E6-BF49-B60E9CC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50" y="241056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CB050-4493-4918-B500-5F2ED58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18" y="2372389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EB06E-F669-481B-95BD-A47FC0DF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18" y="2331789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B9072-10F6-4169-B0E1-2C7DBB97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289782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5B0A6-C863-4990-906B-F1A1B4B0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5" y="227052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A858F-189D-49BA-B2F9-BD84DCC1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5" y="225289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96CC2-AA23-4A61-8BD5-4C3A8ED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21246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DD329-8D93-44B5-8351-6C22D33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17721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B254A-55FF-4283-A8EE-1D9332B8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1" y="214895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902F1-1A74-4FC7-922C-36537674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12006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6E761-7D9E-4A71-98DA-4B4E749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99" y="208453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FD98F-A85F-4731-993A-413E08F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67" y="205018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407A-A2A0-44D0-8DA0-C66C8E8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1" y="202078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56B78-1FCC-48FA-8487-9546B86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84" y="2563373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704A6-0C15-4069-A4E1-FB89E2B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52237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010D1-3F55-428E-A1E4-4194D04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48369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072E6-BC7F-4A0E-9B28-B5810E29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84" y="2445685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06DF2-4614-403F-AE60-7912769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65" y="242637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7086-CA13-4EB2-8114-01EB35F7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38616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D6AF2-96EF-4457-838A-3863842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11" y="236290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4D8AF-4D17-4F6F-A868-50115C1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84" y="232732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BFE9E-2034-4CA8-A78D-CD03A17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28711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60CBD-213D-4374-B158-C6ECD24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23018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90C9C-5670-43F0-A0F4-8093EA4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17151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B824C-BD8C-4F58-A07B-1FEB895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8" y="213350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938D0-FA22-4B11-8F0C-D760143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46" y="210872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E040A-A54D-4330-807C-E66AB15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11" y="207099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21574-048C-48EA-BE57-1B55F298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65" y="202870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1E2C9-7F12-4BA6-A335-1FB5BA3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116" y="2796215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AB4F7-E233-462B-94C9-6DA03C3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4" y="275662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8CE23-1F8A-41CE-A534-AB2111A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4" y="272036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00787-10E0-4098-8F3E-3F24B9BC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68156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AEADC-4654-413E-AE76-AC5CE95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64569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3A0A5-6BDE-470D-BF48-50373F96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593329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F57B6-4FCC-450A-8B9E-DAB92ED2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4" y="255729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D6429-5C09-4875-8053-A5276EC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53409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057D6-F587-4F16-AFA8-0EE61C3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116" y="2497658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578AA-299D-4868-AC61-435862E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4" y="245807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A31EE-35B3-41BF-8BA7-077878E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4" y="242180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E3D37-5230-42A4-A49F-2AC6DA5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38301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ACFAE-FDF7-41FB-B918-45FCC6F8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34714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1976F-DE64-4088-A979-C824340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294772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3A2F8-9F7B-4AAC-97EA-78B74F88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83" y="226926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AE150-287B-4339-9771-C7ABE973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23153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071B0-1786-4106-BA9E-743149D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188064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873F4-681E-4F90-B8B1-C4AB32D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83" y="216379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85FCB-09E6-4BFF-BD58-FFB6623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96" y="2124884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CC64F-8524-4A88-9756-87DC957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116" y="2089746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72DAF-E35B-46D4-8776-EBC6294E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55" y="2069193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02313-2AFD-4569-9642-8CDA7BE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48" y="2028199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31380-DD51-474E-9C99-F0BBE3CC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81" y="2563373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CD8D8-DE84-423F-B94A-37CD81B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52237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9109D-594C-49B9-8504-91D961A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48369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FE74B-BB78-48A8-A733-B8B7C23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81" y="2445685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02807-FA6D-4D9E-8707-2CA42DB0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63" y="242637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3410A-469E-42B6-8CF5-3A653CD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38616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58AA5-C1E5-4BD3-B503-69B9300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09" y="236290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1BCB9-33F3-4CD7-B944-31CD4EDA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81" y="232732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F36C0-4E8B-424A-ADC8-4ADB7368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28711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D08B8-43AB-4B9E-B5C6-FAE51D29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23018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971A7-47CE-48EE-8B86-D904FAD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17151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95821-9197-486C-8E55-9210FD3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25" y="213350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B1C1A-6467-4155-9226-B57E700C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44" y="210872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277B4-766C-46A1-A0BD-CC891C39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377" y="2071390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2E692-0BF2-4382-A240-456403B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63" y="202870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2E9A2-E628-46EF-97E6-FCC8190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43565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D1533-F6D5-49D6-8797-AD3F92FD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39561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0DE9D-B784-4506-AA7F-5B030A7B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130" y="335760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97FCA-6CED-44F1-9290-A2A7A4E0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31717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1FEB6-62C1-43E6-BB64-9F0637AF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329820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8BDBE-5F36-4B4C-8253-4DB22E67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78" y="326784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D101E-50FF-4BD4-B9E1-25F4D00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325197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B1228-1293-46C1-B89E-AFA2FE6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806" y="3211370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83703-0E25-4736-B7D7-D012D87C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17505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E7236-EAA7-4F66-86DD-6028277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14272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903C2-917F-450E-BFC8-A3F70CC7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10269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4C401-88CF-49FE-AD5E-1AAB2D21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04604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42161-A8CC-421F-8DDE-29D9B2ED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3003810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A066D-8949-4E52-A924-173D5AD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806" y="296591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42B65-D17E-4395-8721-165E3CD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78" y="293556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1B8D3-8A12-41CE-A20F-F513467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90070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93FC7-CB5C-43E5-A486-DC9130B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78" y="287063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E9B93-26A7-4BF7-864D-697102E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85475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175F1-87A8-4B80-A694-735EB55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81376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E13C4-4872-4E31-A19E-550564CC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77564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833A0-0140-40E6-A85B-AA30555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74039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0CB95-1CCE-4568-B60A-225D1962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58" y="271719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94EB-4673-4BED-9BA9-71A6560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681603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95A53-824E-4573-BB31-4049FB84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64060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53B74-151B-466C-A596-F173CDB5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62360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69B60-91EF-47F1-9B42-D6523B8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58108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C31EC-C50D-479C-94F1-6E89227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54285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251A5-FAFB-41AC-B2B1-32C2CD60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52387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59597-B9F2-494A-9793-E745C31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48344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4209F-AC78-4CEA-A1DB-BE48850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92" y="245872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FA388-6D8D-49E1-B131-F9D0C1EC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826" y="2421393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51EED-59C5-425C-89BD-A1230A7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65" y="2400840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A920D-AB8F-4C35-88B0-196E60BF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882" y="2359508"/>
            <a:ext cx="42458" cy="32660"/>
          </a:xfrm>
          <a:custGeom xmlns:a="http://schemas.openxmlformats.org/drawingml/2006/main">
            <a:pathLst>
              <a:path w="42458" h="32660">
                <a:moveTo>
                  <a:pt x="40825" y="29957"/>
                </a:moveTo>
                <a:lnTo>
                  <a:pt x="33223" y="29957"/>
                </a:lnTo>
                <a:cubicBezTo>
                  <a:pt x="34011" y="28268"/>
                  <a:pt x="34631" y="26691"/>
                  <a:pt x="35025" y="25114"/>
                </a:cubicBezTo>
                <a:cubicBezTo>
                  <a:pt x="35419" y="23594"/>
                  <a:pt x="35588" y="22074"/>
                  <a:pt x="35588" y="20553"/>
                </a:cubicBezTo>
                <a:cubicBezTo>
                  <a:pt x="35588" y="17400"/>
                  <a:pt x="34743" y="14979"/>
                  <a:pt x="32998" y="13177"/>
                </a:cubicBezTo>
                <a:cubicBezTo>
                  <a:pt x="31252" y="11431"/>
                  <a:pt x="28662" y="10417"/>
                  <a:pt x="25171" y="10080"/>
                </a:cubicBezTo>
                <a:cubicBezTo>
                  <a:pt x="26072" y="11318"/>
                  <a:pt x="26804" y="12670"/>
                  <a:pt x="27254" y="14078"/>
                </a:cubicBezTo>
                <a:cubicBezTo>
                  <a:pt x="27705" y="15485"/>
                  <a:pt x="27930" y="17006"/>
                  <a:pt x="27930" y="18639"/>
                </a:cubicBezTo>
                <a:cubicBezTo>
                  <a:pt x="27930" y="22862"/>
                  <a:pt x="26747" y="26241"/>
                  <a:pt x="24270" y="28831"/>
                </a:cubicBezTo>
                <a:cubicBezTo>
                  <a:pt x="21848" y="31421"/>
                  <a:pt x="18639" y="32660"/>
                  <a:pt x="14584" y="32660"/>
                </a:cubicBezTo>
                <a:cubicBezTo>
                  <a:pt x="10192" y="32660"/>
                  <a:pt x="6645" y="31252"/>
                  <a:pt x="3998" y="28380"/>
                </a:cubicBezTo>
                <a:cubicBezTo>
                  <a:pt x="1351" y="25509"/>
                  <a:pt x="0" y="21679"/>
                  <a:pt x="0" y="16837"/>
                </a:cubicBezTo>
                <a:cubicBezTo>
                  <a:pt x="0" y="11487"/>
                  <a:pt x="1802" y="7320"/>
                  <a:pt x="5406" y="4392"/>
                </a:cubicBezTo>
                <a:cubicBezTo>
                  <a:pt x="9010" y="1464"/>
                  <a:pt x="14134" y="0"/>
                  <a:pt x="20722" y="0"/>
                </a:cubicBezTo>
                <a:cubicBezTo>
                  <a:pt x="27536" y="0"/>
                  <a:pt x="32885" y="1746"/>
                  <a:pt x="36714" y="5181"/>
                </a:cubicBezTo>
                <a:cubicBezTo>
                  <a:pt x="40543" y="8615"/>
                  <a:pt x="42458" y="13289"/>
                  <a:pt x="42458" y="19258"/>
                </a:cubicBezTo>
                <a:cubicBezTo>
                  <a:pt x="42458" y="21173"/>
                  <a:pt x="42289" y="23031"/>
                  <a:pt x="42064" y="24777"/>
                </a:cubicBezTo>
                <a:cubicBezTo>
                  <a:pt x="41782" y="26578"/>
                  <a:pt x="41388" y="28268"/>
                  <a:pt x="40825" y="29957"/>
                </a:cubicBezTo>
                <a:close/>
                <a:moveTo>
                  <a:pt x="21060" y="16893"/>
                </a:moveTo>
                <a:cubicBezTo>
                  <a:pt x="21060" y="15091"/>
                  <a:pt x="20497" y="13683"/>
                  <a:pt x="19258" y="12726"/>
                </a:cubicBezTo>
                <a:cubicBezTo>
                  <a:pt x="18076" y="11825"/>
                  <a:pt x="16274" y="11318"/>
                  <a:pt x="13852" y="11318"/>
                </a:cubicBezTo>
                <a:cubicBezTo>
                  <a:pt x="11487" y="11318"/>
                  <a:pt x="9685" y="11825"/>
                  <a:pt x="8447" y="12726"/>
                </a:cubicBezTo>
                <a:cubicBezTo>
                  <a:pt x="7264" y="13683"/>
                  <a:pt x="6645" y="15091"/>
                  <a:pt x="6645" y="16893"/>
                </a:cubicBezTo>
                <a:cubicBezTo>
                  <a:pt x="6645" y="18751"/>
                  <a:pt x="7264" y="20159"/>
                  <a:pt x="8447" y="21060"/>
                </a:cubicBezTo>
                <a:cubicBezTo>
                  <a:pt x="9685" y="22017"/>
                  <a:pt x="11487" y="22468"/>
                  <a:pt x="13852" y="22468"/>
                </a:cubicBezTo>
                <a:cubicBezTo>
                  <a:pt x="16274" y="22468"/>
                  <a:pt x="18076" y="22017"/>
                  <a:pt x="19258" y="21060"/>
                </a:cubicBezTo>
                <a:cubicBezTo>
                  <a:pt x="20497" y="20159"/>
                  <a:pt x="21060" y="18751"/>
                  <a:pt x="2106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B0ED4-50FF-4B90-900E-0BFF1A7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92" y="233557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DF495-AEBC-4BD4-AB7C-5AC0B4B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31795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391C0-C467-4837-8F1A-F4DB91A8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29863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23B12-04CE-4F98-9D25-EB866E7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26034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B5D28-9244-42D6-B122-DF170CE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20167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6AFBD-981A-4E31-B656-9B96E96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74" y="216366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847F5-FE55-4489-B059-9CA9B36F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826" y="212452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AF066-9C45-4059-A77C-0070F95D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92" y="209969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1947B-3591-43DC-A3BF-34093A1D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826" y="2060952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9DFD5-1158-45F2-A03E-F1BDA96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2" y="201967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0159F-3DF2-4C24-B983-D0B9F43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3558083"/>
            <a:ext cx="41050" cy="43021"/>
          </a:xfrm>
          <a:custGeom xmlns:a="http://schemas.openxmlformats.org/drawingml/2006/main">
            <a:pathLst>
              <a:path w="41050" h="43021">
                <a:moveTo>
                  <a:pt x="0" y="43021"/>
                </a:moveTo>
                <a:lnTo>
                  <a:pt x="0" y="32378"/>
                </a:lnTo>
                <a:lnTo>
                  <a:pt x="30295" y="21511"/>
                </a:lnTo>
                <a:lnTo>
                  <a:pt x="0" y="10643"/>
                </a:lnTo>
                <a:lnTo>
                  <a:pt x="0" y="0"/>
                </a:lnTo>
                <a:lnTo>
                  <a:pt x="41050" y="15204"/>
                </a:lnTo>
                <a:lnTo>
                  <a:pt x="41050" y="27817"/>
                </a:lnTo>
                <a:lnTo>
                  <a:pt x="0" y="4302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00BA6-B061-4A12-B5C3-0171F14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3518259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1E5B3-8D2B-460D-9E49-B00E24C3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63" y="3475914"/>
            <a:ext cx="42514" cy="39248"/>
          </a:xfrm>
          <a:custGeom xmlns:a="http://schemas.openxmlformats.org/drawingml/2006/main">
            <a:pathLst>
              <a:path w="42514" h="39248">
                <a:moveTo>
                  <a:pt x="38741" y="0"/>
                </a:moveTo>
                <a:cubicBezTo>
                  <a:pt x="40037" y="2647"/>
                  <a:pt x="40994" y="5406"/>
                  <a:pt x="41613" y="8221"/>
                </a:cubicBezTo>
                <a:cubicBezTo>
                  <a:pt x="42176" y="11093"/>
                  <a:pt x="42514" y="14021"/>
                  <a:pt x="42514" y="17006"/>
                </a:cubicBezTo>
                <a:cubicBezTo>
                  <a:pt x="42514" y="23876"/>
                  <a:pt x="40656" y="29281"/>
                  <a:pt x="36827" y="33279"/>
                </a:cubicBezTo>
                <a:cubicBezTo>
                  <a:pt x="33054" y="37277"/>
                  <a:pt x="27874" y="39248"/>
                  <a:pt x="21285" y="39248"/>
                </a:cubicBezTo>
                <a:cubicBezTo>
                  <a:pt x="14697" y="39248"/>
                  <a:pt x="9516" y="37221"/>
                  <a:pt x="5687" y="33167"/>
                </a:cubicBezTo>
                <a:cubicBezTo>
                  <a:pt x="1915" y="29112"/>
                  <a:pt x="0" y="23538"/>
                  <a:pt x="0" y="16443"/>
                </a:cubicBezTo>
                <a:cubicBezTo>
                  <a:pt x="0" y="13740"/>
                  <a:pt x="282" y="11093"/>
                  <a:pt x="788" y="8615"/>
                </a:cubicBezTo>
                <a:cubicBezTo>
                  <a:pt x="1295" y="6138"/>
                  <a:pt x="2027" y="3773"/>
                  <a:pt x="3041" y="1520"/>
                </a:cubicBezTo>
                <a:lnTo>
                  <a:pt x="11544" y="1520"/>
                </a:lnTo>
                <a:cubicBezTo>
                  <a:pt x="10248" y="3829"/>
                  <a:pt x="9291" y="6082"/>
                  <a:pt x="8615" y="8334"/>
                </a:cubicBezTo>
                <a:cubicBezTo>
                  <a:pt x="7996" y="10586"/>
                  <a:pt x="7658" y="12895"/>
                  <a:pt x="7658" y="15147"/>
                </a:cubicBezTo>
                <a:cubicBezTo>
                  <a:pt x="7658" y="19371"/>
                  <a:pt x="8841" y="22637"/>
                  <a:pt x="11206" y="24889"/>
                </a:cubicBezTo>
                <a:cubicBezTo>
                  <a:pt x="13571" y="27198"/>
                  <a:pt x="16949" y="28324"/>
                  <a:pt x="21285" y="28324"/>
                </a:cubicBezTo>
                <a:cubicBezTo>
                  <a:pt x="25677" y="28324"/>
                  <a:pt x="29000" y="27254"/>
                  <a:pt x="31365" y="25058"/>
                </a:cubicBezTo>
                <a:cubicBezTo>
                  <a:pt x="33730" y="22862"/>
                  <a:pt x="34912" y="19709"/>
                  <a:pt x="34912" y="15654"/>
                </a:cubicBezTo>
                <a:cubicBezTo>
                  <a:pt x="34912" y="14528"/>
                  <a:pt x="34856" y="13514"/>
                  <a:pt x="34743" y="12557"/>
                </a:cubicBezTo>
                <a:cubicBezTo>
                  <a:pt x="34631" y="11656"/>
                  <a:pt x="34406" y="10812"/>
                  <a:pt x="34068" y="10023"/>
                </a:cubicBezTo>
                <a:lnTo>
                  <a:pt x="26072" y="10023"/>
                </a:lnTo>
                <a:lnTo>
                  <a:pt x="26072" y="16499"/>
                </a:lnTo>
                <a:lnTo>
                  <a:pt x="18977" y="16499"/>
                </a:lnTo>
                <a:lnTo>
                  <a:pt x="18977" y="0"/>
                </a:lnTo>
                <a:lnTo>
                  <a:pt x="38741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1297B-FAFB-48ED-B5EB-3BBBAF3B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63" y="3426699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A056E-CF5A-4473-907E-55A85E8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39302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056C2-20D3-4759-A3D4-A5D848A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35411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D6712-3529-4A2A-B47C-AEA1D5B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49" y="333710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D4663-79F1-48DE-8EBA-3AFAB97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43" y="3297016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3DE18-1BC5-40A0-A510-809707E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15" y="326666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9B03F-391E-4DDC-9E6C-FFF71872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49" y="325078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79872-DFEB-4EE3-956A-5289BA86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20979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7F6E8-95CB-4F96-B4D1-B23E23E7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17167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6F8E7-B33D-4125-83F2-AF6C161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13642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67D71-524E-4353-9DAD-C4938ABC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311322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07F77-2C2C-44BE-809C-0D09E791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307887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C77B6-7DB6-400E-80FB-829BC3D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49" y="306276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43C44-7E08-4A77-9EAE-5EF1400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302447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FFB3E-9A0F-4F5A-8B2A-01852C0E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96580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F8394-FF75-4A79-A560-79D5435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92779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02927-81AA-48D4-B080-F558AD8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029" y="290301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1A24E-5553-45E1-A574-42FEAED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63" y="286528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44D0B-2B6D-444B-A7C6-3D39183B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029" y="284045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81451-5250-417C-B1F3-1CA404ED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63" y="2800979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C7CA0-8067-4223-BE29-500B71F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76330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7232E-B68D-4BEC-B9AF-770F575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43" y="2723496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79D16-D796-4929-8AD4-26B92638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68329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CA01D-7F0F-427A-8D64-E7AAA8B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65299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4C227-346F-4C64-B5C3-87F1274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49" y="2614311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C96DD-AC9D-4FB4-B60C-B0BF7B29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587789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E635B-B76D-46F2-AE74-795A51A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55405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B5B23-22F5-4FD4-BDCF-CE4BB322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43" y="251424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9D570-611B-4555-B175-63993B20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15" y="248389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2200A-AE44-4D58-B606-527F8E90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2448252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6C9EC-9B63-4047-9068-6B3C8F2C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2395883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C0A28-B37D-4ACD-B8A9-7B5D874D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029" y="237037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218F5-4282-4C54-BF41-9490ED55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63" y="2331633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D2382-C7DB-4508-90EE-3604CF9D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49" y="229035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1ECC6-C9ED-4C24-A3E5-50ACC1A4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029" y="226749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543A0-5686-4D47-BE8D-0A24FC53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95" y="224868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88826-4E78-426F-9668-4F453F3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20780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72EF5-59A8-47FA-A9DB-64DFE34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17255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EA355-AABE-42C0-861A-641B0E8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15" y="214428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191DD-AD3F-47B2-93B9-A936EA87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11540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0638F-0EF3-458A-8514-0FF011A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43" y="207987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4ABEF-2A12-45A9-BDAB-BB0422B1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11" y="204552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FC62A-91CA-49B9-A5D2-B77AF3ED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15" y="201612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59ED4-4796-46B1-BC1D-2E78E2C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44" y="2907655"/>
            <a:ext cx="41050" cy="38629"/>
          </a:xfrm>
          <a:custGeom xmlns:a="http://schemas.openxmlformats.org/drawingml/2006/main">
            <a:pathLst>
              <a:path w="41050" h="38629">
                <a:moveTo>
                  <a:pt x="7996" y="28043"/>
                </a:moveTo>
                <a:lnTo>
                  <a:pt x="33054" y="28043"/>
                </a:lnTo>
                <a:lnTo>
                  <a:pt x="33054" y="24270"/>
                </a:lnTo>
                <a:cubicBezTo>
                  <a:pt x="33054" y="19990"/>
                  <a:pt x="31984" y="16668"/>
                  <a:pt x="29844" y="14359"/>
                </a:cubicBezTo>
                <a:cubicBezTo>
                  <a:pt x="27705" y="12107"/>
                  <a:pt x="24608" y="10924"/>
                  <a:pt x="20497" y="10924"/>
                </a:cubicBezTo>
                <a:cubicBezTo>
                  <a:pt x="16443" y="10924"/>
                  <a:pt x="13346" y="12107"/>
                  <a:pt x="11206" y="14359"/>
                </a:cubicBezTo>
                <a:cubicBezTo>
                  <a:pt x="9066" y="16612"/>
                  <a:pt x="7996" y="19934"/>
                  <a:pt x="7996" y="24270"/>
                </a:cubicBezTo>
                <a:lnTo>
                  <a:pt x="7996" y="28043"/>
                </a:lnTo>
                <a:close/>
                <a:moveTo>
                  <a:pt x="0" y="38629"/>
                </a:moveTo>
                <a:lnTo>
                  <a:pt x="0" y="27479"/>
                </a:lnTo>
                <a:cubicBezTo>
                  <a:pt x="0" y="21285"/>
                  <a:pt x="450" y="16612"/>
                  <a:pt x="1351" y="13571"/>
                </a:cubicBezTo>
                <a:cubicBezTo>
                  <a:pt x="2252" y="10530"/>
                  <a:pt x="3716" y="7883"/>
                  <a:pt x="5856" y="5687"/>
                </a:cubicBezTo>
                <a:cubicBezTo>
                  <a:pt x="7715" y="3773"/>
                  <a:pt x="9854" y="2365"/>
                  <a:pt x="12276" y="1408"/>
                </a:cubicBezTo>
                <a:cubicBezTo>
                  <a:pt x="14697" y="507"/>
                  <a:pt x="17456" y="0"/>
                  <a:pt x="20497" y="0"/>
                </a:cubicBezTo>
                <a:cubicBezTo>
                  <a:pt x="23594" y="0"/>
                  <a:pt x="26353" y="507"/>
                  <a:pt x="28775" y="1408"/>
                </a:cubicBezTo>
                <a:cubicBezTo>
                  <a:pt x="31252" y="2365"/>
                  <a:pt x="33392" y="3773"/>
                  <a:pt x="35194" y="5687"/>
                </a:cubicBezTo>
                <a:cubicBezTo>
                  <a:pt x="37334" y="7940"/>
                  <a:pt x="38854" y="10586"/>
                  <a:pt x="39755" y="13627"/>
                </a:cubicBezTo>
                <a:cubicBezTo>
                  <a:pt x="40656" y="16724"/>
                  <a:pt x="41050" y="21342"/>
                  <a:pt x="41050" y="27479"/>
                </a:cubicBezTo>
                <a:lnTo>
                  <a:pt x="41050" y="38629"/>
                </a:lnTo>
                <a:lnTo>
                  <a:pt x="0" y="3862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8BB63-6A6A-4EEB-9DF7-AFC0190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86925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B251E-ECBC-49F3-BAE0-73D3ED0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8310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41D65-ED05-4522-9AEF-D4F68AB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790586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71494-BAE6-437B-B682-0656A15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44" y="2737204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3BB31-BC0D-4503-AA3E-BAEE8B86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69576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29B3F-7AD2-4EA6-B548-3CDB80B8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892" y="265797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37DC6-28F4-4AC6-8226-BAA56C6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61754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0421A-B74C-4FF5-973B-5252E1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164" y="258753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AA40C-0DA2-4D8D-A49F-4839D859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12" y="2549747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84AB5-76AE-45E9-A076-30A2D1A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12" y="2510555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1600C-EDC8-4E2D-BFAA-811A8FC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44" y="248729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46E01-38DB-4661-B125-14DBEB39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44" y="245295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A2B01-BB50-4189-8E82-DC47C96F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898" y="243684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BEA44-4EF1-409C-A942-A923159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39855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D3873-ED73-4E02-8437-6140C53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33987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0279A-FBD0-411F-AD97-FC7009FC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30186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FE971-A0C6-4C20-AD75-CD62F7DE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478" y="227709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71963-5E57-4FF2-8148-BA9F9B7C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12" y="2239365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41794-88B8-4AD3-A424-EFE4A84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478" y="221453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47511-0FE9-4ACD-9636-5AE1851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12" y="2175791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B35F9-92CF-4B0A-A5F3-E3551D7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898" y="213451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D561D-A254-4D4A-BB29-DC383CD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478" y="211165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4EE62-BE89-4A72-ABF0-A8A92F4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44" y="2092846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CDD55-8080-412E-844B-7507FE16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164" y="206204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30B6C-B033-4D64-B6F3-6F3B7A6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60" y="202718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26E22-6313-4E20-8106-B7EB7F7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315837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040FC-408D-4AF1-9019-E2282D7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311844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71E82-FDF8-4C5A-97F4-1BCD99E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13" y="309012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3ED18-1D26-4C6B-A3EF-E6454D9B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305526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7A2AF-28B5-4F38-B917-C075139A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27" y="303049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19BA2-27FD-489C-B505-B0916CA0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47" y="301286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53DF2-5F84-4FF3-B642-733F47B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47" y="299355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7AC1C-DB43-4C19-8E95-F1AE811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95526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28E1F-2E31-48F1-A625-F798574E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89658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1A4A2-D331-485A-A54D-05542CE4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85857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655B4-BA39-41E2-BE41-61AE3D73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92" y="283357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09D5E-D062-4B6E-AE85-44810C3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92" y="2782726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C451D-1B32-4F7A-8591-856E5F6E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74207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5E6BE-4D6D-4716-999C-947183AB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13" y="271374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7C7D0-D149-4588-8930-491EE83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67889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8259D-EA84-4BC5-8E3D-AA386F8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27" y="265411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81A45-856B-4A97-AAA7-5174CFA2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92" y="261672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F8BA9-B364-47B9-9302-8554D3F1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47" y="260061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0F911-3A8D-4A8E-B2E8-89CBA2B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56232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F5276-0329-4AAC-A223-500332AC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50365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EA39D-D8F7-4BAD-8F32-B7EAD0F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46564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C2428-29CA-4DD6-913C-6B8C416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27" y="244086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AFCA0-89E6-4751-AD3A-9F088D6F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60" y="2403139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558CE-4FDD-4009-BEDE-BE7AB7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27" y="23783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1ECBE-DDE3-432E-A86E-4966397F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60" y="2339564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9EA09-EC16-4AE9-9938-B2925A15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92" y="22971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976F9-46C1-4EF2-9A67-888B7A0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27" y="22728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C3F51-5C33-4616-8F42-29079B7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92" y="2254029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6A6DC-11E5-43CE-A626-4831DD52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21314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FAC1A-7BDE-40A0-9942-F0B7FA31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17789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9A678-872A-4E22-A4AC-89904EA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13" y="214963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F84F3-E477-41FF-A2E7-EE5A7E2D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12074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6E984-4612-4576-A512-D8D259FD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341" y="208521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AA5AB-1479-40C2-986D-6E21C36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09" y="205086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4C010-1DA4-4806-9492-FC1C9EC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13" y="202146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4953B-742F-4815-8374-D559505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3262956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21B97-505B-438F-88F2-23FF55C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322151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774D7-E956-40C5-9D04-46FB164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90" y="318372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16DCC-5814-4599-9713-1809604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314814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6AC85-D372-431F-9E27-B0B3880D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3103260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3DA28-1A09-4D17-A065-D3AE0A6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306665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DD8F0-4E9C-48C5-970D-9848D761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303309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B7A4D-CD2F-45B3-9DA5-65FCC9F6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99497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F341D-275E-4541-A598-48C06E15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9587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85A1B-A37E-42AD-BCA1-B3226D8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92667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06A20-702A-4989-B6C1-5136F57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896883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8033B-FBC3-44C4-90A7-78BDF8F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795" y="285741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AE092-1932-4959-8CBD-FEF4BA2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283246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21208-8E49-43AA-9257-41A78ABA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2781616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C9AF3-8E4B-4C01-959B-83E55F0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74096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5267E-491A-4268-BB9A-724FB0B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061" y="271263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A0DF6-1904-48A6-BA2A-4FAA6F2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67778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E11A6-1555-45F1-92F1-8B5EBB4A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76" y="265300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94E04-122D-4E85-A760-E9293EB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261561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AE137-EC89-4E86-B4B8-A0A05F9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795" y="259950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A9197-A8AD-4141-99AE-7B9C6AD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56121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95EE4-D93B-4D4C-A638-AD5F5703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50254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604F2-8580-4227-8F73-0F7B5555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46453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28CAF-3F66-4D38-968D-EDB3E37A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76" y="243975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783F2-263A-49D6-9722-00F44D50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09" y="2402029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ECFF7-A734-427C-8BDF-AAC2F358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76" y="237719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EBA50-2E9F-45D8-870B-41603E0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09" y="2338455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376FD-B019-410F-B384-A7E846B6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2295997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34C27-3051-4499-953B-B9806979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76" y="227172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A6C5E-BDA1-41A8-818F-FFAC794C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41" y="2252919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A2AE2-644E-4026-AD22-859FB257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21203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312E8-CD3E-4F0E-8A42-033D3E70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17678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429CB-21F8-4772-8103-685B3113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061" y="214852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A5256-02C5-4BA1-A363-0531935A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11963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B2143-F98B-4497-9EA4-288B4E5B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90" y="208410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E9988-4623-4E57-99D9-739A87B5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8" y="204975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8388C-4D13-49CC-88DA-3764997E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061" y="202035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A0812-4CE7-4AD6-8082-53A9125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322535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616BD-344B-48D4-AC4E-F7650C1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318701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D7631-4A01-4F33-8D50-871051D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314714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7E8AB-C13F-4D03-946D-B817DF3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310873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139C6-1085-42B9-B1AC-3CDFA8C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051" y="3074277"/>
            <a:ext cx="30802" cy="27536"/>
          </a:xfrm>
          <a:custGeom xmlns:a="http://schemas.openxmlformats.org/drawingml/2006/main">
            <a:pathLst>
              <a:path w="30802" h="27536">
                <a:moveTo>
                  <a:pt x="0" y="26860"/>
                </a:moveTo>
                <a:lnTo>
                  <a:pt x="0" y="0"/>
                </a:lnTo>
                <a:lnTo>
                  <a:pt x="6870" y="0"/>
                </a:lnTo>
                <a:lnTo>
                  <a:pt x="23763" y="16217"/>
                </a:lnTo>
                <a:lnTo>
                  <a:pt x="23763" y="0"/>
                </a:lnTo>
                <a:lnTo>
                  <a:pt x="30802" y="0"/>
                </a:lnTo>
                <a:lnTo>
                  <a:pt x="30802" y="27536"/>
                </a:lnTo>
                <a:lnTo>
                  <a:pt x="23932" y="27536"/>
                </a:lnTo>
                <a:lnTo>
                  <a:pt x="7039" y="11318"/>
                </a:lnTo>
                <a:lnTo>
                  <a:pt x="7039" y="26860"/>
                </a:lnTo>
                <a:lnTo>
                  <a:pt x="0" y="2686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D6D6A-13DA-46F5-9C8A-ECB539DB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303587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27392-14AC-420B-9EB2-AF41C746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301689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B53CE-EFF5-4B28-B5E9-F4EE1A31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37" y="299183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37238-C238-43BB-9E91-72D00283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051" y="2938738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99F6E-76AF-41DC-AA12-CD643D4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90320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0983E-1134-48A6-9D3E-0B17E6D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86305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D8E7A-19BC-4C72-907F-8AF0CD0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75" y="282307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1B4E3-1CB3-44AE-8EB9-DFCEE2BE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02" y="279779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FF47D-C2EA-4747-87BB-828EA138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02" y="276344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8B1F9-231C-4597-949F-03FD0649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274733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10B62-C713-491F-A691-489685A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70904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2A11E-F0CE-4CB2-A474-5A6D0AD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65037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EA371-896E-49B7-8A77-FF11E80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61236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C1B99-F0CA-4214-B0DA-4FAA0F3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70" y="2573228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0CDF1-15F9-4FEC-A033-26F98E0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37" y="254839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9B990-7B4B-4A4E-8E91-E0F49D55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70" y="2509653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4563D-07F4-4FF8-97B8-F5E2878A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02" y="246719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57B33-E040-4182-A6AA-6F7B198E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37" y="244292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D20E1-E024-46CE-8F4D-E444A0E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70" y="2402157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6DBFE-598F-4777-9E53-5E5C134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236285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CA70B-6BEB-4CC6-933E-65877F7B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234387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C224B-4DE0-4ECF-B054-BF9F0B69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30344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92228-3AEE-43D0-B6A4-EDFCC67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26357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1E1BC-96FA-475B-B690-697E0035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23001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B139B-2E24-486F-8776-6A9B03E9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19189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5912F-A191-419D-B92F-023A561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37" y="216886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5ADD0-9DB8-473D-9A26-659F57B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70" y="2128095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8EC64-2353-4A86-8B74-8D4B67A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56" y="2088791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EFC7E-D510-446B-BABD-98B9EB0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18" y="205083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0442D-EB85-4D07-BDAC-175347E4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322" y="202076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457A5-DA66-4EFC-8E25-07D54F12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332096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5E646-8AF4-42B9-B8A7-3BF6ABB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330165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746E3-3CE7-476F-86BD-5E5C864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823" y="3261335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A6941-6837-4FB4-942A-61063567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322090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15652-BA31-42FD-A11B-8A0FFA8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771" y="319089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98C92-95EE-4CEF-AE9B-14B78E5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315181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E3771-E62D-4E93-9B40-2AA50B8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313469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AD70C-B32A-4333-A362-C46E3E7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309460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41FD3-F190-4321-99AD-20FE483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305439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1009A-546F-401A-9637-EC3E3C78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51" y="303113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5B674-9789-4FBE-A2C5-200CA4A3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300028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818EE-E153-429A-BE8C-F9042D9C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296227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362A9-81D5-40F0-8F60-33F8335C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2927471"/>
            <a:ext cx="30802" cy="27536"/>
          </a:xfrm>
          <a:custGeom xmlns:a="http://schemas.openxmlformats.org/drawingml/2006/main">
            <a:pathLst>
              <a:path w="30802" h="27536">
                <a:moveTo>
                  <a:pt x="0" y="26860"/>
                </a:moveTo>
                <a:lnTo>
                  <a:pt x="0" y="0"/>
                </a:lnTo>
                <a:lnTo>
                  <a:pt x="6870" y="0"/>
                </a:lnTo>
                <a:lnTo>
                  <a:pt x="23763" y="16217"/>
                </a:lnTo>
                <a:lnTo>
                  <a:pt x="23763" y="0"/>
                </a:lnTo>
                <a:lnTo>
                  <a:pt x="30802" y="0"/>
                </a:lnTo>
                <a:lnTo>
                  <a:pt x="30802" y="27536"/>
                </a:lnTo>
                <a:lnTo>
                  <a:pt x="23932" y="27536"/>
                </a:lnTo>
                <a:lnTo>
                  <a:pt x="7039" y="11318"/>
                </a:lnTo>
                <a:lnTo>
                  <a:pt x="7039" y="26860"/>
                </a:lnTo>
                <a:lnTo>
                  <a:pt x="0" y="2686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503B7-4C7F-46C5-AE3C-3D2BCE2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2889406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86260-C9E4-426E-BF56-4C8C132E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83044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E70CC-6486-451C-8FBF-F9CA09AE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79052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8DE23-D4EC-4E05-B8A1-49B8662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085" y="276749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74559-8B18-43D6-B500-72FA831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74986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D5D10-2FF8-41C4-AF1D-BCC41C5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73055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354E7-8ECC-4629-AC1E-93FF9E3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69226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72970-4E26-4DAD-B6CC-68C3FA04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63358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79AD0-30B2-4F87-9EE8-1ADEE0A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59557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0BCD7-1595-4F77-8DCA-F14D0E8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085" y="257080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AFD62-1647-42AE-8106-4372C073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519" y="2533074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6054D-793D-4CB7-88D6-F37B17D1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085" y="250824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642A8-2102-4815-A3C2-CEDBA63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519" y="2469500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08E8F-5E1C-4399-9D82-79DE20E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51" y="2427042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4C5B9-DE98-4E84-9E1A-F121AE0E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085" y="240277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D7C42-3E35-408B-B624-76905A5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34550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346C3-BF84-43AE-8653-F7E1852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230569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6FB52-DF7B-4D97-A1C9-97DE190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28637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0939C-0587-4890-863E-9F73B94B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771" y="225602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D201B-12A9-4938-9773-E1A7FEE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24014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1D3CD-7AD5-49CC-A8A6-F80DA13B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22083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678D2-E4A4-4D02-AE6B-61DF771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20151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34B4A-D4DB-4CDA-B338-35B93EB6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16108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2AD54-ADB0-4429-B8F9-945D8E0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823" y="2121109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E7B04-B134-4BBF-B494-38AFEDDE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99" y="208101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84F01-0D07-4427-8A48-8BA0C13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67" y="204272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B132D-0CFF-4FD4-A631-BA7C9B83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505" y="202369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2220C-8881-451F-9F7E-3D3AD30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3267280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E9BDF-3AAC-42F0-9673-3068B78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3225836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2982F-FD04-4115-8B98-42B35EB6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136" y="3188052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B60BF-B9B2-45FA-B939-4BA35E1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315246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14D23-F2AC-4A9C-93B7-D6CFC36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3107584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69D20-E013-4578-BDF1-5FDD23E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307098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6F72D-217D-4DEA-9B5F-817026BD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303742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8CC4A-17E0-4B12-B597-F544917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99930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0C09C-1D57-418E-86C5-ABC8C33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96303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379D0-9B46-410F-96A2-9C552D7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93099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897ED-231F-497C-A839-F947988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90120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E7C75-88F0-4E7E-BC3C-6DFFCE2C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142" y="286173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20EE0-6832-4F81-B18C-8330B04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283678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BE127-5E80-4324-B2C4-B70F796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2794837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82491-A6C2-46DA-9A95-2B52A2F6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75418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90DC4-1CEC-47A2-B549-B7F06602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72388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BA890-FCD4-4A47-8AFD-1ECB9AE1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66949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790DF-49A0-43A7-9425-AC9DF8F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62956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C6929-F9B5-4826-8535-4553F23C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59600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05B50-AD81-4DD4-A340-9A73CD70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23" y="25730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E475F-0E75-4D7C-AD17-C6101FB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156" y="253569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4379C-3C40-4EA3-8608-31A80B40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23" y="251047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71146-66FF-48FE-8130-217F88E5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2468463"/>
            <a:ext cx="41050" cy="33786"/>
          </a:xfrm>
          <a:custGeom xmlns:a="http://schemas.openxmlformats.org/drawingml/2006/main">
            <a:pathLst>
              <a:path w="41050" h="33786">
                <a:moveTo>
                  <a:pt x="0" y="33786"/>
                </a:moveTo>
                <a:lnTo>
                  <a:pt x="0" y="16217"/>
                </a:lnTo>
                <a:cubicBezTo>
                  <a:pt x="0" y="11037"/>
                  <a:pt x="1183" y="7039"/>
                  <a:pt x="3491" y="4223"/>
                </a:cubicBezTo>
                <a:cubicBezTo>
                  <a:pt x="5856" y="1408"/>
                  <a:pt x="9122" y="0"/>
                  <a:pt x="13402" y="0"/>
                </a:cubicBezTo>
                <a:cubicBezTo>
                  <a:pt x="17738" y="0"/>
                  <a:pt x="21060" y="1408"/>
                  <a:pt x="23369" y="4223"/>
                </a:cubicBezTo>
                <a:cubicBezTo>
                  <a:pt x="25677" y="7039"/>
                  <a:pt x="26804" y="11037"/>
                  <a:pt x="26804" y="16217"/>
                </a:cubicBezTo>
                <a:lnTo>
                  <a:pt x="26804" y="23200"/>
                </a:lnTo>
                <a:lnTo>
                  <a:pt x="41050" y="23200"/>
                </a:lnTo>
                <a:lnTo>
                  <a:pt x="41050" y="33786"/>
                </a:lnTo>
                <a:lnTo>
                  <a:pt x="0" y="33786"/>
                </a:lnTo>
                <a:close/>
                <a:moveTo>
                  <a:pt x="7658" y="23200"/>
                </a:moveTo>
                <a:lnTo>
                  <a:pt x="19145" y="23200"/>
                </a:lnTo>
                <a:lnTo>
                  <a:pt x="19145" y="17344"/>
                </a:lnTo>
                <a:cubicBezTo>
                  <a:pt x="19145" y="15316"/>
                  <a:pt x="18695" y="13740"/>
                  <a:pt x="17681" y="12613"/>
                </a:cubicBezTo>
                <a:cubicBezTo>
                  <a:pt x="16668" y="11487"/>
                  <a:pt x="15260" y="10924"/>
                  <a:pt x="13402" y="10924"/>
                </a:cubicBezTo>
                <a:cubicBezTo>
                  <a:pt x="11600" y="10924"/>
                  <a:pt x="10192" y="11487"/>
                  <a:pt x="9179" y="12613"/>
                </a:cubicBezTo>
                <a:cubicBezTo>
                  <a:pt x="8165" y="13740"/>
                  <a:pt x="7658" y="15316"/>
                  <a:pt x="7658" y="17344"/>
                </a:cubicBezTo>
                <a:lnTo>
                  <a:pt x="7658" y="2320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328CC-FF39-40B8-ABD0-34496C08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43856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6D6CE-439A-494E-9B8D-9E3840B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40213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A302D-52A0-4692-B9E8-6620C0F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23" y="237938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080D1-70B4-4242-B0B2-675A9755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234199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B6139-88E5-49B1-9170-E428184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142" y="232588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35169-5CF3-4758-8383-70E658A3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28759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F5FA5-5FD7-44DC-A108-7512026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22891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7378C-AE3A-4F03-8432-0995A94D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04" y="219091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2CF2F-DEE2-4717-8B47-66BF929B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23" y="216613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57416-0D17-4343-9AD8-E14319CB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156" y="212840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D052B-D06A-41DD-AC79-3EB8E452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23" y="210357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68786-9E56-4DDA-A194-6BB808D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156" y="2064831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E009C-A890-4ADB-99D3-213B87E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8" y="2022373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508FE-9B3A-46B4-9F86-EC48849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88821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09942-F1DB-431B-B90F-647FA2C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84829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FFD2F-2736-45BA-9E4E-0D6192CB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57" y="281996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B3813-D110-4465-9B49-95270D6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78510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4C8A8-28A6-43C7-8E1C-907AE1D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71" y="276033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79D99-7420-44AE-9D12-26999F3E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591" y="274270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94063-26B3-4A49-9582-E6D9E71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591" y="272339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E5088-4C08-48C6-9F0B-3933E8F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68510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325BE-7DC7-42A3-80D9-955725E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62642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E66E6-BF34-4193-925B-CB6ED51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58841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B9808-F146-4102-8EBC-B0516C1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337" y="256341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A71AF-C161-400D-A143-223C4FD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337" y="2512568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C19AE-8692-46A3-9CCF-407A150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47191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9093D-1A11-42B0-837D-F939980D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57" y="244358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FCAB2-1206-40B0-B381-5FEA148B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40873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36C88-5C9A-4923-AD9F-0D86362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71" y="238395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FA82B-C01C-4FEB-9A02-89E1EF8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337" y="2346565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42ED2-084C-4604-A5DB-CAA4B27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591" y="233046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04F37-45A0-49FF-A633-9DE80770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29216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DCEC9-9D33-4D3C-9631-3F3C2A9E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23349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05398-1536-4367-BEDB-1AD36D1B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853" y="21954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79FB6-9D18-402E-A6CE-2A649D5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71" y="217070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85DDC-FBEA-4413-8D0D-EEBE3ECB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5" y="2132980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F7048-7E29-4C75-8CCD-FE6417B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71" y="210814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4FC54-19CF-4FFE-A02C-4D7D9EB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5" y="2069406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8656D-CF6E-4F27-962D-AB88A5D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337" y="2026948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C85D6-2F2A-4709-A256-5FD3E83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3147216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D214A-C5AF-4858-A1BE-6875F49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52" y="313235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98271-2EE1-405C-81D0-681DBC2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309192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D156B-C59E-4320-964A-5E9E628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46" y="3051827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F7B67-7F6A-4D8D-B8B3-AE388F31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301646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46F9C-2AC3-4003-AC8A-814AEF8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52" y="300035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C3909-0408-4418-9448-8DCE78E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96206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0DFCD-2E39-4BD3-888D-767BD85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90339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51A5F-5909-4718-87C7-C26E84E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86538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17186-6C74-46DE-A63A-FB02DEB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84038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30F43-2F86-47A9-9BBB-69220E5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802260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4DFB8-073C-42A1-959B-E588CAF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52" y="278739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88DB3-4B0F-45C1-85EE-D171AB87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74696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1EEA7-4236-4943-BDC8-4407A63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46" y="2706870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6CCE0-484D-4DEE-89E8-3D56B1D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67150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4A22A-5840-4ABD-8EEE-2863C8BB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52" y="265540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2FE4E-B573-493A-9A75-56A45F4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6171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1207F-E4BD-4E9A-8405-83CF3B7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55843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B6181-0F59-44C0-BCE4-5CC23AE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52042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61FA4-AE85-4205-ACE9-9B23FD6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432" y="24956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8AF2C-87F0-42A2-A636-4D8670B8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45730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EA862-2AA8-414E-B7A7-DC481100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005" y="243776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D914E-AD7E-4782-A804-61A79CBE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39671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B512A-2124-4AA7-9F69-536A5340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98" y="2353861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50784-9D60-4E0E-9F29-D3CF195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432" y="232959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53A48-8A6A-4984-9A75-0AAE9DA2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66" y="2288823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157A5-D154-458A-BC22-DA73414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52" y="224951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F5D9B-1B78-44E6-9E7C-C86B4AC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14" y="221156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4B70B-73F0-4458-B205-F976553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118" y="218149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3BF5A-D577-40E9-8795-3951F1D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432" y="215987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04380-4D18-4306-96EB-61AC7EF0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46" y="212096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B2D47-C81E-4DBD-8927-129B3E77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66" y="2083628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F059D-65C8-4A8C-816C-DAC65502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005" y="206527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D6350-FC88-4296-BBE3-982AC0F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22" y="2023376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52C89-A4CA-4705-8E88-9D49A09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3147216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96383-A70E-4AF2-B5E9-8C44AE5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01" y="313235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FEF84-CBE6-4D2B-A870-3DF2B877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309192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21ED3-0D30-4281-99C8-B19D5DD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295" y="3051827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D4151-2D41-4A02-8E20-10673EB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301646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28808-C722-4A15-B474-41FF7AE4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01" y="300035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4B8C0-6A40-4A21-9828-D309D901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96206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6ECD9-8E7C-4946-9311-D021F6E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90339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A8993-1223-4C86-88F4-691403A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86538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4913B-292C-4B0E-AEF0-1274A838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84038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C5083-C803-4B2C-8967-3EB96A3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802260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8D7B3-04CB-4052-9CFC-5C5A8FCE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01" y="278739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D2B9C-BBBA-4450-991E-348510B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74696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82393-26C9-410F-A859-B9EFCF49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295" y="2706870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135F6-457D-4BFB-B2EF-1E5EB287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67150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5DF5F-C8CD-49BE-A618-EA372CF7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01" y="265540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DDE72-E57B-46DD-A552-665060A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6171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F813C-E8DB-44A0-BEB2-D72D323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55843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8C022-B97C-4629-9E41-54A046E6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52042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B147F-8A30-4CEB-B143-8308EAA6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81" y="24956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A1391-2A07-474B-9266-8FB4A634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45730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F0E40-C918-48EA-B8AC-39FA3A97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54" y="243776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FF124-76C5-4F59-8FD4-6F145E8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39671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7FE66-72C0-4FDE-B2F0-D2258CFC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353861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5D1BC-19FD-4B3A-AD2C-60A00ECF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81" y="232959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7EE77-E4B1-4EED-B1D2-C52103A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14" y="2288823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17241-142C-44A7-A034-86FC219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01" y="224951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C990D-E184-4494-9590-4F3641D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63" y="221156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63BE7-05A3-41EF-BD3A-F298BA91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567" y="218149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589B8-24D2-4B35-8CD0-DD441399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81" y="215987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60D21-0B58-42D9-8AAB-DBAE01CE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295" y="212096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E9D61-4DB1-4F69-9EC6-C33002C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046" y="208481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C86C5-6639-48CC-8E52-D82FB1F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54" y="206527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19B2F-7D2E-48A7-B267-FC44278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14" y="2023038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15786-B358-4CA9-8E18-F303697E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727389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0A519-FAF5-45BC-952C-596F7673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371252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0940D-F1BB-4332-8933-20DB2005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67209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34F5E-7E38-4F0B-A909-E78F6FF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44" y="3632000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F1EE4-24DF-4B38-9E8E-3BD2DE5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59663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88CD8-C149-4154-9CA2-64503F05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358053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5DC06-70CA-4601-A1FB-758FE64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54224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0AC50-B3FC-407E-AD78-9724A35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48356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7FF4D-C4C7-4063-A7EE-D1C13B9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44555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6F3FE-BCFB-4568-A748-1DFFFFD2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42055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7566F-1959-4016-9D5C-6AC93138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382433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9E0CD-916F-4A9B-9C78-A915891F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336756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58B5B-B21F-457A-A024-0624179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32713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3C31D-FD4A-4BEF-A07E-AEDBA08F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44" y="3287043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A5A84-74A4-4FA0-BAB5-B75A46F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25168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1893C-35BA-4A74-8CB4-ED2623A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323557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B3D23-C92E-4509-82FA-CD76D7D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1972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96C00-01A4-48DB-B8B7-E874AD82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13860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DAB74-85B6-4260-AD0F-8F099F58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310060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892C3-3570-4A17-AF1D-79272F2D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30" y="307582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5701C-E595-409A-83ED-5A770BC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303747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3CF1D-CC44-41B8-9A9F-2B82755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903" y="301793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043E4-1C29-49C4-BEC8-36BCFD58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97688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FA65B-5BFA-4F33-898E-749A861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934034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80E31-A73E-46E9-8AE2-A9B9C2D6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30" y="290976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1A33B-00F3-49FF-A84D-722B0A9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289213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ED2FA-0AE7-4707-91D8-138ABE4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85170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9172D-1E02-4529-B70D-99290277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016" y="282169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698E5-9745-4B7B-8178-6733AD6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78492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30869-F6A7-497B-B021-E700718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75463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34538-3A60-44AE-9036-69A3B8D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70023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2358E-EC6C-4782-86FF-533B6F95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66031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C8791-CE97-418E-B47E-2B63778A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262201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5E57C-8420-4F09-B049-7B65225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260270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BBB96-AC9C-4CBC-B2BB-73C9BE3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56441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9C807-479B-4F31-9D4C-E66037E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016" y="253434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D6AF9-180C-448D-9223-40F9CDD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4975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95B82-5392-4DB9-931C-1E428DF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30" y="247454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13F68-6A8A-4C5D-A3BA-1DDABFA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44064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C05B5-D1B2-4D8E-8793-14374C4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016" y="241237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21956-3A4B-4BED-A9D1-99C40782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37560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D7CB5-802C-436C-B1FF-D1CFE7E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12" y="233511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7831D-57B0-488C-96FD-14A22B1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30" y="231225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9AEE2-E034-426E-A3D0-64482CA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27390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6B4E5-E4E9-4FA3-AE58-42E6332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233422"/>
            <a:ext cx="41050" cy="34068"/>
          </a:xfrm>
          <a:custGeom xmlns:a="http://schemas.openxmlformats.org/drawingml/2006/main">
            <a:pathLst>
              <a:path w="41050" h="34068">
                <a:moveTo>
                  <a:pt x="8728" y="15879"/>
                </a:moveTo>
                <a:lnTo>
                  <a:pt x="25903" y="27479"/>
                </a:lnTo>
                <a:lnTo>
                  <a:pt x="25903" y="15879"/>
                </a:lnTo>
                <a:lnTo>
                  <a:pt x="8728" y="15879"/>
                </a:lnTo>
                <a:close/>
                <a:moveTo>
                  <a:pt x="0" y="17625"/>
                </a:moveTo>
                <a:lnTo>
                  <a:pt x="0" y="5856"/>
                </a:lnTo>
                <a:lnTo>
                  <a:pt x="25903" y="5856"/>
                </a:lnTo>
                <a:lnTo>
                  <a:pt x="25903" y="0"/>
                </a:lnTo>
                <a:lnTo>
                  <a:pt x="33561" y="0"/>
                </a:lnTo>
                <a:lnTo>
                  <a:pt x="33561" y="5856"/>
                </a:lnTo>
                <a:lnTo>
                  <a:pt x="41050" y="5856"/>
                </a:lnTo>
                <a:lnTo>
                  <a:pt x="41050" y="15879"/>
                </a:lnTo>
                <a:lnTo>
                  <a:pt x="33561" y="15879"/>
                </a:lnTo>
                <a:lnTo>
                  <a:pt x="33561" y="34068"/>
                </a:lnTo>
                <a:lnTo>
                  <a:pt x="24495" y="34068"/>
                </a:lnTo>
                <a:lnTo>
                  <a:pt x="0" y="176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72F3F-9BB9-4B92-A10E-F36ECEC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763" y="2196145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8CC87-EFFB-4A6F-9616-6EF6EC0C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15633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5E6FD-4B8A-4B66-B61B-54F0F95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50" y="2113932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BD543-A80F-40B5-8324-ADBBFAA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30" y="209467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CBF9A-EFA5-4E55-9644-E44C46BD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763" y="205694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6345A-18B9-4DB0-A60D-F8A2FAD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5" y="2014319"/>
            <a:ext cx="41050" cy="37840"/>
          </a:xfrm>
          <a:custGeom xmlns:a="http://schemas.openxmlformats.org/drawingml/2006/main">
            <a:pathLst>
              <a:path w="41050" h="37840">
                <a:moveTo>
                  <a:pt x="0" y="37840"/>
                </a:moveTo>
                <a:lnTo>
                  <a:pt x="0" y="0"/>
                </a:lnTo>
                <a:lnTo>
                  <a:pt x="7996" y="0"/>
                </a:lnTo>
                <a:lnTo>
                  <a:pt x="7996" y="13627"/>
                </a:lnTo>
                <a:lnTo>
                  <a:pt x="41050" y="13627"/>
                </a:lnTo>
                <a:lnTo>
                  <a:pt x="41050" y="24213"/>
                </a:lnTo>
                <a:lnTo>
                  <a:pt x="7996" y="24213"/>
                </a:lnTo>
                <a:lnTo>
                  <a:pt x="7996" y="37840"/>
                </a:lnTo>
                <a:lnTo>
                  <a:pt x="0" y="3784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FDD9F-FEA0-4FAD-9BE2-4BFE155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311053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71083-F67F-4002-8AB9-A07D3CD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307032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1C4A4-B5F2-4E91-A079-2A1C8370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303231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29DF6-8A16-4183-BB4E-C11C6481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99391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92702-C344-474E-B62D-95A2BC8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34" y="297493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3D4A6-C0C7-4D2B-A809-1A83D322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91598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1DDCE-88DC-47C5-9B04-421212A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15" y="28912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5DB97-B3A2-43D1-8C2E-08F740D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86057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0F9FC-CAC8-4F2F-9A2A-880DD8DC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82492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754DF-F713-4BBB-B4E6-239A680D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79136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C71A7-AF7E-43B2-868B-58524979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75324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3FB82-86C3-47CB-A403-9DCA657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71698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49E87-48B8-460A-B4CC-107E5F8A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68494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9F32C-6DDF-4E72-A7A1-7A0D231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655153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E6872-D728-4ADB-A234-D5B45D0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34" y="261568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512BD-90EF-4C6F-8963-157DFE7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380" y="259073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C77CE-CE19-4397-B335-6C591C9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55447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EEBCB-BF79-4567-AC54-E489688C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51426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696C8-ABF2-4A8E-95D3-0735F5B8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47625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02169-54FA-43AC-A533-14464E0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43785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B07FC-6B2C-4548-B6DC-36EF7FB4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426" y="2405305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4C751-AF75-48BE-98DA-925CDCAD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34" y="239072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A5B7E-FA57-47A3-985F-9C0761A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34" y="237140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B0876-5157-49B9-A4F9-0884A499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33311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13DC3-B9A7-4E83-807A-DA8E72DD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27443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D3280-0C84-4DFD-8CD3-5F162BF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96" y="223643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D7621-1E99-43BE-B452-3FE0436A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426" y="2203826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A4D48-1BCB-489A-8036-C41DB55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648" y="2169139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9AC74-A5E3-48BB-A907-E260B857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34" y="212685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6338F-9659-4276-9354-F59AC6F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426" y="2096161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5DB6D-BEEF-4E21-881E-F2385851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629" y="206029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B301D-F33F-4B78-89B6-A56F6C3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648" y="2025154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1BAC6-7C27-4B49-A815-3B23A2B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52123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6FEC4-4F50-4303-A75A-0590B068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48052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4E760-24E4-43BD-A3E2-419F2032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44724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E8343-7723-41F3-96B9-520ECE9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41103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74F3A-12EC-4A84-BD16-F5CFEAA4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35" y="239200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1EA32-821F-48C5-A781-497BFCC1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357653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C408D-BF43-452D-9A86-73D5A9B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29965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1FC0E-DD2F-4A0E-B06D-FD14384F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35" y="228062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01893-EA22-4883-A1C0-D90AE4DB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81" y="225533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6FE83-B140-4950-B4C5-3601B78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20111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C18EF-BA5E-49EB-A934-1D3617C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97" y="215887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D1000-E9AF-40D8-B583-7F22AB6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101" y="213072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FDB74-5479-4797-8A95-2256A0A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416" y="210910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1D73D-8654-461C-80DB-BEB0259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81" y="2071372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6AAE0-576F-4265-BAFA-F25B02A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35" y="2029083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F8237-6601-41B4-A22A-79F917B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096" y="268345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58C9F-4087-46C8-8172-F53F504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62449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255FE-028F-4162-A344-C74BA03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58919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8B5E0-25D5-48C8-A6D2-4C8EB91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090" y="2550843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EF76C-B5AC-47C0-80D7-DF3F69B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51897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98D28-423E-43C8-BF89-8534ADD0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42" y="249577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ABB94-AAA5-413D-9DC6-4A983781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090" y="245990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9409F-CBCC-4CC6-87FB-9E867AA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096" y="244447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C1927-F833-4930-9AAC-305A4502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41012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C79E4-251B-43E6-90A3-C2DCD025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090" y="237098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6BAA1-3F6B-4EEA-9243-E1A61781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33055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4933D-C204-4243-922E-C9BDEEB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358" y="229260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DFE77-3BEC-4B7D-93D5-B48F5D7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76" y="226782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92BD9-F12E-44DE-A986-0526244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42" y="223010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437D0-D864-4D75-BEC6-A9A899F6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096" y="218781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70447-29E9-44EC-AFD7-9BAEC0E1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76" y="216494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CD691-585B-44A6-B15B-76A7F7A1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090" y="2126039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3E107-F53C-45F9-A34E-F5F2983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42" y="208988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00BCC-FD36-4A6B-92FF-FA43B700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249" y="2070348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E0A88-462A-4176-80AE-BE89018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42" y="2029354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7D0DD-B4A6-4D0E-9035-8BC992BA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78" y="2909783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C1589-FB2A-4A2A-953C-ABC05300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89367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602A3-1828-45A9-BA23-D437A2A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85324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88158-5591-414C-916E-81A18BF9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810339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2D5E8-2E8B-4AF9-A355-A19245A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746" y="2774976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E0213-73BD-4A01-B362-F6A66D2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73460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4FF60-D867-42B9-8AC3-878FDEB5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7" y="269681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32ABB-4E03-4E6E-9AB4-CE081F71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67750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37979-B323-4480-A1C8-7BA9E9C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78" y="265222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EB86C-91BF-4D7E-98C0-0E5FFB65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746" y="2614492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38EF5-7232-48F5-BE47-8AC468FC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57518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BFE6D-3E20-48D0-B01E-AD9FA8F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55621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3B0D8-7501-46FB-A0CD-F1867AAE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51578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91851-DC52-453A-8286-0BFDE5F2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47591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65811-F1F5-4190-A8D1-DEFF135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44235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36C00-C952-47B6-BDD2-946D6D2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40422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978F0-8F60-4245-A6E1-FFC7D8DB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313" y="23811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74A62-28C5-41B1-9076-F8D2BC09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78" y="2343809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FA305-D145-4BCF-94E5-807D4D7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32770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E2054-44C7-4425-AA27-42E280A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28941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FA1C3-F183-4FED-AA20-0F76DF5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23073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A37BD-CB28-4880-82DE-06CCA36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95" y="219272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31242-E0BA-448F-AB10-1900C57B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313" y="216795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15BFE-33EB-4F41-AF41-64F2EDF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746" y="2130618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FA90F-E802-412A-B102-8785F96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313" y="210539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09ADE-977A-4142-92A2-C35CC19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78" y="206766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B6644-8B9B-40CD-AAAF-C2CF8C1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33" y="202537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44829-0631-47E5-B18A-5F4FACD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79195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0C11F-DA4B-40B9-AB13-6249EBE8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75203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D3151-9516-4C76-A529-FAE6306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8" y="272370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CB5BA-4336-4D9D-B42F-D1C0A108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68885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01587-1C4C-4132-9A64-BCC309A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762" y="266407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E30E6-2DB1-4CB3-ADA2-3BA736F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64645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B1A9A-F791-49DA-8560-80E5B4D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62713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86B0E-C408-4F3B-8940-68F663D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58884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6BA40-462E-4229-A168-A6869EB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53017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7F67F-41A5-41CC-9869-2E09F25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49216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F2977-4D90-4905-8013-6C51979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27" y="246715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60D6A-1CE6-4E51-86A8-D6C36A0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27" y="243281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068A3-A916-4630-8175-4085C564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41670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44F22-2F7E-4A7C-9969-3019D350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37841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475D-0CF7-4611-864C-BD4428C9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31973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B644A-6CCB-4793-81CA-93E72C7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228172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6CF52-37B1-4EF7-9723-F286B3C0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762" y="225695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B679C-37E4-4060-94CD-8BE4E09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195" y="2219619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D16D1-932C-42CD-A6CF-2AD2A2A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762" y="219439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C6269-91C3-4973-B404-5A5E617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27" y="2156664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2F6F2-6282-471C-96B7-082C2EBD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11437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B9CC1-76BF-4731-9989-A31A5E2F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762" y="209151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A1055-EA77-427E-B208-FE67963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052772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2DA57-9A3E-4815-A917-6830C5F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82" y="2023378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9AEF5-710D-4152-A1B2-2AC6400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83068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BC3B4-A0F0-46E7-833D-C3547495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7907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FF23E-934A-4EAF-ABDB-0C624A52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897" y="276243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16B56-F5DD-4C19-AE7D-AAA5108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72758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7B78F-391B-43A6-BBC0-6197ABD1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211" y="270280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5CA6E-0215-4797-A2E1-8275669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68517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AE298-66EB-4EB1-8E34-995C713D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66586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AD3F8-20CD-4A21-AE6A-9908A700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62757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18E26-12DE-47BB-9165-36115CE0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56889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DC9EC-D4FF-4395-8591-45897D8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53088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7D500-0FBC-4EEB-9E52-350551C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376" y="250588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3EDB2-5855-4080-A54D-C075C50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376" y="2471538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B010C-2D6B-4866-8FBB-D9A8BB60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45543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B94C9-F429-4494-A3AC-352DB4F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41714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359AE-79A3-466E-A93F-0CB931A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35846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55D9D-E599-4C94-8FB3-73431AB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3" y="232045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9C437-58DC-4018-9D04-B0E82F1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211" y="229568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5980E-6FFD-4FB3-810E-4B08BD63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644" y="225834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2D6CD-FC17-47DE-B451-5A74BB96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211" y="223312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541D3-0DD8-4EE1-9D15-528C99E9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376" y="219477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EDC04-E762-4615-A13B-6C387C8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644" y="2156201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8F62A-0188-4406-9E0E-6E5B0419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11391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C9840-58E8-44F4-8AEC-20DDC26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211" y="20910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1B87E-193C-4903-8144-4B835AB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05230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47597-0D45-4ED2-89D5-F482D409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31" y="2022914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28937-6772-430E-887E-54606D43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905" y="2800924"/>
            <a:ext cx="42514" cy="39248"/>
          </a:xfrm>
          <a:custGeom xmlns:a="http://schemas.openxmlformats.org/drawingml/2006/main">
            <a:pathLst>
              <a:path w="42514" h="39248">
                <a:moveTo>
                  <a:pt x="38741" y="0"/>
                </a:moveTo>
                <a:cubicBezTo>
                  <a:pt x="40037" y="2647"/>
                  <a:pt x="40994" y="5406"/>
                  <a:pt x="41613" y="8221"/>
                </a:cubicBezTo>
                <a:cubicBezTo>
                  <a:pt x="42176" y="11093"/>
                  <a:pt x="42514" y="14021"/>
                  <a:pt x="42514" y="17006"/>
                </a:cubicBezTo>
                <a:cubicBezTo>
                  <a:pt x="42514" y="23876"/>
                  <a:pt x="40656" y="29281"/>
                  <a:pt x="36827" y="33279"/>
                </a:cubicBezTo>
                <a:cubicBezTo>
                  <a:pt x="33054" y="37277"/>
                  <a:pt x="27874" y="39248"/>
                  <a:pt x="21285" y="39248"/>
                </a:cubicBezTo>
                <a:cubicBezTo>
                  <a:pt x="14697" y="39248"/>
                  <a:pt x="9516" y="37221"/>
                  <a:pt x="5687" y="33167"/>
                </a:cubicBezTo>
                <a:cubicBezTo>
                  <a:pt x="1915" y="29112"/>
                  <a:pt x="0" y="23538"/>
                  <a:pt x="0" y="16443"/>
                </a:cubicBezTo>
                <a:cubicBezTo>
                  <a:pt x="0" y="13740"/>
                  <a:pt x="282" y="11093"/>
                  <a:pt x="788" y="8615"/>
                </a:cubicBezTo>
                <a:cubicBezTo>
                  <a:pt x="1295" y="6138"/>
                  <a:pt x="2027" y="3773"/>
                  <a:pt x="3041" y="1520"/>
                </a:cubicBezTo>
                <a:lnTo>
                  <a:pt x="11544" y="1520"/>
                </a:lnTo>
                <a:cubicBezTo>
                  <a:pt x="10248" y="3829"/>
                  <a:pt x="9291" y="6082"/>
                  <a:pt x="8615" y="8334"/>
                </a:cubicBezTo>
                <a:cubicBezTo>
                  <a:pt x="7996" y="10586"/>
                  <a:pt x="7658" y="12895"/>
                  <a:pt x="7658" y="15147"/>
                </a:cubicBezTo>
                <a:cubicBezTo>
                  <a:pt x="7658" y="19371"/>
                  <a:pt x="8841" y="22637"/>
                  <a:pt x="11206" y="24889"/>
                </a:cubicBezTo>
                <a:cubicBezTo>
                  <a:pt x="13571" y="27198"/>
                  <a:pt x="16949" y="28324"/>
                  <a:pt x="21285" y="28324"/>
                </a:cubicBezTo>
                <a:cubicBezTo>
                  <a:pt x="25677" y="28324"/>
                  <a:pt x="29000" y="27254"/>
                  <a:pt x="31365" y="25058"/>
                </a:cubicBezTo>
                <a:cubicBezTo>
                  <a:pt x="33730" y="22862"/>
                  <a:pt x="34912" y="19709"/>
                  <a:pt x="34912" y="15654"/>
                </a:cubicBezTo>
                <a:cubicBezTo>
                  <a:pt x="34912" y="14528"/>
                  <a:pt x="34856" y="13514"/>
                  <a:pt x="34743" y="12557"/>
                </a:cubicBezTo>
                <a:cubicBezTo>
                  <a:pt x="34631" y="11656"/>
                  <a:pt x="34406" y="10812"/>
                  <a:pt x="34068" y="10023"/>
                </a:cubicBezTo>
                <a:lnTo>
                  <a:pt x="26072" y="10023"/>
                </a:lnTo>
                <a:lnTo>
                  <a:pt x="26072" y="16499"/>
                </a:lnTo>
                <a:lnTo>
                  <a:pt x="18977" y="16499"/>
                </a:lnTo>
                <a:lnTo>
                  <a:pt x="18977" y="0"/>
                </a:lnTo>
                <a:lnTo>
                  <a:pt x="38741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75898-A053-476B-AD51-FD65254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54" y="276916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E64F4-A805-48ED-9863-165975F8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886" y="2733295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CA4D1-55CD-45DE-8D5A-C9A5E02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54" y="2694497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A5739-D4C4-406C-89EA-725D3717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92" y="265626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388AE-CA07-4A1A-B45B-DAE23684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54" y="261639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F8C4B-8FF3-441B-83FB-488160B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37" y="259313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37AD9-D96E-42A3-AF08-14D13EE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37" y="2542291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799B0-6845-4704-A2E8-90E856CD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886" y="2501409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A2A95-A3B5-4F62-A5F7-00680CF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58" y="247477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6BF0B-6C74-4975-8B02-C7F34908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92" y="2437779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889BB-B1E1-457B-AA1F-640962F4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54" y="239712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3CA74-F0CD-4D9A-93F7-C42B6320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37" y="2343853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F9425-7FFA-470F-9666-E8BEBF3E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54" y="23051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1F475-2969-4485-B4BA-9C25155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886" y="2265188"/>
            <a:ext cx="30802" cy="34631"/>
          </a:xfrm>
          <a:custGeom xmlns:a="http://schemas.openxmlformats.org/drawingml/2006/main">
            <a:pathLst>
              <a:path w="30802" h="34631">
                <a:moveTo>
                  <a:pt x="15035" y="22975"/>
                </a:moveTo>
                <a:lnTo>
                  <a:pt x="0" y="34068"/>
                </a:lnTo>
                <a:lnTo>
                  <a:pt x="0" y="23650"/>
                </a:lnTo>
                <a:lnTo>
                  <a:pt x="9122" y="17344"/>
                </a:lnTo>
                <a:lnTo>
                  <a:pt x="0" y="10980"/>
                </a:lnTo>
                <a:lnTo>
                  <a:pt x="0" y="563"/>
                </a:lnTo>
                <a:lnTo>
                  <a:pt x="14979" y="11656"/>
                </a:lnTo>
                <a:lnTo>
                  <a:pt x="30802" y="0"/>
                </a:lnTo>
                <a:lnTo>
                  <a:pt x="30802" y="10417"/>
                </a:lnTo>
                <a:lnTo>
                  <a:pt x="21060" y="17344"/>
                </a:lnTo>
                <a:lnTo>
                  <a:pt x="30802" y="24213"/>
                </a:lnTo>
                <a:lnTo>
                  <a:pt x="30802" y="34631"/>
                </a:lnTo>
                <a:lnTo>
                  <a:pt x="15035" y="2297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781E6-553F-4FDB-A967-7F6E37F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472" y="224401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54D54-8BF6-4D9F-AD26-26704FC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37" y="2206625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83CA9-F781-47D9-8B49-89A6B093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905" y="2170812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3B010-C7B5-4EF8-B3C5-05C69A4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472" y="214558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5D867-9A28-47AE-BFC9-96621F96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37" y="2107238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B0720-ED4F-47F8-8832-278D3E0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905" y="2068665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C52B8-082E-4E52-AEFE-D134C5A5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92" y="202637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C30E6-B7B4-44D8-9EB0-3F169B6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3269536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BC9AA-57E7-4873-9F9E-706A3FC3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322809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6A779-0103-47B9-9B6C-4F36F071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23" y="319030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D2E91-A8E5-4F49-9B45-1FA395FC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315472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B1759-11B7-4C1F-953E-D35E6AA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3109840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CFB63-5EEC-412C-98B5-A42D2888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307323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70458-8004-4D45-8E98-159290A2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303967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F8F39-AA90-497E-95E5-AD79B81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300155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EE335-4192-476C-90BD-CCE2359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96529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772A4-0960-4787-B6F3-42D81F6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93325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AEF78-1D06-4257-8829-E532A98D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903463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3859B-DCC3-4D26-8ABD-65765E8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529" y="286399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4B606-3220-4A58-BBEF-92382946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283904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38ECA-F2CF-4665-AD10-F245FD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2797093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CE093-E6B1-4465-80D6-39ADA07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75564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183EB-1E1D-40EE-94FA-82A244F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23" y="271786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2AE55-3B92-43E0-B119-7CE1B69A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68227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1C4D0-A869-4586-A9BF-EBE935D2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09" y="265930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B1F15-56ED-4F63-915D-38DC2DA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2614310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ED47C-242C-4330-AC50-CEF71962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57365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1EDB8-FA78-474C-B3B2-2E4B5C7A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543359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FE598-D2D7-4FEF-913C-7BD8C81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48896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0F87B-3B3E-460F-A466-DAAB208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44904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915DF-12D7-4A3C-80ED-03272EE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41547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B5D2E-7AE8-41A1-883A-6662382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09" y="239250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8D6B8-7A09-4937-BF93-8F898C3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235511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9E69A-4B30-4EFB-A6A6-EEDF05E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529" y="233900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120A6-BE65-451F-BA2C-BE205CC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30071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A4C4E-1461-421F-889E-30E8A233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24204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B5E1B-52FF-4065-8F52-6BE9AD5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91" y="220403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4CCE2-F2E3-451C-A089-BD94A964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542" y="2165292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22123-88D5-479E-825D-E64FE418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09" y="214006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0F856-8EAA-4692-810D-6CFE624B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274" y="2101718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C3873-9A54-4DFE-A7A8-8E7B915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542" y="2063145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5FD9F-7A4C-41D7-AE14-49583FF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529" y="202085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239E6-3D29-48AB-99C4-BF18530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789" y="272218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430C6-4A69-4FEC-9683-CB1DC508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66322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22D03-3B6E-43C6-98E0-E4B0491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62791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1751C-07D8-4016-A6F1-59FCC48E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83" y="2589572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0F115-0E84-4E01-8C23-2AC1625B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55770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8B448-DDA9-4960-9236-D5A3F0D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35" y="253450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95CB1-0172-4ADB-8899-61AF214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83" y="2498631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A4472-1AD6-4DB7-953D-25384745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789" y="248320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D2972-D8F1-4663-9BDA-9E1461F4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44885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AA801-25AB-4FDF-BE79-4A809F5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83" y="240971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1F368-88F6-47C8-91C7-CCD0E59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36928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531C4-29D2-4CA6-8222-76FF9B28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51" y="233133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252A7-4CCB-47CB-BE5B-1CE66F1E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370" y="230655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1ED76-50C9-4790-B1BE-FC0CC5D6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35" y="226820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28745-2698-4EC3-8C05-E7B1B84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03" y="222963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3D3D6-9917-45C2-BAFA-59AF310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789" y="218734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02219-B18E-4517-8FEE-26A60E7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370" y="216448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C03C3-65E1-428D-ACEE-0B993F08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83" y="2125575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422D1-AC09-47DA-B731-4F4CDD13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35" y="2089424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8E689-CFE8-4952-834F-A25D7A7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42" y="206988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6ABF1-2C75-43F6-B971-BBED230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35" y="2028890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8E947-F994-4850-87E5-76656AE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238" y="285979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C0BEA-0B00-4727-9A6D-589D3EF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80084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B4AD4-CFA5-4B30-820E-A974B3D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76553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2A0DE-41F7-4D38-B664-DF878C3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32" y="2727189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C992A-ED33-4CFC-8B76-74159E9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69531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998D0-C083-45D9-AE5F-FE309533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84" y="267211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A20D5-1100-4E43-B423-2AF0D05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32" y="2636247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EF6AB-3808-4629-AB57-ECA1A0A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238" y="262081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5A5CD-217B-4C9F-85F3-5438BC2E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586469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9DCE2-B9EF-4526-85C9-B9E3CCAA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32" y="2547334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0F7B8-8ED3-46CF-80FB-7F1CB87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50690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7501D-D91C-4B53-8186-C2AD3A8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00" y="246895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CC0CD-55E1-40C8-84A0-7C0E100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18" y="244417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88660-5784-4477-8440-5C4B348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84" y="240582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728F0-9DEF-45F6-B530-A747778F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252" y="2367253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CE2EC-ED68-43D2-8460-E407546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238" y="232496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8CA31-0865-4C17-B3F2-2C95E4A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18" y="230210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B12DD-B09B-491C-B363-87C3AB38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32" y="226319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D3378-1A9F-440D-8180-50E1F210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84" y="222704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F76C3-0ACE-474E-8EC2-E5811449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391" y="220750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8B2CD-5FBC-4C3A-96EB-D7F1674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84" y="2166508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DADEF-BC6F-4368-822D-D3AB216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18" y="214223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70F28-633F-4FB5-9ADA-15C175CB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84" y="210389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8AD4F-03E5-4A19-8282-7FC958C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08" y="2063854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4EDB7-561D-4579-B4B6-FCD32FE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238" y="2022297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E2905-B13D-4484-A697-76BEFBF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65745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AAD2F-645C-4FCD-ABCF-05A4818A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681" y="2617694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9B897-B959-4A72-97F2-8AEE08C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005" y="257737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70692-3A1A-49A8-B960-E0B348B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005" y="2537058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E48DC-E8B3-4ECD-BA04-2570DBE3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681" y="2496628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7652A-6FDC-4D28-B45A-7752048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48102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53EA2-4F52-4217-A81E-E07B698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46171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C671A-3239-4E74-9636-1AECB268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42342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81213-54F6-491B-A3F5-6A48184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36474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5A42A-3DE1-4D1F-9059-624C231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32673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1E930-2D77-465B-9866-F4812F7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230173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3C72B-2826-4635-94D5-59CAA6EF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28715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83A3A-6905-41EA-A0E2-4269568E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26783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8AE94-CB4B-42F5-83D8-1188D31A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22954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A64C8-2799-444D-B313-AA01A1D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17087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AE535-D1C0-45AB-BD2B-FF4E7692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49" y="213286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6319C-DF45-411B-B718-FE50177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268" y="210808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7DB33-C373-4DE7-9A4B-72374B0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2070359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9C410-B5C0-44D6-9944-4AC1E6B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687" y="202807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8C7AF-FB4F-45FA-BA1A-4FB1B059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136" y="268345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980A2-7A95-4329-B0F2-F3BD292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62449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9D742-D143-4D88-B3E0-B11E56D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58919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71FBB-43C9-4EB3-A03B-5E43047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30" y="2550843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C32E0-56E4-4A6C-9BAA-AD67205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51897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6D9F6-BD7F-49EE-A435-54D50B1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81" y="249577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58D78-6908-4EE8-95C5-340DA388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30" y="2459902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BF83F-8F27-4441-921C-DBA5EAD2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136" y="244447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A71AA-C0A2-4DC3-931D-31B6294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41012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73832-926D-46AF-9F2F-A55A9E04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30" y="237098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A88F1-711E-462C-8886-75D3E7BD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33055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2493F-A584-4533-B3B9-49756468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98" y="229260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B57FE-3127-434D-BD72-5B6FC7A3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16" y="226782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1F0DC-A48E-45EE-BAFB-067AB22B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81" y="223010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7341D-A762-4E8C-A823-15F5E48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136" y="218781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DF99F-0CC7-48D5-9BB3-0F46EE62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16" y="216494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7E1DD-D98F-4C7C-B7B7-34E335E3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30" y="2126039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D6C70-EB17-4905-860D-66F075E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81" y="208988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3A2C9-53FA-4543-86B9-CDC5934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289" y="2070348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BD8EC-3227-4060-A734-25AD167B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149" y="2029917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8F219-9E93-4EA4-8F22-2878211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86" y="2623850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F00D1-872E-4C4F-83DE-F1B883B7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767" y="2570974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C9C91-65D1-47C4-94D9-9D177CB6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5" y="253352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2069E-FD6C-4895-8043-6F19737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5" y="2495124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B0B76-6BEB-4716-A609-231E8C0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19" y="2470179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6EAB9-4C8E-4CBA-A02A-475A6F7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86" y="2425131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599EC-9799-47C8-ABFA-115224A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767" y="2372256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6F22E-3312-4AB4-BDA4-ABDBE12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5" y="233480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A3409-6274-4DE0-9E40-E96F4AE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5" y="229640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98D9D-04EA-43A5-B2CC-5CF162FA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19" y="225670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CB990-D4C6-48C7-B0DB-ED9CE26A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26" y="223716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67916-090B-4172-BD8C-E80693F4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19" y="2196173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03D9D-69E4-4856-AA17-A15118E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53" y="217190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D993C-4A9C-4726-BDA2-2F31043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19" y="213355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F4F6B-0E81-45E6-970D-B974172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26" y="211401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02B04-1710-4D05-879C-36E61780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86" y="2072572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D8AA0-153D-4CFB-8104-5115D43C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19" y="2030114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21E04-CCA6-4C4A-AB27-10FC86D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35" y="2563877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86D39-FE6D-4CE9-BFBC-741A8B6F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16" y="2511002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1730F-472F-451C-83F1-5ECEED4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484" y="247355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D383D-5242-40E6-883C-0C4EECB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484" y="243515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736A0-FD74-4126-8C2A-AE141C0F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967" y="241020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97DA3-F9AF-4ADC-9C30-6DEB5E5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35" y="2365158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DE53F-896F-4CD7-8897-1799D96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16" y="2312283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CDA15-B32C-4927-90EC-94FBB8DC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484" y="227483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A6C58-F70F-415D-9562-D1FFE624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484" y="223643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3B6B6-0CCE-4BF2-A90D-9DD54DA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35" y="2197748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BC768-4AA0-4BE6-B19F-20B3F5ED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802" y="217252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90049-441C-41B2-B444-DFABDD37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967" y="213417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A7C43-14F9-40B7-AD2E-2153F78E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375" y="211463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4FF77-8FC7-4CC6-93B3-18245018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967" y="2073640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485C1-B03E-4862-92DD-242E51C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967" y="2030732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75499-A13B-415D-B950-AEB617D5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91339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DEB65-DFC8-4FB7-A52C-996E133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477" y="287358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BE682-2528-4F8F-B0BB-F8564B77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01" y="2833262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0044D-E116-481B-9D93-04A004DD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77430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71620-A5F6-4E50-9795-DF1CAF8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477" y="2734381"/>
            <a:ext cx="30802" cy="34631"/>
          </a:xfrm>
          <a:custGeom xmlns:a="http://schemas.openxmlformats.org/drawingml/2006/main">
            <a:pathLst>
              <a:path w="30802" h="34631">
                <a:moveTo>
                  <a:pt x="15035" y="22975"/>
                </a:moveTo>
                <a:lnTo>
                  <a:pt x="0" y="34068"/>
                </a:lnTo>
                <a:lnTo>
                  <a:pt x="0" y="23650"/>
                </a:lnTo>
                <a:lnTo>
                  <a:pt x="9122" y="17344"/>
                </a:lnTo>
                <a:lnTo>
                  <a:pt x="0" y="10980"/>
                </a:lnTo>
                <a:lnTo>
                  <a:pt x="0" y="563"/>
                </a:lnTo>
                <a:lnTo>
                  <a:pt x="14979" y="11656"/>
                </a:lnTo>
                <a:lnTo>
                  <a:pt x="30802" y="0"/>
                </a:lnTo>
                <a:lnTo>
                  <a:pt x="30802" y="10417"/>
                </a:lnTo>
                <a:lnTo>
                  <a:pt x="21060" y="17344"/>
                </a:lnTo>
                <a:lnTo>
                  <a:pt x="30802" y="24213"/>
                </a:lnTo>
                <a:lnTo>
                  <a:pt x="30802" y="34631"/>
                </a:lnTo>
                <a:lnTo>
                  <a:pt x="15035" y="2297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65F22-6DAF-40F4-BA9C-ABE5204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69783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C3E73-20EC-46EA-A610-BADF144A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748" y="266782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6062A-C094-4441-B0B5-A7CA2F2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228" y="264597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BDE0B-7170-42FF-BEF1-2916335D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61511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D5169-E2F1-467B-973C-7E83C12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82" y="2576769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F8915-0320-4ADD-93B2-75D69F2E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82" y="255779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6B64B-4D9A-4AA3-96AF-C0A7490E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52220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BA8D2-418D-4C55-BC31-B57ACF9D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48599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92584-3EFC-4EE7-A7FB-F98E9584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063" y="246122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C7614-B601-4835-B3D4-B5F992F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01" y="242259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D2D5F-78D5-4066-9CE3-06E975D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38430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92FE8-41F7-4CFF-A1F1-0DBD4D5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32562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4F8E2-7E11-4587-BBC7-31154C25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26695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D11CA-329F-4AF4-990D-120CBA8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45" y="222894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AAF60-7BE4-47BF-84F5-2E7696A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063" y="220416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BAE11-ABCE-4B8A-8BE7-9DAB3019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228" y="216643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A30BC-95E8-4DE1-85FD-7E195F6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82" y="212414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18590-308B-4AEE-9413-CFE71764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063" y="210128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B7201-899E-4516-AE28-1AA8E4C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477" y="2062374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638D-4BD5-4A08-9966-9FE5E8E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228" y="202622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FA0F0-1734-4810-982D-A19DF185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3236260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16E85-590F-4D20-AA63-78683CF5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3194816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0C1B4-C4BE-4309-BA53-C2BD8B8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114" y="3157032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B1EBD-B8E1-4C6F-9CFD-27057D7D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312144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08E02-A16C-42FC-B574-9F02B50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3076564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92A0D-FA7E-4FEC-A2A9-4F01AD9D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303996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609DC-4445-4A96-8C6A-91DABA6F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300640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B4C06-BF49-42DF-8044-34F0D72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96828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6BD5F-A5F4-4065-AB67-F8D9221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93201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C1840-F0AF-4BCC-8950-771EA81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89997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35A9B-2D3D-4B31-8F1F-8D7393B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87018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DE7EA-B2A6-462B-8397-4CF65A6C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20" y="283071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2E45D-5034-4591-974C-5231538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80576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C8C49-FFBF-42D4-86D4-DC07BE95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763817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B7EBC-B5A1-460A-B25F-DDD931EB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7231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C6E7E-F172-4485-84FD-97F87D0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69286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1BB52-79FD-4D72-9043-CF0C22F3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63847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BC330-7E9D-4567-8AC2-6359C89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59854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D4A79-6EA2-4861-B077-44951772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56498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1E37E-6780-4772-BA51-E1D155B6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00" y="254201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E9DA5-F561-49CE-9F1F-15A0F52B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133" y="250467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D1460-2A6F-4263-B334-85C5F07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00" y="24794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42D88-11B0-4A68-9C3A-B96B6EC3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437443"/>
            <a:ext cx="41050" cy="33786"/>
          </a:xfrm>
          <a:custGeom xmlns:a="http://schemas.openxmlformats.org/drawingml/2006/main">
            <a:pathLst>
              <a:path w="41050" h="33786">
                <a:moveTo>
                  <a:pt x="0" y="33786"/>
                </a:moveTo>
                <a:lnTo>
                  <a:pt x="0" y="16217"/>
                </a:lnTo>
                <a:cubicBezTo>
                  <a:pt x="0" y="11037"/>
                  <a:pt x="1183" y="7039"/>
                  <a:pt x="3491" y="4223"/>
                </a:cubicBezTo>
                <a:cubicBezTo>
                  <a:pt x="5856" y="1408"/>
                  <a:pt x="9122" y="0"/>
                  <a:pt x="13402" y="0"/>
                </a:cubicBezTo>
                <a:cubicBezTo>
                  <a:pt x="17738" y="0"/>
                  <a:pt x="21060" y="1408"/>
                  <a:pt x="23369" y="4223"/>
                </a:cubicBezTo>
                <a:cubicBezTo>
                  <a:pt x="25677" y="7039"/>
                  <a:pt x="26804" y="11037"/>
                  <a:pt x="26804" y="16217"/>
                </a:cubicBezTo>
                <a:lnTo>
                  <a:pt x="26804" y="23200"/>
                </a:lnTo>
                <a:lnTo>
                  <a:pt x="41050" y="23200"/>
                </a:lnTo>
                <a:lnTo>
                  <a:pt x="41050" y="33786"/>
                </a:lnTo>
                <a:lnTo>
                  <a:pt x="0" y="33786"/>
                </a:lnTo>
                <a:close/>
                <a:moveTo>
                  <a:pt x="7658" y="23200"/>
                </a:moveTo>
                <a:lnTo>
                  <a:pt x="19145" y="23200"/>
                </a:lnTo>
                <a:lnTo>
                  <a:pt x="19145" y="17344"/>
                </a:lnTo>
                <a:cubicBezTo>
                  <a:pt x="19145" y="15316"/>
                  <a:pt x="18695" y="13740"/>
                  <a:pt x="17681" y="12613"/>
                </a:cubicBezTo>
                <a:cubicBezTo>
                  <a:pt x="16668" y="11487"/>
                  <a:pt x="15260" y="10924"/>
                  <a:pt x="13402" y="10924"/>
                </a:cubicBezTo>
                <a:cubicBezTo>
                  <a:pt x="11600" y="10924"/>
                  <a:pt x="10192" y="11487"/>
                  <a:pt x="9179" y="12613"/>
                </a:cubicBezTo>
                <a:cubicBezTo>
                  <a:pt x="8165" y="13740"/>
                  <a:pt x="7658" y="15316"/>
                  <a:pt x="7658" y="17344"/>
                </a:cubicBezTo>
                <a:lnTo>
                  <a:pt x="7658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F60C2-6BB9-4EDF-B5F5-6323A0A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40754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1CC0F-B90A-4C92-AE72-767E171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37110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7777D-1505-47D0-9112-4315AB1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00" y="234836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9E316-6EA3-4D80-8AD3-987DDA4C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294471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276D7-11A4-4C43-B4E2-B325870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20" y="227470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C0592-40D1-4626-8784-B2A57C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23911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B5672-BA7D-4506-8D38-A373F059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386" y="221085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0AD16-9210-425E-8236-DB163DA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18196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00998-E870-44A5-9337-B0669C2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382" y="214823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D5CA5-A1CE-4353-981C-BEF6265F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20" y="212920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6C123-31E2-4DCB-A4C7-6743A4E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00" y="210414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70C26-8464-4680-95A5-AC26B89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066415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98962-76A1-4EF2-9BB8-085343C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865" y="2022943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B3D57-8D3B-4320-9915-8F30B9D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307283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2CBB7-68D8-42F6-B3A0-7B20C89F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305379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10DCC-BC88-4DFF-92A4-B2D09C5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301821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2DA4E-4607-49E3-93F3-77C9536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46" y="298994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9ED15-222B-4B09-89C8-CF9C893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96105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03A71-88A0-445F-9F2D-55BD402D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92732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2C8A2-5E62-4E7C-A1A3-A8A89AA0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290829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FEBB0-463C-4E15-A9F3-9E615372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961" y="288323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4D39E-0178-48A9-8ECE-509C7CFD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85057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3A451-E702-445F-8950-7FB0D6B4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81053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B21F0-57D4-49B3-B686-62BCAA18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75389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344B5-C7E8-4615-873D-11E4C68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69521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D35E0-6DB7-4811-A7CC-9E251FA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5" y="265540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CA938-EFE5-4377-86E8-EAC0F0D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61497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0CA46-2C54-4E2A-AA82-9F7EC4AE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259599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A9F9F-81D1-40AA-92D7-A3FEC68A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46" y="256564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92626-CAA6-40D1-A11A-803B14E5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5" y="2528649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D45D9-EDE1-4164-BBB0-F42F108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26" y="250708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27A74-79A5-40B1-802C-85AA010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26" y="2456233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E13E1-74E9-4EF0-A2C7-6AB1BE31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243646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C13E2-6E88-476D-83B8-C97B80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40088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CAC3F-C40F-4938-BBAD-4BBD870A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46" y="237261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45291-DE8A-45E2-BEEA-FDAF38E0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34372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CFA4E-A183-43DD-998A-4A9BDDA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43" y="230999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8FA0E-68CD-4475-9ECB-B6107D21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229096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CC501-9C5C-4029-8DFC-D3FE5D9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961" y="226590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8F51A-4A6D-4420-AD56-B7BCCE0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26" y="2228177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8C3B0-D5EE-4218-8E1A-C738212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26" y="21847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B34D7-47D2-450F-A0CF-A970F8F8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961" y="216043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5DE79-ED7F-46A2-825E-54ACDA5F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5" y="2121525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A34FC-EC2A-482F-9628-519BD10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94" y="2084192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3C4E-DF98-458B-98E7-EBD1873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34" y="206583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41417-F940-4706-8875-E1A2A12D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94" y="2025798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BDDEA-A8F6-4E31-B01A-6B03976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75792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A41B0-1AFB-477D-B702-83DC321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7" y="273889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EC91A-8C3B-4C9B-97A9-9ADF081E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70330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B474F-17A2-47A7-8D40-4443155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83" y="267504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D7041-5316-446F-BCEB-BF4E8259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64615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00A22-C920-4371-A4BF-F80E7CC1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6124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9AE3C-6062-412D-A17F-1DE7F08A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7" y="259339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6822C-7FEC-46C7-A3F3-D38495B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55509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59E61-688A-45CE-B6EE-F1D9BEE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7" y="253606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1E3CB-B744-4868-862E-1AE75FF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63" y="251078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F1938-4050-45E0-A0D1-888A405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63" y="2459935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E2BCB-3373-4D1F-A39B-1D584D57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7" y="244017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C46F6-4EAB-4727-8928-7855FB4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40458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E8D85-E242-4C83-9A50-8FEDF8A7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83" y="237631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DC464-C4C2-4E6B-B92D-5EA19F7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34742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5F28D-89E2-4508-87D3-37E4475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79" y="231369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BEBD1-AD76-4DA8-B8E7-880CEC5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7" y="229466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E0B34-F064-4048-A923-7672A50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597" y="22696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539CF-9B12-4D7D-A96B-4A7B8104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63" y="2231878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B412C-0400-496F-A1AD-2A3BE74E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63" y="21884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2EC2C-B4BD-4518-A66F-E9223E6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597" y="21641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A59BF-12B1-4EDF-84B4-9EEA26C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11" y="2125226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5320A-7131-4924-B423-9CB81A7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31" y="2087892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A8C42-2291-4859-B98B-CF88AD0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170" y="2069536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10B42-DC38-4140-AAD8-10EBA68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31" y="2029105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A8DFB-D756-4171-8906-FC51E9C7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75792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7B5C2-20CC-4918-BB10-8FC983F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466" y="273889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06B30-C9E4-4219-A2AA-4B4E3E27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70330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817E2-3C4A-4527-A582-8589B1AC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32" y="267504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D5195-668E-4E93-AEF4-1DEF626F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64615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88A3F-7D90-425B-86C6-52EE4C1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6124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2267C-9A87-45BC-AC35-B1625C5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466" y="259339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023F5-F5D9-447E-ADDB-544A108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55509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9F5FF-0F71-47BB-8B3A-39C501D1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466" y="253606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F429C-9C02-4BE0-9B15-A371D1B9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1" y="251078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418FB-C164-45C5-BFFE-7E38713B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1" y="2459935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05D0A-3F97-4F80-89E8-2BDCB45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466" y="244017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8905B-CFD2-4F30-99A6-1EF31CD2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40458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E39EC-6413-4EB8-875C-D138B91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32" y="237631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125A1-43DA-46E0-A5D9-25BC1C08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34742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5FB91-320F-4C35-8D4C-D619AFD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28" y="231369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6534D-5C1B-4144-A34C-927E5995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466" y="229466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AD937-C58D-4364-8BD5-4F939CB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46" y="22696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4BF12-29C5-4C6C-99E0-C32B4FD9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1" y="2231878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EE1F3-137B-40E6-AEAC-A81C1A6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1" y="21884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F27A6-F285-4C1E-B66F-6724B3B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46" y="21641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6EAE4-33CD-4C8A-A1CD-F5583DD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460" y="2125226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4252A-57EF-4B3D-98B8-6CC93C2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479" y="2087892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445A4-E9BA-4FD4-89BE-5412DCD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619" y="2069536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2FA35-36E8-4501-B12F-5DE789C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1" y="2028485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97CB0-1BB1-4EE2-B46A-2AD8933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3118383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4945"/>
                </a:lnTo>
                <a:lnTo>
                  <a:pt x="28155" y="10023"/>
                </a:lnTo>
                <a:lnTo>
                  <a:pt x="0" y="10023"/>
                </a:lnTo>
                <a:lnTo>
                  <a:pt x="0" y="0"/>
                </a:lnTo>
                <a:lnTo>
                  <a:pt x="41050" y="0"/>
                </a:lnTo>
                <a:lnTo>
                  <a:pt x="41050" y="11825"/>
                </a:lnTo>
                <a:lnTo>
                  <a:pt x="12895" y="26747"/>
                </a:lnTo>
                <a:lnTo>
                  <a:pt x="41050" y="26747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12AF5-E026-4ADD-9EA9-D796EE2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307693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D78A1-5982-496A-A6C7-4E61E76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909" y="303915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7B3F4-BA75-4C2F-A823-5493AB1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300356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0D258-B94B-4AF0-AB19-937568F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958687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8F5BB-11D2-437E-B354-8C734496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92208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C7A47-8D80-4B5E-9BB4-F2038C83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88852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5191B-30FC-4B3D-8D52-4247190A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85040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0EBFC-229C-464A-894C-099EAB4A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81413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B079F-C094-4BF5-856F-E9B6307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78209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FF10B-7FE9-481F-946B-B192A93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752310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5BD42-08D8-4115-9F16-8BC4949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15" y="271283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81DE6-A4B8-467E-A674-5BBC3EC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68789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5B306-A1EE-4EC4-847D-B236FEE2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646559"/>
            <a:ext cx="41050" cy="41839"/>
          </a:xfrm>
          <a:custGeom xmlns:a="http://schemas.openxmlformats.org/drawingml/2006/main">
            <a:pathLst>
              <a:path w="41050" h="41839">
                <a:moveTo>
                  <a:pt x="0" y="41839"/>
                </a:moveTo>
                <a:lnTo>
                  <a:pt x="0" y="30295"/>
                </a:lnTo>
                <a:lnTo>
                  <a:pt x="14641" y="20947"/>
                </a:lnTo>
                <a:lnTo>
                  <a:pt x="0" y="11600"/>
                </a:lnTo>
                <a:lnTo>
                  <a:pt x="0" y="0"/>
                </a:lnTo>
                <a:lnTo>
                  <a:pt x="23763" y="15654"/>
                </a:lnTo>
                <a:lnTo>
                  <a:pt x="41050" y="15654"/>
                </a:lnTo>
                <a:lnTo>
                  <a:pt x="41050" y="26241"/>
                </a:lnTo>
                <a:lnTo>
                  <a:pt x="23763" y="26241"/>
                </a:lnTo>
                <a:lnTo>
                  <a:pt x="0" y="41839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EA183-E78A-4695-9F7F-CA2CBA0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61863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3AB00-4EAB-442A-9BCC-640E374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58659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4569F-E39A-44E9-8C20-069EC7C1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55072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B1383-4EBE-4C08-9653-330AD7A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495" y="252600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29D6B-03EB-4E94-BC63-337C7AD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472118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6864B-4222-4881-952E-B7CA9BC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15" y="245235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DED31-2B10-47B3-ACB9-7510A296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41676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38FFC-842C-4794-B5DA-4C0EDADF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181" y="238849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E34FC-1177-497F-8412-583C70B4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35961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679C1-9295-40E4-B90D-1F703A6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7" y="232588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1E2DC-855F-4D0C-B688-E4F81DB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15" y="230684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19ED7-EB67-4E13-8302-CC41B0A6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495" y="228179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6EEE0-12B3-49EE-8FB2-7F6D7D23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244062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5A874-F5A3-4B0C-A6A9-28D7769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15" y="2201773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AAC97-0C6B-4E00-BE4F-AAFB8A6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495" y="217891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5E7E2-BE3E-4016-9693-F2FC241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60" y="2140564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DD696-11C7-40D6-A114-6DC93AEE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928" y="210238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D561E-95AD-40E2-8332-9E245BF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928" y="2061785"/>
            <a:ext cx="42514" cy="32266"/>
          </a:xfrm>
          <a:custGeom xmlns:a="http://schemas.openxmlformats.org/drawingml/2006/main">
            <a:pathLst>
              <a:path w="42514" h="32266">
                <a:moveTo>
                  <a:pt x="23425" y="16105"/>
                </a:moveTo>
                <a:cubicBezTo>
                  <a:pt x="23425" y="18132"/>
                  <a:pt x="23988" y="19652"/>
                  <a:pt x="25058" y="20666"/>
                </a:cubicBezTo>
                <a:cubicBezTo>
                  <a:pt x="26128" y="21736"/>
                  <a:pt x="27648" y="22243"/>
                  <a:pt x="29676" y="22243"/>
                </a:cubicBezTo>
                <a:cubicBezTo>
                  <a:pt x="31703" y="22243"/>
                  <a:pt x="33279" y="21736"/>
                  <a:pt x="34349" y="20666"/>
                </a:cubicBezTo>
                <a:cubicBezTo>
                  <a:pt x="35419" y="19652"/>
                  <a:pt x="35926" y="18132"/>
                  <a:pt x="35926" y="16105"/>
                </a:cubicBezTo>
                <a:cubicBezTo>
                  <a:pt x="35926" y="14190"/>
                  <a:pt x="35419" y="12670"/>
                  <a:pt x="34349" y="11600"/>
                </a:cubicBezTo>
                <a:cubicBezTo>
                  <a:pt x="33279" y="10586"/>
                  <a:pt x="31703" y="10023"/>
                  <a:pt x="29676" y="10023"/>
                </a:cubicBezTo>
                <a:cubicBezTo>
                  <a:pt x="27648" y="10023"/>
                  <a:pt x="26128" y="10586"/>
                  <a:pt x="25058" y="11600"/>
                </a:cubicBezTo>
                <a:cubicBezTo>
                  <a:pt x="23988" y="12670"/>
                  <a:pt x="23425" y="14190"/>
                  <a:pt x="23425" y="16105"/>
                </a:cubicBezTo>
                <a:close/>
                <a:moveTo>
                  <a:pt x="19934" y="23819"/>
                </a:moveTo>
                <a:cubicBezTo>
                  <a:pt x="19202" y="26297"/>
                  <a:pt x="18076" y="28211"/>
                  <a:pt x="16499" y="29450"/>
                </a:cubicBezTo>
                <a:cubicBezTo>
                  <a:pt x="14922" y="30745"/>
                  <a:pt x="13008" y="31365"/>
                  <a:pt x="10643" y="31365"/>
                </a:cubicBezTo>
                <a:cubicBezTo>
                  <a:pt x="7151" y="31365"/>
                  <a:pt x="4505" y="30070"/>
                  <a:pt x="2703" y="27479"/>
                </a:cubicBezTo>
                <a:cubicBezTo>
                  <a:pt x="901" y="24889"/>
                  <a:pt x="0" y="21116"/>
                  <a:pt x="0" y="16105"/>
                </a:cubicBezTo>
                <a:cubicBezTo>
                  <a:pt x="0" y="11149"/>
                  <a:pt x="901" y="7377"/>
                  <a:pt x="2703" y="4786"/>
                </a:cubicBezTo>
                <a:cubicBezTo>
                  <a:pt x="4505" y="2196"/>
                  <a:pt x="7151" y="901"/>
                  <a:pt x="10643" y="901"/>
                </a:cubicBezTo>
                <a:cubicBezTo>
                  <a:pt x="13008" y="901"/>
                  <a:pt x="14922" y="1577"/>
                  <a:pt x="16499" y="2816"/>
                </a:cubicBezTo>
                <a:cubicBezTo>
                  <a:pt x="18076" y="4111"/>
                  <a:pt x="19202" y="5969"/>
                  <a:pt x="19934" y="8447"/>
                </a:cubicBezTo>
                <a:cubicBezTo>
                  <a:pt x="20722" y="5687"/>
                  <a:pt x="21961" y="3604"/>
                  <a:pt x="23707" y="2140"/>
                </a:cubicBezTo>
                <a:cubicBezTo>
                  <a:pt x="25452" y="732"/>
                  <a:pt x="27648" y="0"/>
                  <a:pt x="30239" y="0"/>
                </a:cubicBezTo>
                <a:cubicBezTo>
                  <a:pt x="34293" y="0"/>
                  <a:pt x="37390" y="1351"/>
                  <a:pt x="39417" y="4054"/>
                </a:cubicBezTo>
                <a:cubicBezTo>
                  <a:pt x="41501" y="6757"/>
                  <a:pt x="42514" y="10812"/>
                  <a:pt x="42514" y="16105"/>
                </a:cubicBezTo>
                <a:cubicBezTo>
                  <a:pt x="42514" y="21454"/>
                  <a:pt x="41501" y="25509"/>
                  <a:pt x="39417" y="28211"/>
                </a:cubicBezTo>
                <a:cubicBezTo>
                  <a:pt x="37390" y="30914"/>
                  <a:pt x="34293" y="32266"/>
                  <a:pt x="30239" y="32266"/>
                </a:cubicBezTo>
                <a:cubicBezTo>
                  <a:pt x="27648" y="32266"/>
                  <a:pt x="25452" y="31590"/>
                  <a:pt x="23707" y="30126"/>
                </a:cubicBezTo>
                <a:cubicBezTo>
                  <a:pt x="21961" y="28718"/>
                  <a:pt x="20722" y="26635"/>
                  <a:pt x="19934" y="23819"/>
                </a:cubicBezTo>
                <a:close/>
                <a:moveTo>
                  <a:pt x="11713" y="21342"/>
                </a:moveTo>
                <a:cubicBezTo>
                  <a:pt x="13346" y="21342"/>
                  <a:pt x="14584" y="20891"/>
                  <a:pt x="15485" y="19990"/>
                </a:cubicBezTo>
                <a:cubicBezTo>
                  <a:pt x="16386" y="19089"/>
                  <a:pt x="16780" y="17794"/>
                  <a:pt x="16780" y="16105"/>
                </a:cubicBezTo>
                <a:cubicBezTo>
                  <a:pt x="16780" y="14472"/>
                  <a:pt x="16386" y="13177"/>
                  <a:pt x="15485" y="12276"/>
                </a:cubicBezTo>
                <a:cubicBezTo>
                  <a:pt x="14584" y="11375"/>
                  <a:pt x="13346" y="10924"/>
                  <a:pt x="11713" y="10924"/>
                </a:cubicBezTo>
                <a:cubicBezTo>
                  <a:pt x="10080" y="10924"/>
                  <a:pt x="8841" y="11375"/>
                  <a:pt x="7940" y="12276"/>
                </a:cubicBezTo>
                <a:cubicBezTo>
                  <a:pt x="7095" y="13177"/>
                  <a:pt x="6645" y="14472"/>
                  <a:pt x="6645" y="16105"/>
                </a:cubicBezTo>
                <a:cubicBezTo>
                  <a:pt x="6645" y="17794"/>
                  <a:pt x="7095" y="19089"/>
                  <a:pt x="7996" y="19990"/>
                </a:cubicBezTo>
                <a:cubicBezTo>
                  <a:pt x="8897" y="20891"/>
                  <a:pt x="10136" y="21342"/>
                  <a:pt x="11713" y="21342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32A0E-46C0-4584-B6F9-C17744F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15" y="2019778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3B5A3-9307-4875-A7CA-B7671A2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378" y="2997785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17433-2E37-44A9-9260-7BFA852A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95718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EEF02-EE84-431E-A049-3448197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91917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8D7BB-0247-48AD-8E60-E459F86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88077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422EF-8D7C-4364-A0A2-5F1B7D3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944" y="285605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2EA09-5F13-4369-AE1F-31F4AC33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378" y="2807963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A2267-E262-4A84-ACD6-71C5F7CF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77755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375B9-F6BD-4A40-9CA5-AEB4D0E0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74776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840FC-4144-46D2-B0FE-97FEC96B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71043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76E58-316D-4EB1-A87A-C919613B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110" y="268543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15942-B5EC-41F1-9ECB-75054444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110" y="2634584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D6CD3-CC32-4C3C-AAAA-0588E0E1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364" y="261481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5668D-7EB0-407F-89A0-45967FE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57923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1F1CC-BBF7-4C56-8794-04D4E198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30" y="255096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54F4A-EC11-49A0-B3AC-A9C4B5FC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52207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5FDC6-708B-4C7D-A3DB-29242594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48834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E1A20-EA88-4022-835E-551BEAE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364" y="246931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CDEA3-3AB3-440C-A9A9-A7E4A86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944" y="244425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17800-812C-40FC-B85B-87854B0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110" y="2406527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44437-993F-4F4C-9F85-88B6800A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110" y="236305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4C5A9-AE3A-469F-A8A5-0DD7412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944" y="233878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9636D-BD3F-4494-AF23-54A5467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378" y="2290697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E6CEB-42C3-4AED-B7B7-C397B12D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250097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613A4-939A-4871-AC25-08F2977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21208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5D71A-C10E-41D6-B5E7-0C701B8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173684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5EA0A-B5D9-47A3-B8F0-706832D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378" y="2124244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1FAEB-BF87-46FB-BB92-3E03C7F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09383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0DD4C-DDE6-42D7-B7AA-13FD9AD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06404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57FEE-D856-4EB5-A2D6-BADEBA41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26" y="202671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55E33-5BBB-4E98-A98C-C94B0B3B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078" y="315877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28262-B06A-4F80-B3E4-0776BD26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312200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290F7-F697-4DDB-99FF-F7D0A87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812" y="3080787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3F603-68CC-4805-B630-F4B22080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304615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ACC6C-74D7-4C94-8252-A409BE2D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812" y="302718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1103B-21EA-42C9-93E8-F7990CA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806" y="298708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B304B-E1B6-4F33-A0AE-D7E74D8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92813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F48F2-2371-4FD4-809E-CE4355B5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90312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EBCE4-11A8-4656-9643-834E74E7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826" y="2858080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39162-27AD-47A5-887E-5F3996A3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81748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AD7F5-A0EC-434B-937D-3A4D878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77947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CB6FF-00AB-4157-BBCC-66357C1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74106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BBF5F-6CF3-45DE-82DF-6CAB0A5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694724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B04FF-A256-4C04-8694-210D7DD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65406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10BFB-203C-4D23-9386-6E4C861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623774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81E2D-57EC-4D98-A55B-7121D3D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56937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DE79D-DFD2-4103-AA51-E912110F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52945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AE471-216B-42D0-A729-D7DDA73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49589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31F46-312D-4B51-8AE8-7C7626F8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393" y="24729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AC914-0C91-4DEB-950D-1553C71E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826" y="243558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A1283-9BC8-4863-945D-1D289075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966" y="241503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030FB-2E2B-4907-BF1D-A5C09F9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374037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22367-DBEA-4639-85DD-A0AC169C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393" y="234976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18966-17F6-4A84-B79B-B4600DD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295879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78F68-72D8-4738-A97B-1D9CBDF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812" y="227611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FE340-2310-4769-8ECA-93585746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24052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C6925-A3EC-4E4E-8A87-7CC238F2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078" y="221225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32A52-E8D2-4365-8D26-9C9A518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18337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E9978-4FBE-4292-A8D4-764ECD7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4" y="214964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CD326-085E-4A48-9661-5F1FE160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812" y="213060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95A76-7245-4191-B86B-0C03C49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393" y="21055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02342-D6DE-4051-8A42-2DC312C8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067822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B11A2-FE6A-4FF7-93FA-A05736B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58" y="2024351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6504B-07BB-45CC-B61B-8AA6EB0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311258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01AE5-9507-4412-B0F5-9B2197A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307457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146FA-CB64-42CF-A2B5-F8F245D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304428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7A6F3-D3D0-46A8-A9E4-B81D8813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3005596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B32A5-867B-4ACE-975D-ACC2CD24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97269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A284B-A077-4EAA-A5A5-37B43CDC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295540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083FD-4AB9-4B1A-BF49-D6ECE8E1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91520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588A8-8567-4D45-9C18-E40FD8A2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067" y="2876798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91DCC-4C30-442B-8753-D0B7759C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654" y="285545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09463-2DC7-4E2C-949E-4054EF3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81671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46EFF-8261-458C-9CA7-407EB85C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77684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539D0-52D8-4300-A451-23B3F012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74328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D0E29-38F3-4C37-B5E4-AB6884A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339" y="271501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3C995-653B-4D4A-81AB-05433D4E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19" y="269317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154DC-6689-469F-9636-73A52E7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087" y="2656738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D1DD7-35B7-41BA-95D0-75EC3BF0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339" y="262700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09EF2-3233-4D0D-8139-7A45D68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59215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67261-2E13-4F25-9768-16C1833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56011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AA9AB-C7F8-4357-B6DC-F5F35B6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254535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A7BBA-7E5B-4C4F-A1AC-2F3498C1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252604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1A00B-D80D-457D-8EC8-1D855C5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48561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C1F6A-0833-4727-A80D-DC7C2CE8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92" y="244563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22E41-61CD-4C63-9FD8-E375E2A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654" y="242057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53EC5-78E2-4F7F-A861-C23F8D54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19" y="2383183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0C079-ADF1-41D3-B71B-1BB84C63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19" y="2330814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DD4EB-E4DB-4B51-8AD2-0DD00A8C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654" y="23053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D8178-E008-450B-BC8A-67E9E887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19" y="2267578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179A1-06C7-46C5-9AD8-A3F3667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19" y="22241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5E140-2D61-4C36-AE08-7923F94D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654" y="21998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0D13E-045A-49B7-A6DC-82B4D68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16323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4187B-2362-4F65-84D8-3EC75FF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214420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68B93-B14C-498A-A141-EB7397D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10168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67A5E-77E7-4D4D-8F8E-BE4535F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73" y="206345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03C1A-1336-40DB-9945-B80554E4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35" y="202550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0821F-0FD0-4913-8F30-8808FD4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90185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50387-9A1A-4998-811E-A1D1901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861647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7B0EE-0057-4AC5-8001-6D00E343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82363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C439F-FE98-49D9-8924-6A22FCA7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785234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13735-8B24-4391-AAB2-A28A7A53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75122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2568E-AA24-4C01-BA38-5FEB1169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710" y="2711749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43D46-FE58-44BC-AAB3-010E680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67379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8CA41-E9EF-44A4-BCCA-DC22E51B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976" y="264372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E979B-D2C0-44CC-993B-3AE0A1A3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456" y="262187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EC1F0-7517-444E-A336-7310096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58561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C1502-E334-43A9-84FE-7F9E8F4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54540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1EB5D-ABFA-4CA8-A33B-6A9690F9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50739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5947A-AE9A-4043-9631-901FB25D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46899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6CC11-CDA4-4F75-98B8-B6EC0FE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43498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7BFA4-392F-4516-878B-AFF2553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710" y="2395511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C751A-536D-4A45-A0A8-A176A29B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72" y="235755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B802B-B727-40A9-B646-66596FF3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976" y="232748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87BC2-28F5-47C3-BBB4-A86266C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291" y="230586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ADF3D-FE01-44F7-B50A-959F4953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24" y="2268137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7B38E-CA26-4CC0-B9BA-D5FE7064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863" y="2247978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C4226-FE85-4081-A4ED-6FF2976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456" y="2206984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20323-90D4-4C41-9A6F-85981D27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291" y="218271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EDE5B-B12B-43EF-B7DE-4CBAC3B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24" y="2143184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7D3D6-DB86-47C0-A07A-9C3BB7C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456" y="2105175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14BE1-A583-4A01-8CA5-8EDFC5E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24" y="2064800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ED463-0938-489C-9234-66AFBE60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80" y="2025946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5948B-B72D-408C-9ACE-555DD279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73" y="2535465"/>
            <a:ext cx="42514" cy="39248"/>
          </a:xfrm>
          <a:custGeom xmlns:a="http://schemas.openxmlformats.org/drawingml/2006/main">
            <a:pathLst>
              <a:path w="42514" h="39248">
                <a:moveTo>
                  <a:pt x="38741" y="0"/>
                </a:moveTo>
                <a:cubicBezTo>
                  <a:pt x="40037" y="2647"/>
                  <a:pt x="40994" y="5406"/>
                  <a:pt x="41613" y="8221"/>
                </a:cubicBezTo>
                <a:cubicBezTo>
                  <a:pt x="42176" y="11093"/>
                  <a:pt x="42514" y="14021"/>
                  <a:pt x="42514" y="17006"/>
                </a:cubicBezTo>
                <a:cubicBezTo>
                  <a:pt x="42514" y="23876"/>
                  <a:pt x="40656" y="29281"/>
                  <a:pt x="36827" y="33279"/>
                </a:cubicBezTo>
                <a:cubicBezTo>
                  <a:pt x="33054" y="37277"/>
                  <a:pt x="27874" y="39248"/>
                  <a:pt x="21285" y="39248"/>
                </a:cubicBezTo>
                <a:cubicBezTo>
                  <a:pt x="14697" y="39248"/>
                  <a:pt x="9516" y="37221"/>
                  <a:pt x="5687" y="33167"/>
                </a:cubicBezTo>
                <a:cubicBezTo>
                  <a:pt x="1915" y="29112"/>
                  <a:pt x="0" y="23538"/>
                  <a:pt x="0" y="16443"/>
                </a:cubicBezTo>
                <a:cubicBezTo>
                  <a:pt x="0" y="13740"/>
                  <a:pt x="282" y="11093"/>
                  <a:pt x="788" y="8615"/>
                </a:cubicBezTo>
                <a:cubicBezTo>
                  <a:pt x="1295" y="6138"/>
                  <a:pt x="2027" y="3773"/>
                  <a:pt x="3041" y="1520"/>
                </a:cubicBezTo>
                <a:lnTo>
                  <a:pt x="11544" y="1520"/>
                </a:lnTo>
                <a:cubicBezTo>
                  <a:pt x="10248" y="3829"/>
                  <a:pt x="9291" y="6082"/>
                  <a:pt x="8615" y="8334"/>
                </a:cubicBezTo>
                <a:cubicBezTo>
                  <a:pt x="7996" y="10586"/>
                  <a:pt x="7658" y="12895"/>
                  <a:pt x="7658" y="15147"/>
                </a:cubicBezTo>
                <a:cubicBezTo>
                  <a:pt x="7658" y="19371"/>
                  <a:pt x="8841" y="22637"/>
                  <a:pt x="11206" y="24889"/>
                </a:cubicBezTo>
                <a:cubicBezTo>
                  <a:pt x="13571" y="27198"/>
                  <a:pt x="16949" y="28324"/>
                  <a:pt x="21285" y="28324"/>
                </a:cubicBezTo>
                <a:cubicBezTo>
                  <a:pt x="25677" y="28324"/>
                  <a:pt x="29000" y="27254"/>
                  <a:pt x="31365" y="25058"/>
                </a:cubicBezTo>
                <a:cubicBezTo>
                  <a:pt x="33730" y="22862"/>
                  <a:pt x="34912" y="19709"/>
                  <a:pt x="34912" y="15654"/>
                </a:cubicBezTo>
                <a:cubicBezTo>
                  <a:pt x="34912" y="14528"/>
                  <a:pt x="34856" y="13514"/>
                  <a:pt x="34743" y="12557"/>
                </a:cubicBezTo>
                <a:cubicBezTo>
                  <a:pt x="34631" y="11656"/>
                  <a:pt x="34406" y="10812"/>
                  <a:pt x="34068" y="10023"/>
                </a:cubicBezTo>
                <a:lnTo>
                  <a:pt x="26072" y="10023"/>
                </a:lnTo>
                <a:lnTo>
                  <a:pt x="26072" y="16499"/>
                </a:lnTo>
                <a:lnTo>
                  <a:pt x="18977" y="16499"/>
                </a:lnTo>
                <a:lnTo>
                  <a:pt x="18977" y="0"/>
                </a:lnTo>
                <a:lnTo>
                  <a:pt x="38741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6C084-CA1B-4EB6-9D68-D777778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421" y="250370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7205E-6D35-4BDA-8281-828DA3C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159" y="248895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A1624-D790-4A43-BD2B-45B4F9E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425" y="245860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B7814-983E-4778-BCE4-17E5CD6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42295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D3A89-A225-4FC5-96E5-A754A718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370589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86F80-0A36-4758-B642-F33E6F2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34485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D397D-631B-477A-84DA-E98A0491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73" y="2302791"/>
            <a:ext cx="42514" cy="39248"/>
          </a:xfrm>
          <a:custGeom xmlns:a="http://schemas.openxmlformats.org/drawingml/2006/main">
            <a:pathLst>
              <a:path w="42514" h="39248">
                <a:moveTo>
                  <a:pt x="38741" y="0"/>
                </a:moveTo>
                <a:cubicBezTo>
                  <a:pt x="40037" y="2647"/>
                  <a:pt x="40994" y="5406"/>
                  <a:pt x="41613" y="8221"/>
                </a:cubicBezTo>
                <a:cubicBezTo>
                  <a:pt x="42176" y="11093"/>
                  <a:pt x="42514" y="14021"/>
                  <a:pt x="42514" y="17006"/>
                </a:cubicBezTo>
                <a:cubicBezTo>
                  <a:pt x="42514" y="23876"/>
                  <a:pt x="40656" y="29281"/>
                  <a:pt x="36827" y="33279"/>
                </a:cubicBezTo>
                <a:cubicBezTo>
                  <a:pt x="33054" y="37277"/>
                  <a:pt x="27874" y="39248"/>
                  <a:pt x="21285" y="39248"/>
                </a:cubicBezTo>
                <a:cubicBezTo>
                  <a:pt x="14697" y="39248"/>
                  <a:pt x="9516" y="37221"/>
                  <a:pt x="5687" y="33167"/>
                </a:cubicBezTo>
                <a:cubicBezTo>
                  <a:pt x="1915" y="29112"/>
                  <a:pt x="0" y="23538"/>
                  <a:pt x="0" y="16443"/>
                </a:cubicBezTo>
                <a:cubicBezTo>
                  <a:pt x="0" y="13740"/>
                  <a:pt x="282" y="11093"/>
                  <a:pt x="788" y="8615"/>
                </a:cubicBezTo>
                <a:cubicBezTo>
                  <a:pt x="1295" y="6138"/>
                  <a:pt x="2027" y="3773"/>
                  <a:pt x="3041" y="1520"/>
                </a:cubicBezTo>
                <a:lnTo>
                  <a:pt x="11544" y="1520"/>
                </a:lnTo>
                <a:cubicBezTo>
                  <a:pt x="10248" y="3829"/>
                  <a:pt x="9291" y="6082"/>
                  <a:pt x="8615" y="8334"/>
                </a:cubicBezTo>
                <a:cubicBezTo>
                  <a:pt x="7996" y="10586"/>
                  <a:pt x="7658" y="12895"/>
                  <a:pt x="7658" y="15147"/>
                </a:cubicBezTo>
                <a:cubicBezTo>
                  <a:pt x="7658" y="19371"/>
                  <a:pt x="8841" y="22637"/>
                  <a:pt x="11206" y="24889"/>
                </a:cubicBezTo>
                <a:cubicBezTo>
                  <a:pt x="13571" y="27198"/>
                  <a:pt x="16949" y="28324"/>
                  <a:pt x="21285" y="28324"/>
                </a:cubicBezTo>
                <a:cubicBezTo>
                  <a:pt x="25677" y="28324"/>
                  <a:pt x="29000" y="27254"/>
                  <a:pt x="31365" y="25058"/>
                </a:cubicBezTo>
                <a:cubicBezTo>
                  <a:pt x="33730" y="22862"/>
                  <a:pt x="34912" y="19709"/>
                  <a:pt x="34912" y="15654"/>
                </a:cubicBezTo>
                <a:cubicBezTo>
                  <a:pt x="34912" y="14528"/>
                  <a:pt x="34856" y="13514"/>
                  <a:pt x="34743" y="12557"/>
                </a:cubicBezTo>
                <a:cubicBezTo>
                  <a:pt x="34631" y="11656"/>
                  <a:pt x="34406" y="10812"/>
                  <a:pt x="34068" y="10023"/>
                </a:cubicBezTo>
                <a:lnTo>
                  <a:pt x="26072" y="10023"/>
                </a:lnTo>
                <a:lnTo>
                  <a:pt x="26072" y="16499"/>
                </a:lnTo>
                <a:lnTo>
                  <a:pt x="18977" y="16499"/>
                </a:lnTo>
                <a:lnTo>
                  <a:pt x="18977" y="0"/>
                </a:lnTo>
                <a:lnTo>
                  <a:pt x="38741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26217-CB36-40D7-83F0-CEAFEC86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421" y="227103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98B06-1587-4B25-9A2B-45DDE49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159" y="225627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0949D-431F-4B7F-8887-4E46C22F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425" y="222592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2006F-EAD2-4C21-BD7B-32DA5FA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190283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53B9D-F3A6-4D99-B61A-25B3D4B4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137915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8B87A-9026-42CA-A247-DE7C02D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739" y="21124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1871F-1B33-4B33-8EA7-285B735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074678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74A2D-2777-4B20-99C1-533DB125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905" y="2031207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60BEC-E464-4814-99AA-07EA14D2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984902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67309-6612-4AAB-98FC-78DED3F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414" y="294435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E8A6D-9198-44A8-811D-637C69FB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38" y="290404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F5E8C-0E06-42C1-9AF9-34D9D0D1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38" y="2863722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A1EDA-6F6E-4992-A8C6-CD4EB23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20" y="284440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D4832-9CFF-474F-8324-2F9394A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80397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D3C93-3E17-4333-AACE-90F993A2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38" y="276399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87EF3-1C8B-4B3C-9BBD-A1B4557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725537"/>
            <a:ext cx="41050" cy="28549"/>
          </a:xfrm>
          <a:custGeom xmlns:a="http://schemas.openxmlformats.org/drawingml/2006/main">
            <a:pathLst>
              <a:path w="41050" h="28549">
                <a:moveTo>
                  <a:pt x="0" y="28549"/>
                </a:moveTo>
                <a:lnTo>
                  <a:pt x="0" y="0"/>
                </a:lnTo>
                <a:lnTo>
                  <a:pt x="7996" y="0"/>
                </a:lnTo>
                <a:lnTo>
                  <a:pt x="7996" y="17963"/>
                </a:lnTo>
                <a:lnTo>
                  <a:pt x="15654" y="17963"/>
                </a:lnTo>
                <a:lnTo>
                  <a:pt x="15654" y="1070"/>
                </a:lnTo>
                <a:lnTo>
                  <a:pt x="23650" y="1070"/>
                </a:lnTo>
                <a:lnTo>
                  <a:pt x="23650" y="17963"/>
                </a:lnTo>
                <a:lnTo>
                  <a:pt x="41050" y="17963"/>
                </a:lnTo>
                <a:lnTo>
                  <a:pt x="41050" y="28549"/>
                </a:lnTo>
                <a:lnTo>
                  <a:pt x="0" y="28549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66661-18FD-4481-B33A-2BF4E0E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69044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2203B-3D5E-43E2-B486-AC5507E3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65637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117D1-E5A1-44A2-950E-0DE83A21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61712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6F038-709B-4635-9430-DE76742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572472"/>
            <a:ext cx="41050" cy="36771"/>
          </a:xfrm>
          <a:custGeom xmlns:a="http://schemas.openxmlformats.org/drawingml/2006/main">
            <a:pathLst>
              <a:path w="41050" h="36771">
                <a:moveTo>
                  <a:pt x="0" y="36771"/>
                </a:moveTo>
                <a:lnTo>
                  <a:pt x="0" y="26184"/>
                </a:lnTo>
                <a:lnTo>
                  <a:pt x="15654" y="26184"/>
                </a:lnTo>
                <a:lnTo>
                  <a:pt x="15654" y="10586"/>
                </a:lnTo>
                <a:lnTo>
                  <a:pt x="0" y="10586"/>
                </a:ln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23650" y="10586"/>
                </a:lnTo>
                <a:lnTo>
                  <a:pt x="23650" y="26184"/>
                </a:lnTo>
                <a:lnTo>
                  <a:pt x="41050" y="26184"/>
                </a:lnTo>
                <a:lnTo>
                  <a:pt x="41050" y="36771"/>
                </a:lnTo>
                <a:lnTo>
                  <a:pt x="0" y="3677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F6407-D681-4358-A4F4-DC469EF0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530689"/>
            <a:ext cx="41050" cy="34068"/>
          </a:xfrm>
          <a:custGeom xmlns:a="http://schemas.openxmlformats.org/drawingml/2006/main">
            <a:pathLst>
              <a:path w="41050" h="34068">
                <a:moveTo>
                  <a:pt x="8728" y="15879"/>
                </a:moveTo>
                <a:lnTo>
                  <a:pt x="25903" y="27479"/>
                </a:lnTo>
                <a:lnTo>
                  <a:pt x="25903" y="15879"/>
                </a:lnTo>
                <a:lnTo>
                  <a:pt x="8728" y="15879"/>
                </a:lnTo>
                <a:close/>
                <a:moveTo>
                  <a:pt x="0" y="17625"/>
                </a:moveTo>
                <a:lnTo>
                  <a:pt x="0" y="5856"/>
                </a:lnTo>
                <a:lnTo>
                  <a:pt x="25903" y="5856"/>
                </a:lnTo>
                <a:lnTo>
                  <a:pt x="25903" y="0"/>
                </a:lnTo>
                <a:lnTo>
                  <a:pt x="33561" y="0"/>
                </a:lnTo>
                <a:lnTo>
                  <a:pt x="33561" y="5856"/>
                </a:lnTo>
                <a:lnTo>
                  <a:pt x="41050" y="5856"/>
                </a:lnTo>
                <a:lnTo>
                  <a:pt x="41050" y="15879"/>
                </a:lnTo>
                <a:lnTo>
                  <a:pt x="33561" y="15879"/>
                </a:lnTo>
                <a:lnTo>
                  <a:pt x="33561" y="34068"/>
                </a:lnTo>
                <a:lnTo>
                  <a:pt x="24495" y="34068"/>
                </a:lnTo>
                <a:lnTo>
                  <a:pt x="0" y="176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662D7-EDF3-4AAE-B0DA-AED6DC82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50754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E3CDD-8809-4A4A-8CDC-1F9647C8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414" y="2477476"/>
            <a:ext cx="30802" cy="27536"/>
          </a:xfrm>
          <a:custGeom xmlns:a="http://schemas.openxmlformats.org/drawingml/2006/main">
            <a:pathLst>
              <a:path w="30802" h="27536">
                <a:moveTo>
                  <a:pt x="0" y="26860"/>
                </a:moveTo>
                <a:lnTo>
                  <a:pt x="0" y="0"/>
                </a:lnTo>
                <a:lnTo>
                  <a:pt x="6870" y="0"/>
                </a:lnTo>
                <a:lnTo>
                  <a:pt x="23763" y="16217"/>
                </a:lnTo>
                <a:lnTo>
                  <a:pt x="23763" y="0"/>
                </a:lnTo>
                <a:lnTo>
                  <a:pt x="30802" y="0"/>
                </a:lnTo>
                <a:lnTo>
                  <a:pt x="30802" y="27536"/>
                </a:lnTo>
                <a:lnTo>
                  <a:pt x="23932" y="27536"/>
                </a:lnTo>
                <a:lnTo>
                  <a:pt x="7039" y="11318"/>
                </a:lnTo>
                <a:lnTo>
                  <a:pt x="7039" y="26860"/>
                </a:lnTo>
                <a:lnTo>
                  <a:pt x="0" y="2686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E61AF-43A2-4E95-B736-EF43587B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43929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EC200-542E-42DD-9717-5F8FD176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39881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EDD2E-298B-4C81-94B8-78076D7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20" y="236057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44E3A-3C3A-48A0-ABDB-9DE9332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414" y="2320484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285E9-71E4-46FC-BED6-D1004B3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29187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42687-FA08-4D16-8596-0A70BA2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000" y="227138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9386F-6139-40AC-A551-4ACDA853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165" y="223365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7C3CE-69AB-4888-BB63-8C8C531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20" y="219136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5D40C-6C02-4680-8062-0E316CF3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000" y="216850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FB144-D54E-436B-9A8A-F745C171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20" y="2127677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6AFC0-D3FC-4276-ACCF-8BC1720A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08966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0C660-7247-4A8E-B848-821F26BA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686" y="206134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D3504-FA26-46E7-8430-2698FDA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682" y="202648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03854-CB2C-486B-868D-7E398EF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802" y="2804660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C4337-A0B3-48BA-BB41-4EBC04D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76377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7711E-699A-4CA8-858D-02589284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23" y="273376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45030-1DC7-43E3-A4A8-565FF264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69699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0E32B-8E5F-4E3F-9FCF-9A8B854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57" y="267970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3985B-0601-4641-AC8C-14A03D2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802" y="265442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FB76B-03B4-41AF-8E40-C9CB71C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618724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F594C-9098-41C9-A464-AC9BBFF5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57885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7D706-7DA5-4F9B-BFC5-CDFCAC2C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51" y="254079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8F33A-8533-44FD-BEDF-A8C87F06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50846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62A52-2047-40FB-ADD6-189CDC79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47473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EB89B-DE8E-4845-BBBB-7F254E8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57" y="245570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E60F0-FB46-442D-B3EC-81DF5DF4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37" y="243064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D7C87-F856-4E11-BB09-84408100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39798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B0BF1-3042-4255-8396-3051CEBE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57" y="235851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B3D13-6FF3-4295-A7F1-FCB331F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9" y="232056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7CAC6-5DF8-474A-9DEC-24400C99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23" y="229049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6E3BC-BB03-48C8-AED3-F909001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37" y="226886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086D7-2997-4B99-8D5F-BB302FB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802" y="223114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A82CC-84D5-4DEE-B6F6-EF762E0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57" y="218885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28EDF-0332-416C-B47F-2598177F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37" y="216598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1C05B-2007-4277-A6A8-E91815C2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51" y="2127079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FDAC4-ADAD-478E-B510-CA19CC72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070" y="2091547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FA617-4D16-447B-AD7A-B484F5DD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37" y="206671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E107F-C257-489E-8675-CAADE93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070" y="202898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49160-038C-40F3-B636-96A74608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302808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BA6AC-7D4B-44E7-BA3A-8809D2FF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506" y="300905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EE6F4-59CF-44AD-ABCC-8ED8BB6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97346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E630D-ADA8-49BE-BCA2-03EEE5B0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72" y="294519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CD431-9F1A-4009-B3DE-8941D92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91631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4C4E7-2BF7-41EC-873D-D2B614A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88258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1D9BB-FEAC-4472-AC63-BDD95AE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506" y="286354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96C85-CDC8-474B-8813-E750E5D9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82525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3E42C-6C4D-4900-B0F1-9B8CB75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506" y="280622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D04A1-8808-41DD-B98A-09E72CB6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52" y="278094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A1745-0AA4-4F44-B878-E8E4736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52" y="2730093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648BC-E3B0-49BB-911D-960C87F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506" y="271032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93286-A084-4F1A-85A9-8B95226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67474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08D49-5F43-490C-AD97-13C947D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72" y="264647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CCC73-B771-4207-93B0-12491BD8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61758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06BA5-499D-41AD-A386-C38C400F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58385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5C175-6927-4C8A-98DC-0F614F6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506" y="256482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D51D3-5842-4D9B-BB82-27FF00CB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087" y="253976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3253D-9BDF-46AA-ABE8-1F6DDFCA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52" y="250203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19794-3057-4B8E-AE14-F0C43B0E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52" y="2458565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2C779-FD85-49A6-9552-9CBD0DFC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087" y="243429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F25FF-3445-4A5B-9D7F-CFEC63B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52" y="241548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6BBDB-DD30-4B72-BD38-BC2ADD5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37460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15123-5525-4F42-8228-B5E6675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33935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64599-E132-4E51-9A85-065CED4E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72" y="231108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15076-2C09-43A7-9D60-57E0A67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28220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92EE3-E0EE-43B2-8F79-CD4AF0F2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500" y="2246669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FAA49-3A9C-4843-BF02-0B6CC2A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768" y="2212320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967C1-9434-4BE4-BD87-189BB51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72" y="218292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EF6D9-1489-4AAC-A7F3-79F40FB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087" y="216130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155FE-A177-423B-867A-F579F68A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500" y="2122393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F1590-33D3-4677-8446-1EEF43B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520" y="2085059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BA5F7-7DCD-46AC-99D9-CC364475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659" y="2066702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04F46-1DEC-4A75-AE95-6360DFF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520" y="202666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B41CB-F234-4056-9C1F-44B7FF0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302808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9097F-2B7D-4468-98C7-E74D3E0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954" y="300905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03F6C-23CE-4511-A9A6-60C4EE9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97346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399B2-8D39-41CF-A043-BBE8C995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0" y="294519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1387D-C322-4FCF-A894-0DC12F3D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91631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15B7B-7EB1-412D-95B3-E0BD7FF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88258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8F14F-1676-4A97-AE8D-01C0E64A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954" y="286354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0ACF0-EA9B-4EFD-9AA9-1F4113E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82525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521BB-4DD9-4D34-B907-5D68BEF8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954" y="280622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81F60-7D66-4F78-AE7F-2234B17E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78094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2DFA1-12FB-4B2A-8F06-C541EF4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730093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FDC0E-57D2-423B-BAB9-6FDE256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954" y="271032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D5DF8-0381-4649-9977-CB3E4FF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67474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2532E-9785-4188-9651-9EB5976D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0" y="264647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15B6A-B29C-4F65-8E41-B65ADD9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61758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68D1A-BEB1-4539-8C8C-6F8A042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58385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247D6-FC11-4C28-AAC2-328A93C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954" y="256482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A34F1-FF29-43E0-8B29-555953E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535" y="253976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11C0B-DD8A-4B9A-85F6-37E92938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502036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75C10-3C85-458F-A4E9-A843583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458565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69BBE-82E7-4840-9900-6A19CFD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535" y="243429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4E65A-4FAB-4F88-A615-FEB7EFAC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41548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2B6C0-0001-4785-9501-4696B64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374606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8201C-6B80-408D-8EEF-6D06D214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33935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C92D4-3524-46D7-B2DC-07ADE79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0" y="231108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66A62-A04A-40FA-BFED-D28143E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282201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4B553-F361-4372-84A9-7DBEFD5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48" y="2246669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A3AA0-4C3A-416D-990A-1CEE609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16" y="2212320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93D1F-5458-417A-83F5-BC751C2B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0" y="218292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76B56-04CA-408A-98BA-D8EF921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535" y="216130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79194-5ADE-4FFF-8B22-53CE633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48" y="2122393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5CDE6-ACF3-4F1D-980A-8CE73E1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68" y="2085059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7180A-B6D5-4DD7-83A1-620EE18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108" y="2066702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9B35F-8ED7-4496-80D3-4025CAB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00" y="2025652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DC405-E6CD-4093-81D2-155085E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022" y="284240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B6967-0848-4BC0-99D6-A4B0D3F6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290" y="2799890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9E892-12CF-410E-A273-388C560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290" y="2766498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0C39B-D70E-4C9A-BFF8-52711FC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294" y="273823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2CCDD-1C97-48A0-8BA9-ACBDDFB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290" y="270337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04B1E-A16F-4259-867E-C4B59DB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46" y="2663338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DE94D-20DA-4200-B17A-62E036E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290" y="262313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1939F-178D-4729-A19D-693B5917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59987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F9A8C-C3EA-4123-9E15-DCDDEAA0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041" y="2563444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05477-E8D3-491B-82DE-8F6FC5E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041" y="2514285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C2B63-D55B-45DF-A808-A607CAA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477120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199D6-06FC-4BAF-AFD5-A189DE9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432297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8EA0C-7B41-432E-B3EC-34BF5BE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389783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8109A-F6FA-42D3-B638-949121DD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08" y="236832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63450-96B3-4589-BDAC-F7B9DD52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32998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408A9-16E7-46A8-BA6F-DDF20EE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041" y="2289607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D88E5-D903-4FB8-9564-71CF37F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181" y="2271250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9F98C-20AC-4567-BFD9-D2F473F8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230819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FF9D3-409C-4D16-BD7C-D14FEDB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187348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FD289-573A-4A51-95B2-BB280F5D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08" y="216307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455E3-46C2-4C2E-868C-D4AA0F7A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022" y="2124167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B7D29-2CA0-45FC-9944-4C1603B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73" y="208801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C0EFB-60C9-4D53-A94E-AC13B2AF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181" y="206847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3652F-E31C-4F25-9C16-EA34A0A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041" y="2026244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4D563-8849-49B7-A959-D570865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71" y="311256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7D49B-51E6-4AE1-91E7-7DBB0EA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307004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7B3A8-7677-4C06-A4CD-B8EEB46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303665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43D39-A2D8-4E65-9B07-C67A974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42" y="300838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3F620-F739-479E-8018-1150775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97353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DF6CC-E212-47D5-AE7F-6A9EFFD6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95" y="293349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0E76B-2B54-428D-8FDB-C685AC1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89329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25670-3B7D-49F5-B571-678EDF5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87003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3719D-6D41-4BAE-B0DF-7608D5C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90" y="2833602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56451-DA42-4B66-877B-F5FF882F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90" y="2784443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8427F-DBC2-4879-BD13-99858979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747278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95140-5317-4492-AD54-BB2A89E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702455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1286B-DB1A-4EDA-8EAB-729F47C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659941"/>
            <a:ext cx="41050" cy="37052"/>
          </a:xfrm>
          <a:custGeom xmlns:a="http://schemas.openxmlformats.org/drawingml/2006/main">
            <a:pathLst>
              <a:path w="41050" h="37052">
                <a:moveTo>
                  <a:pt x="18188" y="22017"/>
                </a:moveTo>
                <a:cubicBezTo>
                  <a:pt x="18188" y="19821"/>
                  <a:pt x="17794" y="18245"/>
                  <a:pt x="16949" y="17287"/>
                </a:cubicBezTo>
                <a:cubicBezTo>
                  <a:pt x="16161" y="16330"/>
                  <a:pt x="14810" y="15823"/>
                  <a:pt x="12895" y="15823"/>
                </a:cubicBezTo>
                <a:cubicBezTo>
                  <a:pt x="11037" y="15823"/>
                  <a:pt x="9685" y="16330"/>
                  <a:pt x="8897" y="17287"/>
                </a:cubicBezTo>
                <a:cubicBezTo>
                  <a:pt x="8109" y="18245"/>
                  <a:pt x="7658" y="19821"/>
                  <a:pt x="7658" y="22017"/>
                </a:cubicBezTo>
                <a:lnTo>
                  <a:pt x="7658" y="26466"/>
                </a:lnTo>
                <a:lnTo>
                  <a:pt x="18188" y="26466"/>
                </a:lnTo>
                <a:lnTo>
                  <a:pt x="18188" y="22017"/>
                </a:lnTo>
                <a:close/>
                <a:moveTo>
                  <a:pt x="25509" y="26466"/>
                </a:moveTo>
                <a:lnTo>
                  <a:pt x="41050" y="26466"/>
                </a:lnTo>
                <a:lnTo>
                  <a:pt x="41050" y="37052"/>
                </a:lnTo>
                <a:lnTo>
                  <a:pt x="0" y="37052"/>
                </a:lnTo>
                <a:lnTo>
                  <a:pt x="0" y="20891"/>
                </a:lnTo>
                <a:cubicBezTo>
                  <a:pt x="0" y="15485"/>
                  <a:pt x="957" y="11544"/>
                  <a:pt x="2759" y="9010"/>
                </a:cubicBezTo>
                <a:cubicBezTo>
                  <a:pt x="4561" y="6532"/>
                  <a:pt x="7433" y="5237"/>
                  <a:pt x="11318" y="5237"/>
                </a:cubicBezTo>
                <a:cubicBezTo>
                  <a:pt x="14021" y="5237"/>
                  <a:pt x="16274" y="5913"/>
                  <a:pt x="18019" y="7208"/>
                </a:cubicBezTo>
                <a:cubicBezTo>
                  <a:pt x="19765" y="8559"/>
                  <a:pt x="21060" y="10530"/>
                  <a:pt x="21848" y="13120"/>
                </a:cubicBezTo>
                <a:cubicBezTo>
                  <a:pt x="22186" y="11656"/>
                  <a:pt x="22975" y="10361"/>
                  <a:pt x="24101" y="9235"/>
                </a:cubicBezTo>
                <a:cubicBezTo>
                  <a:pt x="25283" y="8109"/>
                  <a:pt x="27029" y="6926"/>
                  <a:pt x="29394" y="5744"/>
                </a:cubicBezTo>
                <a:lnTo>
                  <a:pt x="41050" y="0"/>
                </a:lnTo>
                <a:lnTo>
                  <a:pt x="41050" y="11262"/>
                </a:lnTo>
                <a:lnTo>
                  <a:pt x="30858" y="16274"/>
                </a:lnTo>
                <a:cubicBezTo>
                  <a:pt x="28831" y="17287"/>
                  <a:pt x="27423" y="18357"/>
                  <a:pt x="26635" y="19371"/>
                </a:cubicBezTo>
                <a:cubicBezTo>
                  <a:pt x="25903" y="20384"/>
                  <a:pt x="25509" y="21792"/>
                  <a:pt x="25509" y="23481"/>
                </a:cubicBezTo>
                <a:lnTo>
                  <a:pt x="25509" y="2646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6AE91-D81E-41BD-8209-587F728A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57" y="263848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98F38-DC6E-45E5-BA09-7A902612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60014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A848D-C5E0-46F4-BD60-AC214BD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90" y="2559765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FEDD4-D92D-4EA3-9956-54B7640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630" y="2541408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A47DC-BC85-443E-8688-43147EE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500978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620BE-489E-470A-B405-C453D3A2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45750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22ABC-8399-4523-8A55-AE34CF9D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57" y="243323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ECC2B-40AF-4821-A27A-2F8F3F5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414429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A541D-A89E-4B23-BCBB-48CEB41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37354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10A89-9198-42D1-BF88-BB66D8F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33829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6AB10-1099-4DF8-A324-9262B4B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42" y="231002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97AF5-35F3-45DB-86CA-1EF3DCE1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28114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EE3AC-EA56-477F-9C4B-5572FCB8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71" y="224561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08EF6-28AC-4475-BAF5-490E0FB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39" y="221126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F8571-D7F9-4BDB-A6B6-6E279E2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42" y="218186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D4F8A-4721-47B5-9472-52E3352A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57" y="216024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B1F2E-1F58-498C-816F-BD85589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71" y="2121334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56BE6-E546-4733-9C2E-5C1E55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22" y="2085183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158A9-FF41-4592-966E-887161FB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630" y="2065643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80236-9525-4A1B-8871-E311F28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90" y="2023410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F31D6-748D-4421-AED4-AF52309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01" y="2987397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6FE6A-569F-4DA0-9C11-60973320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95449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C75C7-1012-4C84-A290-F625128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01" y="2913276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ABED8-F366-4056-AADE-481A890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860119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E966B-E849-4956-BBC3-11EEB03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81940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80E4B-64B4-4E31-9E93-9AE7F73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01" y="2781397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60909-B682-4B6D-9A18-0275BBE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74119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5CBD9-12B2-4A46-976E-A28EBFA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01" y="272390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0AF3F-2668-4E3F-BE67-888B1E0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47" y="269862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84950-AB6C-4309-83D7-E8E5BDB2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315" y="2662189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57622-355E-403D-B7A8-E31CB04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567" y="263245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3B175-353D-483C-A139-0B0248E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59489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75DBA-A81D-4FE0-8FAB-A9501CE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55469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C0D5E-5168-4AFD-A14F-02EA346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315" y="2514431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ED085-40BC-4536-B06E-A5EAB1A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47726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3B235-4C09-4AE9-8F2E-69F23CDC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44522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7A331-AD5C-4921-BF0F-018586B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01" y="240727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D0401-E362-411B-9DD1-03A01F2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36847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D7170-3CFD-4AFB-9B80-05D0BF3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63" y="233035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F0A07-386C-4ED7-A983-8544C640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882" y="230563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73A59-C3DD-4B19-8151-6717A0CE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47" y="2267285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9F990-8C7F-4DFB-A843-5136E8B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315" y="2226910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97697-039C-465B-8D64-8B5E03F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454" y="2208553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B090C-8BFB-4459-932B-4FA4347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47" y="2168122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CBFD8-C9A4-475E-9001-E4612AB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47" y="2124651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B368C-A82F-48D1-ABFD-A6786AB5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882" y="210038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E7C76-0981-4C67-BFAB-309C3622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295" y="2061471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C4BC2-0978-4AC9-81BC-F227D1D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47" y="2025376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ACC1B-1CC3-4B77-8F81-DD124E71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764" y="2771154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AC333-D4B8-404F-9FBF-1BA70B38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733145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75617-27FE-460B-9BC5-2CAD79E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30" y="27089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355CC-8A9C-4242-83CB-A0C8D68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012" y="267232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C4989-09B0-406B-8AE9-24D26CF9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750" y="265329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3F6E0-5159-4F28-A811-5FF60AB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62801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57F19-9D06-4A98-B6A3-46A10CD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586681"/>
            <a:ext cx="41050" cy="41839"/>
          </a:xfrm>
          <a:custGeom xmlns:a="http://schemas.openxmlformats.org/drawingml/2006/main">
            <a:pathLst>
              <a:path w="41050" h="41839">
                <a:moveTo>
                  <a:pt x="0" y="41839"/>
                </a:moveTo>
                <a:lnTo>
                  <a:pt x="0" y="30295"/>
                </a:lnTo>
                <a:lnTo>
                  <a:pt x="14641" y="20947"/>
                </a:lnTo>
                <a:lnTo>
                  <a:pt x="0" y="11600"/>
                </a:lnTo>
                <a:lnTo>
                  <a:pt x="0" y="0"/>
                </a:lnTo>
                <a:lnTo>
                  <a:pt x="23763" y="15654"/>
                </a:lnTo>
                <a:lnTo>
                  <a:pt x="41050" y="15654"/>
                </a:lnTo>
                <a:lnTo>
                  <a:pt x="41050" y="26241"/>
                </a:lnTo>
                <a:lnTo>
                  <a:pt x="23763" y="26241"/>
                </a:lnTo>
                <a:lnTo>
                  <a:pt x="0" y="4183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67228-93D5-4835-A388-9C62518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750" y="257266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95A63-5943-4E21-B70B-03EBEB0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30" y="254760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D7386-A714-483E-8C23-79F03C0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509255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2929B-1CBA-48B9-96CF-94292EE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903" y="2489715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64E13-07E9-4A58-887C-939C97D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448721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00A91-23ED-41C9-989E-1EA1DDEF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30" y="242445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8D4D8-0269-4A2B-B63F-7314D99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820" y="2385823"/>
            <a:ext cx="42458" cy="32660"/>
          </a:xfrm>
          <a:custGeom xmlns:a="http://schemas.openxmlformats.org/drawingml/2006/main">
            <a:pathLst>
              <a:path w="42458" h="32660">
                <a:moveTo>
                  <a:pt x="40825" y="29957"/>
                </a:moveTo>
                <a:lnTo>
                  <a:pt x="33223" y="29957"/>
                </a:lnTo>
                <a:cubicBezTo>
                  <a:pt x="34011" y="28268"/>
                  <a:pt x="34631" y="26691"/>
                  <a:pt x="35025" y="25114"/>
                </a:cubicBezTo>
                <a:cubicBezTo>
                  <a:pt x="35419" y="23594"/>
                  <a:pt x="35588" y="22074"/>
                  <a:pt x="35588" y="20553"/>
                </a:cubicBezTo>
                <a:cubicBezTo>
                  <a:pt x="35588" y="17400"/>
                  <a:pt x="34743" y="14979"/>
                  <a:pt x="32998" y="13177"/>
                </a:cubicBezTo>
                <a:cubicBezTo>
                  <a:pt x="31252" y="11431"/>
                  <a:pt x="28662" y="10417"/>
                  <a:pt x="25171" y="10080"/>
                </a:cubicBezTo>
                <a:cubicBezTo>
                  <a:pt x="26072" y="11318"/>
                  <a:pt x="26804" y="12670"/>
                  <a:pt x="27254" y="14078"/>
                </a:cubicBezTo>
                <a:cubicBezTo>
                  <a:pt x="27705" y="15485"/>
                  <a:pt x="27930" y="17006"/>
                  <a:pt x="27930" y="18639"/>
                </a:cubicBezTo>
                <a:cubicBezTo>
                  <a:pt x="27930" y="22862"/>
                  <a:pt x="26747" y="26241"/>
                  <a:pt x="24270" y="28831"/>
                </a:cubicBezTo>
                <a:cubicBezTo>
                  <a:pt x="21848" y="31421"/>
                  <a:pt x="18639" y="32660"/>
                  <a:pt x="14584" y="32660"/>
                </a:cubicBezTo>
                <a:cubicBezTo>
                  <a:pt x="10192" y="32660"/>
                  <a:pt x="6645" y="31252"/>
                  <a:pt x="3998" y="28380"/>
                </a:cubicBezTo>
                <a:cubicBezTo>
                  <a:pt x="1351" y="25509"/>
                  <a:pt x="0" y="21679"/>
                  <a:pt x="0" y="16837"/>
                </a:cubicBezTo>
                <a:cubicBezTo>
                  <a:pt x="0" y="11487"/>
                  <a:pt x="1802" y="7320"/>
                  <a:pt x="5406" y="4392"/>
                </a:cubicBezTo>
                <a:cubicBezTo>
                  <a:pt x="9010" y="1464"/>
                  <a:pt x="14134" y="0"/>
                  <a:pt x="20722" y="0"/>
                </a:cubicBezTo>
                <a:cubicBezTo>
                  <a:pt x="27536" y="0"/>
                  <a:pt x="32885" y="1746"/>
                  <a:pt x="36714" y="5181"/>
                </a:cubicBezTo>
                <a:cubicBezTo>
                  <a:pt x="40543" y="8615"/>
                  <a:pt x="42458" y="13289"/>
                  <a:pt x="42458" y="19258"/>
                </a:cubicBezTo>
                <a:cubicBezTo>
                  <a:pt x="42458" y="21173"/>
                  <a:pt x="42289" y="23031"/>
                  <a:pt x="42064" y="24777"/>
                </a:cubicBezTo>
                <a:cubicBezTo>
                  <a:pt x="41782" y="26578"/>
                  <a:pt x="41388" y="28268"/>
                  <a:pt x="40825" y="29957"/>
                </a:cubicBezTo>
                <a:close/>
                <a:moveTo>
                  <a:pt x="21060" y="16893"/>
                </a:moveTo>
                <a:cubicBezTo>
                  <a:pt x="21060" y="15091"/>
                  <a:pt x="20497" y="13683"/>
                  <a:pt x="19258" y="12726"/>
                </a:cubicBezTo>
                <a:cubicBezTo>
                  <a:pt x="18076" y="11825"/>
                  <a:pt x="16274" y="11318"/>
                  <a:pt x="13852" y="11318"/>
                </a:cubicBezTo>
                <a:cubicBezTo>
                  <a:pt x="11487" y="11318"/>
                  <a:pt x="9685" y="11825"/>
                  <a:pt x="8447" y="12726"/>
                </a:cubicBezTo>
                <a:cubicBezTo>
                  <a:pt x="7264" y="13683"/>
                  <a:pt x="6645" y="15091"/>
                  <a:pt x="6645" y="16893"/>
                </a:cubicBezTo>
                <a:cubicBezTo>
                  <a:pt x="6645" y="18751"/>
                  <a:pt x="7264" y="20159"/>
                  <a:pt x="8447" y="21060"/>
                </a:cubicBezTo>
                <a:cubicBezTo>
                  <a:pt x="9685" y="22017"/>
                  <a:pt x="11487" y="22468"/>
                  <a:pt x="13852" y="22468"/>
                </a:cubicBezTo>
                <a:cubicBezTo>
                  <a:pt x="16274" y="22468"/>
                  <a:pt x="18076" y="22017"/>
                  <a:pt x="19258" y="21060"/>
                </a:cubicBezTo>
                <a:cubicBezTo>
                  <a:pt x="20497" y="20159"/>
                  <a:pt x="21060" y="18751"/>
                  <a:pt x="2106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786D9-5CFA-4880-9673-B60124E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343252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BC102-F8D5-4763-9905-980881EB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30" y="231898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62795-15C2-4056-B0F5-5017828B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764" y="2278214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EC742-E837-46E0-83D2-7151ACB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750" y="2238909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4B759-04B2-4664-90D9-2E2F96C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012" y="220095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102D4-860F-41B4-91F2-EFF0F302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016" y="217088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B2F0C-375E-42DF-9BC7-DAC4EE50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30" y="214926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D805F-F167-4E38-8DBA-1DDE61D5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11091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D1596-4E25-4020-ACC9-0CAAAC5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820" y="2070880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5A874-0770-43D2-B611-E7BE3E95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6" y="2022509"/>
            <a:ext cx="41050" cy="40149"/>
          </a:xfrm>
          <a:custGeom xmlns:a="http://schemas.openxmlformats.org/drawingml/2006/main">
            <a:pathLst>
              <a:path w="41050" h="40149">
                <a:moveTo>
                  <a:pt x="0" y="40149"/>
                </a:moveTo>
                <a:lnTo>
                  <a:pt x="0" y="29563"/>
                </a:lnTo>
                <a:lnTo>
                  <a:pt x="14979" y="29563"/>
                </a:lnTo>
                <a:lnTo>
                  <a:pt x="0" y="14303"/>
                </a:lnTo>
                <a:lnTo>
                  <a:pt x="0" y="2027"/>
                </a:lnTo>
                <a:lnTo>
                  <a:pt x="19427" y="21792"/>
                </a:lnTo>
                <a:lnTo>
                  <a:pt x="41050" y="0"/>
                </a:lnTo>
                <a:lnTo>
                  <a:pt x="41050" y="13233"/>
                </a:lnTo>
                <a:lnTo>
                  <a:pt x="24889" y="29563"/>
                </a:lnTo>
                <a:lnTo>
                  <a:pt x="41050" y="29563"/>
                </a:lnTo>
                <a:lnTo>
                  <a:pt x="41050" y="40149"/>
                </a:lnTo>
                <a:lnTo>
                  <a:pt x="0" y="4014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B8316-6704-4BCD-81ED-3B6884C2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12" y="2627520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34929-E540-40B3-B311-05B881F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58951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28B27-19F4-4B43-9E50-4F71CD4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779" y="25652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7A242-ECC9-4B78-AE53-24DE99F3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61" y="252869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27A9B-1BC5-444A-BE61-AEB0435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99" y="250966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E2FE8-220A-47E8-BEE7-0DB0C508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48438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FBE34-7206-4C0E-8AAB-5D1BCEFB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443048"/>
            <a:ext cx="41050" cy="41839"/>
          </a:xfrm>
          <a:custGeom xmlns:a="http://schemas.openxmlformats.org/drawingml/2006/main">
            <a:pathLst>
              <a:path w="41050" h="41839">
                <a:moveTo>
                  <a:pt x="0" y="41839"/>
                </a:moveTo>
                <a:lnTo>
                  <a:pt x="0" y="30295"/>
                </a:lnTo>
                <a:lnTo>
                  <a:pt x="14641" y="20947"/>
                </a:lnTo>
                <a:lnTo>
                  <a:pt x="0" y="11600"/>
                </a:lnTo>
                <a:lnTo>
                  <a:pt x="0" y="0"/>
                </a:lnTo>
                <a:lnTo>
                  <a:pt x="23763" y="15654"/>
                </a:lnTo>
                <a:lnTo>
                  <a:pt x="41050" y="15654"/>
                </a:lnTo>
                <a:lnTo>
                  <a:pt x="41050" y="26241"/>
                </a:lnTo>
                <a:lnTo>
                  <a:pt x="23763" y="26241"/>
                </a:lnTo>
                <a:lnTo>
                  <a:pt x="0" y="4183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1C963-1A20-4666-B7DE-CEED8ED6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99" y="242902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31917-4CF7-4427-8C42-D2157D93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779" y="24039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DB5FA-EF30-497C-A563-ECA7BD79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365622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A0CF1-4F63-4966-955E-FA179D4D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352" y="2346082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11202-11AC-4550-B2B8-A2B6541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305088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83F79-02B6-402C-A0BE-05429F2D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779" y="22808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E7D8B-E310-4939-B40E-BBFA465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69" y="2242189"/>
            <a:ext cx="42458" cy="32660"/>
          </a:xfrm>
          <a:custGeom xmlns:a="http://schemas.openxmlformats.org/drawingml/2006/main">
            <a:pathLst>
              <a:path w="42458" h="32660">
                <a:moveTo>
                  <a:pt x="40825" y="29957"/>
                </a:moveTo>
                <a:lnTo>
                  <a:pt x="33223" y="29957"/>
                </a:lnTo>
                <a:cubicBezTo>
                  <a:pt x="34011" y="28268"/>
                  <a:pt x="34631" y="26691"/>
                  <a:pt x="35025" y="25114"/>
                </a:cubicBezTo>
                <a:cubicBezTo>
                  <a:pt x="35419" y="23594"/>
                  <a:pt x="35588" y="22074"/>
                  <a:pt x="35588" y="20553"/>
                </a:cubicBezTo>
                <a:cubicBezTo>
                  <a:pt x="35588" y="17400"/>
                  <a:pt x="34743" y="14979"/>
                  <a:pt x="32998" y="13177"/>
                </a:cubicBezTo>
                <a:cubicBezTo>
                  <a:pt x="31252" y="11431"/>
                  <a:pt x="28662" y="10417"/>
                  <a:pt x="25171" y="10080"/>
                </a:cubicBezTo>
                <a:cubicBezTo>
                  <a:pt x="26072" y="11318"/>
                  <a:pt x="26804" y="12670"/>
                  <a:pt x="27254" y="14078"/>
                </a:cubicBezTo>
                <a:cubicBezTo>
                  <a:pt x="27705" y="15485"/>
                  <a:pt x="27930" y="17006"/>
                  <a:pt x="27930" y="18639"/>
                </a:cubicBezTo>
                <a:cubicBezTo>
                  <a:pt x="27930" y="22862"/>
                  <a:pt x="26747" y="26241"/>
                  <a:pt x="24270" y="28831"/>
                </a:cubicBezTo>
                <a:cubicBezTo>
                  <a:pt x="21848" y="31421"/>
                  <a:pt x="18639" y="32660"/>
                  <a:pt x="14584" y="32660"/>
                </a:cubicBezTo>
                <a:cubicBezTo>
                  <a:pt x="10192" y="32660"/>
                  <a:pt x="6645" y="31252"/>
                  <a:pt x="3998" y="28380"/>
                </a:cubicBezTo>
                <a:cubicBezTo>
                  <a:pt x="1351" y="25509"/>
                  <a:pt x="0" y="21679"/>
                  <a:pt x="0" y="16837"/>
                </a:cubicBezTo>
                <a:cubicBezTo>
                  <a:pt x="0" y="11487"/>
                  <a:pt x="1802" y="7320"/>
                  <a:pt x="5406" y="4392"/>
                </a:cubicBezTo>
                <a:cubicBezTo>
                  <a:pt x="9010" y="1464"/>
                  <a:pt x="14134" y="0"/>
                  <a:pt x="20722" y="0"/>
                </a:cubicBezTo>
                <a:cubicBezTo>
                  <a:pt x="27536" y="0"/>
                  <a:pt x="32885" y="1746"/>
                  <a:pt x="36714" y="5181"/>
                </a:cubicBezTo>
                <a:cubicBezTo>
                  <a:pt x="40543" y="8615"/>
                  <a:pt x="42458" y="13289"/>
                  <a:pt x="42458" y="19258"/>
                </a:cubicBezTo>
                <a:cubicBezTo>
                  <a:pt x="42458" y="21173"/>
                  <a:pt x="42289" y="23031"/>
                  <a:pt x="42064" y="24777"/>
                </a:cubicBezTo>
                <a:cubicBezTo>
                  <a:pt x="41782" y="26578"/>
                  <a:pt x="41388" y="28268"/>
                  <a:pt x="40825" y="29957"/>
                </a:cubicBezTo>
                <a:close/>
                <a:moveTo>
                  <a:pt x="21060" y="16893"/>
                </a:moveTo>
                <a:cubicBezTo>
                  <a:pt x="21060" y="15091"/>
                  <a:pt x="20497" y="13683"/>
                  <a:pt x="19258" y="12726"/>
                </a:cubicBezTo>
                <a:cubicBezTo>
                  <a:pt x="18076" y="11825"/>
                  <a:pt x="16274" y="11318"/>
                  <a:pt x="13852" y="11318"/>
                </a:cubicBezTo>
                <a:cubicBezTo>
                  <a:pt x="11487" y="11318"/>
                  <a:pt x="9685" y="11825"/>
                  <a:pt x="8447" y="12726"/>
                </a:cubicBezTo>
                <a:cubicBezTo>
                  <a:pt x="7264" y="13683"/>
                  <a:pt x="6645" y="15091"/>
                  <a:pt x="6645" y="16893"/>
                </a:cubicBezTo>
                <a:cubicBezTo>
                  <a:pt x="6645" y="18751"/>
                  <a:pt x="7264" y="20159"/>
                  <a:pt x="8447" y="21060"/>
                </a:cubicBezTo>
                <a:cubicBezTo>
                  <a:pt x="9685" y="22017"/>
                  <a:pt x="11487" y="22468"/>
                  <a:pt x="13852" y="22468"/>
                </a:cubicBezTo>
                <a:cubicBezTo>
                  <a:pt x="16274" y="22468"/>
                  <a:pt x="18076" y="22017"/>
                  <a:pt x="19258" y="21060"/>
                </a:cubicBezTo>
                <a:cubicBezTo>
                  <a:pt x="20497" y="20159"/>
                  <a:pt x="21060" y="18751"/>
                  <a:pt x="2106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3D103-5363-4245-BA81-2229978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944" y="219961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72DC2-F6C5-4893-8BC9-4EBD5C5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779" y="217534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4879F-84DD-4B51-9BE1-53882916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12" y="2134580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C0F05-2CDC-414E-BC75-33B24AC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99" y="209527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65905-E857-4908-B628-93F785C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61" y="20573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7EBCA-7694-4516-976C-F6F3774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465" y="202725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D40D3-A1C7-4ABB-A5DE-94B69189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661" y="2627520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6B31E-2C75-427A-805E-A55D356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58951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604EB-D183-4A73-BD33-D1070B4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5652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2D8AF-893B-41CC-96C9-422D809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10" y="252869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22484-36E9-45BA-98EE-42883C9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648" y="250966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50BF4-76BE-4CA6-A723-2CA99C7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48438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9AD26-5BA3-4104-ACBC-74DC60F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443048"/>
            <a:ext cx="41050" cy="41839"/>
          </a:xfrm>
          <a:custGeom xmlns:a="http://schemas.openxmlformats.org/drawingml/2006/main">
            <a:pathLst>
              <a:path w="41050" h="41839">
                <a:moveTo>
                  <a:pt x="0" y="41839"/>
                </a:moveTo>
                <a:lnTo>
                  <a:pt x="0" y="30295"/>
                </a:lnTo>
                <a:lnTo>
                  <a:pt x="14641" y="20947"/>
                </a:lnTo>
                <a:lnTo>
                  <a:pt x="0" y="11600"/>
                </a:lnTo>
                <a:lnTo>
                  <a:pt x="0" y="0"/>
                </a:lnTo>
                <a:lnTo>
                  <a:pt x="23763" y="15654"/>
                </a:lnTo>
                <a:lnTo>
                  <a:pt x="41050" y="15654"/>
                </a:lnTo>
                <a:lnTo>
                  <a:pt x="41050" y="26241"/>
                </a:lnTo>
                <a:lnTo>
                  <a:pt x="23763" y="26241"/>
                </a:lnTo>
                <a:lnTo>
                  <a:pt x="0" y="4183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70B8C-5326-408F-9CD4-959E0C4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648" y="242902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D344A-8CBF-4259-90D5-1043EA2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4039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CAD4A-B972-4847-8F15-81DB98D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365622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983E5-FCA7-4E36-9F1E-D6FA05A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801" y="2346082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70783-90B6-43E3-B993-45C62E12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305088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7B1AF-1E1A-483C-A8D0-4BA0886D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2808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8B07B-3AC8-4C41-8FE6-D4937A4E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718" y="2241626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48E30-7911-4DCC-BADC-29F32A36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3" y="219961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7CAD-86BB-4B2E-AE63-1CB4556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17534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13D08-2A8D-488B-A7E8-F95C4F63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661" y="2134580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E32DF-B468-42A5-B25A-C9DC985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648" y="209527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6F08F-0954-4483-9679-E654C49C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10" y="20573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7280D-76CB-4451-A5DC-9AAA08C8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14" y="202725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27DDB-A573-42E0-AD74-86A0D40A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3157646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01072-74F6-4CFC-AA44-1FB42E4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311744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5C032-DB4D-4B7B-BB0E-90AC64E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307926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943C6-3CA5-4A7A-9450-D7B5895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303877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E2F41-42D1-4B3D-A758-0CA4FD48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300538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A3B49-67BA-4EC3-AA4F-4B1B76F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96726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3FF15-909D-44FF-BBA9-79536A24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92908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9A7B2-5CDF-44F2-AF48-2BB2B41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887864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F31F3-1918-493C-A920-00ECA0BE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77" y="286860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C720E-8443-4BB5-B909-5DF17EC4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83200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621C6-604F-4287-9FCD-6B06F41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81297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D3777-A60B-46BA-95E6-39820DF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42" y="278768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02596-76BB-419D-B78A-1C665E0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752100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57023-601C-45F2-8829-EA6F157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71189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A792B-2C23-4351-BC72-99E41E3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67371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BC466-4CF5-470A-9145-14ED20A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63322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F63B6-FE85-4F60-A311-6C6E7D90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59983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5D0A9-B15E-4221-956E-0BC26A0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56171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FE5E5-1026-429B-AEE0-5BDAAABF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52353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6066C-7131-4863-809C-4214167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482318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4E6E5-4F65-4ADB-B394-27C8DAD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77" y="246306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2A4D3-7FAD-409B-B184-D1D3B690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40579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57D36-9A43-4A39-88E1-26F9588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36778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F7D06-0393-4A1C-A27D-097F7351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363" y="233771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DFC51-ECF8-413F-8E2A-DCFA33BB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30071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32C6C-15F2-48CB-B724-014A3B61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77" y="227599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0004D-502B-4509-8F88-7A1BB015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42" y="2238269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EF7B8-F48B-48D6-B3B8-18F7028A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19598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DBEEE-F3D1-4503-92B0-13DD9D01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77" y="21731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F754B-EE92-4A20-A7AE-7B03B19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7" y="2132293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459A1-9B44-4207-B249-1BBDC48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09619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08757-4058-4672-BCBD-2FE48CE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06089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9265B-1C64-40DC-B3BE-DADF633F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359" y="202277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4FA90-5698-4CB6-980F-7D14C6BB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559" y="2503905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7BD0C-F511-45A9-905F-7EFDA892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540" y="2451029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B340D-DA5F-4ADB-8C8F-1991BFC5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08" y="241358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4E67B-6B07-44F1-9D24-B3C9FDA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08" y="237517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5535C-F30B-4303-8B10-58BAEFDA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291" y="235023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75D5A-0FEB-4F25-BE38-A6E2997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559" y="2305186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08E79-912F-44D1-AC22-10078EF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540" y="2252310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D17A7-716C-4F1F-9523-97C2134F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08" y="221486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19D02-7681-4416-93E1-DF53713A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08" y="217646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A9648-2469-40F0-BFC5-0C06405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559" y="213777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3ED93-9AF6-4063-9CF7-8C1D7BE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126" y="211254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56334-09C7-428D-A483-2CCFBE68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291" y="207482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96A75-16BF-4D76-8472-434B1D3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291" y="203134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14EB6-59FB-48D7-93C7-B9B327F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008" y="2563877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A22F2-9794-4DA0-86FE-0038832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989" y="2511002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15B23-723B-4CA2-B07D-773F8905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57" y="247355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33691-C7B2-40BB-BA4D-C8B599E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57" y="243515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76302-A459-4B8A-ABD6-C3767D6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40" y="241020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92012-2234-41CE-9636-5ECEA6A1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008" y="2365158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CA042-2E7D-4170-8C22-7DAFD1CA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989" y="2312283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8BD5D-4754-4F16-8687-CA88EC90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57" y="227483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3503D-0741-40A3-9D9D-69EBD592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57" y="223643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5D209-A701-4010-8743-DEABE7E3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40" y="2196734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586E8-C53F-46F4-BEA1-F93BF41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48" y="217719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09F75-AA81-4229-B16E-72F3E57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40" y="2136201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16313-CCC8-41F9-8687-453B5C9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575" y="211193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B1F8B-FDFC-40FC-9A16-1B95C38A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40" y="207420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2C157-7095-4693-9F73-1CACE45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40" y="2030732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25EDB-5829-482E-9E05-4D9CA86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457" y="2459635"/>
            <a:ext cx="42514" cy="33786"/>
          </a:xfrm>
          <a:custGeom xmlns:a="http://schemas.openxmlformats.org/drawingml/2006/main">
            <a:pathLst>
              <a:path w="42514" h="33786">
                <a:moveTo>
                  <a:pt x="21229" y="10586"/>
                </a:moveTo>
                <a:cubicBezTo>
                  <a:pt x="16105" y="10586"/>
                  <a:pt x="12501" y="11093"/>
                  <a:pt x="10361" y="12050"/>
                </a:cubicBezTo>
                <a:cubicBezTo>
                  <a:pt x="8278" y="13008"/>
                  <a:pt x="7208" y="14641"/>
                  <a:pt x="7208" y="16893"/>
                </a:cubicBezTo>
                <a:cubicBezTo>
                  <a:pt x="7208" y="19145"/>
                  <a:pt x="8278" y="20778"/>
                  <a:pt x="10361" y="21736"/>
                </a:cubicBezTo>
                <a:cubicBezTo>
                  <a:pt x="12501" y="22749"/>
                  <a:pt x="16105" y="23200"/>
                  <a:pt x="21229" y="23200"/>
                </a:cubicBezTo>
                <a:cubicBezTo>
                  <a:pt x="26410" y="23200"/>
                  <a:pt x="30070" y="22749"/>
                  <a:pt x="32209" y="21736"/>
                </a:cubicBezTo>
                <a:cubicBezTo>
                  <a:pt x="34349" y="20778"/>
                  <a:pt x="35363" y="19145"/>
                  <a:pt x="35363" y="16893"/>
                </a:cubicBezTo>
                <a:cubicBezTo>
                  <a:pt x="35363" y="14641"/>
                  <a:pt x="34349" y="13064"/>
                  <a:pt x="32209" y="12050"/>
                </a:cubicBezTo>
                <a:cubicBezTo>
                  <a:pt x="30070" y="11093"/>
                  <a:pt x="26410" y="10586"/>
                  <a:pt x="21229" y="10586"/>
                </a:cubicBezTo>
                <a:close/>
                <a:moveTo>
                  <a:pt x="21285" y="0"/>
                </a:moveTo>
                <a:cubicBezTo>
                  <a:pt x="28099" y="0"/>
                  <a:pt x="33336" y="1464"/>
                  <a:pt x="36996" y="4392"/>
                </a:cubicBezTo>
                <a:cubicBezTo>
                  <a:pt x="40712" y="7320"/>
                  <a:pt x="42514" y="11487"/>
                  <a:pt x="42514" y="16893"/>
                </a:cubicBezTo>
                <a:cubicBezTo>
                  <a:pt x="42514" y="22299"/>
                  <a:pt x="40712" y="26466"/>
                  <a:pt x="36996" y="29394"/>
                </a:cubicBezTo>
                <a:cubicBezTo>
                  <a:pt x="33336" y="32322"/>
                  <a:pt x="28099" y="33786"/>
                  <a:pt x="21285" y="33786"/>
                </a:cubicBezTo>
                <a:cubicBezTo>
                  <a:pt x="14528" y="33786"/>
                  <a:pt x="9291" y="32322"/>
                  <a:pt x="5575" y="29394"/>
                </a:cubicBezTo>
                <a:cubicBezTo>
                  <a:pt x="1858" y="26466"/>
                  <a:pt x="0" y="22299"/>
                  <a:pt x="0" y="16893"/>
                </a:cubicBezTo>
                <a:cubicBezTo>
                  <a:pt x="0" y="11487"/>
                  <a:pt x="1858" y="7320"/>
                  <a:pt x="5575" y="4392"/>
                </a:cubicBezTo>
                <a:cubicBezTo>
                  <a:pt x="9291" y="1464"/>
                  <a:pt x="14528" y="0"/>
                  <a:pt x="2128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1C414-8EBB-4609-9D55-3A8802E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42162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2744B-6531-42CA-B1BA-8F875BA6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24" y="239741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DBF8E-98ED-496C-97A3-CC66A904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705" y="236081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0AC8B-634F-4629-9EC1-3068857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443" y="234177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99C6A-F59A-4E5F-B5DB-6163356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31649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22DA8-4359-4AE6-BCA3-D56E943A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275163"/>
            <a:ext cx="41050" cy="41839"/>
          </a:xfrm>
          <a:custGeom xmlns:a="http://schemas.openxmlformats.org/drawingml/2006/main">
            <a:pathLst>
              <a:path w="41050" h="41839">
                <a:moveTo>
                  <a:pt x="0" y="41839"/>
                </a:moveTo>
                <a:lnTo>
                  <a:pt x="0" y="30295"/>
                </a:lnTo>
                <a:lnTo>
                  <a:pt x="14641" y="20947"/>
                </a:lnTo>
                <a:lnTo>
                  <a:pt x="0" y="11600"/>
                </a:lnTo>
                <a:lnTo>
                  <a:pt x="0" y="0"/>
                </a:lnTo>
                <a:lnTo>
                  <a:pt x="23763" y="15654"/>
                </a:lnTo>
                <a:lnTo>
                  <a:pt x="41050" y="15654"/>
                </a:lnTo>
                <a:lnTo>
                  <a:pt x="41050" y="26241"/>
                </a:lnTo>
                <a:lnTo>
                  <a:pt x="23763" y="26241"/>
                </a:lnTo>
                <a:lnTo>
                  <a:pt x="0" y="4183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84EB5-A64D-48AC-9160-B727510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443" y="226114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C0C91-E89B-4F49-8E0C-1A90981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24" y="223608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00721-CE18-4547-8ED2-70F25CE3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19773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D7BE5-CE9E-4F5A-B03E-5ECA28A9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596" y="217819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B6694-D25B-4E41-8E06-5C809BE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137203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6238D-A236-44A5-B5FD-7F0A44E5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24" y="211293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82980-342E-445B-945F-64B5687A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513" y="2074304"/>
            <a:ext cx="42458" cy="32660"/>
          </a:xfrm>
          <a:custGeom xmlns:a="http://schemas.openxmlformats.org/drawingml/2006/main">
            <a:pathLst>
              <a:path w="42458" h="32660">
                <a:moveTo>
                  <a:pt x="40825" y="29957"/>
                </a:moveTo>
                <a:lnTo>
                  <a:pt x="33223" y="29957"/>
                </a:lnTo>
                <a:cubicBezTo>
                  <a:pt x="34011" y="28268"/>
                  <a:pt x="34631" y="26691"/>
                  <a:pt x="35025" y="25114"/>
                </a:cubicBezTo>
                <a:cubicBezTo>
                  <a:pt x="35419" y="23594"/>
                  <a:pt x="35588" y="22074"/>
                  <a:pt x="35588" y="20553"/>
                </a:cubicBezTo>
                <a:cubicBezTo>
                  <a:pt x="35588" y="17400"/>
                  <a:pt x="34743" y="14979"/>
                  <a:pt x="32998" y="13177"/>
                </a:cubicBezTo>
                <a:cubicBezTo>
                  <a:pt x="31252" y="11431"/>
                  <a:pt x="28662" y="10417"/>
                  <a:pt x="25171" y="10080"/>
                </a:cubicBezTo>
                <a:cubicBezTo>
                  <a:pt x="26072" y="11318"/>
                  <a:pt x="26804" y="12670"/>
                  <a:pt x="27254" y="14078"/>
                </a:cubicBezTo>
                <a:cubicBezTo>
                  <a:pt x="27705" y="15485"/>
                  <a:pt x="27930" y="17006"/>
                  <a:pt x="27930" y="18639"/>
                </a:cubicBezTo>
                <a:cubicBezTo>
                  <a:pt x="27930" y="22862"/>
                  <a:pt x="26747" y="26241"/>
                  <a:pt x="24270" y="28831"/>
                </a:cubicBezTo>
                <a:cubicBezTo>
                  <a:pt x="21848" y="31421"/>
                  <a:pt x="18639" y="32660"/>
                  <a:pt x="14584" y="32660"/>
                </a:cubicBezTo>
                <a:cubicBezTo>
                  <a:pt x="10192" y="32660"/>
                  <a:pt x="6645" y="31252"/>
                  <a:pt x="3998" y="28380"/>
                </a:cubicBezTo>
                <a:cubicBezTo>
                  <a:pt x="1351" y="25509"/>
                  <a:pt x="0" y="21679"/>
                  <a:pt x="0" y="16837"/>
                </a:cubicBezTo>
                <a:cubicBezTo>
                  <a:pt x="0" y="11487"/>
                  <a:pt x="1802" y="7320"/>
                  <a:pt x="5406" y="4392"/>
                </a:cubicBezTo>
                <a:cubicBezTo>
                  <a:pt x="9010" y="1464"/>
                  <a:pt x="14134" y="0"/>
                  <a:pt x="20722" y="0"/>
                </a:cubicBezTo>
                <a:cubicBezTo>
                  <a:pt x="27536" y="0"/>
                  <a:pt x="32885" y="1746"/>
                  <a:pt x="36714" y="5181"/>
                </a:cubicBezTo>
                <a:cubicBezTo>
                  <a:pt x="40543" y="8615"/>
                  <a:pt x="42458" y="13289"/>
                  <a:pt x="42458" y="19258"/>
                </a:cubicBezTo>
                <a:cubicBezTo>
                  <a:pt x="42458" y="21173"/>
                  <a:pt x="42289" y="23031"/>
                  <a:pt x="42064" y="24777"/>
                </a:cubicBezTo>
                <a:cubicBezTo>
                  <a:pt x="41782" y="26578"/>
                  <a:pt x="41388" y="28268"/>
                  <a:pt x="40825" y="29957"/>
                </a:cubicBezTo>
                <a:close/>
                <a:moveTo>
                  <a:pt x="21060" y="16893"/>
                </a:moveTo>
                <a:cubicBezTo>
                  <a:pt x="21060" y="15091"/>
                  <a:pt x="20497" y="13683"/>
                  <a:pt x="19258" y="12726"/>
                </a:cubicBezTo>
                <a:cubicBezTo>
                  <a:pt x="18076" y="11825"/>
                  <a:pt x="16274" y="11318"/>
                  <a:pt x="13852" y="11318"/>
                </a:cubicBezTo>
                <a:cubicBezTo>
                  <a:pt x="11487" y="11318"/>
                  <a:pt x="9685" y="11825"/>
                  <a:pt x="8447" y="12726"/>
                </a:cubicBezTo>
                <a:cubicBezTo>
                  <a:pt x="7264" y="13683"/>
                  <a:pt x="6645" y="15091"/>
                  <a:pt x="6645" y="16893"/>
                </a:cubicBezTo>
                <a:cubicBezTo>
                  <a:pt x="6645" y="18751"/>
                  <a:pt x="7264" y="20159"/>
                  <a:pt x="8447" y="21060"/>
                </a:cubicBezTo>
                <a:cubicBezTo>
                  <a:pt x="9685" y="22017"/>
                  <a:pt x="11487" y="22468"/>
                  <a:pt x="13852" y="22468"/>
                </a:cubicBezTo>
                <a:cubicBezTo>
                  <a:pt x="16274" y="22468"/>
                  <a:pt x="18076" y="22017"/>
                  <a:pt x="19258" y="21060"/>
                </a:cubicBezTo>
                <a:cubicBezTo>
                  <a:pt x="20497" y="20159"/>
                  <a:pt x="21060" y="18751"/>
                  <a:pt x="2106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26489-D0AB-4F3A-868A-3640D92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89" y="2031734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71142-0631-4F9C-A2E7-446265AE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905" y="2731762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B8128-4E1F-4033-8402-8C441A6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886" y="2678887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CC3CC-8D28-4086-A032-243C93E6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154" y="264144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E8193-3E0A-43C3-899B-FDDF5CB0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154" y="260303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F43CB-A5B8-407A-93E0-C294671F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37" y="257809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75E95-AFC7-4693-BB9A-16A3FFB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905" y="2533043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3E28A-40C0-4724-92FD-E24DE19A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886" y="2480168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9A1AE-4AFC-487A-AE50-6BC225E4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154" y="244272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57732-AA65-4041-BACF-40ECC28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154" y="240431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5D51C-28B5-4E81-BB48-2392081D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37" y="236462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D360D-E9AB-4530-9EC4-CF89D82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045" y="2345080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2F5A1-E0F7-4D9E-91D9-7866C29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37" y="2304086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519B5-D6B7-4EBF-A6FC-340C868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472" y="227981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96C8C-C0FD-4C04-8847-1945045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37" y="2242089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BDE21-BBD4-465C-B9A4-BC0EA4C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37" y="2198617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FB141-FF2D-41C8-B42F-323C21C7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472" y="217434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D6AE4-341E-425B-8100-50AA8E7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905" y="2133579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0FDBB-AA6C-4D70-8A70-BFEFD6FF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892" y="209427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ADDD1-9C08-4A6A-AEC3-5FAE63D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154" y="205632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4B492-373F-45AF-A9E2-4CE8354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158" y="202625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4488E-D23C-4EAC-A199-2844021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68141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596E0-387C-46BE-AE5B-79E9AC2B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64070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E9DF5-D799-4B8B-823D-5F372387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60742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7867C-D35E-4EDC-92CC-7C280D39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57121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CC329-0BC4-49EE-B840-988BBCC9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41" y="255218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6B0DA-C178-496F-A063-5A28E1CF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51783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081C6-5B42-4B43-A553-EB1844B3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45983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CC957-61D2-49DC-98DE-9B464D36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41" y="244079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6E081-6C83-4033-8A76-76468D1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87" y="241551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FADCB-A384-400D-8F4C-8BB69A6A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36128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50E33-0816-4AD1-A7A2-1E5B37F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31905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687A8-59DC-482D-A956-43CB07B9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607" y="229090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6AD25-687B-4DE6-A7A9-7A59934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921" y="226927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29D1D-6ABB-4E69-9643-87C0CA5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87" y="2231549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B07D9-CBA9-44CD-9505-2E6B61B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41" y="218926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7D901-ABAB-4351-B4BB-5EBCDFE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921" y="21663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F5B16-121B-4772-9756-77C1C59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13373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74681-6049-44AA-93F3-81E50C1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41" y="2094265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F93C1-71CD-46B1-B762-EBD64FB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03" y="20563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9FA60-53BF-46F3-9289-155D77B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607" y="202624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7B8A3-B971-439E-86B4-C8C9B35B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52" y="259773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697CA-E168-49F3-81A9-4908C44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790" y="257870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41920-DC4F-4AD5-AE9F-27A9CB9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790" y="255938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4D4B9-9898-4D18-946F-F00B20A4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52" y="251918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CD0FE-3FC2-43E5-A3E6-5B690DC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52" y="248078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7C9CF-257C-433E-AE22-5F0FC7E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52" y="244282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2D3E7-00A1-40C7-A330-AE76BA5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790" y="242379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352CA-81BA-4C9D-8BC8-9CCCAE12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35" y="2398511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D4463-9E76-4C02-AEF9-DB8D1FF9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803" y="2353463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8FEE0-6DEF-432B-A30C-3F48A9B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35" y="2316298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E9522-4F0E-43ED-A4EC-4FEB02A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35" y="2263929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5A486-AC6A-4624-A2E5-64C9C24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52" y="222248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7D517-ED2A-4F68-982D-F9B959D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70" y="219973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05E04-A716-4D22-8711-FAA7EE5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35" y="2161388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5B942-5165-4F9A-92FF-575D9C38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35" y="2118536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17CCA-AFB2-4345-A280-F9DDAE6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70" y="209426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20A3F-5CB2-4119-AB19-4119B86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790" y="2055525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AAC10-DF31-4A04-AA1A-41E7074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790" y="2026131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D5253-951E-4E42-8F91-28A990F4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309359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C0B75-C025-4DA2-B921-065B924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306347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1FA93-9ABD-4F2F-ADE7-E1EF4CC2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239" y="304871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AEA66-AC35-4B2C-9369-816036A5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300828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F3AA7-8117-48C1-A58A-55972E5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97427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950EC-D7DC-4E14-94ED-3847BF61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93502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3BCBB-D54D-4C47-B7CB-504A70D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505" y="290670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3B3F6-C656-4D3F-85EB-627A135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86914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BDA9F-40D2-4BD7-947C-C577CBF2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83102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7B73B-FC6D-413B-AA00-DDF016E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819" y="280630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9E302-26F2-4BD3-A753-4AF3DE3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76756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B16AC-11D1-4624-9BEB-7D6F14C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239" y="2748585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E113F-0E92-41DB-BD04-ACBF60FA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70607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6DEE8-48EB-49E5-A984-6C551BB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68298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3B427-3301-4472-9705-D672D111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2" y="2646551"/>
            <a:ext cx="42514" cy="32378"/>
          </a:xfrm>
          <a:custGeom xmlns:a="http://schemas.openxmlformats.org/drawingml/2006/main">
            <a:pathLst>
              <a:path w="42514" h="32378">
                <a:moveTo>
                  <a:pt x="2027" y="2703"/>
                </a:moveTo>
                <a:lnTo>
                  <a:pt x="10699" y="2703"/>
                </a:lnTo>
                <a:cubicBezTo>
                  <a:pt x="9685" y="4955"/>
                  <a:pt x="8953" y="7151"/>
                  <a:pt x="8447" y="9291"/>
                </a:cubicBezTo>
                <a:cubicBezTo>
                  <a:pt x="7940" y="11431"/>
                  <a:pt x="7658" y="13458"/>
                  <a:pt x="7658" y="15373"/>
                </a:cubicBezTo>
                <a:cubicBezTo>
                  <a:pt x="7658" y="17907"/>
                  <a:pt x="8052" y="19765"/>
                  <a:pt x="8728" y="21004"/>
                </a:cubicBezTo>
                <a:cubicBezTo>
                  <a:pt x="9404" y="22243"/>
                  <a:pt x="10474" y="22806"/>
                  <a:pt x="11938" y="22806"/>
                </a:cubicBezTo>
                <a:cubicBezTo>
                  <a:pt x="13064" y="22806"/>
                  <a:pt x="13965" y="22411"/>
                  <a:pt x="14528" y="21567"/>
                </a:cubicBezTo>
                <a:cubicBezTo>
                  <a:pt x="15147" y="20778"/>
                  <a:pt x="15654" y="19258"/>
                  <a:pt x="16105" y="17118"/>
                </a:cubicBezTo>
                <a:lnTo>
                  <a:pt x="17006" y="12613"/>
                </a:lnTo>
                <a:cubicBezTo>
                  <a:pt x="17907" y="8109"/>
                  <a:pt x="19314" y="4843"/>
                  <a:pt x="21173" y="2928"/>
                </a:cubicBezTo>
                <a:cubicBezTo>
                  <a:pt x="23087" y="1014"/>
                  <a:pt x="25734" y="0"/>
                  <a:pt x="29169" y="0"/>
                </a:cubicBezTo>
                <a:cubicBezTo>
                  <a:pt x="33674" y="0"/>
                  <a:pt x="37052" y="1351"/>
                  <a:pt x="39248" y="4054"/>
                </a:cubicBezTo>
                <a:cubicBezTo>
                  <a:pt x="41444" y="6757"/>
                  <a:pt x="42514" y="10812"/>
                  <a:pt x="42514" y="16330"/>
                </a:cubicBezTo>
                <a:cubicBezTo>
                  <a:pt x="42514" y="18920"/>
                  <a:pt x="42233" y="21567"/>
                  <a:pt x="41782" y="24157"/>
                </a:cubicBezTo>
                <a:cubicBezTo>
                  <a:pt x="41332" y="26804"/>
                  <a:pt x="40656" y="29450"/>
                  <a:pt x="39642" y="32041"/>
                </a:cubicBezTo>
                <a:lnTo>
                  <a:pt x="30689" y="32041"/>
                </a:lnTo>
                <a:cubicBezTo>
                  <a:pt x="32097" y="29450"/>
                  <a:pt x="33167" y="26916"/>
                  <a:pt x="33842" y="24439"/>
                </a:cubicBezTo>
                <a:cubicBezTo>
                  <a:pt x="34574" y="22017"/>
                  <a:pt x="34912" y="19652"/>
                  <a:pt x="34912" y="17344"/>
                </a:cubicBezTo>
                <a:cubicBezTo>
                  <a:pt x="34912" y="15091"/>
                  <a:pt x="34574" y="13289"/>
                  <a:pt x="33786" y="12050"/>
                </a:cubicBezTo>
                <a:cubicBezTo>
                  <a:pt x="32998" y="10812"/>
                  <a:pt x="31928" y="10192"/>
                  <a:pt x="30464" y="10192"/>
                </a:cubicBezTo>
                <a:cubicBezTo>
                  <a:pt x="29225" y="10192"/>
                  <a:pt x="28211" y="10643"/>
                  <a:pt x="27536" y="11487"/>
                </a:cubicBezTo>
                <a:cubicBezTo>
                  <a:pt x="26860" y="12332"/>
                  <a:pt x="26184" y="13965"/>
                  <a:pt x="25621" y="16443"/>
                </a:cubicBezTo>
                <a:lnTo>
                  <a:pt x="24720" y="20553"/>
                </a:lnTo>
                <a:cubicBezTo>
                  <a:pt x="23819" y="24664"/>
                  <a:pt x="22411" y="27648"/>
                  <a:pt x="20497" y="29563"/>
                </a:cubicBezTo>
                <a:cubicBezTo>
                  <a:pt x="18582" y="31477"/>
                  <a:pt x="15992" y="32378"/>
                  <a:pt x="12726" y="32378"/>
                </a:cubicBezTo>
                <a:cubicBezTo>
                  <a:pt x="8672" y="32378"/>
                  <a:pt x="5518" y="31083"/>
                  <a:pt x="3322" y="28437"/>
                </a:cubicBezTo>
                <a:cubicBezTo>
                  <a:pt x="1126" y="25846"/>
                  <a:pt x="0" y="22017"/>
                  <a:pt x="0" y="17062"/>
                </a:cubicBezTo>
                <a:cubicBezTo>
                  <a:pt x="0" y="14810"/>
                  <a:pt x="169" y="12501"/>
                  <a:pt x="507" y="10136"/>
                </a:cubicBezTo>
                <a:cubicBezTo>
                  <a:pt x="845" y="7771"/>
                  <a:pt x="1351" y="5293"/>
                  <a:pt x="2027" y="270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B7831-1CA5-4D38-A2CF-AAE7CE88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239" y="260674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EE49B-B616-45DB-9F4D-59A80EF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56687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3B84D-F253-4281-A0E8-B88F9CE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53060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360BE-2B65-49A1-AB4C-E25EE76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49856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5DC11-A8DB-435D-8778-BF35954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46292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81896-198E-45A6-A9FB-E8A1E00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239" y="242463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264EA-4162-4E17-9390-C8DB8C9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819" y="239957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D43DA-5FB3-4178-A2DA-1634F00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36218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31A4A-53B6-41F9-9692-6BA3ED13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32631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68A68-0C46-4777-8B46-A4FD1C5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501" y="229123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DB9EE-4FA0-4559-9703-6651B12F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235937"/>
            <a:ext cx="41050" cy="45668"/>
          </a:xfrm>
          <a:custGeom xmlns:a="http://schemas.openxmlformats.org/drawingml/2006/main">
            <a:pathLst>
              <a:path w="41050" h="45668">
                <a:moveTo>
                  <a:pt x="0" y="45668"/>
                </a:moveTo>
                <a:lnTo>
                  <a:pt x="0" y="32209"/>
                </a:lnTo>
                <a:lnTo>
                  <a:pt x="21961" y="22862"/>
                </a:lnTo>
                <a:lnTo>
                  <a:pt x="0" y="13458"/>
                </a:lnTo>
                <a:lnTo>
                  <a:pt x="0" y="0"/>
                </a:lnTo>
                <a:lnTo>
                  <a:pt x="41050" y="0"/>
                </a:lnTo>
                <a:lnTo>
                  <a:pt x="41050" y="10023"/>
                </a:lnTo>
                <a:lnTo>
                  <a:pt x="11037" y="10023"/>
                </a:lnTo>
                <a:lnTo>
                  <a:pt x="33167" y="19483"/>
                </a:lnTo>
                <a:lnTo>
                  <a:pt x="33167" y="26184"/>
                </a:lnTo>
                <a:lnTo>
                  <a:pt x="11037" y="35644"/>
                </a:lnTo>
                <a:lnTo>
                  <a:pt x="41050" y="35644"/>
                </a:lnTo>
                <a:lnTo>
                  <a:pt x="41050" y="45668"/>
                </a:lnTo>
                <a:lnTo>
                  <a:pt x="0" y="4566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E166F-9DB2-4E40-BF23-95B71CD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187453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BC572-BEC2-434B-B689-163E3EC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819" y="216684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5FCE8-94FF-4ED0-A913-015463C8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128496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CA9D1-875B-4436-9716-B94CA00B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392" y="2108957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AF7C0-108A-4EC6-92D0-1B2E5688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2" y="2068526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3B766-D32F-4500-B847-2DB377DF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85" y="2025055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ECDC1-3110-48AB-AE54-6CDA620B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53" y="276999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742D9-85FA-4C85-BDBF-B107E85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75411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88252-0C3B-41AD-9BE4-D1D938D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73479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13297-2F3F-4F24-9D61-F63A3E81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681" y="269470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1050A-EC58-4D0F-9021-29C5804C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6564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18262-F7FC-41EC-843A-83F81606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61648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DD2BC-C2E3-4CBF-BC35-5952AC2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3" y="259323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07A92-9C27-4613-B4D8-5BD7CBC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568230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7E60F-1604-48E8-B55D-7FD2B415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53517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5FAB9-9681-4E17-821A-8BF8FD0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51614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A14CF-36FC-4B3D-B897-F761495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48179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F6FC1-2656-43CF-8F00-6F850CD3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44175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B2CD7-CABC-47BB-9839-7850B980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40363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99429-3876-4A08-8EF1-BE5C538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68" y="237891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D8278-A84A-4595-B031-8581CC8B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3" y="2341187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D4371-3760-4C4D-AF0D-8F98A23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29889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47A75-2E58-4DE3-8417-987DB3A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68" y="227603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D5A7C-E682-4740-B599-C204B47F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87" y="225841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8209A-E5B8-41FA-A5D4-CBC4057A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21798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1E1D0-DA29-485B-98DF-6A3C189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18273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0F047-2D1E-440B-8644-EA7DD22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53" y="215446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46626-BD11-438D-AE8C-9B98B7C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12557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78FBE-1AEE-4495-9633-CB3C423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681" y="209004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ED073-C706-421D-BDE4-3D2CC04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49" y="205569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9DF93-E53B-4260-8770-6FE057CB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53" y="202630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1B2D-7811-4F76-A409-C99ADB2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403" y="250133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37B8C-B948-4426-9D09-82B359B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37" y="248545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207EB-C5CD-42E9-8DCB-5414BC48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37" y="246614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ECEF8-5E6B-4FB5-9150-2CAC471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131" y="2426049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C54C6-7BBA-4A61-9B2B-E3CF6DF8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38775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E4D41-3FEA-494F-BA6A-2899991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34783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81710-8195-4BAE-88D8-9AEC6F5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882" y="232457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D0DFB-72C9-43C3-98B0-F0F313D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37" y="2299576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858EA-B48E-40F2-B5BE-1FA0242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26652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5ADB6-CBDC-411C-93CA-3C5AC9D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37" y="224748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F5375-511A-42C5-95F1-125834D9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213140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3FBCF-77AA-48B4-BAAD-1B71EBC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17310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1524C-2B21-48E6-BB57-1CE8836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99" y="213498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05762-BBFD-4E63-BAF2-D2B8694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717" y="211026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6D052-1202-4EBD-ACCD-AD065A0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882" y="207253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909E8-5D3F-4FDD-BCDD-7DA1BCC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37" y="203024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8E3E1-E811-48E4-B6C8-3E0962E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99086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BC6E9-355F-4FC1-81CF-1F67035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95093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7BD46-98BA-4023-8872-A2A4CB8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851" y="292261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8C5C3-AA71-4DF6-A936-66A3DAC6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88775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0C1AD-CCCD-4953-B29F-B7EB126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166" y="286298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DF830-BE79-4A04-9B3B-778688F7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84535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092B6-D3FE-4C07-BEA8-AB2938F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82604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145A1-609B-4290-AF23-B36038C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78775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D3628-DB6F-4E63-B0C0-D03190FB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72907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7AB75-BFE9-44C2-A910-1AA34E5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69106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4F391-048A-4560-961D-D0C72F8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331" y="266606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C5102-0985-4C67-97CF-C252CEF3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331" y="2631716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16E0E-2571-4F9E-A8C0-7C9B062D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61561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6F11F-0F25-4253-ADC3-B4BA058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57732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A4279-E796-41C4-A926-3F4D92AF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51864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1AD31-63F5-477D-846C-5455195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48063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E2EF4-6AA9-4846-BFF1-0AB24A10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166" y="245585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74DA1-DB48-405C-B853-06DD0FAA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599" y="241852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F722D-C1C3-4199-A9D6-B897DE4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166" y="23932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60729-B29B-401C-90AE-CE690BD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331" y="235495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D15AF-94BD-4ABF-B9A5-5BDC433A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599" y="2316378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4F8E2-3D6B-4806-9335-830B4143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274089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AFBBA-550F-4812-9ADA-BB7600D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166" y="225122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9AD03-2A9F-4F08-9066-BC67A14D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21856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3B568-EDE8-48C5-B2DD-0BBEC62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179094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968B8-A2E3-4A26-95B5-B46A2A6B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48" y="214114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7C29A-34B6-4CB9-8EC5-5CA525B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851" y="211107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3A6F7-3358-4EB6-BB4B-0F8D658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166" y="208944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EE3C9-4231-444B-9D5C-53E523EC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05070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7A7D1-471C-49BC-9D66-69F632B2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85" y="2021313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13373-1699-4C1A-97A0-2576928D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95213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1BB2E-0C4A-4526-8671-359C8E7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91221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71B63-F098-452F-8913-29DB1A77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300" y="288388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CAD57-9112-4D63-A20B-0C93117C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84903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4312C-552D-4561-8A0B-10572A40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14" y="282425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C04A0-24D2-4FB6-AB47-1DAEDBD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80662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630C3-7A1C-45AE-9E4C-D52F2E3B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78731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E79CD-226F-41EC-90AF-66F2C8E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74902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AF72C-D64E-4342-83C8-2440649F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69034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052CA-9FAB-49DE-B0B3-5F4AE616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65233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A2E32-BB1C-40A0-BF45-480839F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779" y="262733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F82BC-20C0-4D19-B061-F3A2D0A4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779" y="259298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2C5E4-CD7C-46F7-AAB3-92E7FABC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57688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6F79F-BA04-47FA-AE61-0E7B602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53859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01118-E76F-4F90-ADB4-30CCD93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47991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DD82F-E142-4FD4-9672-5244B6F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44190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9892C-E570-40C7-BFB1-3BD96AF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14" y="241713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ADB44-15F0-416B-A2FF-3058DB5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047" y="2379796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84533-119E-4D83-9F0A-DA9530A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14" y="23545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343C9-78D5-4F06-A2C7-D9DAE25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779" y="2316842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0BA51-7C2A-46A0-9547-19EE28C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274553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85645-B8E2-4E0D-A12F-BAA02B9F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14" y="225169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BB855-25A0-44ED-951B-5B08846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21903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713B9-71BA-4CFC-9D89-4AD83F30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17955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172F5-C2B1-466B-9B9B-4AE4FD2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6" y="214160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26934-778B-4B96-BFFE-A9BA6FC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300" y="211153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8AA6E-FFA8-4A4F-A5AD-1576F91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14" y="208991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52136-81B7-4FBD-90DE-1DE26DB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05117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2E7C9-5A83-4375-B223-32A09902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034" y="2021776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C791E-FA74-45FE-B3C9-5546C10D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68168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D50D3-5E2C-444E-AE57-17D94155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66456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178A7-5C3F-45C8-A830-A775E2A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13" y="262425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446B4-79B5-43ED-B454-7E29CD02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58866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7938B-5844-4A3C-B30F-8CB8A3D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55639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1CBA4-1C61-45DD-8EA8-DC4C8B03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53803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0F578-09EA-413F-AE17-7A2974C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49783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B3EC2-B786-431C-9F1E-2080838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45942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FD6CB-3C1F-49A0-8FCE-7F4D601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42541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C10AF-92EF-481A-9060-CD597D4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38617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EC6EE-53CB-44A6-ABB6-A847AE90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41" y="236291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5EA22-0209-4206-9287-E381EB4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325129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2F83C-F862-4463-999D-FCC4835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30801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9430B-734F-4E16-96B3-9D3E99B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26701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C67B1-B282-4BE5-A120-583F03A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22833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52601-2267-4126-B82F-4317561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57" y="217168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85D36-BBC5-44DB-B762-6EACC3B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875" y="214690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947A8-0CBB-4699-A812-D199A83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41" y="210918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68015-0317-4ABA-998D-327917B1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295" y="206689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89D4E-82BA-4E0B-AB4B-609FB0A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41" y="202905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AA4F5-4269-4641-A5C0-8D4E79A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64295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D9584-29E0-4FE6-9C9F-CE0300C9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62583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74B6A-DAD4-4100-95CD-2A76E21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62" y="258552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4E25F-027D-4C41-A735-F9C4B0FD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54993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C19B2-2D3C-4C8D-9E20-D06E6FB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51766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395D0-C65B-48BC-B86D-041E4F7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49931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405A4-8CFB-4337-BBB2-5806331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45910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CA873-3C1D-4FC6-B9DE-788F46A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42070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32C65-783E-449A-BD57-EEC75DC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386690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EAACE-C9BF-455C-95C3-A35B7A2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34744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F7350-119A-4A6A-86C9-AACFE20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489" y="232418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B326C-B3BE-44CA-9F71-112E2991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28640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BECE1-BE78-4911-9768-2AF971EE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26928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0B5EB-B158-4336-92BF-89E160FA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228289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0C381-6C9F-46A4-B9D9-53D52BF8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18960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7578C-8979-42C4-B04C-6CB171F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006" y="213295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7C2AC-E80A-4075-8ECD-DC61F59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324" y="210817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E39A8-5812-4C82-8F85-10E405E8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57" y="2070451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9F88D-E86F-44B3-BE41-81C9C89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744" y="202816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2EA9E-2A05-436E-884F-C1B793BF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68168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10286-F4BB-426A-9CAA-E10652C0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66456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8B0A9-1CF6-4B35-8FF5-4C3A7B9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511" y="262425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7124A-E533-4543-BBF5-A751C5D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58866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A6474-E65C-4ED4-ADA5-C925586F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55639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59DA8-719F-4557-9E08-212D076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53803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2006F-879F-4958-B89C-C06F755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49783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9B400-5BA2-4680-BB62-76BD3740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45942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829F8-FEFA-4E51-B729-F03D401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42541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132C8-55B4-4DA9-847E-EB61F6E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38617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BDDF1-9969-4AAE-B5E0-8AC53F27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38" y="236291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4CF75-0EFE-4DC4-AEDF-514CCBA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325129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2CC1F-82F1-44C9-841C-65BA8D0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30801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5DAA0-C2B0-412C-888B-E157DE6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26701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2FD78-F29B-4E03-9240-320E1FB3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22833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D148F-FB5D-4BB4-83DF-BF8B701C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55" y="2171684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86593-453D-4A8A-8EF7-2A9AF9E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73" y="214690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67ECA-FD5B-4F5D-A4E8-46776D9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38" y="210856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D282A-4AE1-4FF2-8B89-888CB03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93" y="206689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7C1D4-A5D8-4112-88DD-CF920DA2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38" y="202967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49695-FC93-4DE4-842F-A449DCB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45750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02FA1-CC84-46D7-ABD0-BB3AB152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829" y="2438469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8BF15-317A-47ED-B69B-3D45877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404119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FE698-3B6C-4B18-9250-09E5B8C4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37275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A84D1-F648-4D1D-BE23-F6C34D1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33632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16EE9-E6DF-40C3-B486-6E1488C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30304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A3E41-DA39-43CA-BEE6-DF618DD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26413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36F6C-88B8-4DE4-A830-63542D2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829" y="2236709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025C6-9A99-4729-8E1B-1C33E55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95" y="221159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120B1-4931-4796-8D3A-FD6C809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575" y="2189746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C3961-A212-40B3-B319-4C0CFE7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091" y="215196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745B2-04F2-4AC3-AF5F-A5E0EA88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829" y="211372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022FA-26AC-49A5-9902-C7B0087A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829" y="2094751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34382-F545-487A-A2AB-08E5C36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10" y="206969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74B50-E06B-4219-A23E-8F5EE07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843" y="2032359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7C654-F282-4B40-A1B5-79DB6A6A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300769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9B7FB-F865-4F22-B7C1-A3F7121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96749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008DE-49A3-466F-AE92-1DCA10A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92948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1280D-A718-4613-BC7D-75226A0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89107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38147-00C1-4262-BF06-7DDB51E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526" y="287210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C74EE-0211-44CA-A5B1-828C737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81314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B44F2-5C56-4AD2-A1B8-693F1D3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106" y="27883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E528F-0253-49E6-BE6C-835F244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75773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37750-481C-447B-9132-326345B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72209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697B4-77CA-4D7B-9401-6E6FC05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68853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194B1-F498-43B3-86A1-E8AA14A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65040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5359C-52F5-4BB7-9683-97D9EB6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61414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A23F9-98CC-4D4E-A417-F523385F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582104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88D00-BECF-414F-86A2-981B1C1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55231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F1A30-F0F1-41C7-8903-80C84915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526" y="251284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A6591-5912-4956-8997-5F28912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72" y="248789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4198E-59F1-47DA-A906-65A04B5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45163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AFCEC-5071-456B-8423-62DDCEB7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41142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02A9A-8128-4836-8F58-9ADB822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37341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4BC9D-469A-4CF7-B805-117B593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33501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C9D51-53EB-49E4-BAAE-13EA44B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318" y="2302468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485AB-A1EE-493B-929F-9A49283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526" y="228788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FDA8A-730C-4A65-8B6C-9C76202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526" y="226856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502CC-0110-41AA-B6A4-F8627A7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23027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B82AD-DFC1-4F3F-B9F4-F4D413FC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17160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24750-A6AD-490E-8334-53DA50F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88" y="213359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5E1A3-B2EC-41E4-8A70-7138317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318" y="2100990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04C7C-EF46-4026-958E-B83FB18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540" y="2066303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222FD-1968-4155-B7AA-09FCE3B4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526" y="202401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2B37F-9108-46BC-A9C0-7612769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318598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5926B-9E5C-4BB8-B46C-54FBF522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314595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2982F-2EE0-4912-A44C-6F79EF37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3107941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4DDC5-22D4-4832-B107-22BC0F3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306773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7B1C5-652B-4C6B-A29E-FB228300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305044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EA44C-5C05-4074-BE3F-7D9C9D8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303113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7CAAD-2196-4101-872F-54366BC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99284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BD35A-4934-49C7-BB80-31DCF89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934168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7B74C-338F-4D71-93B3-00AC01B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896159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7F265-5DE6-4B35-90F1-FFFD3AF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73" y="287115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B2EB3-D546-42ED-B15E-020040C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741" y="2833429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1014A-024F-43A8-8BAE-79A26374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79356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A010F-4079-4164-B66E-C59AA8B6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275555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38E0D-CDBC-4C83-B843-0C2105C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71534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B3442-057E-49FA-9426-21D1294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73" y="267829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648A6-353B-4EEF-94E2-B2783FF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266218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4AB07-FC0F-4427-A06B-A3C0FA1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62389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9A161-AC50-45AB-8921-AF34B20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56522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ACA82-FB3B-4925-AF6A-82154CC3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527214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55FC2-5ECB-4C28-9739-841A9A7F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308" y="250243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EFEC4-F888-4B6A-A094-954EEE1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73" y="2464090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0F31A-73F2-45BE-B992-730F89C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741" y="2425518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72489-0F2C-4F48-9B13-9885926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238322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F2AFD-53FC-4998-9E2E-0FA37E8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308" y="236036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3C58F-4D50-49A7-A0DA-DF0372D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73" y="2341559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1FBEC-091D-4196-8B67-6507346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300678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AD450-3188-4CEF-966A-A0605258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26542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00E5A-1297-4CA2-B54E-E848E3E0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993" y="223715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957A6-260F-48DE-9FE4-CFD9A5B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20827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9E17A-33AB-4D8D-8501-660BD6E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721" y="217274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B88FE-5F66-425F-83E0-64F8C41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89" y="213839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8F7A9-9AC1-4C70-9AEE-266F9E8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993" y="210899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8C7A3-66AA-4680-B281-D09AB86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308" y="208737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94F3D-1C06-44D8-8994-E8F8304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204863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0E18F-EDA8-47B2-A32C-B9DEC1E4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727" y="2019239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9491B-538E-4B38-A61B-DC33621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87710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6590E-DD2A-4406-8DDF-1345DE4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837064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3CC0C-5201-4003-B1D9-F9547C7A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79905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BA4F3-983A-4A22-993A-03E630A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75884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93EF0-F6FF-4D98-A5D2-CEBC848F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74156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9268C-A8A2-4563-854A-1C3DFBF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72224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92242-9B98-42CB-9BAD-D87AF6E1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68395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9508F-5B68-4FC8-94B7-34676264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625281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01F45-14DC-42D7-BEAE-3CBC0947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58727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2C39C-B00B-42CD-A90D-282D8A7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22" y="256227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6C960-1593-4D6B-A892-C3741F9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190" y="2524542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3153B-76E3-43F9-9EB7-1D4FBBDC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48467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38123-9E32-4A0B-BAA0-E1BBEE8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44666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31A0D-8883-4666-A5F8-435CB87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40646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FF17E-ED8C-4412-9B8D-50287B7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22" y="2369407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38204-7C8B-4532-BA64-3F01F941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35330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41EF7-B1E9-4B5E-8DC8-79AAD70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31501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0D3B8-36B6-4A02-84B8-0FAA7EE3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256336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65FD4-FFA1-4364-94CB-B512E232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439" y="221832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50586-FDA1-4D60-B16B-EE23D38B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757" y="21935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201BF-5AC1-4EEF-A2ED-1C50351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22" y="215582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6E7DF-3175-4FDF-A2C5-2141E4AD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11353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69F4F-276B-4B70-B6F9-2221B12E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757" y="209067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3626D-ADB5-4306-ABBD-F3CA1AD7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05193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42BB2-C298-4028-9AD0-5EA04848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7" y="2022536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DF28D-D717-45D1-A225-C524A17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3147259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0CBB8-970C-417A-8B8C-9269F67D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310722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44A69-AC3B-4F3E-AF4F-16464A21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3069213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1D2C5-9D61-468F-B854-0DD91FA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302900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D51BB-508F-4461-A8A1-5892714B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3011720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EB0F5-92CC-472F-B68D-CB2008DA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99240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B19AC-C301-45C3-A8DD-9DC9B40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95411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D2DA5-95D5-4C98-BDAE-A20084B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895440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E6820-247E-48FB-93F1-73FB663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85743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9C5C5-1BB9-40A6-B322-6FC47C0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71" y="2832428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9EECD-1354-4533-BFCD-08E4780D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639" y="2794701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F084C-6F3B-4ABB-B466-D2F7558C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75483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802F0-635A-4D19-921D-851D7B3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716824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CA831-C83F-4DF3-9C51-6C59C2BA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67661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45B1D-9259-4804-AAD0-22ED16B4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71" y="2639566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1DCE1-038A-4F60-AD00-5F22C69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623461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65A07-4922-43B4-AB27-520A957E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58517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21763-D4DF-4343-99BC-E153199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52649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6B3F8-7A90-430B-9CA3-C94596A1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48848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9D98F-6F24-4881-A205-2F15243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05" y="246370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FA53A-DD80-4F5E-9605-F18FC0A4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71" y="2425981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01763-DC5B-4245-8AA2-C64985AC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38369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F4BC2-DE91-4043-88AB-482E66B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05" y="236083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EF3DA-2157-4E88-B492-9BDE398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71" y="2342023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10442-A561-46D0-A7C3-028561BC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30114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3AD10-EBF2-452F-9266-D7E0F65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26589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3467E-B4F3-424E-A541-1A666A1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891" y="223762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F618F-5D62-4DC8-8E7E-FB111DD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20873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62FAF-D740-4275-AE76-0B40BA90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619" y="2173204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21F94-4B8D-4C8D-BFA1-85250C8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87" y="2138855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4ED50-CC2D-49FD-ADD1-2C41D51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891" y="210946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10156-9C89-4E66-999E-984BA19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05" y="208783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8BD55-C1A5-40E5-871D-FE2D1C4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049097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F955C-BFEC-42DB-B16C-A36C9FCB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25" y="2019703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9A2D8-F5C9-4EF8-9173-A037B015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342742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21BEF-792B-48DE-BC18-08D9DB0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38722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B7236-225E-4826-B470-F4B2FBB6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34904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1650A-8C0D-4BC0-800B-D19846CF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30855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7B83A-5B85-4DAB-B894-795C27C1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27516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19F7F-7C96-4791-9CA2-64602895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23704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A87A2-B4F0-4C4A-80F0-74B96F23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19886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0F860-308E-4FCA-90BE-F824F83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3157646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44EF8-A58E-4EE1-81BF-08599EF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654" y="313838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3F442-01FF-4E8D-AAB5-3BED2B40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310178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B7735-FAD8-48B9-8515-5099D619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308275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18624-5BE2-42BB-9849-053D979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819" y="305747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3D111-D3E3-49E5-8B71-0D190A19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302188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06FCC-DD8A-408E-B9B4-67307502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98167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AA5D6-9A77-444B-831F-F08EA34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94349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1B53D-539F-477F-8A17-3E63337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90301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5C51E-B5A9-4863-86B3-FAA2A09E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86961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067D4-A2D2-4AF3-920F-A6B5491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83149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6B89E-F9D5-429E-9B36-957A64F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79331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B084C-E1AC-4B37-80BE-0969EF57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2752100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75688-37F1-43F6-A69C-A005ABF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654" y="273284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18D6B-3E31-4D48-B8FA-75C0F44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70018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5BD76-1E76-40BF-AE75-343C51F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660145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CC086-B618-4470-BE6E-E037F64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2622136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A09C8-D9CF-4637-8BBD-F8F941E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58193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04459-AF3B-4E2D-B620-21996165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55163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43BB6-29FA-4DC2-B6AF-EB5F89B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654" y="253113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F0854-5A50-4A76-8524-3D60370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819" y="2493411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640A8-953E-4B7D-A0A1-E8279261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2451122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7DDD5-4D91-423F-8C1A-3518E4B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654" y="242825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5354C-67F5-41B3-8A29-4965156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74" y="2410634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A1745-7C66-48E3-9257-123EC3B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370204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879CA-6667-4324-AF69-0C31DFC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33495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CC9B3-860C-4D06-A0FA-95C52C3E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340" y="230668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F6D43-3AC8-4967-AAE2-A3A7AAD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277799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C45C0-2D71-4DF8-93A4-5A800C5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068" y="224226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2219C-C299-4B19-BA88-3648C5D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336" y="220791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8E3B8-356B-4E57-BD83-07932E3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340" y="217852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E4324-9179-478F-A036-7A8B342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654" y="215690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4BCDA-3793-47E3-9F8E-85C3BE25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068" y="2117990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C629B-CFAD-4738-B2F6-AE016E4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819" y="208183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68A3C-7C2B-424C-87AD-47EA005A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27" y="2062299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EC9B1-A90D-4CA6-89CA-345D33A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819" y="2021305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D2E63-A367-4AB0-8E4F-2BC0284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536" y="2888368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D6A13-9D1D-4BE1-8AA9-1725A40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517" y="2835493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58746-0821-40E3-981A-B2A8047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79804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D6ED1-B647-484C-BED5-85E80EA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75964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98E7B-9E8F-4B84-8156-9D32161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68" y="273469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0F25A-FC0E-4B5B-B72F-873A735E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536" y="2696969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7B14E-0510-4924-9F4D-43D6886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65710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80653-5B9E-472C-80F4-00F176A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23" y="261909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F33E7-BCC0-4F1F-9CFC-BFB4F0A9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57888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792CD-9911-4700-B510-2DFF9C8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536" y="2531136"/>
            <a:ext cx="49947" cy="42233"/>
          </a:xfrm>
          <a:custGeom xmlns:a="http://schemas.openxmlformats.org/drawingml/2006/main">
            <a:pathLst>
              <a:path w="49947" h="42233">
                <a:moveTo>
                  <a:pt x="42458" y="19990"/>
                </a:moveTo>
                <a:lnTo>
                  <a:pt x="42458" y="20835"/>
                </a:lnTo>
                <a:cubicBezTo>
                  <a:pt x="42458" y="27592"/>
                  <a:pt x="40600" y="32885"/>
                  <a:pt x="36883" y="36602"/>
                </a:cubicBezTo>
                <a:cubicBezTo>
                  <a:pt x="33167" y="40374"/>
                  <a:pt x="27986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ubicBezTo>
                  <a:pt x="0" y="14472"/>
                  <a:pt x="1915" y="9291"/>
                  <a:pt x="5631" y="5575"/>
                </a:cubicBezTo>
                <a:cubicBezTo>
                  <a:pt x="9348" y="1858"/>
                  <a:pt x="14584" y="0"/>
                  <a:pt x="21285" y="0"/>
                </a:cubicBezTo>
                <a:cubicBezTo>
                  <a:pt x="25903" y="0"/>
                  <a:pt x="29901" y="1014"/>
                  <a:pt x="33223" y="2984"/>
                </a:cubicBezTo>
                <a:cubicBezTo>
                  <a:pt x="36602" y="4955"/>
                  <a:pt x="39079" y="7771"/>
                  <a:pt x="40769" y="11487"/>
                </a:cubicBezTo>
                <a:lnTo>
                  <a:pt x="49947" y="3210"/>
                </a:lnTo>
                <a:lnTo>
                  <a:pt x="49947" y="13289"/>
                </a:lnTo>
                <a:lnTo>
                  <a:pt x="42458" y="19990"/>
                </a:lnTo>
                <a:close/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77" y="31308"/>
                  <a:pt x="29056" y="30464"/>
                  <a:pt x="31421" y="28718"/>
                </a:cubicBezTo>
                <a:cubicBezTo>
                  <a:pt x="33786" y="26973"/>
                  <a:pt x="34912" y="24439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C2C35-C2FD-42B4-81A5-AA90CA9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517" y="2478260"/>
            <a:ext cx="30802" cy="48089"/>
          </a:xfrm>
          <a:custGeom xmlns:a="http://schemas.openxmlformats.org/drawingml/2006/main">
            <a:pathLst>
              <a:path w="30802" h="48089">
                <a:moveTo>
                  <a:pt x="0" y="48089"/>
                </a:moveTo>
                <a:lnTo>
                  <a:pt x="0" y="38516"/>
                </a:lnTo>
                <a:lnTo>
                  <a:pt x="21229" y="33336"/>
                </a:lnTo>
                <a:lnTo>
                  <a:pt x="0" y="28155"/>
                </a:lnTo>
                <a:lnTo>
                  <a:pt x="0" y="19934"/>
                </a:lnTo>
                <a:lnTo>
                  <a:pt x="21004" y="14753"/>
                </a:lnTo>
                <a:lnTo>
                  <a:pt x="0" y="9573"/>
                </a:lnTo>
                <a:lnTo>
                  <a:pt x="0" y="0"/>
                </a:lnTo>
                <a:lnTo>
                  <a:pt x="30802" y="8109"/>
                </a:lnTo>
                <a:lnTo>
                  <a:pt x="30802" y="18864"/>
                </a:lnTo>
                <a:lnTo>
                  <a:pt x="9629" y="24044"/>
                </a:lnTo>
                <a:lnTo>
                  <a:pt x="30802" y="29225"/>
                </a:lnTo>
                <a:lnTo>
                  <a:pt x="30802" y="39980"/>
                </a:lnTo>
                <a:lnTo>
                  <a:pt x="0" y="4808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F47A9-8B07-4477-8E16-C19A0EF5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44081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E75B7-E4C6-437E-A579-CB815A3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402411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DC107-C9F1-4D61-A081-23A7D12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68" y="2362712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4EE36-F6A1-4C39-92ED-44D2ACE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76" y="2343172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1025D-FFB0-4703-AC63-D9E5E4F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68" y="2302178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2F31B-2644-429E-8249-853BC2A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03" y="227790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85FF0-0C3A-41B9-98C9-3C3DF60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68" y="2240181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C9E0E-4C65-4D1B-A7BD-8CEB7A8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68" y="219670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01E3C-12D0-4D40-95B9-C0B7C23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03" y="217243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60914-0897-45C1-A30D-16CDBE83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536" y="2131671"/>
            <a:ext cx="42514" cy="34912"/>
          </a:xfrm>
          <a:custGeom xmlns:a="http://schemas.openxmlformats.org/drawingml/2006/main">
            <a:pathLst>
              <a:path w="42514" h="34912">
                <a:moveTo>
                  <a:pt x="39530" y="0"/>
                </a:moveTo>
                <a:cubicBezTo>
                  <a:pt x="40543" y="1971"/>
                  <a:pt x="41332" y="3998"/>
                  <a:pt x="41782" y="6082"/>
                </a:cubicBezTo>
                <a:cubicBezTo>
                  <a:pt x="42233" y="8221"/>
                  <a:pt x="42514" y="10417"/>
                  <a:pt x="42514" y="12670"/>
                </a:cubicBezTo>
                <a:cubicBezTo>
                  <a:pt x="42514" y="19540"/>
                  <a:pt x="40656" y="24945"/>
                  <a:pt x="36827" y="28943"/>
                </a:cubicBezTo>
                <a:cubicBezTo>
                  <a:pt x="33054" y="32941"/>
                  <a:pt x="27874" y="34912"/>
                  <a:pt x="21285" y="34912"/>
                </a:cubicBezTo>
                <a:cubicBezTo>
                  <a:pt x="14753" y="34912"/>
                  <a:pt x="9573" y="32941"/>
                  <a:pt x="5744" y="28943"/>
                </a:cubicBezTo>
                <a:cubicBezTo>
                  <a:pt x="1915" y="24945"/>
                  <a:pt x="0" y="19540"/>
                  <a:pt x="0" y="12670"/>
                </a:cubicBezTo>
                <a:cubicBezTo>
                  <a:pt x="0" y="10417"/>
                  <a:pt x="282" y="8221"/>
                  <a:pt x="788" y="6082"/>
                </a:cubicBezTo>
                <a:cubicBezTo>
                  <a:pt x="1295" y="3998"/>
                  <a:pt x="2027" y="1971"/>
                  <a:pt x="3041" y="0"/>
                </a:cubicBezTo>
                <a:lnTo>
                  <a:pt x="11544" y="0"/>
                </a:lnTo>
                <a:cubicBezTo>
                  <a:pt x="10192" y="1971"/>
                  <a:pt x="9235" y="3885"/>
                  <a:pt x="8615" y="5800"/>
                </a:cubicBezTo>
                <a:cubicBezTo>
                  <a:pt x="7996" y="7715"/>
                  <a:pt x="7658" y="9742"/>
                  <a:pt x="7658" y="11825"/>
                </a:cubicBezTo>
                <a:cubicBezTo>
                  <a:pt x="7658" y="15654"/>
                  <a:pt x="8897" y="18639"/>
                  <a:pt x="11318" y="20778"/>
                </a:cubicBezTo>
                <a:cubicBezTo>
                  <a:pt x="13740" y="22918"/>
                  <a:pt x="17062" y="23988"/>
                  <a:pt x="21285" y="23988"/>
                </a:cubicBezTo>
                <a:cubicBezTo>
                  <a:pt x="25565" y="23988"/>
                  <a:pt x="28887" y="22918"/>
                  <a:pt x="31308" y="20778"/>
                </a:cubicBezTo>
                <a:cubicBezTo>
                  <a:pt x="33730" y="18639"/>
                  <a:pt x="34912" y="15654"/>
                  <a:pt x="34912" y="11825"/>
                </a:cubicBezTo>
                <a:cubicBezTo>
                  <a:pt x="34912" y="9742"/>
                  <a:pt x="34631" y="7715"/>
                  <a:pt x="34011" y="5800"/>
                </a:cubicBezTo>
                <a:cubicBezTo>
                  <a:pt x="33392" y="3885"/>
                  <a:pt x="32378" y="1971"/>
                  <a:pt x="31027" y="0"/>
                </a:cubicBezTo>
                <a:lnTo>
                  <a:pt x="39530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A78AC-53FE-430D-B2E2-2B259F49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23" y="209236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42714-8D9E-4FFB-BB0F-611359CF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85" y="205441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70A2D-FE72-461E-976B-FF52EEB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789" y="2024343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E88EA-2BF8-4080-B1C9-D0A6C8D4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83" y="270481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9A43B-5C1C-4037-A7AC-13DACA4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83" y="268769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90ECB-D7DC-4E18-B5B2-F2C455BC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102" y="2647374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309BC-DC90-45FE-9133-F123D8E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613024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8AADA-4548-4692-A869-AF129C3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57298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3D467-6909-4097-9E1D-26B025EA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83" y="253497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00583-FC85-4BB2-9A51-43D5C385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4947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5E476-53AC-48FE-860C-D86A125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29" y="247151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91CEF-15BF-463B-ABED-79039558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44065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D27D7-0B11-4D2E-B470-1A547309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049" y="2412391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288B5-9913-4ADE-9750-FCC7BD6D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37753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19AB8-691F-43DD-BD83-14F8F5E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34549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1B636-D4D5-40AA-A47C-03346A4E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31570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8C430-E11D-4F94-94CE-7AB8E66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275670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9404F-8082-42AF-9AAB-867D9ADF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83" y="2237660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2CC3D-ADF2-4803-A724-F2091E3F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19745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56850-DC56-4942-AF82-BEF0100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45" y="2167160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F34B3-52E5-4D88-98D2-640DD72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97" y="2132698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BEE75-E6AD-496B-99A3-9CB90F7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364" y="210747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04D4B-CC70-4007-9D28-F4B4A0E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97" y="2069743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13BF7-3005-4FF1-87E3-65077C9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83" y="202745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5F536-DC5A-4A90-9F3B-130DB2F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323209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8F92B-EBF6-4B3D-B315-A4AA207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19189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0A803-FD1D-46C1-8547-EAEB3BF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15371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338B8-13EA-4D0C-B82B-0648796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113224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D1388-99C6-44E9-988F-35C46A0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07983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19171-39D8-4FC5-9A56-3BBA812C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04171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C1084-AF5D-4BC3-9EE3-FDB99A0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300353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A741B-D08F-448E-9102-96EF4271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962313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11E04-8E86-4D2B-A7DF-BE1FD8D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001" y="294305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CF346-55EF-47FC-98B8-AFDD24FF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90645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90A49-0B01-4A5C-8089-41B0089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88742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761D5-3ECA-4F39-A80F-7644315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66" y="286213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778F5-171D-4403-8B78-B461EE5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82654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5BB14-6C7A-4A65-AF60-313D66C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78634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54720-0910-414E-9B22-1FCCA3D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74816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13670-1092-4B59-9508-15FE9889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70767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C4A53-1AC8-4BA9-BE23-5A4E341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67428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187BE-C6EE-4591-B18D-94548863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63616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5ED7D-CC59-44EC-BE6E-348B4475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59798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1BD95-5BFA-4B6B-A29E-198FF972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556766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59242-2499-4302-BA75-A98E0D0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001" y="253750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B48DB-A093-4D59-B193-AC7147D2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504848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5B2C0-E46E-46D9-B20E-CF9B55E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46481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89171-8104-45AA-9297-986D6CE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42680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FF4CC-3B8B-4798-A266-F75D1F7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38659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215FA-2854-42C2-A257-6DDF87AC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35630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0F99A-741C-412C-A938-3A58669D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001" y="233580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1C413-D25D-4C87-9C88-64F0A43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491" y="2296613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B48BC-4FBA-4DF7-A902-8866A921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574" y="2277918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C86D5-6E64-4EBF-848C-724C220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66" y="2237487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3660D-6594-4C7A-BAC5-3C954A9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195198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4EB9F-5891-4D25-9F39-AB9DE37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001" y="217233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7F147-7825-4241-A005-39CE3C68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421" y="213151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028ED-28FE-4493-AA39-C4FD7A23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09541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B6D0B-DCE1-4009-9426-B595175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06011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D765B-E265-4CA6-998A-C1052E8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83" y="202198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F3F02-4AD4-4197-AEA6-F5C6952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332929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4F008-0200-41EC-98B6-C2725DF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28908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6B17E-0ADC-403A-91B8-EC204CD6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25090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D2F6F-12E6-4EA5-BCD4-393B03F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21042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43202-DE0D-48BC-981B-7C064600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17702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8350A-B8FB-40DE-81A8-0AAD5D93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13890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0941C-3E47-4E79-99B2-90DD46A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10072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892FD-C88B-4415-B434-01288FDE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3059509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6C892-93DC-4E14-B0E9-168E4B49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0" y="304025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E44CB-117E-4326-BCC0-A59A477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300365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1117E-69E0-41D6-A425-B4EB93E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98461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B615A-227A-4A56-A0EE-97413FF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15" y="295933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40C97-FFC3-4F59-9F80-25872979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92374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1EADF-9A77-4175-8B21-E799AD4D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88354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8AF38-357E-4365-B0CA-6D0AD3E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8453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E0E77-C002-46F1-A269-BE81B93A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804874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8B0CF-1064-4C51-8F7A-EF3612D7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77148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86D0E-5B7D-45F8-BA85-6CB0AE23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73336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96558-5C13-4590-A5CB-72228356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69518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9815B-50BB-4738-8ED0-5681E983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653963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05CDC-2092-43AA-A333-0FF768A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0" y="263470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778B5-0727-4C7B-9301-A414512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602045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1ED2B-6225-4462-9DE0-369A8501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56200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D1E10-7E70-414D-A74D-7067B91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52399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CD9CC-6C31-4715-B0B3-4B87ED6B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48379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6EF05-E25E-4042-AFA0-9F61DFC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45349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3029F-80A3-4E84-8938-4C8EEE04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0" y="243300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B6D62-DFBD-4D01-8EBD-8EB5D31D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939" y="2393810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D8529-39B3-4EE9-A540-6070D9B5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023" y="237511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158B4-21C7-4034-A6CB-2A8A3B8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15" y="2334684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42FA5-258A-40BA-9E6E-303F048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29239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E3AFA-F89A-4890-9786-1CBE7E6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0" y="226953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E279D-6B97-4B7A-A615-C1499D55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69" y="225190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18D2F-A1F4-4EA0-9A95-05E046D2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21147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F1AD5-1E63-4CDE-A806-A41170C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17622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A0DA5-4ADF-44DD-8DFA-D9E6D3F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35" y="214795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2A9D3-56D6-4229-ABB2-BD6D3BCB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11907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2A0C2-0AC6-4D87-AE4F-46714A09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63" y="208354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381A7-71D0-4F1A-8FAC-FBF7774C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31" y="204919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1284F-1CE9-41F9-8EB1-711B18D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35" y="201979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CD9F6-1875-44F3-B83E-31A41879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332929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4FD74-1349-49B9-9168-D0E42785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28908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16EA3-F1A7-4EAA-AF7F-C41815CA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25090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A5E34-A781-4727-BB77-9495674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210421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230D4-DFB4-4CF8-B9D8-DD605D3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17702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D4887-70C1-415A-B481-4875CE8B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13890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4A6F3-5FA0-43E1-B8EE-44461F1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10072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6A6E2-892D-4E5E-8482-F93D739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3059509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8F585-6089-40C9-B825-DCE3611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99" y="304025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95642-9AC1-4007-95E0-EEAF2A6A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3003650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787CA-1D80-4DE6-BF38-63EA18D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98461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171CF-4702-430F-A9BF-61506A1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64" y="2959333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67153-B734-47D3-B8C6-F05B32C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923745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0E7A6-760D-4DE5-AC0F-8A07D3F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88354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E301B-F079-4809-9C64-29756409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8453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AA9C6-61AF-4322-85A2-1F21C0D9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804874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C7F8B-86F2-4754-8235-75FCBD3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771483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F2435-A45A-4514-A651-E7000F43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73336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0742B-BD13-4552-B843-9C48A00F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69518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378FB-19B7-4D06-A594-1C622B6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653963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5A5BC-BA34-48EE-A469-2F425B6E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99" y="263470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FEA5E-A809-4E63-A006-E6D86471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602045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8884B-A338-45CC-A1CE-21EE6001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56200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B0987-7C08-4611-A95C-F019C55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523999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527CD-A8D4-45F8-8707-144D512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48379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C1B3D-D698-442E-885B-5C2BA21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45349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CD8E4-A773-46A9-8484-3A17CE1B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99" y="243300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5C92F-CDFF-4991-87AF-9E80C58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64" y="2394654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4DACA-E73C-4FB1-AC59-E250283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471" y="2375114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9ED09-46BC-4D53-A1C3-AEAD5FA1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332" y="2334684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6A064-C555-4104-A9DA-3C03905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29239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0ADAE-AA81-4890-9396-E1EE391E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99" y="226953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9E582-BD1D-40E0-8474-A3084AC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318" y="2251908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8108B-B17E-4C23-BE5D-C1B5DD9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211477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505A9-34E4-42B3-BE42-6B19AB3A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17622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36DCF-1BE2-46E0-949E-93A583A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84" y="214795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402E3-6A69-4AAE-A568-102C933B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119072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D0958-96E2-4C01-AB34-6F60823B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12" y="2083540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468CA-989B-4610-8512-FE1A32D4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80" y="2049191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B467F-D81D-4B3B-8763-5256B3A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84" y="201979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CF2D2-2C7A-4730-BA64-9B1F2F0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592" y="3165482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0F845-EA98-4374-BAD2-DC2B22F2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3124883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B8107-BA15-4853-8D98-D784B61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30868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476FF-504C-43A4-B2D4-58529ABF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3048470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7F200-7CC8-45A4-AA3F-51857DA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324" y="3000775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FB3A4-10CD-4F97-9A7B-A238E03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96963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5BD4E-0E41-4A9C-B04C-F13E8C1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93613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706DD-710F-40CE-B10B-9D7C15AD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79" y="2918900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C98C4-4CD1-4945-B425-8DEEA4B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883312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FCCB8-6A6B-4B05-A01A-66863D3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45" y="285504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80CD8-5E52-466D-AFC7-F203CEE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82018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C8C4E-1D82-4735-B9BF-BA31013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78003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817D9-2160-490F-8395-FF5CEAF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45" y="2750025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8DFB6-F7D4-426E-9222-150BD86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324" y="272817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57AE4-6D42-4AD0-8419-FAFA89D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69191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9B6FC-1DA7-4933-99D7-19992C7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65593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AF4E8-76CA-405E-B4C1-4AA4AD2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620624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3A70D-76F1-40BE-B7DE-5EA1E401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58712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ADBBB-EDF0-4B10-9FAF-F88ECF55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45" y="255885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7C141-27B1-4034-BBAD-4BB48851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159" y="253722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F343A-E289-4E93-AE30-9C4125FC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50333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F6B8B-AB56-4D40-A171-5260D086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79" y="2475682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F4CB5-813C-4C6E-9A9F-BDEE78A5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45" y="245056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22351-FD93-4DC0-8FC7-8E7B540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159" y="242894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FBF6A-B738-4D1B-963B-D4BC7374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324" y="239059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47AF0-BDE8-45E9-AA3B-C275035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159" y="236638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9B68A-1C23-40C0-98E9-6F6591E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325559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6B7AB-2E2D-4A3D-9447-1190F755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73" y="2287324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0FF56-D5F2-4A84-8668-C45DD338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45" y="226068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14E3F-92F1-4424-A0E7-D61344DF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79" y="222369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4B4F4-7CAD-4138-975A-3439CDD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79" y="220471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7AF74-BD5E-4B55-B9F6-1333BA9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41" y="216642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E9E53-6932-4855-AA60-3B04E6BD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159" y="214164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F57B1-F5A9-4F53-9109-BFC8E43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324" y="2103302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397C2-2D40-49DB-BCE5-F92E5518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592" y="2065124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15212-CA05-4EB0-A021-5BF2D3E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79" y="2022440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85238-FA5A-4041-B2C6-51C155B4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42" y="3498997"/>
            <a:ext cx="42514" cy="42233"/>
          </a:xfrm>
          <a:custGeom xmlns:a="http://schemas.openxmlformats.org/drawingml/2006/main">
            <a:pathLst>
              <a:path w="42514" h="42233">
                <a:moveTo>
                  <a:pt x="7658" y="21116"/>
                </a:moveTo>
                <a:cubicBezTo>
                  <a:pt x="7658" y="24382"/>
                  <a:pt x="8897" y="26860"/>
                  <a:pt x="11262" y="28662"/>
                </a:cubicBezTo>
                <a:cubicBezTo>
                  <a:pt x="13627" y="30464"/>
                  <a:pt x="17006" y="31308"/>
                  <a:pt x="21285" y="31308"/>
                </a:cubicBezTo>
                <a:cubicBezTo>
                  <a:pt x="25621" y="31308"/>
                  <a:pt x="29000" y="30464"/>
                  <a:pt x="31365" y="28662"/>
                </a:cubicBezTo>
                <a:cubicBezTo>
                  <a:pt x="33730" y="26860"/>
                  <a:pt x="34912" y="24382"/>
                  <a:pt x="34912" y="21116"/>
                </a:cubicBezTo>
                <a:cubicBezTo>
                  <a:pt x="34912" y="17907"/>
                  <a:pt x="33730" y="15429"/>
                  <a:pt x="31365" y="13627"/>
                </a:cubicBezTo>
                <a:cubicBezTo>
                  <a:pt x="29000" y="11825"/>
                  <a:pt x="25621" y="10924"/>
                  <a:pt x="21285" y="10924"/>
                </a:cubicBezTo>
                <a:cubicBezTo>
                  <a:pt x="17006" y="10924"/>
                  <a:pt x="13627" y="11825"/>
                  <a:pt x="11262" y="13627"/>
                </a:cubicBezTo>
                <a:cubicBezTo>
                  <a:pt x="8897" y="15429"/>
                  <a:pt x="7658" y="17907"/>
                  <a:pt x="7658" y="21116"/>
                </a:cubicBezTo>
                <a:close/>
                <a:moveTo>
                  <a:pt x="0" y="21116"/>
                </a:moveTo>
                <a:cubicBezTo>
                  <a:pt x="0" y="14528"/>
                  <a:pt x="1915" y="9348"/>
                  <a:pt x="5687" y="5631"/>
                </a:cubicBezTo>
                <a:cubicBezTo>
                  <a:pt x="9460" y="1915"/>
                  <a:pt x="14641" y="0"/>
                  <a:pt x="21285" y="0"/>
                </a:cubicBezTo>
                <a:cubicBezTo>
                  <a:pt x="27930" y="0"/>
                  <a:pt x="33167" y="1915"/>
                  <a:pt x="36883" y="5631"/>
                </a:cubicBezTo>
                <a:cubicBezTo>
                  <a:pt x="40656" y="9348"/>
                  <a:pt x="42514" y="14528"/>
                  <a:pt x="42514" y="21116"/>
                </a:cubicBezTo>
                <a:cubicBezTo>
                  <a:pt x="42514" y="27705"/>
                  <a:pt x="40656" y="32885"/>
                  <a:pt x="36883" y="36602"/>
                </a:cubicBezTo>
                <a:cubicBezTo>
                  <a:pt x="33167" y="40374"/>
                  <a:pt x="27930" y="42233"/>
                  <a:pt x="21285" y="42233"/>
                </a:cubicBezTo>
                <a:cubicBezTo>
                  <a:pt x="14641" y="42233"/>
                  <a:pt x="9460" y="40374"/>
                  <a:pt x="5687" y="36602"/>
                </a:cubicBezTo>
                <a:cubicBezTo>
                  <a:pt x="1915" y="32885"/>
                  <a:pt x="0" y="27705"/>
                  <a:pt x="0" y="2111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CB64E-4169-4159-8785-6BEB313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45839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7CA4B-3AC5-4515-A466-FB1019B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42038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53A15-C7B1-4A3B-9841-42B1AF74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38198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7CC2A-F508-44AB-81E8-8371F54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74" y="3334290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991E4-31ED-43F7-B42F-71DDBF75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303150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8D7AC-22CC-4AF8-9406-09DD9565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269646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6E26B-11DA-4422-8CAB-D2A1C390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3252415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FA7E4-7A3F-44D4-9FDB-751ADBD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216827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C6907-7853-4AD6-AB5F-0A81523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94" y="3188559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254D1-9612-40B3-8566-0F75E8AE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15370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CAFB8-DDCD-4109-A75E-25D2749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113553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AAECD-A3A2-4A7E-B483-C057CAA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94" y="308354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630B2-1423-4EAE-A9D0-0E9EAC6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74" y="306169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F3EAE-A204-4C5A-891C-C2AF437C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302542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7E2BF-0228-4239-AD91-2CA204F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989446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3FD1C-5314-4005-B5F3-6D009F9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95413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4B593-588E-4577-B98A-29D24E6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92063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EEAD8-51EA-4C03-854B-7F6E7D1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94" y="289236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5BACB-9389-4D36-94DC-372F81CA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87074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1C1A7-B4AD-4C8A-9881-A457E23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836845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BE907-9D99-479E-91B9-496F5518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2809196"/>
            <a:ext cx="42796" cy="23932"/>
          </a:xfrm>
          <a:custGeom xmlns:a="http://schemas.openxmlformats.org/drawingml/2006/main">
            <a:pathLst>
              <a:path w="42796" h="23932">
                <a:moveTo>
                  <a:pt x="0" y="0"/>
                </a:moveTo>
                <a:lnTo>
                  <a:pt x="6476" y="0"/>
                </a:lnTo>
                <a:lnTo>
                  <a:pt x="6476" y="5462"/>
                </a:lnTo>
                <a:cubicBezTo>
                  <a:pt x="6476" y="6870"/>
                  <a:pt x="6757" y="7827"/>
                  <a:pt x="7264" y="8390"/>
                </a:cubicBezTo>
                <a:cubicBezTo>
                  <a:pt x="7771" y="8953"/>
                  <a:pt x="8615" y="9179"/>
                  <a:pt x="9854" y="9179"/>
                </a:cubicBezTo>
                <a:lnTo>
                  <a:pt x="11994" y="9179"/>
                </a:lnTo>
                <a:lnTo>
                  <a:pt x="11994" y="788"/>
                </a:lnTo>
                <a:lnTo>
                  <a:pt x="19033" y="788"/>
                </a:lnTo>
                <a:lnTo>
                  <a:pt x="19033" y="9179"/>
                </a:lnTo>
                <a:lnTo>
                  <a:pt x="42796" y="9179"/>
                </a:lnTo>
                <a:lnTo>
                  <a:pt x="42796" y="19033"/>
                </a:lnTo>
                <a:lnTo>
                  <a:pt x="19033" y="19033"/>
                </a:lnTo>
                <a:lnTo>
                  <a:pt x="19033" y="23932"/>
                </a:lnTo>
                <a:lnTo>
                  <a:pt x="11994" y="23932"/>
                </a:lnTo>
                <a:lnTo>
                  <a:pt x="11994" y="19033"/>
                </a:lnTo>
                <a:lnTo>
                  <a:pt x="9854" y="19033"/>
                </a:lnTo>
                <a:cubicBezTo>
                  <a:pt x="6532" y="19033"/>
                  <a:pt x="4054" y="18132"/>
                  <a:pt x="2421" y="16217"/>
                </a:cubicBezTo>
                <a:cubicBezTo>
                  <a:pt x="845" y="14359"/>
                  <a:pt x="0" y="11487"/>
                  <a:pt x="0" y="754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57000-C722-424A-8E38-0281DC1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94" y="278408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1B730-5CCC-4AEF-93F3-B39916A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76245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E4A96-65DD-4856-9D6D-A23DA644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74" y="2722817"/>
            <a:ext cx="41050" cy="34068"/>
          </a:xfrm>
          <a:custGeom xmlns:a="http://schemas.openxmlformats.org/drawingml/2006/main">
            <a:pathLst>
              <a:path w="41050" h="34068">
                <a:moveTo>
                  <a:pt x="8728" y="15879"/>
                </a:moveTo>
                <a:lnTo>
                  <a:pt x="25903" y="27479"/>
                </a:lnTo>
                <a:lnTo>
                  <a:pt x="25903" y="15879"/>
                </a:lnTo>
                <a:lnTo>
                  <a:pt x="8728" y="15879"/>
                </a:lnTo>
                <a:close/>
                <a:moveTo>
                  <a:pt x="0" y="17625"/>
                </a:moveTo>
                <a:lnTo>
                  <a:pt x="0" y="5856"/>
                </a:lnTo>
                <a:lnTo>
                  <a:pt x="25903" y="5856"/>
                </a:lnTo>
                <a:lnTo>
                  <a:pt x="25903" y="0"/>
                </a:lnTo>
                <a:lnTo>
                  <a:pt x="33561" y="0"/>
                </a:lnTo>
                <a:lnTo>
                  <a:pt x="33561" y="5856"/>
                </a:lnTo>
                <a:lnTo>
                  <a:pt x="41050" y="5856"/>
                </a:lnTo>
                <a:lnTo>
                  <a:pt x="41050" y="15879"/>
                </a:lnTo>
                <a:lnTo>
                  <a:pt x="33561" y="15879"/>
                </a:lnTo>
                <a:lnTo>
                  <a:pt x="33561" y="34068"/>
                </a:lnTo>
                <a:lnTo>
                  <a:pt x="24495" y="34068"/>
                </a:lnTo>
                <a:lnTo>
                  <a:pt x="0" y="176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3002B-A6A5-46D6-A77D-C816FA48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69989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F79D6-2761-4230-B3BA-3FDB343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659073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D1519-58FF-4CFB-A916-7FE6B68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22" y="2620839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82FE1-0466-4332-A4F9-9E258D60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94" y="259420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FC024-F7D7-4DA6-9CD0-C03C0EC8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255720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6BD0C-E869-48CF-8F7E-9E7D360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253823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6F561-44F3-4A3C-88F7-5DB13269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499941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0D9D1-3E51-401E-B386-46053889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47516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6949F-D90E-4312-800D-F29B152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74" y="2436817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1F85E-A5F1-44FA-BF5B-E6B85D37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42" y="2398639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768F4-BFF9-4ED6-B38A-D4A055F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2355956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30EB1-E608-4590-A401-B88326D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33309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FAFB2-A421-4C7D-8BD6-A8ACC8F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29457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D8EB1-8948-4787-B33D-58885C7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254090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C64BE-8038-4443-8842-F860CC28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215292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FE111-1979-46E1-9D91-F43CF80B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90" y="2183252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0C8F8-3BEB-4012-9123-900953D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028" y="214377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E3ABA-4932-416A-BD26-8C62D7B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08" y="211905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861BE-C37F-4827-863E-ADC6951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42" y="2081330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791E4-823B-4638-B9D5-B3E410B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181" y="206117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25859-91E2-466C-B807-B515D34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74" y="2020177"/>
            <a:ext cx="41782" cy="30914"/>
          </a:xfrm>
          <a:custGeom xmlns:a="http://schemas.openxmlformats.org/drawingml/2006/main">
            <a:pathLst>
              <a:path w="41782" h="30914">
                <a:moveTo>
                  <a:pt x="0" y="29281"/>
                </a:moveTo>
                <a:lnTo>
                  <a:pt x="0" y="2984"/>
                </a:lnTo>
                <a:lnTo>
                  <a:pt x="7771" y="2984"/>
                </a:lnTo>
                <a:lnTo>
                  <a:pt x="7771" y="20835"/>
                </a:lnTo>
                <a:lnTo>
                  <a:pt x="14134" y="20835"/>
                </a:lnTo>
                <a:cubicBezTo>
                  <a:pt x="13909" y="20046"/>
                  <a:pt x="13740" y="19258"/>
                  <a:pt x="13627" y="18413"/>
                </a:cubicBezTo>
                <a:cubicBezTo>
                  <a:pt x="13514" y="17625"/>
                  <a:pt x="13458" y="16780"/>
                  <a:pt x="13458" y="15879"/>
                </a:cubicBezTo>
                <a:cubicBezTo>
                  <a:pt x="13458" y="10868"/>
                  <a:pt x="14753" y="6982"/>
                  <a:pt x="17231" y="4167"/>
                </a:cubicBezTo>
                <a:cubicBezTo>
                  <a:pt x="19709" y="1408"/>
                  <a:pt x="23200" y="0"/>
                  <a:pt x="27648" y="0"/>
                </a:cubicBezTo>
                <a:cubicBezTo>
                  <a:pt x="32097" y="0"/>
                  <a:pt x="35588" y="1520"/>
                  <a:pt x="38066" y="4561"/>
                </a:cubicBezTo>
                <a:cubicBezTo>
                  <a:pt x="40543" y="7602"/>
                  <a:pt x="41782" y="11825"/>
                  <a:pt x="41782" y="17175"/>
                </a:cubicBezTo>
                <a:cubicBezTo>
                  <a:pt x="41782" y="19540"/>
                  <a:pt x="41557" y="21848"/>
                  <a:pt x="41106" y="24101"/>
                </a:cubicBezTo>
                <a:cubicBezTo>
                  <a:pt x="40712" y="26410"/>
                  <a:pt x="40037" y="28662"/>
                  <a:pt x="39136" y="30914"/>
                </a:cubicBezTo>
                <a:lnTo>
                  <a:pt x="30802" y="30914"/>
                </a:lnTo>
                <a:cubicBezTo>
                  <a:pt x="32097" y="28662"/>
                  <a:pt x="33054" y="26578"/>
                  <a:pt x="33674" y="24551"/>
                </a:cubicBezTo>
                <a:cubicBezTo>
                  <a:pt x="34349" y="22524"/>
                  <a:pt x="34631" y="20666"/>
                  <a:pt x="34631" y="18864"/>
                </a:cubicBezTo>
                <a:cubicBezTo>
                  <a:pt x="34631" y="16330"/>
                  <a:pt x="34011" y="14303"/>
                  <a:pt x="32773" y="12839"/>
                </a:cubicBezTo>
                <a:cubicBezTo>
                  <a:pt x="31534" y="11375"/>
                  <a:pt x="29788" y="10586"/>
                  <a:pt x="27648" y="10586"/>
                </a:cubicBezTo>
                <a:cubicBezTo>
                  <a:pt x="25509" y="10586"/>
                  <a:pt x="23819" y="11375"/>
                  <a:pt x="22580" y="12839"/>
                </a:cubicBezTo>
                <a:cubicBezTo>
                  <a:pt x="21342" y="14303"/>
                  <a:pt x="20666" y="16330"/>
                  <a:pt x="20666" y="18864"/>
                </a:cubicBezTo>
                <a:cubicBezTo>
                  <a:pt x="20666" y="20441"/>
                  <a:pt x="20891" y="22074"/>
                  <a:pt x="21285" y="23763"/>
                </a:cubicBezTo>
                <a:cubicBezTo>
                  <a:pt x="21679" y="25452"/>
                  <a:pt x="22299" y="27310"/>
                  <a:pt x="23087" y="29281"/>
                </a:cubicBezTo>
                <a:lnTo>
                  <a:pt x="0" y="29281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62223-86A7-45A1-8C65-BEC9CBF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223" y="2947571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619"/>
                </a:lnTo>
                <a:lnTo>
                  <a:pt x="7996" y="619"/>
                </a:lnTo>
                <a:lnTo>
                  <a:pt x="7996" y="18582"/>
                </a:lnTo>
                <a:lnTo>
                  <a:pt x="15654" y="18582"/>
                </a:lnTo>
                <a:lnTo>
                  <a:pt x="15654" y="1689"/>
                </a:lnTo>
                <a:lnTo>
                  <a:pt x="23650" y="1689"/>
                </a:lnTo>
                <a:lnTo>
                  <a:pt x="2365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EDA3C-C2FB-42C4-B71D-73D8C164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928876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99535-DF4D-4699-96EA-86EA8A2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88867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6C9F3-6B83-49DA-9697-8F674CCA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471" y="2850605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CB55C-6887-4FFC-B42C-F80E0E12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743" y="282025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812F4-AD28-43E9-9D88-988DE9A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783258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D84D1-9BBB-4406-BF6B-933D7FD7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743390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B04E1-9AD5-4916-95BB-A1F371F7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713095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AF517-737B-4F20-A339-4AD164A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223" y="2669624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8ED9E-A1C8-4469-A0FA-76816D8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223" y="2653575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369D4-F0D0-431C-8366-2673CD4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223" y="2627842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2E168-98DD-4B30-869C-48B8FEA9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590057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545FC-F64C-4E1F-80AD-FF48663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471" y="2551823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51077-A841-4AAD-814D-0E8A176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743" y="2525188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AEBF6-7E30-480D-A89A-3868B810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488192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DEABE-5660-43D7-879A-5327C37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46921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B170C-4E93-4C3A-92FB-C29F021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43092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0AE61-CB91-44D8-95FA-F09B15C8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57" y="240614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ACEFF-D630-4EBF-9D78-98B04C6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223" y="236780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034AD-DAC1-486E-901F-2CB79DC6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326131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D49DE-B356-45C5-A354-8709FD17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57" y="23032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11279-5626-4782-86A4-0B6DAC9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264641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91175-4040-4D78-9F83-57DFE87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224435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1FDCF-34C7-4333-8061-F32AE7D9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186144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CDC93-FF72-4786-96E6-EA163B0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471" y="2146051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F7B2B-00FE-44EC-9E6B-3B351980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103537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33315-AA2B-4075-8C0D-A34EBA8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39" y="206552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DFC73-7822-49AB-9494-C04DC0F5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77" y="2027237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A2FF6-4EED-4887-AFE6-8A44D63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758253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619"/>
                </a:lnTo>
                <a:lnTo>
                  <a:pt x="7996" y="619"/>
                </a:lnTo>
                <a:lnTo>
                  <a:pt x="7996" y="18582"/>
                </a:lnTo>
                <a:lnTo>
                  <a:pt x="15654" y="18582"/>
                </a:lnTo>
                <a:lnTo>
                  <a:pt x="15654" y="1689"/>
                </a:lnTo>
                <a:lnTo>
                  <a:pt x="23650" y="1689"/>
                </a:lnTo>
                <a:lnTo>
                  <a:pt x="2365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84F7A-CC29-475D-B108-E0F5E501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926" y="273955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E1F4A-B17E-4A1A-B68C-548A2072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69935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8D6D0-015D-455E-A31E-18CE555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920" y="266128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9E459-D68A-456A-8918-E30E2B2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92" y="263093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4D276-A151-455E-91A6-5A94ACA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926" y="259394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F6003-4474-4BFA-B631-43FAE8B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5540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B21DA-E9FF-4194-BE6D-3AB318F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52377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BBCFE-3C9B-4C43-B058-D230EE2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480306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F223D-9D48-4E57-AB0A-8DC6CD5F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46425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545B7-2734-4CEA-940B-AFDFC73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43852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5D8EC-DCCB-4ED5-9169-D3EE8EAA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244" y="240293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979EE-69A7-4BAB-BCFE-DE3A5DF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36042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C2C7E-B9A1-4E36-81AE-ED40D77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92" y="233226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B6B37-A232-434F-B437-54A6670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06" y="231064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FA996-BDF6-428B-B1FE-9C966EB0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27190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05AD2-F320-4DEC-B35C-348A5352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23203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7F80D-B36A-4357-9F7E-05DE31B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88" y="219306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0B1DB-BDFA-45CF-A668-6E15FC2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06" y="21703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93073-08E2-4C08-9404-E861B51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131971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040F9-F18C-4BA7-B87F-DDBDDF31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79" y="211243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41CDD-E528-4507-A42D-9300E02A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939" y="2072000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C6F7D-B649-4D42-A1AC-A67F1C1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71" y="202852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E07A8-9579-43DD-AD06-2DBC5401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758253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619"/>
                </a:lnTo>
                <a:lnTo>
                  <a:pt x="7996" y="619"/>
                </a:lnTo>
                <a:lnTo>
                  <a:pt x="7996" y="18582"/>
                </a:lnTo>
                <a:lnTo>
                  <a:pt x="15654" y="18582"/>
                </a:lnTo>
                <a:lnTo>
                  <a:pt x="15654" y="1689"/>
                </a:lnTo>
                <a:lnTo>
                  <a:pt x="23650" y="1689"/>
                </a:lnTo>
                <a:lnTo>
                  <a:pt x="2365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818C8-844A-4128-824F-8FBCBE84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374" y="273955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0DA9C-1C84-45F4-8731-5F1F6CB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69935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B1C8D-3623-4B51-9A4E-1C5C1CC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368" y="2661287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A4214-EE39-451E-BDD5-84C8F9F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40" y="263093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FFDA6-418D-4D17-95DB-4A2F233B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374" y="259394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6368B-BB28-4F63-BA28-7513881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55407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28B7F-6E3F-4E20-8C6E-5F6DEB55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523777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EDA2F-05CB-4D39-9F78-A18FCC43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480306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9C057-324E-49B9-BBE1-6C281860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46425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9C311-7596-41C6-8231-32B164A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438524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C1B4F-5C81-45E8-A215-D70BC054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93" y="240293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19FD9-077F-4998-939D-50D32E16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36042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A79AC-257F-478A-A677-082F53AA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40" y="233226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3AC86-B69E-4F71-B65A-9048C8C3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55" y="2310643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E3E0F-1B4F-4C81-A71B-2907E8E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271902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B10DE-AEA7-424D-B006-DBE947ED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23203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185BA-6AAD-40BE-9C49-CE3867A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36" y="2193068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4DAD3-CC0E-4AEF-ADF9-EE1AF70E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55" y="2170318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9F008-59AC-4265-9C28-79C5428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388" y="2132985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432E1-A026-4910-8E41-E7CD7318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527" y="2112431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7D82D-0C3F-436E-A1B7-AEE9B7C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072000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54DC0-5D70-4E42-B0EC-0161D62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120" y="2028529"/>
            <a:ext cx="41050" cy="33786"/>
          </a:xfrm>
          <a:custGeom xmlns:a="http://schemas.openxmlformats.org/drawingml/2006/main">
            <a:pathLst>
              <a:path w="41050" h="33786">
                <a:moveTo>
                  <a:pt x="15879" y="17344"/>
                </a:moveTo>
                <a:cubicBezTo>
                  <a:pt x="15879" y="15711"/>
                  <a:pt x="15542" y="14472"/>
                  <a:pt x="14810" y="13571"/>
                </a:cubicBezTo>
                <a:cubicBezTo>
                  <a:pt x="14078" y="12726"/>
                  <a:pt x="13008" y="12276"/>
                  <a:pt x="11544" y="12276"/>
                </a:cubicBezTo>
                <a:cubicBezTo>
                  <a:pt x="10136" y="12276"/>
                  <a:pt x="9066" y="12726"/>
                  <a:pt x="8334" y="13571"/>
                </a:cubicBezTo>
                <a:cubicBezTo>
                  <a:pt x="7602" y="14472"/>
                  <a:pt x="7208" y="15711"/>
                  <a:pt x="7208" y="17344"/>
                </a:cubicBezTo>
                <a:lnTo>
                  <a:pt x="7208" y="23200"/>
                </a:lnTo>
                <a:lnTo>
                  <a:pt x="15879" y="23200"/>
                </a:lnTo>
                <a:lnTo>
                  <a:pt x="15879" y="17344"/>
                </a:lnTo>
                <a:close/>
                <a:moveTo>
                  <a:pt x="33842" y="17006"/>
                </a:moveTo>
                <a:cubicBezTo>
                  <a:pt x="33842" y="14866"/>
                  <a:pt x="33392" y="13289"/>
                  <a:pt x="32491" y="12219"/>
                </a:cubicBezTo>
                <a:cubicBezTo>
                  <a:pt x="31590" y="11149"/>
                  <a:pt x="30239" y="10586"/>
                  <a:pt x="28437" y="10586"/>
                </a:cubicBezTo>
                <a:cubicBezTo>
                  <a:pt x="26691" y="10586"/>
                  <a:pt x="25340" y="11149"/>
                  <a:pt x="24439" y="12219"/>
                </a:cubicBezTo>
                <a:cubicBezTo>
                  <a:pt x="23538" y="13289"/>
                  <a:pt x="23087" y="14866"/>
                  <a:pt x="23087" y="17006"/>
                </a:cubicBezTo>
                <a:lnTo>
                  <a:pt x="23087" y="23200"/>
                </a:lnTo>
                <a:lnTo>
                  <a:pt x="33842" y="23200"/>
                </a:lnTo>
                <a:lnTo>
                  <a:pt x="33842" y="17006"/>
                </a:lnTo>
                <a:close/>
                <a:moveTo>
                  <a:pt x="19089" y="7151"/>
                </a:moveTo>
                <a:cubicBezTo>
                  <a:pt x="19765" y="4899"/>
                  <a:pt x="20947" y="3153"/>
                  <a:pt x="22749" y="1915"/>
                </a:cubicBezTo>
                <a:cubicBezTo>
                  <a:pt x="24551" y="676"/>
                  <a:pt x="26691" y="0"/>
                  <a:pt x="29281" y="0"/>
                </a:cubicBezTo>
                <a:cubicBezTo>
                  <a:pt x="33223" y="0"/>
                  <a:pt x="36207" y="1351"/>
                  <a:pt x="38122" y="4054"/>
                </a:cubicBezTo>
                <a:cubicBezTo>
                  <a:pt x="40093" y="6757"/>
                  <a:pt x="41050" y="10812"/>
                  <a:pt x="41050" y="16217"/>
                </a:cubicBezTo>
                <a:lnTo>
                  <a:pt x="41050" y="33786"/>
                </a:lnTo>
                <a:lnTo>
                  <a:pt x="0" y="33786"/>
                </a:lnTo>
                <a:lnTo>
                  <a:pt x="0" y="17907"/>
                </a:lnTo>
                <a:cubicBezTo>
                  <a:pt x="0" y="12219"/>
                  <a:pt x="901" y="8109"/>
                  <a:pt x="2590" y="5518"/>
                </a:cubicBezTo>
                <a:cubicBezTo>
                  <a:pt x="4336" y="2984"/>
                  <a:pt x="7095" y="1689"/>
                  <a:pt x="10868" y="1689"/>
                </a:cubicBezTo>
                <a:cubicBezTo>
                  <a:pt x="12895" y="1689"/>
                  <a:pt x="14584" y="2196"/>
                  <a:pt x="15992" y="3097"/>
                </a:cubicBezTo>
                <a:cubicBezTo>
                  <a:pt x="17400" y="4054"/>
                  <a:pt x="18413" y="5406"/>
                  <a:pt x="19089" y="7151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582D9-8E36-48B4-80FD-F1CE4E23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709749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619"/>
                </a:lnTo>
                <a:lnTo>
                  <a:pt x="7996" y="619"/>
                </a:lnTo>
                <a:lnTo>
                  <a:pt x="7996" y="18582"/>
                </a:lnTo>
                <a:lnTo>
                  <a:pt x="15654" y="18582"/>
                </a:lnTo>
                <a:lnTo>
                  <a:pt x="15654" y="1689"/>
                </a:lnTo>
                <a:lnTo>
                  <a:pt x="23650" y="1689"/>
                </a:lnTo>
                <a:lnTo>
                  <a:pt x="2365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AC1A1-CAB2-4A07-A411-41C6783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23" y="2691054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ED2BC-8D7B-423A-A81F-2AB173B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85" y="265084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7546E-8DCA-4BA0-A683-F332D3C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817" y="2612783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CD8F5-D259-45C0-BF7E-E461431C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089" y="2582432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2D0FB-CFDB-4B37-9115-5D6B783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23" y="2545436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E195B-0A5F-4EA1-9B03-F3543A2C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85" y="250556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1C9DF-D4D3-48B9-9655-1B6F94BA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85" y="2475273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6CE36-3435-417B-B60D-9D55106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431802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C8D8D-45F0-42FE-A1FF-1C86FD7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415753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C71D6-CB23-440B-B65E-4289DF4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39002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A6F59-B878-4F74-ADBB-B0117B94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85" y="2352235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BB8E9-0C2C-48B1-A959-D1E96835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817" y="2314001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3FBB3-31DC-42DE-87CF-A7E9571A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089" y="228736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0A421-2B01-4650-99F8-EC0B729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23" y="2250370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D7E33-B365-4CC5-A5DC-9D73BC55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23" y="2231393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2FC1C-80C7-4347-B6A1-E8EFF6C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85" y="219310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EF11A-FEEB-431E-A6D2-CE7FB9F4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404" y="216832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5D24D-E10A-4E4F-BE0D-EAA028F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12997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11695-BDA9-47E0-AAC2-70B01094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976" y="2110439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9DEEF-9CF8-459D-807E-2D32EC3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69" y="2068094"/>
            <a:ext cx="41050" cy="34068"/>
          </a:xfrm>
          <a:custGeom xmlns:a="http://schemas.openxmlformats.org/drawingml/2006/main">
            <a:pathLst>
              <a:path w="41050" h="34068">
                <a:moveTo>
                  <a:pt x="8728" y="15879"/>
                </a:moveTo>
                <a:lnTo>
                  <a:pt x="25903" y="27479"/>
                </a:lnTo>
                <a:lnTo>
                  <a:pt x="25903" y="15879"/>
                </a:lnTo>
                <a:lnTo>
                  <a:pt x="8728" y="15879"/>
                </a:lnTo>
                <a:close/>
                <a:moveTo>
                  <a:pt x="0" y="17625"/>
                </a:moveTo>
                <a:lnTo>
                  <a:pt x="0" y="5856"/>
                </a:lnTo>
                <a:lnTo>
                  <a:pt x="25903" y="5856"/>
                </a:lnTo>
                <a:lnTo>
                  <a:pt x="25903" y="0"/>
                </a:lnTo>
                <a:lnTo>
                  <a:pt x="33561" y="0"/>
                </a:lnTo>
                <a:lnTo>
                  <a:pt x="33561" y="5856"/>
                </a:lnTo>
                <a:lnTo>
                  <a:pt x="41050" y="5856"/>
                </a:lnTo>
                <a:lnTo>
                  <a:pt x="41050" y="15879"/>
                </a:lnTo>
                <a:lnTo>
                  <a:pt x="33561" y="15879"/>
                </a:lnTo>
                <a:lnTo>
                  <a:pt x="33561" y="34068"/>
                </a:lnTo>
                <a:lnTo>
                  <a:pt x="24495" y="34068"/>
                </a:lnTo>
                <a:lnTo>
                  <a:pt x="0" y="176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A83B2-35F6-4243-9F4E-8F6055F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23" y="2027719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7250A-9EFF-402A-B686-C3A8CE3B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701554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64DF8-1B05-48BD-BB46-682B6D2D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66326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8C48A-40A6-46C7-9D38-119AC21B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538" y="2633194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CA595-EF79-4155-BAF9-DF0B631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59833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255A6-47B1-481F-89A9-EEDFC4D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556105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08582-D3A1-4DB8-84E9-BF5DE254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525979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D2DEF-775E-44C5-A8DF-CBFF7FCB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511226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606BF-B3A5-4639-A82D-D6D670C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476877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41920-43F8-4B50-B5F7-C3C138BE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434587"/>
            <a:ext cx="42796" cy="33786"/>
          </a:xfrm>
          <a:custGeom xmlns:a="http://schemas.openxmlformats.org/drawingml/2006/main">
            <a:pathLst>
              <a:path w="42796" h="33786">
                <a:moveTo>
                  <a:pt x="0" y="33786"/>
                </a:moveTo>
                <a:lnTo>
                  <a:pt x="0" y="23932"/>
                </a:lnTo>
                <a:lnTo>
                  <a:pt x="23312" y="23932"/>
                </a:lnTo>
                <a:lnTo>
                  <a:pt x="11994" y="12613"/>
                </a:lnTo>
                <a:lnTo>
                  <a:pt x="11994" y="1183"/>
                </a:lnTo>
                <a:lnTo>
                  <a:pt x="26128" y="16217"/>
                </a:lnTo>
                <a:lnTo>
                  <a:pt x="42796" y="0"/>
                </a:lnTo>
                <a:lnTo>
                  <a:pt x="42796" y="11938"/>
                </a:lnTo>
                <a:lnTo>
                  <a:pt x="29957" y="23932"/>
                </a:lnTo>
                <a:lnTo>
                  <a:pt x="42796" y="23932"/>
                </a:lnTo>
                <a:lnTo>
                  <a:pt x="42796" y="33786"/>
                </a:lnTo>
                <a:lnTo>
                  <a:pt x="0" y="3378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6402E-306D-4F03-A215-5C7D6A1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404799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E219E-53C4-4762-9FBA-B79E7877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018" y="238160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EBE78-CFA6-45C1-BE81-9CB31D2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346012"/>
            <a:ext cx="43528" cy="33054"/>
          </a:xfrm>
          <a:custGeom xmlns:a="http://schemas.openxmlformats.org/drawingml/2006/main">
            <a:pathLst>
              <a:path w="43528" h="33054">
                <a:moveTo>
                  <a:pt x="16499" y="9911"/>
                </a:moveTo>
                <a:lnTo>
                  <a:pt x="0" y="9911"/>
                </a:lnTo>
                <a:lnTo>
                  <a:pt x="0" y="0"/>
                </a:lnTo>
                <a:lnTo>
                  <a:pt x="42796" y="0"/>
                </a:lnTo>
                <a:lnTo>
                  <a:pt x="42796" y="9911"/>
                </a:lnTo>
                <a:lnTo>
                  <a:pt x="38347" y="9911"/>
                </a:lnTo>
                <a:cubicBezTo>
                  <a:pt x="40149" y="11262"/>
                  <a:pt x="41501" y="12782"/>
                  <a:pt x="42289" y="14415"/>
                </a:cubicBezTo>
                <a:cubicBezTo>
                  <a:pt x="43077" y="16048"/>
                  <a:pt x="43528" y="17907"/>
                  <a:pt x="43528" y="20046"/>
                </a:cubicBezTo>
                <a:cubicBezTo>
                  <a:pt x="43528" y="23876"/>
                  <a:pt x="42064" y="26973"/>
                  <a:pt x="39079" y="29394"/>
                </a:cubicBezTo>
                <a:cubicBezTo>
                  <a:pt x="36095" y="31872"/>
                  <a:pt x="32209" y="33054"/>
                  <a:pt x="27479" y="33054"/>
                </a:cubicBezTo>
                <a:cubicBezTo>
                  <a:pt x="22749" y="33054"/>
                  <a:pt x="18864" y="31872"/>
                  <a:pt x="15823" y="29394"/>
                </a:cubicBezTo>
                <a:cubicBezTo>
                  <a:pt x="12782" y="26973"/>
                  <a:pt x="11262" y="23876"/>
                  <a:pt x="11262" y="20046"/>
                </a:cubicBezTo>
                <a:cubicBezTo>
                  <a:pt x="11262" y="17907"/>
                  <a:pt x="11713" y="16048"/>
                  <a:pt x="12557" y="14415"/>
                </a:cubicBezTo>
                <a:cubicBezTo>
                  <a:pt x="13402" y="12782"/>
                  <a:pt x="14697" y="11262"/>
                  <a:pt x="16499" y="9911"/>
                </a:cubicBezTo>
                <a:close/>
                <a:moveTo>
                  <a:pt x="36433" y="16386"/>
                </a:moveTo>
                <a:cubicBezTo>
                  <a:pt x="36433" y="14303"/>
                  <a:pt x="35701" y="12726"/>
                  <a:pt x="34124" y="11600"/>
                </a:cubicBezTo>
                <a:cubicBezTo>
                  <a:pt x="32604" y="10474"/>
                  <a:pt x="30351" y="9911"/>
                  <a:pt x="27423" y="9911"/>
                </a:cubicBezTo>
                <a:cubicBezTo>
                  <a:pt x="24495" y="9911"/>
                  <a:pt x="22299" y="10474"/>
                  <a:pt x="20722" y="11600"/>
                </a:cubicBezTo>
                <a:cubicBezTo>
                  <a:pt x="19202" y="12726"/>
                  <a:pt x="18413" y="14303"/>
                  <a:pt x="18413" y="16386"/>
                </a:cubicBezTo>
                <a:cubicBezTo>
                  <a:pt x="18413" y="18526"/>
                  <a:pt x="19202" y="20103"/>
                  <a:pt x="20722" y="21229"/>
                </a:cubicBezTo>
                <a:cubicBezTo>
                  <a:pt x="22299" y="22355"/>
                  <a:pt x="24495" y="22862"/>
                  <a:pt x="27423" y="22862"/>
                </a:cubicBezTo>
                <a:cubicBezTo>
                  <a:pt x="30351" y="22862"/>
                  <a:pt x="32604" y="22355"/>
                  <a:pt x="34124" y="21229"/>
                </a:cubicBezTo>
                <a:cubicBezTo>
                  <a:pt x="35701" y="20103"/>
                  <a:pt x="36433" y="18526"/>
                  <a:pt x="36433" y="16386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94E33-BDDB-46A1-A3DE-FCD4FEC0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534" y="230501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F2D62-12EA-494D-8A71-90E16CD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28801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1B215-E36B-4E3A-B301-03C9B74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268698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9FD14-7AC8-42C4-9A13-906557AB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6" y="2228267"/>
            <a:ext cx="42908" cy="35025"/>
          </a:xfrm>
          <a:custGeom xmlns:a="http://schemas.openxmlformats.org/drawingml/2006/main">
            <a:pathLst>
              <a:path w="42908" h="35025">
                <a:moveTo>
                  <a:pt x="0" y="35025"/>
                </a:moveTo>
                <a:lnTo>
                  <a:pt x="0" y="25171"/>
                </a:lnTo>
                <a:lnTo>
                  <a:pt x="20891" y="16893"/>
                </a:lnTo>
                <a:lnTo>
                  <a:pt x="0" y="9854"/>
                </a:lnTo>
                <a:lnTo>
                  <a:pt x="0" y="0"/>
                </a:lnTo>
                <a:lnTo>
                  <a:pt x="33674" y="12951"/>
                </a:lnTo>
                <a:cubicBezTo>
                  <a:pt x="37052" y="14303"/>
                  <a:pt x="39473" y="15823"/>
                  <a:pt x="40825" y="17512"/>
                </a:cubicBezTo>
                <a:cubicBezTo>
                  <a:pt x="42176" y="19258"/>
                  <a:pt x="42908" y="21567"/>
                  <a:pt x="42908" y="24382"/>
                </a:cubicBezTo>
                <a:lnTo>
                  <a:pt x="42908" y="30070"/>
                </a:lnTo>
                <a:lnTo>
                  <a:pt x="36433" y="30070"/>
                </a:lnTo>
                <a:lnTo>
                  <a:pt x="36433" y="26973"/>
                </a:lnTo>
                <a:cubicBezTo>
                  <a:pt x="36433" y="25340"/>
                  <a:pt x="36151" y="24157"/>
                  <a:pt x="35644" y="23369"/>
                </a:cubicBezTo>
                <a:cubicBezTo>
                  <a:pt x="35081" y="22580"/>
                  <a:pt x="34124" y="22017"/>
                  <a:pt x="32773" y="21567"/>
                </a:cubicBezTo>
                <a:lnTo>
                  <a:pt x="31928" y="21285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CB8C4-F3B6-40A6-BE06-105C85A4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853" y="220692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01F4C-DDCA-40EC-99E0-6065C664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6" y="2168015"/>
            <a:ext cx="30802" cy="35025"/>
          </a:xfrm>
          <a:custGeom xmlns:a="http://schemas.openxmlformats.org/drawingml/2006/main">
            <a:pathLst>
              <a:path w="30802" h="35025">
                <a:moveTo>
                  <a:pt x="0" y="35025"/>
                </a:moveTo>
                <a:lnTo>
                  <a:pt x="0" y="25171"/>
                </a:lnTo>
                <a:lnTo>
                  <a:pt x="21285" y="17512"/>
                </a:lnTo>
                <a:lnTo>
                  <a:pt x="0" y="9854"/>
                </a:lnTo>
                <a:lnTo>
                  <a:pt x="0" y="0"/>
                </a:lnTo>
                <a:lnTo>
                  <a:pt x="30802" y="12107"/>
                </a:lnTo>
                <a:lnTo>
                  <a:pt x="30802" y="22918"/>
                </a:lnTo>
                <a:lnTo>
                  <a:pt x="0" y="3502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6C29E-1579-4D04-A771-523AC1AA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86" y="2132877"/>
            <a:ext cx="41782" cy="29844"/>
          </a:xfrm>
          <a:custGeom xmlns:a="http://schemas.openxmlformats.org/drawingml/2006/main">
            <a:pathLst>
              <a:path w="41782" h="29844">
                <a:moveTo>
                  <a:pt x="34011" y="18076"/>
                </a:moveTo>
                <a:lnTo>
                  <a:pt x="34011" y="0"/>
                </a:lnTo>
                <a:lnTo>
                  <a:pt x="41782" y="0"/>
                </a:lnTo>
                <a:lnTo>
                  <a:pt x="41782" y="29844"/>
                </a:lnTo>
                <a:lnTo>
                  <a:pt x="34011" y="29844"/>
                </a:lnTo>
                <a:lnTo>
                  <a:pt x="20778" y="14866"/>
                </a:lnTo>
                <a:cubicBezTo>
                  <a:pt x="19596" y="13514"/>
                  <a:pt x="18413" y="12557"/>
                  <a:pt x="17231" y="11881"/>
                </a:cubicBezTo>
                <a:cubicBezTo>
                  <a:pt x="16105" y="11262"/>
                  <a:pt x="14866" y="10924"/>
                  <a:pt x="13627" y="10924"/>
                </a:cubicBezTo>
                <a:cubicBezTo>
                  <a:pt x="11713" y="10924"/>
                  <a:pt x="10192" y="11600"/>
                  <a:pt x="9010" y="12895"/>
                </a:cubicBezTo>
                <a:cubicBezTo>
                  <a:pt x="7827" y="14190"/>
                  <a:pt x="7208" y="15879"/>
                  <a:pt x="7208" y="18019"/>
                </a:cubicBezTo>
                <a:cubicBezTo>
                  <a:pt x="7208" y="19709"/>
                  <a:pt x="7602" y="21511"/>
                  <a:pt x="8278" y="23425"/>
                </a:cubicBezTo>
                <a:cubicBezTo>
                  <a:pt x="9010" y="25396"/>
                  <a:pt x="10080" y="27479"/>
                  <a:pt x="11431" y="29732"/>
                </a:cubicBezTo>
                <a:lnTo>
                  <a:pt x="2421" y="29732"/>
                </a:lnTo>
                <a:cubicBezTo>
                  <a:pt x="1633" y="27367"/>
                  <a:pt x="1070" y="25002"/>
                  <a:pt x="619" y="22637"/>
                </a:cubicBezTo>
                <a:cubicBezTo>
                  <a:pt x="225" y="20328"/>
                  <a:pt x="0" y="18076"/>
                  <a:pt x="0" y="15823"/>
                </a:cubicBezTo>
                <a:cubicBezTo>
                  <a:pt x="0" y="10924"/>
                  <a:pt x="1126" y="7095"/>
                  <a:pt x="3266" y="4392"/>
                </a:cubicBezTo>
                <a:cubicBezTo>
                  <a:pt x="5406" y="1689"/>
                  <a:pt x="8447" y="282"/>
                  <a:pt x="12276" y="282"/>
                </a:cubicBezTo>
                <a:cubicBezTo>
                  <a:pt x="14528" y="282"/>
                  <a:pt x="16668" y="901"/>
                  <a:pt x="18582" y="2027"/>
                </a:cubicBezTo>
                <a:cubicBezTo>
                  <a:pt x="20497" y="3210"/>
                  <a:pt x="23087" y="5631"/>
                  <a:pt x="26297" y="9291"/>
                </a:cubicBezTo>
                <a:lnTo>
                  <a:pt x="34011" y="18076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49EF1-DB39-4ADB-913A-E6996B7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853" y="2107650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ECC5F-AC85-4CEB-9B95-8A6C5F8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86" y="2069922"/>
            <a:ext cx="42514" cy="30914"/>
          </a:xfrm>
          <a:custGeom xmlns:a="http://schemas.openxmlformats.org/drawingml/2006/main">
            <a:pathLst>
              <a:path w="42514" h="30914">
                <a:moveTo>
                  <a:pt x="19652" y="8447"/>
                </a:moveTo>
                <a:cubicBezTo>
                  <a:pt x="20384" y="5687"/>
                  <a:pt x="21623" y="3604"/>
                  <a:pt x="23369" y="2140"/>
                </a:cubicBezTo>
                <a:cubicBezTo>
                  <a:pt x="25171" y="732"/>
                  <a:pt x="27423" y="0"/>
                  <a:pt x="30126" y="0"/>
                </a:cubicBezTo>
                <a:cubicBezTo>
                  <a:pt x="34180" y="0"/>
                  <a:pt x="37277" y="1577"/>
                  <a:pt x="39361" y="4674"/>
                </a:cubicBezTo>
                <a:cubicBezTo>
                  <a:pt x="41501" y="7827"/>
                  <a:pt x="42514" y="12332"/>
                  <a:pt x="42514" y="18301"/>
                </a:cubicBezTo>
                <a:cubicBezTo>
                  <a:pt x="42514" y="20441"/>
                  <a:pt x="42345" y="22524"/>
                  <a:pt x="42007" y="24664"/>
                </a:cubicBezTo>
                <a:cubicBezTo>
                  <a:pt x="41726" y="26804"/>
                  <a:pt x="41219" y="28887"/>
                  <a:pt x="40543" y="30914"/>
                </a:cubicBezTo>
                <a:lnTo>
                  <a:pt x="32378" y="30914"/>
                </a:lnTo>
                <a:cubicBezTo>
                  <a:pt x="33392" y="28943"/>
                  <a:pt x="34124" y="26973"/>
                  <a:pt x="34631" y="25002"/>
                </a:cubicBezTo>
                <a:cubicBezTo>
                  <a:pt x="35138" y="23087"/>
                  <a:pt x="35363" y="21173"/>
                  <a:pt x="35363" y="19258"/>
                </a:cubicBezTo>
                <a:cubicBezTo>
                  <a:pt x="35363" y="16443"/>
                  <a:pt x="34912" y="14303"/>
                  <a:pt x="33899" y="12839"/>
                </a:cubicBezTo>
                <a:cubicBezTo>
                  <a:pt x="32941" y="11375"/>
                  <a:pt x="31534" y="10586"/>
                  <a:pt x="29732" y="10586"/>
                </a:cubicBezTo>
                <a:cubicBezTo>
                  <a:pt x="27874" y="10586"/>
                  <a:pt x="26466" y="11375"/>
                  <a:pt x="25509" y="12895"/>
                </a:cubicBezTo>
                <a:cubicBezTo>
                  <a:pt x="24551" y="14415"/>
                  <a:pt x="24044" y="16668"/>
                  <a:pt x="24044" y="19652"/>
                </a:cubicBezTo>
                <a:lnTo>
                  <a:pt x="24044" y="23876"/>
                </a:lnTo>
                <a:lnTo>
                  <a:pt x="17231" y="23876"/>
                </a:lnTo>
                <a:lnTo>
                  <a:pt x="17231" y="19427"/>
                </a:lnTo>
                <a:cubicBezTo>
                  <a:pt x="17231" y="16780"/>
                  <a:pt x="16837" y="14810"/>
                  <a:pt x="15992" y="13514"/>
                </a:cubicBezTo>
                <a:cubicBezTo>
                  <a:pt x="15204" y="12219"/>
                  <a:pt x="13909" y="11544"/>
                  <a:pt x="12163" y="11544"/>
                </a:cubicBezTo>
                <a:cubicBezTo>
                  <a:pt x="10586" y="11544"/>
                  <a:pt x="9404" y="12219"/>
                  <a:pt x="8503" y="13458"/>
                </a:cubicBezTo>
                <a:cubicBezTo>
                  <a:pt x="7658" y="14697"/>
                  <a:pt x="7208" y="16499"/>
                  <a:pt x="7208" y="18808"/>
                </a:cubicBezTo>
                <a:cubicBezTo>
                  <a:pt x="7208" y="20497"/>
                  <a:pt x="7433" y="22243"/>
                  <a:pt x="7827" y="23988"/>
                </a:cubicBezTo>
                <a:cubicBezTo>
                  <a:pt x="8221" y="25734"/>
                  <a:pt x="8784" y="27479"/>
                  <a:pt x="9516" y="29169"/>
                </a:cubicBezTo>
                <a:lnTo>
                  <a:pt x="1746" y="29169"/>
                </a:lnTo>
                <a:cubicBezTo>
                  <a:pt x="1183" y="27085"/>
                  <a:pt x="732" y="25002"/>
                  <a:pt x="450" y="22975"/>
                </a:cubicBezTo>
                <a:cubicBezTo>
                  <a:pt x="169" y="20947"/>
                  <a:pt x="0" y="18920"/>
                  <a:pt x="0" y="16893"/>
                </a:cubicBezTo>
                <a:cubicBezTo>
                  <a:pt x="0" y="11600"/>
                  <a:pt x="901" y="7602"/>
                  <a:pt x="2647" y="4955"/>
                </a:cubicBezTo>
                <a:cubicBezTo>
                  <a:pt x="4392" y="2309"/>
                  <a:pt x="7039" y="957"/>
                  <a:pt x="10530" y="957"/>
                </a:cubicBezTo>
                <a:cubicBezTo>
                  <a:pt x="12951" y="957"/>
                  <a:pt x="14922" y="1633"/>
                  <a:pt x="16443" y="2872"/>
                </a:cubicBezTo>
                <a:cubicBezTo>
                  <a:pt x="17963" y="4111"/>
                  <a:pt x="19033" y="5969"/>
                  <a:pt x="19652" y="8447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587FF-80EA-4DA6-9C03-1F8A6E8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72" y="2027633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2F9ED-A454-46BF-B4B9-A72AD14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466" y="2599204"/>
            <a:ext cx="41050" cy="29169"/>
          </a:xfrm>
          <a:custGeom xmlns:a="http://schemas.openxmlformats.org/drawingml/2006/main">
            <a:pathLst>
              <a:path w="41050" h="29169">
                <a:moveTo>
                  <a:pt x="0" y="29169"/>
                </a:moveTo>
                <a:lnTo>
                  <a:pt x="0" y="619"/>
                </a:lnTo>
                <a:lnTo>
                  <a:pt x="7996" y="619"/>
                </a:lnTo>
                <a:lnTo>
                  <a:pt x="7996" y="18582"/>
                </a:lnTo>
                <a:lnTo>
                  <a:pt x="15654" y="18582"/>
                </a:lnTo>
                <a:lnTo>
                  <a:pt x="15654" y="1689"/>
                </a:lnTo>
                <a:lnTo>
                  <a:pt x="23650" y="1689"/>
                </a:lnTo>
                <a:lnTo>
                  <a:pt x="23650" y="18582"/>
                </a:lnTo>
                <a:lnTo>
                  <a:pt x="33054" y="18582"/>
                </a:lnTo>
                <a:lnTo>
                  <a:pt x="33054" y="0"/>
                </a:lnTo>
                <a:lnTo>
                  <a:pt x="41050" y="0"/>
                </a:lnTo>
                <a:lnTo>
                  <a:pt x="41050" y="29169"/>
                </a:lnTo>
                <a:lnTo>
                  <a:pt x="0" y="29169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B3D33-E797-4B0A-AF0B-3122AFB5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21" y="258050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A7598-D8C2-48FA-89E4-737E16A4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983" y="2540304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16BA3-6D57-42BD-A35A-E0C9885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715" y="2502238"/>
            <a:ext cx="31534" cy="30971"/>
          </a:xfrm>
          <a:custGeom xmlns:a="http://schemas.openxmlformats.org/drawingml/2006/main">
            <a:pathLst>
              <a:path w="31534" h="30971">
                <a:moveTo>
                  <a:pt x="18808" y="30971"/>
                </a:moveTo>
                <a:lnTo>
                  <a:pt x="0" y="30971"/>
                </a:lnTo>
                <a:lnTo>
                  <a:pt x="0" y="21060"/>
                </a:lnTo>
                <a:lnTo>
                  <a:pt x="3097" y="21060"/>
                </a:lnTo>
                <a:cubicBezTo>
                  <a:pt x="4786" y="21060"/>
                  <a:pt x="6870" y="21116"/>
                  <a:pt x="9404" y="21116"/>
                </a:cubicBezTo>
                <a:cubicBezTo>
                  <a:pt x="11938" y="21116"/>
                  <a:pt x="13627" y="21116"/>
                  <a:pt x="14415" y="21116"/>
                </a:cubicBezTo>
                <a:cubicBezTo>
                  <a:pt x="16893" y="21116"/>
                  <a:pt x="18695" y="21060"/>
                  <a:pt x="19765" y="20947"/>
                </a:cubicBezTo>
                <a:cubicBezTo>
                  <a:pt x="20891" y="20835"/>
                  <a:pt x="21679" y="20610"/>
                  <a:pt x="22130" y="20272"/>
                </a:cubicBezTo>
                <a:cubicBezTo>
                  <a:pt x="22806" y="19878"/>
                  <a:pt x="23312" y="19371"/>
                  <a:pt x="23650" y="18695"/>
                </a:cubicBezTo>
                <a:cubicBezTo>
                  <a:pt x="23988" y="18076"/>
                  <a:pt x="24157" y="17344"/>
                  <a:pt x="24157" y="16443"/>
                </a:cubicBezTo>
                <a:cubicBezTo>
                  <a:pt x="24157" y="14415"/>
                  <a:pt x="23369" y="12782"/>
                  <a:pt x="21792" y="11600"/>
                </a:cubicBezTo>
                <a:cubicBezTo>
                  <a:pt x="20215" y="10474"/>
                  <a:pt x="18019" y="9854"/>
                  <a:pt x="15204" y="9854"/>
                </a:cubicBezTo>
                <a:lnTo>
                  <a:pt x="0" y="9854"/>
                </a:lnTo>
                <a:lnTo>
                  <a:pt x="0" y="0"/>
                </a:lnTo>
                <a:lnTo>
                  <a:pt x="30802" y="0"/>
                </a:lnTo>
                <a:lnTo>
                  <a:pt x="30802" y="9854"/>
                </a:lnTo>
                <a:lnTo>
                  <a:pt x="26353" y="9854"/>
                </a:lnTo>
                <a:cubicBezTo>
                  <a:pt x="28155" y="11318"/>
                  <a:pt x="29507" y="12895"/>
                  <a:pt x="30295" y="14584"/>
                </a:cubicBezTo>
                <a:cubicBezTo>
                  <a:pt x="31083" y="16274"/>
                  <a:pt x="31534" y="18076"/>
                  <a:pt x="31534" y="20046"/>
                </a:cubicBezTo>
                <a:cubicBezTo>
                  <a:pt x="31534" y="23650"/>
                  <a:pt x="30464" y="26353"/>
                  <a:pt x="28324" y="28211"/>
                </a:cubicBezTo>
                <a:cubicBezTo>
                  <a:pt x="26184" y="30070"/>
                  <a:pt x="22975" y="30971"/>
                  <a:pt x="18808" y="30971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8164A-5B59-4EF6-A19C-094684E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987" y="247188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4595D-6AAC-4856-8FED-CA1BAD8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21" y="2434891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17E93-D791-4CC2-A625-F286E70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983" y="2395023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CFF85-08BB-47CF-AB1A-4652778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983" y="2364728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67325-E5C0-4E67-A1D1-E3B7E61C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466" y="2321257"/>
            <a:ext cx="41050" cy="43021"/>
          </a:xfrm>
          <a:custGeom xmlns:a="http://schemas.openxmlformats.org/drawingml/2006/main">
            <a:pathLst>
              <a:path w="41050" h="43021">
                <a:moveTo>
                  <a:pt x="33561" y="13233"/>
                </a:moveTo>
                <a:lnTo>
                  <a:pt x="33561" y="29788"/>
                </a:lnTo>
                <a:lnTo>
                  <a:pt x="41050" y="32378"/>
                </a:lnTo>
                <a:lnTo>
                  <a:pt x="41050" y="43021"/>
                </a:lnTo>
                <a:lnTo>
                  <a:pt x="0" y="27817"/>
                </a:lnTo>
                <a:lnTo>
                  <a:pt x="0" y="15204"/>
                </a:lnTo>
                <a:lnTo>
                  <a:pt x="41050" y="0"/>
                </a:lnTo>
                <a:lnTo>
                  <a:pt x="41050" y="10643"/>
                </a:lnTo>
                <a:lnTo>
                  <a:pt x="33561" y="13233"/>
                </a:lnTo>
                <a:close/>
                <a:moveTo>
                  <a:pt x="25959" y="27142"/>
                </a:moveTo>
                <a:lnTo>
                  <a:pt x="25959" y="15879"/>
                </a:lnTo>
                <a:lnTo>
                  <a:pt x="9629" y="21511"/>
                </a:lnTo>
                <a:lnTo>
                  <a:pt x="25959" y="27142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70676-F660-4F9A-A8CB-5D76F2C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466" y="2305208"/>
            <a:ext cx="41050" cy="10586"/>
          </a:xfrm>
          <a:custGeom xmlns:a="http://schemas.openxmlformats.org/drawingml/2006/main">
            <a:pathLst>
              <a:path w="41050" h="10586">
                <a:moveTo>
                  <a:pt x="0" y="10586"/>
                </a:moveTo>
                <a:lnTo>
                  <a:pt x="0" y="0"/>
                </a:lnTo>
                <a:lnTo>
                  <a:pt x="41050" y="0"/>
                </a:lnTo>
                <a:lnTo>
                  <a:pt x="41050" y="10586"/>
                </a:lnTo>
                <a:lnTo>
                  <a:pt x="0" y="1058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CA2E8-130C-4088-9053-01068AB3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466" y="227947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2EC40-0F26-4EB4-933A-3CCC749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039" y="224388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24838-BF63-43ED-87FB-E301149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983" y="2201373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4BE09-F61A-46E7-A5B6-319D6E5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987" y="2173217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93864-CFC9-4555-B6F5-91179CF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01" y="2151594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EBC39-7F20-43D7-B58B-9D598B9F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21" y="2133969"/>
            <a:ext cx="54902" cy="16386"/>
          </a:xfrm>
          <a:custGeom xmlns:a="http://schemas.openxmlformats.org/drawingml/2006/main">
            <a:pathLst>
              <a:path w="54902" h="16386">
                <a:moveTo>
                  <a:pt x="11994" y="9854"/>
                </a:moveTo>
                <a:lnTo>
                  <a:pt x="11994" y="0"/>
                </a:lnTo>
                <a:lnTo>
                  <a:pt x="42233" y="0"/>
                </a:lnTo>
                <a:cubicBezTo>
                  <a:pt x="46287" y="0"/>
                  <a:pt x="49440" y="1014"/>
                  <a:pt x="51636" y="2984"/>
                </a:cubicBezTo>
                <a:cubicBezTo>
                  <a:pt x="53776" y="5012"/>
                  <a:pt x="54902" y="7883"/>
                  <a:pt x="54902" y="11600"/>
                </a:cubicBezTo>
                <a:lnTo>
                  <a:pt x="54902" y="16386"/>
                </a:lnTo>
                <a:lnTo>
                  <a:pt x="48427" y="16386"/>
                </a:lnTo>
                <a:lnTo>
                  <a:pt x="48427" y="14697"/>
                </a:lnTo>
                <a:cubicBezTo>
                  <a:pt x="48427" y="12895"/>
                  <a:pt x="47976" y="11600"/>
                  <a:pt x="47132" y="10924"/>
                </a:cubicBezTo>
                <a:cubicBezTo>
                  <a:pt x="46287" y="10248"/>
                  <a:pt x="44654" y="9854"/>
                  <a:pt x="42233" y="9854"/>
                </a:cubicBez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2EA79-2C3E-4117-B4B7-C3DAF78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01" y="210891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87DBD-4F95-4710-BFB1-D9B4E30A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791" y="2069719"/>
            <a:ext cx="42458" cy="32660"/>
          </a:xfrm>
          <a:custGeom xmlns:a="http://schemas.openxmlformats.org/drawingml/2006/main">
            <a:pathLst>
              <a:path w="42458" h="32660">
                <a:moveTo>
                  <a:pt x="21454" y="15767"/>
                </a:moveTo>
                <a:cubicBezTo>
                  <a:pt x="21454" y="17625"/>
                  <a:pt x="22074" y="19033"/>
                  <a:pt x="23256" y="19934"/>
                </a:cubicBezTo>
                <a:cubicBezTo>
                  <a:pt x="24495" y="20891"/>
                  <a:pt x="26297" y="21342"/>
                  <a:pt x="28662" y="21342"/>
                </a:cubicBezTo>
                <a:cubicBezTo>
                  <a:pt x="31083" y="21342"/>
                  <a:pt x="32885" y="20891"/>
                  <a:pt x="34068" y="19934"/>
                </a:cubicBezTo>
                <a:cubicBezTo>
                  <a:pt x="35307" y="19033"/>
                  <a:pt x="35870" y="17625"/>
                  <a:pt x="35870" y="15767"/>
                </a:cubicBezTo>
                <a:cubicBezTo>
                  <a:pt x="35870" y="13909"/>
                  <a:pt x="35307" y="12501"/>
                  <a:pt x="34068" y="11600"/>
                </a:cubicBezTo>
                <a:cubicBezTo>
                  <a:pt x="32885" y="10699"/>
                  <a:pt x="31083" y="10192"/>
                  <a:pt x="28662" y="10192"/>
                </a:cubicBezTo>
                <a:cubicBezTo>
                  <a:pt x="26297" y="10192"/>
                  <a:pt x="24495" y="10699"/>
                  <a:pt x="23256" y="11600"/>
                </a:cubicBezTo>
                <a:cubicBezTo>
                  <a:pt x="22074" y="12501"/>
                  <a:pt x="21454" y="13909"/>
                  <a:pt x="21454" y="15767"/>
                </a:cubicBezTo>
                <a:close/>
                <a:moveTo>
                  <a:pt x="1746" y="2703"/>
                </a:moveTo>
                <a:lnTo>
                  <a:pt x="9348" y="2703"/>
                </a:lnTo>
                <a:cubicBezTo>
                  <a:pt x="8559" y="4449"/>
                  <a:pt x="7940" y="6082"/>
                  <a:pt x="7546" y="7602"/>
                </a:cubicBezTo>
                <a:cubicBezTo>
                  <a:pt x="7151" y="9179"/>
                  <a:pt x="6926" y="10643"/>
                  <a:pt x="6926" y="12107"/>
                </a:cubicBezTo>
                <a:cubicBezTo>
                  <a:pt x="6926" y="15260"/>
                  <a:pt x="7827" y="17738"/>
                  <a:pt x="9573" y="19483"/>
                </a:cubicBezTo>
                <a:cubicBezTo>
                  <a:pt x="11318" y="21285"/>
                  <a:pt x="13909" y="22299"/>
                  <a:pt x="17344" y="22580"/>
                </a:cubicBezTo>
                <a:cubicBezTo>
                  <a:pt x="16443" y="21398"/>
                  <a:pt x="15767" y="20103"/>
                  <a:pt x="15316" y="18639"/>
                </a:cubicBezTo>
                <a:cubicBezTo>
                  <a:pt x="14866" y="17231"/>
                  <a:pt x="14641" y="15711"/>
                  <a:pt x="14641" y="14021"/>
                </a:cubicBezTo>
                <a:cubicBezTo>
                  <a:pt x="14641" y="9854"/>
                  <a:pt x="15879" y="6476"/>
                  <a:pt x="18357" y="3885"/>
                </a:cubicBezTo>
                <a:cubicBezTo>
                  <a:pt x="20835" y="1295"/>
                  <a:pt x="24044" y="0"/>
                  <a:pt x="27986" y="0"/>
                </a:cubicBezTo>
                <a:cubicBezTo>
                  <a:pt x="32378" y="0"/>
                  <a:pt x="35926" y="1464"/>
                  <a:pt x="38516" y="4336"/>
                </a:cubicBezTo>
                <a:cubicBezTo>
                  <a:pt x="41163" y="7208"/>
                  <a:pt x="42458" y="11037"/>
                  <a:pt x="42458" y="15879"/>
                </a:cubicBezTo>
                <a:cubicBezTo>
                  <a:pt x="42458" y="21229"/>
                  <a:pt x="40712" y="25340"/>
                  <a:pt x="37108" y="28268"/>
                </a:cubicBezTo>
                <a:cubicBezTo>
                  <a:pt x="33505" y="31196"/>
                  <a:pt x="28437" y="32660"/>
                  <a:pt x="21792" y="32660"/>
                </a:cubicBezTo>
                <a:cubicBezTo>
                  <a:pt x="15035" y="32660"/>
                  <a:pt x="9685" y="30971"/>
                  <a:pt x="5800" y="27536"/>
                </a:cubicBezTo>
                <a:cubicBezTo>
                  <a:pt x="1971" y="24157"/>
                  <a:pt x="0" y="19427"/>
                  <a:pt x="0" y="13458"/>
                </a:cubicBezTo>
                <a:cubicBezTo>
                  <a:pt x="0" y="11600"/>
                  <a:pt x="169" y="9798"/>
                  <a:pt x="450" y="7996"/>
                </a:cubicBezTo>
                <a:cubicBezTo>
                  <a:pt x="732" y="6194"/>
                  <a:pt x="1183" y="4449"/>
                  <a:pt x="1746" y="2703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7F03A-9D2F-4309-8F29-1A2F02F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21" y="202889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D0966-4717-4166-9F6E-97FF2F7C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88" y="2632370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8F099-7EB0-48EB-BE15-E4040E5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591376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ED609-20B5-46E3-A3EB-73B57220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55269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03E97-C2A6-48A7-AB36-ED6BDE4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88" y="2514681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5F4D0-E747-4BD5-B788-765B762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170" y="2495367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667F7-B901-4900-8D06-FA87DE72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45516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357BE-F05D-4772-8AD0-EBB102D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916" y="2431905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3A128-5D97-481C-B1B6-E45AF0CC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88" y="2396317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4CF05-219B-417C-B46C-8E6B6E61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356111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437F2-86A1-42C2-953B-4D3A6F0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29918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B9580-EE33-462E-BFF6-E5BA914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24050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6A878-ACCB-4A27-ADDE-EEEE4ED5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2" y="2202497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0D79A-01A4-46CB-9D67-881DCF4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50" y="2177721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BFD6C-8506-4F8C-B18C-DF3C42B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916" y="213999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54E71-903A-4C08-BAFD-6F60888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170" y="209770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CE056-90C0-447C-9FE9-73F3F22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50" y="2074842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3728E-AF7D-4BCD-9EC0-C3C28C0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170" y="2057217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0F025-6727-436B-A199-55732BA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436" y="2026866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589A8-2074-4F03-BA5B-BE85A9D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937" y="2754195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7DC03-FD78-4616-93E4-263272DE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713201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F746F-444A-4E82-B9FF-9FB3A48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674516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85759-5703-4362-86B2-910ACE26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937" y="2636506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24504-D12B-454B-BF53-790FF098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619" y="261719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30500-865F-478F-BBB1-C9BD5E96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576986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3D05C-E019-4BEE-8AD7-E74B146E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364" y="2553730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93785-366F-4C54-BB06-51360AD1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937" y="2518142"/>
            <a:ext cx="43584" cy="33054"/>
          </a:xfrm>
          <a:custGeom xmlns:a="http://schemas.openxmlformats.org/drawingml/2006/main">
            <a:pathLst>
              <a:path w="43584" h="33054">
                <a:moveTo>
                  <a:pt x="26241" y="9911"/>
                </a:moveTo>
                <a:cubicBezTo>
                  <a:pt x="28043" y="11262"/>
                  <a:pt x="29394" y="12782"/>
                  <a:pt x="30239" y="14415"/>
                </a:cubicBezTo>
                <a:cubicBezTo>
                  <a:pt x="31083" y="16048"/>
                  <a:pt x="31477" y="17907"/>
                  <a:pt x="31477" y="20046"/>
                </a:cubicBezTo>
                <a:cubicBezTo>
                  <a:pt x="31477" y="23819"/>
                  <a:pt x="30013" y="26916"/>
                  <a:pt x="27029" y="29394"/>
                </a:cubicBezTo>
                <a:cubicBezTo>
                  <a:pt x="24101" y="31872"/>
                  <a:pt x="20328" y="33054"/>
                  <a:pt x="15711" y="33054"/>
                </a:cubicBezTo>
                <a:cubicBezTo>
                  <a:pt x="11149" y="33054"/>
                  <a:pt x="7377" y="31872"/>
                  <a:pt x="4449" y="29394"/>
                </a:cubicBezTo>
                <a:cubicBezTo>
                  <a:pt x="1520" y="26916"/>
                  <a:pt x="0" y="23819"/>
                  <a:pt x="0" y="20046"/>
                </a:cubicBezTo>
                <a:cubicBezTo>
                  <a:pt x="0" y="17907"/>
                  <a:pt x="450" y="16048"/>
                  <a:pt x="1295" y="14415"/>
                </a:cubicBezTo>
                <a:cubicBezTo>
                  <a:pt x="2140" y="12782"/>
                  <a:pt x="3435" y="11262"/>
                  <a:pt x="5237" y="9911"/>
                </a:cubicBezTo>
                <a:lnTo>
                  <a:pt x="676" y="9911"/>
                </a:lnTo>
                <a:lnTo>
                  <a:pt x="676" y="0"/>
                </a:lnTo>
                <a:lnTo>
                  <a:pt x="28380" y="0"/>
                </a:lnTo>
                <a:cubicBezTo>
                  <a:pt x="33279" y="0"/>
                  <a:pt x="37052" y="1577"/>
                  <a:pt x="39642" y="4730"/>
                </a:cubicBezTo>
                <a:cubicBezTo>
                  <a:pt x="42233" y="7883"/>
                  <a:pt x="43584" y="12388"/>
                  <a:pt x="43584" y="18301"/>
                </a:cubicBezTo>
                <a:cubicBezTo>
                  <a:pt x="43584" y="20215"/>
                  <a:pt x="43415" y="22074"/>
                  <a:pt x="43134" y="23876"/>
                </a:cubicBezTo>
                <a:cubicBezTo>
                  <a:pt x="42796" y="25677"/>
                  <a:pt x="42345" y="27479"/>
                  <a:pt x="41782" y="29281"/>
                </a:cubicBezTo>
                <a:lnTo>
                  <a:pt x="34124" y="29281"/>
                </a:lnTo>
                <a:cubicBezTo>
                  <a:pt x="35081" y="27592"/>
                  <a:pt x="35813" y="25903"/>
                  <a:pt x="36320" y="24213"/>
                </a:cubicBezTo>
                <a:cubicBezTo>
                  <a:pt x="36771" y="22580"/>
                  <a:pt x="37052" y="20947"/>
                  <a:pt x="37052" y="19258"/>
                </a:cubicBezTo>
                <a:cubicBezTo>
                  <a:pt x="37052" y="16048"/>
                  <a:pt x="36320" y="13683"/>
                  <a:pt x="34912" y="12163"/>
                </a:cubicBezTo>
                <a:cubicBezTo>
                  <a:pt x="33505" y="10699"/>
                  <a:pt x="31365" y="9911"/>
                  <a:pt x="28380" y="9911"/>
                </a:cubicBezTo>
                <a:lnTo>
                  <a:pt x="26241" y="9911"/>
                </a:lnTo>
                <a:close/>
                <a:moveTo>
                  <a:pt x="7095" y="16386"/>
                </a:moveTo>
                <a:cubicBezTo>
                  <a:pt x="7095" y="18413"/>
                  <a:pt x="7883" y="20046"/>
                  <a:pt x="9348" y="21173"/>
                </a:cubicBezTo>
                <a:cubicBezTo>
                  <a:pt x="10868" y="22299"/>
                  <a:pt x="13008" y="22862"/>
                  <a:pt x="15711" y="22862"/>
                </a:cubicBezTo>
                <a:cubicBezTo>
                  <a:pt x="18526" y="22862"/>
                  <a:pt x="20666" y="22355"/>
                  <a:pt x="22130" y="21229"/>
                </a:cubicBezTo>
                <a:cubicBezTo>
                  <a:pt x="23594" y="20103"/>
                  <a:pt x="24326" y="18526"/>
                  <a:pt x="24326" y="16386"/>
                </a:cubicBezTo>
                <a:cubicBezTo>
                  <a:pt x="24326" y="14359"/>
                  <a:pt x="23594" y="12726"/>
                  <a:pt x="22074" y="11600"/>
                </a:cubicBezTo>
                <a:cubicBezTo>
                  <a:pt x="20610" y="10474"/>
                  <a:pt x="18470" y="9911"/>
                  <a:pt x="15711" y="9911"/>
                </a:cubicBezTo>
                <a:cubicBezTo>
                  <a:pt x="13008" y="9911"/>
                  <a:pt x="10868" y="10474"/>
                  <a:pt x="9348" y="11600"/>
                </a:cubicBezTo>
                <a:cubicBezTo>
                  <a:pt x="7883" y="12726"/>
                  <a:pt x="7095" y="14359"/>
                  <a:pt x="7095" y="16386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39406-881A-4C0C-BBFF-29E8CC9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477937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E905C-7096-4F21-A86E-7B67ACA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421007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E1A0A-4534-4694-82AB-23B12F0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362332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341CC-41AD-40AD-A134-14A2FF3C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881" y="2324322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4F0CA-6833-4F3F-B0E9-3E6394C6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199" y="2299546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DDA35-0F48-47A4-BFAA-BCE15A7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364" y="226119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F19F2-6F27-4244-A589-71B5610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772" y="2241659"/>
            <a:ext cx="10643" cy="9911"/>
          </a:xfrm>
          <a:custGeom xmlns:a="http://schemas.openxmlformats.org/drawingml/2006/main">
            <a:pathLst>
              <a:path w="10643" h="9911">
                <a:moveTo>
                  <a:pt x="0" y="9911"/>
                </a:moveTo>
                <a:lnTo>
                  <a:pt x="0" y="0"/>
                </a:lnTo>
                <a:lnTo>
                  <a:pt x="10643" y="0"/>
                </a:lnTo>
                <a:lnTo>
                  <a:pt x="10643" y="9911"/>
                </a:lnTo>
                <a:lnTo>
                  <a:pt x="0" y="9911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6908F-5BAD-4351-828B-E574471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364" y="2200609"/>
            <a:ext cx="41050" cy="28943"/>
          </a:xfrm>
          <a:custGeom xmlns:a="http://schemas.openxmlformats.org/drawingml/2006/main">
            <a:pathLst>
              <a:path w="41050" h="28943">
                <a:moveTo>
                  <a:pt x="33730" y="28718"/>
                </a:moveTo>
                <a:lnTo>
                  <a:pt x="33730" y="19371"/>
                </a:lnTo>
                <a:lnTo>
                  <a:pt x="7208" y="19371"/>
                </a:lnTo>
                <a:lnTo>
                  <a:pt x="9179" y="28943"/>
                </a:lnTo>
                <a:lnTo>
                  <a:pt x="1971" y="28943"/>
                </a:lnTo>
                <a:lnTo>
                  <a:pt x="0" y="19427"/>
                </a:lnTo>
                <a:lnTo>
                  <a:pt x="0" y="9348"/>
                </a:lnTo>
                <a:lnTo>
                  <a:pt x="33730" y="9348"/>
                </a:lnTo>
                <a:lnTo>
                  <a:pt x="33730" y="0"/>
                </a:lnTo>
                <a:lnTo>
                  <a:pt x="41050" y="0"/>
                </a:lnTo>
                <a:lnTo>
                  <a:pt x="41050" y="28718"/>
                </a:lnTo>
                <a:lnTo>
                  <a:pt x="33730" y="28718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BAF68-B900-4751-B4CF-9A9EC983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199" y="2176395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ADD4E-87D3-4583-898D-507F0F4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364" y="2138667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9AB57-1C7E-4F31-971A-E2455AD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619" y="2096379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CE56F-1319-4D0F-B7BE-A26874A5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199" y="2073517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145D2-8B8F-4B59-81C7-38D7315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619" y="2055892"/>
            <a:ext cx="42796" cy="9854"/>
          </a:xfrm>
          <a:custGeom xmlns:a="http://schemas.openxmlformats.org/drawingml/2006/main">
            <a:pathLst>
              <a:path w="42796" h="9854">
                <a:moveTo>
                  <a:pt x="11994" y="9854"/>
                </a:moveTo>
                <a:lnTo>
                  <a:pt x="11994" y="0"/>
                </a:lnTo>
                <a:lnTo>
                  <a:pt x="42796" y="0"/>
                </a:lnTo>
                <a:lnTo>
                  <a:pt x="42796" y="9854"/>
                </a:lnTo>
                <a:lnTo>
                  <a:pt x="11994" y="9854"/>
                </a:lnTo>
                <a:close/>
                <a:moveTo>
                  <a:pt x="0" y="9854"/>
                </a:moveTo>
                <a:lnTo>
                  <a:pt x="0" y="0"/>
                </a:lnTo>
                <a:lnTo>
                  <a:pt x="8052" y="0"/>
                </a:lnTo>
                <a:lnTo>
                  <a:pt x="8052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2FF15-28A8-4F6E-8228-FFFDE1AC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885" y="2025540"/>
            <a:ext cx="39530" cy="24889"/>
          </a:xfrm>
          <a:custGeom xmlns:a="http://schemas.openxmlformats.org/drawingml/2006/main">
            <a:pathLst>
              <a:path w="39530" h="24889">
                <a:moveTo>
                  <a:pt x="0" y="10136"/>
                </a:moveTo>
                <a:lnTo>
                  <a:pt x="8728" y="10136"/>
                </a:lnTo>
                <a:lnTo>
                  <a:pt x="8728" y="0"/>
                </a:lnTo>
                <a:lnTo>
                  <a:pt x="15767" y="0"/>
                </a:lnTo>
                <a:lnTo>
                  <a:pt x="15767" y="10136"/>
                </a:lnTo>
                <a:lnTo>
                  <a:pt x="28831" y="10136"/>
                </a:lnTo>
                <a:cubicBezTo>
                  <a:pt x="30295" y="10136"/>
                  <a:pt x="31252" y="9854"/>
                  <a:pt x="31759" y="9291"/>
                </a:cubicBezTo>
                <a:cubicBezTo>
                  <a:pt x="32266" y="8728"/>
                  <a:pt x="32491" y="7602"/>
                  <a:pt x="32491" y="5913"/>
                </a:cubicBezTo>
                <a:lnTo>
                  <a:pt x="32491" y="845"/>
                </a:lnTo>
                <a:lnTo>
                  <a:pt x="39530" y="845"/>
                </a:lnTo>
                <a:lnTo>
                  <a:pt x="39530" y="9291"/>
                </a:lnTo>
                <a:cubicBezTo>
                  <a:pt x="39530" y="13177"/>
                  <a:pt x="38741" y="15936"/>
                  <a:pt x="37108" y="17569"/>
                </a:cubicBezTo>
                <a:cubicBezTo>
                  <a:pt x="35532" y="19202"/>
                  <a:pt x="32773" y="19990"/>
                  <a:pt x="28831" y="19990"/>
                </a:cubicBezTo>
                <a:lnTo>
                  <a:pt x="15767" y="19990"/>
                </a:lnTo>
                <a:lnTo>
                  <a:pt x="15767" y="24889"/>
                </a:lnTo>
                <a:lnTo>
                  <a:pt x="8728" y="24889"/>
                </a:lnTo>
                <a:lnTo>
                  <a:pt x="8728" y="19990"/>
                </a:lnTo>
                <a:lnTo>
                  <a:pt x="0" y="19990"/>
                </a:lnTo>
                <a:lnTo>
                  <a:pt x="0" y="10136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5711A-05FD-4181-BC6F-7671B583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3007697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A896C-2134-41D5-A119-506A740C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967492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6943D-9FB4-44DA-941C-BF3C8184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92948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4C99A-C654-437B-B191-58508DD9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891079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D165D-CDE7-4754-A517-EA563E4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503" y="2872102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8E7BC-8F31-4EED-9EFF-3DABD4D8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813145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001E9-377B-46D2-8E1B-54847961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084" y="2788369"/>
            <a:ext cx="7996" cy="17287"/>
          </a:xfrm>
          <a:custGeom xmlns:a="http://schemas.openxmlformats.org/drawingml/2006/main">
            <a:pathLst>
              <a:path w="7996" h="17287">
                <a:moveTo>
                  <a:pt x="0" y="17287"/>
                </a:moveTo>
                <a:lnTo>
                  <a:pt x="0" y="0"/>
                </a:lnTo>
                <a:lnTo>
                  <a:pt x="7996" y="0"/>
                </a:lnTo>
                <a:lnTo>
                  <a:pt x="7996" y="17287"/>
                </a:lnTo>
                <a:lnTo>
                  <a:pt x="0" y="1728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1C766-A75A-4DD7-B0C6-676362C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757736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C48D2-ADFB-4A46-8214-B5427EC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722092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8E197-80C6-4F9B-AA68-4478417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688531"/>
            <a:ext cx="32266" cy="27930"/>
          </a:xfrm>
          <a:custGeom xmlns:a="http://schemas.openxmlformats.org/drawingml/2006/main">
            <a:pathLst>
              <a:path w="32266" h="27930">
                <a:moveTo>
                  <a:pt x="1689" y="2083"/>
                </a:moveTo>
                <a:lnTo>
                  <a:pt x="9179" y="2083"/>
                </a:lnTo>
                <a:cubicBezTo>
                  <a:pt x="8334" y="4223"/>
                  <a:pt x="7658" y="6250"/>
                  <a:pt x="7208" y="8165"/>
                </a:cubicBezTo>
                <a:cubicBezTo>
                  <a:pt x="6757" y="10136"/>
                  <a:pt x="6532" y="11994"/>
                  <a:pt x="6532" y="13740"/>
                </a:cubicBezTo>
                <a:cubicBezTo>
                  <a:pt x="6532" y="15654"/>
                  <a:pt x="6814" y="17006"/>
                  <a:pt x="7264" y="17907"/>
                </a:cubicBezTo>
                <a:cubicBezTo>
                  <a:pt x="7715" y="18808"/>
                  <a:pt x="8447" y="19258"/>
                  <a:pt x="9404" y="19258"/>
                </a:cubicBezTo>
                <a:cubicBezTo>
                  <a:pt x="10192" y="19258"/>
                  <a:pt x="10812" y="18920"/>
                  <a:pt x="11206" y="18245"/>
                </a:cubicBezTo>
                <a:cubicBezTo>
                  <a:pt x="11656" y="17569"/>
                  <a:pt x="11938" y="16330"/>
                  <a:pt x="12163" y="14528"/>
                </a:cubicBezTo>
                <a:lnTo>
                  <a:pt x="12388" y="12782"/>
                </a:lnTo>
                <a:cubicBezTo>
                  <a:pt x="13064" y="7771"/>
                  <a:pt x="14078" y="4392"/>
                  <a:pt x="15542" y="2647"/>
                </a:cubicBezTo>
                <a:cubicBezTo>
                  <a:pt x="17006" y="901"/>
                  <a:pt x="19314" y="0"/>
                  <a:pt x="22468" y="0"/>
                </a:cubicBezTo>
                <a:cubicBezTo>
                  <a:pt x="25734" y="0"/>
                  <a:pt x="28211" y="1239"/>
                  <a:pt x="29844" y="3660"/>
                </a:cubicBezTo>
                <a:cubicBezTo>
                  <a:pt x="31477" y="6082"/>
                  <a:pt x="32266" y="9685"/>
                  <a:pt x="32266" y="14472"/>
                </a:cubicBezTo>
                <a:cubicBezTo>
                  <a:pt x="32266" y="16499"/>
                  <a:pt x="32097" y="18639"/>
                  <a:pt x="31815" y="20778"/>
                </a:cubicBezTo>
                <a:cubicBezTo>
                  <a:pt x="31534" y="22975"/>
                  <a:pt x="31083" y="25227"/>
                  <a:pt x="30408" y="27479"/>
                </a:cubicBezTo>
                <a:lnTo>
                  <a:pt x="22918" y="27479"/>
                </a:lnTo>
                <a:cubicBezTo>
                  <a:pt x="23932" y="25565"/>
                  <a:pt x="24664" y="23538"/>
                  <a:pt x="25114" y="21454"/>
                </a:cubicBezTo>
                <a:cubicBezTo>
                  <a:pt x="25565" y="19427"/>
                  <a:pt x="25790" y="17287"/>
                  <a:pt x="25790" y="15147"/>
                </a:cubicBezTo>
                <a:cubicBezTo>
                  <a:pt x="25790" y="13233"/>
                  <a:pt x="25565" y="11825"/>
                  <a:pt x="25002" y="10812"/>
                </a:cubicBezTo>
                <a:cubicBezTo>
                  <a:pt x="24495" y="9854"/>
                  <a:pt x="23707" y="9348"/>
                  <a:pt x="22637" y="9348"/>
                </a:cubicBezTo>
                <a:cubicBezTo>
                  <a:pt x="21736" y="9348"/>
                  <a:pt x="21116" y="9685"/>
                  <a:pt x="20666" y="10361"/>
                </a:cubicBezTo>
                <a:cubicBezTo>
                  <a:pt x="20215" y="11037"/>
                  <a:pt x="19878" y="12388"/>
                  <a:pt x="19652" y="14359"/>
                </a:cubicBezTo>
                <a:lnTo>
                  <a:pt x="19427" y="16105"/>
                </a:lnTo>
                <a:cubicBezTo>
                  <a:pt x="18920" y="20497"/>
                  <a:pt x="17907" y="23538"/>
                  <a:pt x="16386" y="25283"/>
                </a:cubicBezTo>
                <a:cubicBezTo>
                  <a:pt x="14922" y="27085"/>
                  <a:pt x="12670" y="27930"/>
                  <a:pt x="9629" y="27930"/>
                </a:cubicBezTo>
                <a:cubicBezTo>
                  <a:pt x="6363" y="27930"/>
                  <a:pt x="3942" y="26860"/>
                  <a:pt x="2365" y="24608"/>
                </a:cubicBezTo>
                <a:cubicBezTo>
                  <a:pt x="788" y="22355"/>
                  <a:pt x="0" y="18920"/>
                  <a:pt x="0" y="14303"/>
                </a:cubicBezTo>
                <a:cubicBezTo>
                  <a:pt x="0" y="12501"/>
                  <a:pt x="169" y="10643"/>
                  <a:pt x="450" y="8615"/>
                </a:cubicBezTo>
                <a:cubicBezTo>
                  <a:pt x="732" y="6588"/>
                  <a:pt x="1126" y="4449"/>
                  <a:pt x="1689" y="208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4B14D-E829-4B2B-81C0-42D8F12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650409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98F71-6899-42C4-B8E2-04CCA342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614145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EE8CA-3E75-4DB4-BB5F-BBD391DE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582104"/>
            <a:ext cx="31534" cy="22862"/>
          </a:xfrm>
          <a:custGeom xmlns:a="http://schemas.openxmlformats.org/drawingml/2006/main">
            <a:pathLst>
              <a:path w="31534" h="22862">
                <a:moveTo>
                  <a:pt x="9122" y="0"/>
                </a:moveTo>
                <a:cubicBezTo>
                  <a:pt x="8728" y="901"/>
                  <a:pt x="8447" y="1746"/>
                  <a:pt x="8221" y="2590"/>
                </a:cubicBezTo>
                <a:cubicBezTo>
                  <a:pt x="8052" y="3435"/>
                  <a:pt x="7940" y="4280"/>
                  <a:pt x="7940" y="5124"/>
                </a:cubicBezTo>
                <a:cubicBezTo>
                  <a:pt x="7940" y="7658"/>
                  <a:pt x="8784" y="9629"/>
                  <a:pt x="10361" y="10980"/>
                </a:cubicBezTo>
                <a:cubicBezTo>
                  <a:pt x="11994" y="12332"/>
                  <a:pt x="14303" y="13008"/>
                  <a:pt x="17344" y="13008"/>
                </a:cubicBezTo>
                <a:lnTo>
                  <a:pt x="31534" y="13008"/>
                </a:lnTo>
                <a:lnTo>
                  <a:pt x="31534" y="22862"/>
                </a:lnTo>
                <a:lnTo>
                  <a:pt x="732" y="22862"/>
                </a:lnTo>
                <a:lnTo>
                  <a:pt x="732" y="13008"/>
                </a:lnTo>
                <a:lnTo>
                  <a:pt x="5800" y="13008"/>
                </a:lnTo>
                <a:cubicBezTo>
                  <a:pt x="3773" y="11769"/>
                  <a:pt x="2309" y="10361"/>
                  <a:pt x="1408" y="8672"/>
                </a:cubicBezTo>
                <a:cubicBezTo>
                  <a:pt x="507" y="7039"/>
                  <a:pt x="0" y="5068"/>
                  <a:pt x="0" y="2759"/>
                </a:cubicBezTo>
                <a:cubicBezTo>
                  <a:pt x="0" y="2421"/>
                  <a:pt x="56" y="2083"/>
                  <a:pt x="56" y="1689"/>
                </a:cubicBezTo>
                <a:cubicBezTo>
                  <a:pt x="56" y="1351"/>
                  <a:pt x="113" y="788"/>
                  <a:pt x="225" y="0"/>
                </a:cubicBezTo>
                <a:lnTo>
                  <a:pt x="9122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455DC-C34A-4025-BB89-ABDCD74E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552316"/>
            <a:ext cx="32266" cy="27198"/>
          </a:xfrm>
          <a:custGeom xmlns:a="http://schemas.openxmlformats.org/drawingml/2006/main">
            <a:pathLst>
              <a:path w="32266" h="27198">
                <a:moveTo>
                  <a:pt x="1689" y="0"/>
                </a:moveTo>
                <a:lnTo>
                  <a:pt x="9742" y="0"/>
                </a:lnTo>
                <a:cubicBezTo>
                  <a:pt x="8841" y="1351"/>
                  <a:pt x="8165" y="2703"/>
                  <a:pt x="7715" y="4054"/>
                </a:cubicBezTo>
                <a:cubicBezTo>
                  <a:pt x="7264" y="5406"/>
                  <a:pt x="7039" y="6814"/>
                  <a:pt x="7039" y="8221"/>
                </a:cubicBezTo>
                <a:cubicBezTo>
                  <a:pt x="7039" y="10980"/>
                  <a:pt x="7883" y="13120"/>
                  <a:pt x="9460" y="14641"/>
                </a:cubicBezTo>
                <a:cubicBezTo>
                  <a:pt x="11037" y="16217"/>
                  <a:pt x="13289" y="16949"/>
                  <a:pt x="16161" y="16949"/>
                </a:cubicBezTo>
                <a:cubicBezTo>
                  <a:pt x="19089" y="16949"/>
                  <a:pt x="21342" y="16217"/>
                  <a:pt x="22918" y="14641"/>
                </a:cubicBezTo>
                <a:cubicBezTo>
                  <a:pt x="24495" y="13120"/>
                  <a:pt x="25283" y="10980"/>
                  <a:pt x="25283" y="8221"/>
                </a:cubicBezTo>
                <a:cubicBezTo>
                  <a:pt x="25283" y="6701"/>
                  <a:pt x="25058" y="5237"/>
                  <a:pt x="24608" y="3829"/>
                </a:cubicBezTo>
                <a:cubicBezTo>
                  <a:pt x="24157" y="2478"/>
                  <a:pt x="23481" y="1183"/>
                  <a:pt x="22580" y="0"/>
                </a:cubicBezTo>
                <a:lnTo>
                  <a:pt x="30633" y="0"/>
                </a:lnTo>
                <a:cubicBezTo>
                  <a:pt x="31196" y="1577"/>
                  <a:pt x="31590" y="3153"/>
                  <a:pt x="31872" y="4730"/>
                </a:cubicBezTo>
                <a:cubicBezTo>
                  <a:pt x="32097" y="6307"/>
                  <a:pt x="32266" y="7883"/>
                  <a:pt x="32266" y="9460"/>
                </a:cubicBezTo>
                <a:cubicBezTo>
                  <a:pt x="32266" y="15035"/>
                  <a:pt x="30858" y="19371"/>
                  <a:pt x="28043" y="22524"/>
                </a:cubicBezTo>
                <a:cubicBezTo>
                  <a:pt x="25227" y="25677"/>
                  <a:pt x="21229" y="27198"/>
                  <a:pt x="16161" y="27198"/>
                </a:cubicBezTo>
                <a:cubicBezTo>
                  <a:pt x="11093" y="27198"/>
                  <a:pt x="7151" y="25677"/>
                  <a:pt x="4280" y="22524"/>
                </a:cubicBezTo>
                <a:cubicBezTo>
                  <a:pt x="1464" y="19371"/>
                  <a:pt x="0" y="15035"/>
                  <a:pt x="0" y="9460"/>
                </a:cubicBezTo>
                <a:cubicBezTo>
                  <a:pt x="0" y="7883"/>
                  <a:pt x="169" y="6307"/>
                  <a:pt x="450" y="4730"/>
                </a:cubicBezTo>
                <a:cubicBezTo>
                  <a:pt x="732" y="3153"/>
                  <a:pt x="1126" y="1577"/>
                  <a:pt x="1689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A3DBE-1EA5-4733-97BC-44D027A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503" y="2512843"/>
            <a:ext cx="42796" cy="30971"/>
          </a:xfrm>
          <a:custGeom xmlns:a="http://schemas.openxmlformats.org/drawingml/2006/main">
            <a:pathLst>
              <a:path w="42796" h="30971">
                <a:moveTo>
                  <a:pt x="24044" y="0"/>
                </a:moveTo>
                <a:lnTo>
                  <a:pt x="42796" y="0"/>
                </a:lnTo>
                <a:lnTo>
                  <a:pt x="42796" y="9911"/>
                </a:lnTo>
                <a:lnTo>
                  <a:pt x="39755" y="9911"/>
                </a:lnTo>
                <a:lnTo>
                  <a:pt x="28493" y="9911"/>
                </a:lnTo>
                <a:cubicBezTo>
                  <a:pt x="25790" y="9911"/>
                  <a:pt x="23988" y="9967"/>
                  <a:pt x="22975" y="10080"/>
                </a:cubicBezTo>
                <a:cubicBezTo>
                  <a:pt x="21961" y="10192"/>
                  <a:pt x="21229" y="10417"/>
                  <a:pt x="20722" y="10699"/>
                </a:cubicBezTo>
                <a:cubicBezTo>
                  <a:pt x="20103" y="11093"/>
                  <a:pt x="19596" y="11600"/>
                  <a:pt x="19258" y="12276"/>
                </a:cubicBezTo>
                <a:cubicBezTo>
                  <a:pt x="18920" y="12951"/>
                  <a:pt x="18695" y="13740"/>
                  <a:pt x="18695" y="14528"/>
                </a:cubicBezTo>
                <a:cubicBezTo>
                  <a:pt x="18695" y="16612"/>
                  <a:pt x="19483" y="18245"/>
                  <a:pt x="21060" y="19371"/>
                </a:cubicBezTo>
                <a:cubicBezTo>
                  <a:pt x="22637" y="20553"/>
                  <a:pt x="24833" y="21116"/>
                  <a:pt x="27648" y="21116"/>
                </a:cubicBezTo>
                <a:lnTo>
                  <a:pt x="42796" y="21116"/>
                </a:lnTo>
                <a:lnTo>
                  <a:pt x="42796" y="30971"/>
                </a:lnTo>
                <a:lnTo>
                  <a:pt x="0" y="30971"/>
                </a:lnTo>
                <a:lnTo>
                  <a:pt x="0" y="21116"/>
                </a:lnTo>
                <a:lnTo>
                  <a:pt x="16499" y="21116"/>
                </a:lnTo>
                <a:cubicBezTo>
                  <a:pt x="14697" y="19652"/>
                  <a:pt x="13402" y="18132"/>
                  <a:pt x="12557" y="16443"/>
                </a:cubicBezTo>
                <a:cubicBezTo>
                  <a:pt x="11713" y="14753"/>
                  <a:pt x="11262" y="12895"/>
                  <a:pt x="11262" y="10868"/>
                </a:cubicBezTo>
                <a:cubicBezTo>
                  <a:pt x="11262" y="7320"/>
                  <a:pt x="12388" y="4617"/>
                  <a:pt x="14528" y="2759"/>
                </a:cubicBezTo>
                <a:cubicBezTo>
                  <a:pt x="16724" y="957"/>
                  <a:pt x="19878" y="0"/>
                  <a:pt x="24044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AAAC7-5EAD-4BD0-8D13-30B0D4A2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249" y="2487897"/>
            <a:ext cx="46231" cy="20553"/>
          </a:xfrm>
          <a:custGeom xmlns:a="http://schemas.openxmlformats.org/drawingml/2006/main">
            <a:pathLst>
              <a:path w="46231" h="20553">
                <a:moveTo>
                  <a:pt x="0" y="6082"/>
                </a:moveTo>
                <a:lnTo>
                  <a:pt x="0" y="0"/>
                </a:lnTo>
                <a:lnTo>
                  <a:pt x="46231" y="14472"/>
                </a:lnTo>
                <a:lnTo>
                  <a:pt x="46231" y="20553"/>
                </a:lnTo>
                <a:lnTo>
                  <a:pt x="0" y="6082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D95C2-0F33-4B4E-BAA9-A90E933A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451633"/>
            <a:ext cx="32266" cy="33842"/>
          </a:xfrm>
          <a:custGeom xmlns:a="http://schemas.openxmlformats.org/drawingml/2006/main">
            <a:pathLst>
              <a:path w="32266" h="33842">
                <a:moveTo>
                  <a:pt x="7039" y="16893"/>
                </a:moveTo>
                <a:cubicBezTo>
                  <a:pt x="7039" y="19089"/>
                  <a:pt x="7827" y="20778"/>
                  <a:pt x="9404" y="21905"/>
                </a:cubicBezTo>
                <a:cubicBezTo>
                  <a:pt x="10980" y="23031"/>
                  <a:pt x="13233" y="23594"/>
                  <a:pt x="16161" y="23594"/>
                </a:cubicBezTo>
                <a:cubicBezTo>
                  <a:pt x="19145" y="23594"/>
                  <a:pt x="21398" y="23031"/>
                  <a:pt x="22975" y="21905"/>
                </a:cubicBezTo>
                <a:cubicBezTo>
                  <a:pt x="24551" y="20778"/>
                  <a:pt x="25283" y="19089"/>
                  <a:pt x="25283" y="16893"/>
                </a:cubicBezTo>
                <a:cubicBezTo>
                  <a:pt x="25283" y="14753"/>
                  <a:pt x="24551" y="13120"/>
                  <a:pt x="22975" y="11994"/>
                </a:cubicBezTo>
                <a:cubicBezTo>
                  <a:pt x="21398" y="10868"/>
                  <a:pt x="19145" y="10248"/>
                  <a:pt x="16161" y="10248"/>
                </a:cubicBezTo>
                <a:cubicBezTo>
                  <a:pt x="13233" y="10248"/>
                  <a:pt x="10980" y="10868"/>
                  <a:pt x="9404" y="11994"/>
                </a:cubicBezTo>
                <a:cubicBezTo>
                  <a:pt x="7827" y="13120"/>
                  <a:pt x="7039" y="14753"/>
                  <a:pt x="7039" y="16893"/>
                </a:cubicBezTo>
                <a:close/>
                <a:moveTo>
                  <a:pt x="0" y="16893"/>
                </a:moveTo>
                <a:cubicBezTo>
                  <a:pt x="0" y="11600"/>
                  <a:pt x="1464" y="7489"/>
                  <a:pt x="4280" y="4505"/>
                </a:cubicBezTo>
                <a:cubicBezTo>
                  <a:pt x="7151" y="1520"/>
                  <a:pt x="11093" y="0"/>
                  <a:pt x="16161" y="0"/>
                </a:cubicBezTo>
                <a:cubicBezTo>
                  <a:pt x="21229" y="0"/>
                  <a:pt x="25227" y="1520"/>
                  <a:pt x="28043" y="4505"/>
                </a:cubicBezTo>
                <a:cubicBezTo>
                  <a:pt x="30858" y="7489"/>
                  <a:pt x="32266" y="11600"/>
                  <a:pt x="32266" y="16893"/>
                </a:cubicBezTo>
                <a:cubicBezTo>
                  <a:pt x="32266" y="22186"/>
                  <a:pt x="30858" y="26353"/>
                  <a:pt x="28043" y="29338"/>
                </a:cubicBezTo>
                <a:cubicBezTo>
                  <a:pt x="25227" y="32378"/>
                  <a:pt x="21229" y="33842"/>
                  <a:pt x="16161" y="33842"/>
                </a:cubicBezTo>
                <a:cubicBezTo>
                  <a:pt x="11093" y="33842"/>
                  <a:pt x="7151" y="32378"/>
                  <a:pt x="4280" y="29338"/>
                </a:cubicBezTo>
                <a:cubicBezTo>
                  <a:pt x="1464" y="26353"/>
                  <a:pt x="0" y="22186"/>
                  <a:pt x="0" y="16893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5D7FE-E57E-496B-8462-44D6AB76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411428"/>
            <a:ext cx="43190" cy="33054"/>
          </a:xfrm>
          <a:custGeom xmlns:a="http://schemas.openxmlformats.org/drawingml/2006/main">
            <a:pathLst>
              <a:path w="43190" h="33054">
                <a:moveTo>
                  <a:pt x="27085" y="23200"/>
                </a:moveTo>
                <a:lnTo>
                  <a:pt x="43190" y="23200"/>
                </a:lnTo>
                <a:lnTo>
                  <a:pt x="43190" y="33054"/>
                </a:lnTo>
                <a:lnTo>
                  <a:pt x="732" y="33054"/>
                </a:lnTo>
                <a:lnTo>
                  <a:pt x="732" y="23200"/>
                </a:lnTo>
                <a:lnTo>
                  <a:pt x="5237" y="23200"/>
                </a:lnTo>
                <a:cubicBezTo>
                  <a:pt x="3435" y="21848"/>
                  <a:pt x="2140" y="20384"/>
                  <a:pt x="1295" y="18695"/>
                </a:cubicBezTo>
                <a:cubicBezTo>
                  <a:pt x="450" y="17062"/>
                  <a:pt x="0" y="15147"/>
                  <a:pt x="0" y="13008"/>
                </a:cubicBezTo>
                <a:cubicBezTo>
                  <a:pt x="0" y="9235"/>
                  <a:pt x="1520" y="6138"/>
                  <a:pt x="4561" y="3660"/>
                </a:cubicBezTo>
                <a:cubicBezTo>
                  <a:pt x="7602" y="1239"/>
                  <a:pt x="11487" y="0"/>
                  <a:pt x="16217" y="0"/>
                </a:cubicBezTo>
                <a:cubicBezTo>
                  <a:pt x="20947" y="0"/>
                  <a:pt x="24833" y="1239"/>
                  <a:pt x="27817" y="3660"/>
                </a:cubicBezTo>
                <a:cubicBezTo>
                  <a:pt x="30802" y="6138"/>
                  <a:pt x="32266" y="9235"/>
                  <a:pt x="32266" y="13008"/>
                </a:cubicBezTo>
                <a:cubicBezTo>
                  <a:pt x="32266" y="15147"/>
                  <a:pt x="31815" y="17062"/>
                  <a:pt x="31027" y="18695"/>
                </a:cubicBezTo>
                <a:cubicBezTo>
                  <a:pt x="30239" y="20384"/>
                  <a:pt x="28887" y="21848"/>
                  <a:pt x="27085" y="23200"/>
                </a:cubicBezTo>
                <a:close/>
                <a:moveTo>
                  <a:pt x="7151" y="16668"/>
                </a:moveTo>
                <a:cubicBezTo>
                  <a:pt x="7151" y="18808"/>
                  <a:pt x="7940" y="20384"/>
                  <a:pt x="9460" y="21511"/>
                </a:cubicBezTo>
                <a:cubicBezTo>
                  <a:pt x="11037" y="22637"/>
                  <a:pt x="13233" y="23200"/>
                  <a:pt x="16161" y="23200"/>
                </a:cubicBezTo>
                <a:cubicBezTo>
                  <a:pt x="19089" y="23200"/>
                  <a:pt x="21342" y="22637"/>
                  <a:pt x="22862" y="21511"/>
                </a:cubicBezTo>
                <a:cubicBezTo>
                  <a:pt x="24439" y="20384"/>
                  <a:pt x="25171" y="18808"/>
                  <a:pt x="25171" y="16668"/>
                </a:cubicBezTo>
                <a:cubicBezTo>
                  <a:pt x="25171" y="14584"/>
                  <a:pt x="24439" y="13008"/>
                  <a:pt x="22862" y="11881"/>
                </a:cubicBezTo>
                <a:cubicBezTo>
                  <a:pt x="21342" y="10755"/>
                  <a:pt x="19089" y="10192"/>
                  <a:pt x="16161" y="10192"/>
                </a:cubicBezTo>
                <a:cubicBezTo>
                  <a:pt x="13233" y="10192"/>
                  <a:pt x="11037" y="10755"/>
                  <a:pt x="9460" y="11881"/>
                </a:cubicBezTo>
                <a:cubicBezTo>
                  <a:pt x="7940" y="13008"/>
                  <a:pt x="7151" y="14584"/>
                  <a:pt x="7151" y="16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29EFD-DA5D-421F-A083-D6D8493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373418"/>
            <a:ext cx="32266" cy="33054"/>
          </a:xfrm>
          <a:custGeom xmlns:a="http://schemas.openxmlformats.org/drawingml/2006/main">
            <a:pathLst>
              <a:path w="32266" h="33054">
                <a:moveTo>
                  <a:pt x="16048" y="0"/>
                </a:moveTo>
                <a:lnTo>
                  <a:pt x="18864" y="0"/>
                </a:lnTo>
                <a:lnTo>
                  <a:pt x="18864" y="23031"/>
                </a:lnTo>
                <a:cubicBezTo>
                  <a:pt x="21173" y="22806"/>
                  <a:pt x="22918" y="21961"/>
                  <a:pt x="24044" y="20497"/>
                </a:cubicBezTo>
                <a:cubicBezTo>
                  <a:pt x="25227" y="19089"/>
                  <a:pt x="25790" y="17118"/>
                  <a:pt x="25790" y="14528"/>
                </a:cubicBezTo>
                <a:cubicBezTo>
                  <a:pt x="25790" y="12501"/>
                  <a:pt x="25509" y="10361"/>
                  <a:pt x="24889" y="8165"/>
                </a:cubicBezTo>
                <a:cubicBezTo>
                  <a:pt x="24270" y="6025"/>
                  <a:pt x="23312" y="3773"/>
                  <a:pt x="22074" y="1464"/>
                </a:cubicBezTo>
                <a:lnTo>
                  <a:pt x="29676" y="1464"/>
                </a:lnTo>
                <a:cubicBezTo>
                  <a:pt x="30576" y="3829"/>
                  <a:pt x="31196" y="6138"/>
                  <a:pt x="31590" y="8447"/>
                </a:cubicBezTo>
                <a:cubicBezTo>
                  <a:pt x="32041" y="10812"/>
                  <a:pt x="32266" y="13120"/>
                  <a:pt x="32266" y="15429"/>
                </a:cubicBezTo>
                <a:cubicBezTo>
                  <a:pt x="32266" y="21004"/>
                  <a:pt x="30858" y="25340"/>
                  <a:pt x="28043" y="28437"/>
                </a:cubicBezTo>
                <a:cubicBezTo>
                  <a:pt x="25227" y="31534"/>
                  <a:pt x="21285" y="33054"/>
                  <a:pt x="16161" y="33054"/>
                </a:cubicBezTo>
                <a:cubicBezTo>
                  <a:pt x="11149" y="33054"/>
                  <a:pt x="7208" y="31534"/>
                  <a:pt x="4336" y="28493"/>
                </a:cubicBezTo>
                <a:cubicBezTo>
                  <a:pt x="1464" y="25452"/>
                  <a:pt x="0" y="21285"/>
                  <a:pt x="0" y="15992"/>
                </a:cubicBezTo>
                <a:cubicBezTo>
                  <a:pt x="0" y="11149"/>
                  <a:pt x="1464" y="7320"/>
                  <a:pt x="4392" y="4392"/>
                </a:cubicBezTo>
                <a:cubicBezTo>
                  <a:pt x="7320" y="1464"/>
                  <a:pt x="11206" y="0"/>
                  <a:pt x="16048" y="0"/>
                </a:cubicBezTo>
                <a:close/>
                <a:moveTo>
                  <a:pt x="12782" y="10136"/>
                </a:moveTo>
                <a:cubicBezTo>
                  <a:pt x="10924" y="10136"/>
                  <a:pt x="9404" y="10699"/>
                  <a:pt x="8278" y="11769"/>
                </a:cubicBezTo>
                <a:cubicBezTo>
                  <a:pt x="7151" y="12895"/>
                  <a:pt x="6532" y="14303"/>
                  <a:pt x="6532" y="16048"/>
                </a:cubicBezTo>
                <a:cubicBezTo>
                  <a:pt x="6532" y="17963"/>
                  <a:pt x="7095" y="19540"/>
                  <a:pt x="8165" y="20722"/>
                </a:cubicBezTo>
                <a:cubicBezTo>
                  <a:pt x="9235" y="21905"/>
                  <a:pt x="10755" y="22637"/>
                  <a:pt x="12782" y="22918"/>
                </a:cubicBezTo>
                <a:lnTo>
                  <a:pt x="12782" y="10136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B4974-1DFC-4094-AAEF-80B94E10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335015"/>
            <a:ext cx="31534" cy="30971"/>
          </a:xfrm>
          <a:custGeom xmlns:a="http://schemas.openxmlformats.org/drawingml/2006/main">
            <a:pathLst>
              <a:path w="31534" h="30971">
                <a:moveTo>
                  <a:pt x="12782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8493" y="9911"/>
                </a:lnTo>
                <a:lnTo>
                  <a:pt x="17175" y="9911"/>
                </a:lnTo>
                <a:cubicBezTo>
                  <a:pt x="14528" y="9911"/>
                  <a:pt x="12726" y="9967"/>
                  <a:pt x="11713" y="10080"/>
                </a:cubicBezTo>
                <a:cubicBezTo>
                  <a:pt x="10699" y="10192"/>
                  <a:pt x="9967" y="10417"/>
                  <a:pt x="9460" y="10699"/>
                </a:cubicBezTo>
                <a:cubicBezTo>
                  <a:pt x="8841" y="11093"/>
                  <a:pt x="8334" y="11600"/>
                  <a:pt x="7996" y="12276"/>
                </a:cubicBezTo>
                <a:cubicBezTo>
                  <a:pt x="7658" y="12951"/>
                  <a:pt x="7433" y="13740"/>
                  <a:pt x="7433" y="14528"/>
                </a:cubicBezTo>
                <a:cubicBezTo>
                  <a:pt x="7433" y="16612"/>
                  <a:pt x="8221" y="18245"/>
                  <a:pt x="9798" y="19371"/>
                </a:cubicBezTo>
                <a:cubicBezTo>
                  <a:pt x="11375" y="20553"/>
                  <a:pt x="13571" y="21116"/>
                  <a:pt x="16386" y="21116"/>
                </a:cubicBezTo>
                <a:lnTo>
                  <a:pt x="31534" y="21116"/>
                </a:lnTo>
                <a:lnTo>
                  <a:pt x="31534" y="30971"/>
                </a:lnTo>
                <a:lnTo>
                  <a:pt x="732" y="30971"/>
                </a:lnTo>
                <a:lnTo>
                  <a:pt x="732" y="21116"/>
                </a:lnTo>
                <a:lnTo>
                  <a:pt x="5237" y="21116"/>
                </a:lnTo>
                <a:cubicBezTo>
                  <a:pt x="3435" y="19652"/>
                  <a:pt x="2140" y="18132"/>
                  <a:pt x="1295" y="16443"/>
                </a:cubicBezTo>
                <a:cubicBezTo>
                  <a:pt x="450" y="14753"/>
                  <a:pt x="0" y="12895"/>
                  <a:pt x="0" y="10868"/>
                </a:cubicBezTo>
                <a:cubicBezTo>
                  <a:pt x="0" y="7320"/>
                  <a:pt x="1126" y="4617"/>
                  <a:pt x="3266" y="2759"/>
                </a:cubicBezTo>
                <a:cubicBezTo>
                  <a:pt x="5462" y="957"/>
                  <a:pt x="8615" y="0"/>
                  <a:pt x="12782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D6BF8-989F-4582-9C5C-F6EE967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295" y="2302468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D88F5-252F-4CA2-BFBE-02C0A92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503" y="2287883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5E577-F278-4E17-B329-C955518F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503" y="2268569"/>
            <a:ext cx="42796" cy="9854"/>
          </a:xfrm>
          <a:custGeom xmlns:a="http://schemas.openxmlformats.org/drawingml/2006/main">
            <a:pathLst>
              <a:path w="42796" h="9854">
                <a:moveTo>
                  <a:pt x="0" y="9854"/>
                </a:moveTo>
                <a:lnTo>
                  <a:pt x="0" y="0"/>
                </a:lnTo>
                <a:lnTo>
                  <a:pt x="42796" y="0"/>
                </a:lnTo>
                <a:lnTo>
                  <a:pt x="42796" y="9854"/>
                </a:lnTo>
                <a:lnTo>
                  <a:pt x="0" y="985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AD420-59FF-41F9-9440-9B800B6B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230278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98815-80DD-49CC-A506-A0E0DD94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171603"/>
            <a:ext cx="31534" cy="49553"/>
          </a:xfrm>
          <a:custGeom xmlns:a="http://schemas.openxmlformats.org/drawingml/2006/main">
            <a:pathLst>
              <a:path w="31534" h="49553">
                <a:moveTo>
                  <a:pt x="5856" y="20947"/>
                </a:moveTo>
                <a:cubicBezTo>
                  <a:pt x="3942" y="19709"/>
                  <a:pt x="2534" y="18245"/>
                  <a:pt x="1520" y="16555"/>
                </a:cubicBezTo>
                <a:cubicBezTo>
                  <a:pt x="507" y="14866"/>
                  <a:pt x="0" y="12951"/>
                  <a:pt x="0" y="10868"/>
                </a:cubicBezTo>
                <a:cubicBezTo>
                  <a:pt x="0" y="7377"/>
                  <a:pt x="1126" y="4674"/>
                  <a:pt x="3266" y="2816"/>
                </a:cubicBezTo>
                <a:cubicBezTo>
                  <a:pt x="5462" y="957"/>
                  <a:pt x="8615" y="0"/>
                  <a:pt x="12782" y="0"/>
                </a:cubicBezTo>
                <a:lnTo>
                  <a:pt x="31534" y="0"/>
                </a:lnTo>
                <a:lnTo>
                  <a:pt x="31534" y="9911"/>
                </a:lnTo>
                <a:lnTo>
                  <a:pt x="15485" y="9911"/>
                </a:lnTo>
                <a:cubicBezTo>
                  <a:pt x="15260" y="9911"/>
                  <a:pt x="14979" y="9854"/>
                  <a:pt x="14753" y="9854"/>
                </a:cubicBezTo>
                <a:cubicBezTo>
                  <a:pt x="14528" y="9854"/>
                  <a:pt x="14134" y="9854"/>
                  <a:pt x="13627" y="9854"/>
                </a:cubicBezTo>
                <a:cubicBezTo>
                  <a:pt x="11487" y="9854"/>
                  <a:pt x="9911" y="10192"/>
                  <a:pt x="8897" y="10812"/>
                </a:cubicBezTo>
                <a:cubicBezTo>
                  <a:pt x="7940" y="11487"/>
                  <a:pt x="7433" y="12501"/>
                  <a:pt x="7433" y="13909"/>
                </a:cubicBezTo>
                <a:cubicBezTo>
                  <a:pt x="7433" y="15823"/>
                  <a:pt x="8221" y="17231"/>
                  <a:pt x="9742" y="18245"/>
                </a:cubicBezTo>
                <a:cubicBezTo>
                  <a:pt x="11318" y="19258"/>
                  <a:pt x="13514" y="19821"/>
                  <a:pt x="16386" y="19821"/>
                </a:cubicBezTo>
                <a:lnTo>
                  <a:pt x="31534" y="19821"/>
                </a:lnTo>
                <a:lnTo>
                  <a:pt x="31534" y="29732"/>
                </a:lnTo>
                <a:lnTo>
                  <a:pt x="15485" y="29732"/>
                </a:lnTo>
                <a:cubicBezTo>
                  <a:pt x="12107" y="29732"/>
                  <a:pt x="9911" y="30070"/>
                  <a:pt x="8897" y="30633"/>
                </a:cubicBezTo>
                <a:cubicBezTo>
                  <a:pt x="7940" y="31196"/>
                  <a:pt x="7433" y="32266"/>
                  <a:pt x="7433" y="33730"/>
                </a:cubicBezTo>
                <a:cubicBezTo>
                  <a:pt x="7433" y="35644"/>
                  <a:pt x="8221" y="37108"/>
                  <a:pt x="9742" y="38122"/>
                </a:cubicBezTo>
                <a:cubicBezTo>
                  <a:pt x="11318" y="39136"/>
                  <a:pt x="13514" y="39642"/>
                  <a:pt x="16386" y="39642"/>
                </a:cubicBezTo>
                <a:lnTo>
                  <a:pt x="31534" y="39642"/>
                </a:lnTo>
                <a:lnTo>
                  <a:pt x="31534" y="49553"/>
                </a:lnTo>
                <a:lnTo>
                  <a:pt x="732" y="49553"/>
                </a:lnTo>
                <a:lnTo>
                  <a:pt x="732" y="39642"/>
                </a:lnTo>
                <a:lnTo>
                  <a:pt x="5237" y="39642"/>
                </a:lnTo>
                <a:cubicBezTo>
                  <a:pt x="3548" y="38460"/>
                  <a:pt x="2252" y="37052"/>
                  <a:pt x="1351" y="35475"/>
                </a:cubicBezTo>
                <a:cubicBezTo>
                  <a:pt x="450" y="33899"/>
                  <a:pt x="0" y="32209"/>
                  <a:pt x="0" y="30295"/>
                </a:cubicBezTo>
                <a:cubicBezTo>
                  <a:pt x="0" y="28211"/>
                  <a:pt x="563" y="26353"/>
                  <a:pt x="1577" y="24720"/>
                </a:cubicBezTo>
                <a:cubicBezTo>
                  <a:pt x="2590" y="23087"/>
                  <a:pt x="4054" y="21848"/>
                  <a:pt x="5856" y="20947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AC5AA-0C57-4195-88AD-033463EC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65" y="2133593"/>
            <a:ext cx="32266" cy="31140"/>
          </a:xfrm>
          <a:custGeom xmlns:a="http://schemas.openxmlformats.org/drawingml/2006/main">
            <a:pathLst>
              <a:path w="32266" h="31140">
                <a:moveTo>
                  <a:pt x="17681" y="15035"/>
                </a:moveTo>
                <a:cubicBezTo>
                  <a:pt x="17681" y="17118"/>
                  <a:pt x="18076" y="18695"/>
                  <a:pt x="18751" y="19709"/>
                </a:cubicBezTo>
                <a:cubicBezTo>
                  <a:pt x="19427" y="20722"/>
                  <a:pt x="20441" y="21229"/>
                  <a:pt x="21792" y="21229"/>
                </a:cubicBezTo>
                <a:cubicBezTo>
                  <a:pt x="23031" y="21229"/>
                  <a:pt x="24044" y="20835"/>
                  <a:pt x="24720" y="19990"/>
                </a:cubicBezTo>
                <a:cubicBezTo>
                  <a:pt x="25452" y="19145"/>
                  <a:pt x="25790" y="17963"/>
                  <a:pt x="25790" y="16499"/>
                </a:cubicBezTo>
                <a:cubicBezTo>
                  <a:pt x="25790" y="14641"/>
                  <a:pt x="25171" y="13064"/>
                  <a:pt x="23819" y="11825"/>
                </a:cubicBezTo>
                <a:cubicBezTo>
                  <a:pt x="22468" y="10586"/>
                  <a:pt x="20835" y="9911"/>
                  <a:pt x="18808" y="9911"/>
                </a:cubicBezTo>
                <a:lnTo>
                  <a:pt x="17681" y="9911"/>
                </a:lnTo>
                <a:lnTo>
                  <a:pt x="17681" y="15035"/>
                </a:lnTo>
                <a:close/>
                <a:moveTo>
                  <a:pt x="13965" y="0"/>
                </a:moveTo>
                <a:lnTo>
                  <a:pt x="31534" y="0"/>
                </a:lnTo>
                <a:lnTo>
                  <a:pt x="31534" y="9911"/>
                </a:lnTo>
                <a:lnTo>
                  <a:pt x="26973" y="9911"/>
                </a:lnTo>
                <a:cubicBezTo>
                  <a:pt x="28887" y="11262"/>
                  <a:pt x="30239" y="12726"/>
                  <a:pt x="31027" y="14359"/>
                </a:cubicBezTo>
                <a:cubicBezTo>
                  <a:pt x="31815" y="16048"/>
                  <a:pt x="32266" y="18019"/>
                  <a:pt x="32266" y="20384"/>
                </a:cubicBezTo>
                <a:cubicBezTo>
                  <a:pt x="32266" y="23594"/>
                  <a:pt x="31365" y="26184"/>
                  <a:pt x="29507" y="28155"/>
                </a:cubicBezTo>
                <a:cubicBezTo>
                  <a:pt x="27705" y="30182"/>
                  <a:pt x="25283" y="31140"/>
                  <a:pt x="22299" y="31140"/>
                </a:cubicBezTo>
                <a:cubicBezTo>
                  <a:pt x="18695" y="31140"/>
                  <a:pt x="16048" y="29901"/>
                  <a:pt x="14359" y="27423"/>
                </a:cubicBezTo>
                <a:cubicBezTo>
                  <a:pt x="12670" y="24945"/>
                  <a:pt x="11825" y="21060"/>
                  <a:pt x="11825" y="15711"/>
                </a:cubicBezTo>
                <a:lnTo>
                  <a:pt x="11825" y="9911"/>
                </a:lnTo>
                <a:lnTo>
                  <a:pt x="11037" y="9911"/>
                </a:lnTo>
                <a:cubicBezTo>
                  <a:pt x="9516" y="9911"/>
                  <a:pt x="8390" y="10530"/>
                  <a:pt x="7658" y="11769"/>
                </a:cubicBezTo>
                <a:cubicBezTo>
                  <a:pt x="6926" y="13008"/>
                  <a:pt x="6532" y="14922"/>
                  <a:pt x="6532" y="17512"/>
                </a:cubicBezTo>
                <a:cubicBezTo>
                  <a:pt x="6532" y="19652"/>
                  <a:pt x="6757" y="21623"/>
                  <a:pt x="7208" y="23425"/>
                </a:cubicBezTo>
                <a:cubicBezTo>
                  <a:pt x="7658" y="25227"/>
                  <a:pt x="8278" y="26916"/>
                  <a:pt x="9066" y="28437"/>
                </a:cubicBezTo>
                <a:lnTo>
                  <a:pt x="1577" y="28437"/>
                </a:lnTo>
                <a:cubicBezTo>
                  <a:pt x="1070" y="26353"/>
                  <a:pt x="676" y="24270"/>
                  <a:pt x="394" y="22130"/>
                </a:cubicBezTo>
                <a:cubicBezTo>
                  <a:pt x="169" y="19990"/>
                  <a:pt x="0" y="17850"/>
                  <a:pt x="0" y="15711"/>
                </a:cubicBezTo>
                <a:cubicBezTo>
                  <a:pt x="0" y="10192"/>
                  <a:pt x="1126" y="6194"/>
                  <a:pt x="3322" y="3716"/>
                </a:cubicBezTo>
                <a:cubicBezTo>
                  <a:pt x="5518" y="1239"/>
                  <a:pt x="9066" y="0"/>
                  <a:pt x="13965" y="0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E75FA-3799-4360-A2E7-DA7CADBD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295" y="2100990"/>
            <a:ext cx="5237" cy="28155"/>
          </a:xfrm>
          <a:custGeom xmlns:a="http://schemas.openxmlformats.org/drawingml/2006/main">
            <a:pathLst>
              <a:path w="5237" h="28155">
                <a:moveTo>
                  <a:pt x="0" y="0"/>
                </a:moveTo>
                <a:lnTo>
                  <a:pt x="5237" y="0"/>
                </a:lnTo>
                <a:lnTo>
                  <a:pt x="5237" y="28155"/>
                </a:lnTo>
                <a:lnTo>
                  <a:pt x="0" y="28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B93D4-4937-448C-AB8F-1B4E743A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249" y="2066303"/>
            <a:ext cx="41050" cy="30914"/>
          </a:xfrm>
          <a:custGeom xmlns:a="http://schemas.openxmlformats.org/drawingml/2006/main">
            <a:pathLst>
              <a:path w="41050" h="30914">
                <a:moveTo>
                  <a:pt x="0" y="30914"/>
                </a:moveTo>
                <a:lnTo>
                  <a:pt x="0" y="0"/>
                </a:lnTo>
                <a:lnTo>
                  <a:pt x="5969" y="0"/>
                </a:lnTo>
                <a:lnTo>
                  <a:pt x="41050" y="15992"/>
                </a:lnTo>
                <a:lnTo>
                  <a:pt x="41050" y="26297"/>
                </a:lnTo>
                <a:lnTo>
                  <a:pt x="7771" y="11149"/>
                </a:lnTo>
                <a:lnTo>
                  <a:pt x="7771" y="30914"/>
                </a:lnTo>
                <a:lnTo>
                  <a:pt x="0" y="3091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FEE70-F174-4984-B0E8-93B6A99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503" y="2024014"/>
            <a:ext cx="43528" cy="33054"/>
          </a:xfrm>
          <a:custGeom xmlns:a="http://schemas.openxmlformats.org/drawingml/2006/main">
            <a:pathLst>
              <a:path w="43528" h="33054">
                <a:moveTo>
                  <a:pt x="36433" y="16668"/>
                </a:moveTo>
                <a:cubicBezTo>
                  <a:pt x="36433" y="14584"/>
                  <a:pt x="35701" y="13008"/>
                  <a:pt x="34124" y="11881"/>
                </a:cubicBezTo>
                <a:cubicBezTo>
                  <a:pt x="32604" y="10755"/>
                  <a:pt x="30351" y="10192"/>
                  <a:pt x="27423" y="10192"/>
                </a:cubicBezTo>
                <a:cubicBezTo>
                  <a:pt x="24495" y="10192"/>
                  <a:pt x="22299" y="10755"/>
                  <a:pt x="20722" y="11881"/>
                </a:cubicBezTo>
                <a:cubicBezTo>
                  <a:pt x="19202" y="13008"/>
                  <a:pt x="18413" y="14584"/>
                  <a:pt x="18413" y="16668"/>
                </a:cubicBezTo>
                <a:cubicBezTo>
                  <a:pt x="18413" y="18808"/>
                  <a:pt x="19202" y="20384"/>
                  <a:pt x="20722" y="21511"/>
                </a:cubicBezTo>
                <a:cubicBezTo>
                  <a:pt x="22299" y="22637"/>
                  <a:pt x="24495" y="23200"/>
                  <a:pt x="27423" y="23200"/>
                </a:cubicBezTo>
                <a:cubicBezTo>
                  <a:pt x="30351" y="23200"/>
                  <a:pt x="32604" y="22637"/>
                  <a:pt x="34124" y="21511"/>
                </a:cubicBezTo>
                <a:cubicBezTo>
                  <a:pt x="35701" y="20384"/>
                  <a:pt x="36433" y="18808"/>
                  <a:pt x="36433" y="16668"/>
                </a:cubicBezTo>
                <a:close/>
                <a:moveTo>
                  <a:pt x="16499" y="23200"/>
                </a:moveTo>
                <a:cubicBezTo>
                  <a:pt x="14697" y="21848"/>
                  <a:pt x="13402" y="20384"/>
                  <a:pt x="12557" y="18695"/>
                </a:cubicBezTo>
                <a:cubicBezTo>
                  <a:pt x="11713" y="17062"/>
                  <a:pt x="11262" y="15147"/>
                  <a:pt x="11262" y="13008"/>
                </a:cubicBezTo>
                <a:cubicBezTo>
                  <a:pt x="11262" y="9235"/>
                  <a:pt x="12782" y="6138"/>
                  <a:pt x="15823" y="3660"/>
                </a:cubicBezTo>
                <a:cubicBezTo>
                  <a:pt x="18864" y="1239"/>
                  <a:pt x="22749" y="0"/>
                  <a:pt x="27479" y="0"/>
                </a:cubicBezTo>
                <a:cubicBezTo>
                  <a:pt x="32209" y="0"/>
                  <a:pt x="36095" y="1239"/>
                  <a:pt x="39079" y="3660"/>
                </a:cubicBezTo>
                <a:cubicBezTo>
                  <a:pt x="42064" y="6138"/>
                  <a:pt x="43528" y="9235"/>
                  <a:pt x="43528" y="13008"/>
                </a:cubicBezTo>
                <a:cubicBezTo>
                  <a:pt x="43528" y="15147"/>
                  <a:pt x="43077" y="17062"/>
                  <a:pt x="42289" y="18695"/>
                </a:cubicBezTo>
                <a:cubicBezTo>
                  <a:pt x="41501" y="20384"/>
                  <a:pt x="40149" y="21848"/>
                  <a:pt x="38347" y="23200"/>
                </a:cubicBezTo>
                <a:lnTo>
                  <a:pt x="42796" y="23200"/>
                </a:lnTo>
                <a:lnTo>
                  <a:pt x="42796" y="33054"/>
                </a:lnTo>
                <a:lnTo>
                  <a:pt x="0" y="33054"/>
                </a:lnTo>
                <a:lnTo>
                  <a:pt x="0" y="23200"/>
                </a:lnTo>
                <a:lnTo>
                  <a:pt x="16499" y="2320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703EF-3381-43B7-B4B0-A838F9E0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1734176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30445-BA97-49F8-90DF-E43417E7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1734176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2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C142C-86C3-497A-A6AD-3AC6094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76" y="169058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D73D9-21C1-4FEA-8BEA-D49687F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34" y="1764940"/>
            <a:ext cx="12393" cy="14920"/>
          </a:xfrm>
          <a:custGeom xmlns:a="http://schemas.openxmlformats.org/drawingml/2006/main">
            <a:pathLst>
              <a:path w="12393" h="14920">
                <a:moveTo>
                  <a:pt x="0" y="0"/>
                </a:moveTo>
                <a:lnTo>
                  <a:pt x="12393" y="0"/>
                </a:lnTo>
                <a:lnTo>
                  <a:pt x="12393" y="14920"/>
                </a:lnTo>
                <a:lnTo>
                  <a:pt x="0" y="14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9FB39-690E-441C-AFB8-928CAA3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57" y="1692146"/>
            <a:ext cx="52219" cy="87714"/>
          </a:xfrm>
          <a:custGeom xmlns:a="http://schemas.openxmlformats.org/drawingml/2006/main">
            <a:pathLst>
              <a:path w="52219" h="87714">
                <a:moveTo>
                  <a:pt x="1684" y="77727"/>
                </a:moveTo>
                <a:lnTo>
                  <a:pt x="21056" y="77727"/>
                </a:lnTo>
                <a:lnTo>
                  <a:pt x="21056" y="10829"/>
                </a:lnTo>
                <a:lnTo>
                  <a:pt x="0" y="15040"/>
                </a:lnTo>
                <a:lnTo>
                  <a:pt x="0" y="4211"/>
                </a:lnTo>
                <a:lnTo>
                  <a:pt x="20936" y="0"/>
                </a:lnTo>
                <a:lnTo>
                  <a:pt x="32848" y="0"/>
                </a:lnTo>
                <a:lnTo>
                  <a:pt x="32848" y="77727"/>
                </a:lnTo>
                <a:lnTo>
                  <a:pt x="52219" y="77727"/>
                </a:lnTo>
                <a:lnTo>
                  <a:pt x="52219" y="87714"/>
                </a:lnTo>
                <a:lnTo>
                  <a:pt x="1684" y="87714"/>
                </a:lnTo>
                <a:lnTo>
                  <a:pt x="1684" y="77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80BD0-2691-46DA-A9A3-CE0F7461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1249832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790C6-A2D2-4F54-A723-DE4E8C1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1249832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2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D045E-266E-432A-B3E3-CD8A1A4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0" y="1207802"/>
            <a:ext cx="52219" cy="87714"/>
          </a:xfrm>
          <a:custGeom xmlns:a="http://schemas.openxmlformats.org/drawingml/2006/main">
            <a:pathLst>
              <a:path w="52219" h="87714">
                <a:moveTo>
                  <a:pt x="1684" y="77727"/>
                </a:moveTo>
                <a:lnTo>
                  <a:pt x="21056" y="77727"/>
                </a:lnTo>
                <a:lnTo>
                  <a:pt x="21056" y="10829"/>
                </a:lnTo>
                <a:lnTo>
                  <a:pt x="0" y="15040"/>
                </a:lnTo>
                <a:lnTo>
                  <a:pt x="0" y="4211"/>
                </a:lnTo>
                <a:lnTo>
                  <a:pt x="20936" y="0"/>
                </a:lnTo>
                <a:lnTo>
                  <a:pt x="32848" y="0"/>
                </a:lnTo>
                <a:lnTo>
                  <a:pt x="32848" y="77727"/>
                </a:lnTo>
                <a:lnTo>
                  <a:pt x="52219" y="77727"/>
                </a:lnTo>
                <a:lnTo>
                  <a:pt x="52219" y="87714"/>
                </a:lnTo>
                <a:lnTo>
                  <a:pt x="1684" y="87714"/>
                </a:lnTo>
                <a:lnTo>
                  <a:pt x="1684" y="77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89371-BAB1-4C56-9D0E-8470AEA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34" y="1280597"/>
            <a:ext cx="12393" cy="14920"/>
          </a:xfrm>
          <a:custGeom xmlns:a="http://schemas.openxmlformats.org/drawingml/2006/main">
            <a:pathLst>
              <a:path w="12393" h="14920">
                <a:moveTo>
                  <a:pt x="0" y="0"/>
                </a:moveTo>
                <a:lnTo>
                  <a:pt x="12393" y="0"/>
                </a:lnTo>
                <a:lnTo>
                  <a:pt x="12393" y="14920"/>
                </a:lnTo>
                <a:lnTo>
                  <a:pt x="0" y="14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F04D6-F05B-4374-917E-E269682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63" y="1206238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4F38B-FDB2-4A7A-AAD1-FFB572B5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863754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46D5E-C571-4DCB-BB86-5AA1F9F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3" y="863754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2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57CD9-890D-41CC-BDB3-979EEF6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54" y="821725"/>
            <a:ext cx="52219" cy="87714"/>
          </a:xfrm>
          <a:custGeom xmlns:a="http://schemas.openxmlformats.org/drawingml/2006/main">
            <a:pathLst>
              <a:path w="52219" h="87714">
                <a:moveTo>
                  <a:pt x="1684" y="77727"/>
                </a:moveTo>
                <a:lnTo>
                  <a:pt x="21056" y="77727"/>
                </a:lnTo>
                <a:lnTo>
                  <a:pt x="21056" y="10829"/>
                </a:lnTo>
                <a:lnTo>
                  <a:pt x="0" y="15040"/>
                </a:lnTo>
                <a:lnTo>
                  <a:pt x="0" y="4211"/>
                </a:lnTo>
                <a:lnTo>
                  <a:pt x="20936" y="0"/>
                </a:lnTo>
                <a:lnTo>
                  <a:pt x="32848" y="0"/>
                </a:lnTo>
                <a:lnTo>
                  <a:pt x="32848" y="77727"/>
                </a:lnTo>
                <a:lnTo>
                  <a:pt x="52219" y="77727"/>
                </a:lnTo>
                <a:lnTo>
                  <a:pt x="52219" y="87714"/>
                </a:lnTo>
                <a:lnTo>
                  <a:pt x="1684" y="87714"/>
                </a:lnTo>
                <a:lnTo>
                  <a:pt x="1684" y="77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87830-20F2-4B7B-BE3C-3E184422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4" y="820161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603BF-8002-4150-A92A-0F0FBB5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41" y="894519"/>
            <a:ext cx="12393" cy="14920"/>
          </a:xfrm>
          <a:custGeom xmlns:a="http://schemas.openxmlformats.org/drawingml/2006/main">
            <a:pathLst>
              <a:path w="12393" h="14920">
                <a:moveTo>
                  <a:pt x="0" y="0"/>
                </a:moveTo>
                <a:lnTo>
                  <a:pt x="12393" y="0"/>
                </a:lnTo>
                <a:lnTo>
                  <a:pt x="12393" y="14920"/>
                </a:lnTo>
                <a:lnTo>
                  <a:pt x="0" y="14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16017-E7FB-431A-8233-69F7123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70" y="820161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FAE62-80EF-4767-B461-D51F5685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81" y="1948664"/>
            <a:ext cx="24064" cy="10"/>
          </a:xfrm>
          <a:custGeom xmlns:a="http://schemas.openxmlformats.org/drawingml/2006/main">
            <a:pathLst>
              <a:path w="24064" h="1">
                <a:moveTo>
                  <a:pt x="2406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4C579-5280-4C18-9C76-203DE7BE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81" y="1948664"/>
            <a:ext cx="24064" cy="10"/>
          </a:xfrm>
          <a:custGeom xmlns:a="http://schemas.openxmlformats.org/drawingml/2006/main">
            <a:pathLst>
              <a:path w="24064" h="1" fill="none">
                <a:moveTo>
                  <a:pt x="2406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19" cap="flat">
            <a:solidFill>
              <a:srgbClr val="000000"/>
            </a:solidFill>
            <a:round/>
          </a:ln>
        </p:spPr>
      </p:sp>
      <p:sp>
        <p:nvSpPr>
          <p:cNvPr id="2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B75EF-6550-475C-9702-8A507E3F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6" y="2092146"/>
            <a:ext cx="131571" cy="104499"/>
          </a:xfrm>
          <a:custGeom xmlns:a="http://schemas.openxmlformats.org/drawingml/2006/main">
            <a:pathLst>
              <a:path w="131571" h="104499">
                <a:moveTo>
                  <a:pt x="0" y="104499"/>
                </a:moveTo>
                <a:lnTo>
                  <a:pt x="0" y="86631"/>
                </a:lnTo>
                <a:lnTo>
                  <a:pt x="55588" y="86631"/>
                </a:lnTo>
                <a:lnTo>
                  <a:pt x="0" y="27614"/>
                </a:lnTo>
                <a:lnTo>
                  <a:pt x="0" y="4693"/>
                </a:lnTo>
                <a:lnTo>
                  <a:pt x="61364" y="70027"/>
                </a:lnTo>
                <a:lnTo>
                  <a:pt x="131571" y="0"/>
                </a:lnTo>
                <a:lnTo>
                  <a:pt x="131571" y="23463"/>
                </a:lnTo>
                <a:lnTo>
                  <a:pt x="68222" y="86631"/>
                </a:lnTo>
                <a:lnTo>
                  <a:pt x="131571" y="86631"/>
                </a:lnTo>
                <a:lnTo>
                  <a:pt x="131571" y="104499"/>
                </a:lnTo>
                <a:lnTo>
                  <a:pt x="0" y="104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8D59D-4B82-4CD9-BFF1-3364448C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6" y="1996310"/>
            <a:ext cx="131571" cy="81939"/>
          </a:xfrm>
          <a:custGeom xmlns:a="http://schemas.openxmlformats.org/drawingml/2006/main">
            <a:pathLst>
              <a:path w="131571" h="81939">
                <a:moveTo>
                  <a:pt x="0" y="81939"/>
                </a:moveTo>
                <a:lnTo>
                  <a:pt x="0" y="64071"/>
                </a:lnTo>
                <a:lnTo>
                  <a:pt x="116591" y="64071"/>
                </a:lnTo>
                <a:lnTo>
                  <a:pt x="116591" y="0"/>
                </a:lnTo>
                <a:lnTo>
                  <a:pt x="131571" y="0"/>
                </a:lnTo>
                <a:lnTo>
                  <a:pt x="131571" y="81939"/>
                </a:lnTo>
                <a:lnTo>
                  <a:pt x="0" y="81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8E6B1-76A0-4A9A-9D2D-0EE829B0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1839833"/>
            <a:ext cx="139512" cy="88255"/>
          </a:xfrm>
          <a:custGeom xmlns:a="http://schemas.openxmlformats.org/drawingml/2006/main">
            <a:pathLst>
              <a:path w="139512" h="88255">
                <a:moveTo>
                  <a:pt x="53423" y="16243"/>
                </a:moveTo>
                <a:lnTo>
                  <a:pt x="0" y="16243"/>
                </a:lnTo>
                <a:lnTo>
                  <a:pt x="0" y="0"/>
                </a:lnTo>
                <a:lnTo>
                  <a:pt x="137166" y="0"/>
                </a:lnTo>
                <a:lnTo>
                  <a:pt x="137166" y="16243"/>
                </a:lnTo>
                <a:lnTo>
                  <a:pt x="122367" y="16243"/>
                </a:lnTo>
                <a:cubicBezTo>
                  <a:pt x="128322" y="19672"/>
                  <a:pt x="132654" y="24004"/>
                  <a:pt x="135361" y="29238"/>
                </a:cubicBezTo>
                <a:cubicBezTo>
                  <a:pt x="138068" y="34472"/>
                  <a:pt x="139512" y="40608"/>
                  <a:pt x="139512" y="47828"/>
                </a:cubicBezTo>
                <a:cubicBezTo>
                  <a:pt x="139512" y="59739"/>
                  <a:pt x="134820" y="69485"/>
                  <a:pt x="125435" y="77066"/>
                </a:cubicBezTo>
                <a:cubicBezTo>
                  <a:pt x="116050" y="84646"/>
                  <a:pt x="103416" y="88255"/>
                  <a:pt x="87895" y="88255"/>
                </a:cubicBezTo>
                <a:cubicBezTo>
                  <a:pt x="72373" y="88255"/>
                  <a:pt x="59920" y="84646"/>
                  <a:pt x="50354" y="77066"/>
                </a:cubicBezTo>
                <a:cubicBezTo>
                  <a:pt x="40969" y="69485"/>
                  <a:pt x="36096" y="59739"/>
                  <a:pt x="36096" y="47828"/>
                </a:cubicBezTo>
                <a:cubicBezTo>
                  <a:pt x="36096" y="40608"/>
                  <a:pt x="37540" y="34472"/>
                  <a:pt x="40428" y="29238"/>
                </a:cubicBezTo>
                <a:cubicBezTo>
                  <a:pt x="43316" y="24004"/>
                  <a:pt x="47647" y="19672"/>
                  <a:pt x="53423" y="16243"/>
                </a:cubicBezTo>
                <a:close/>
                <a:moveTo>
                  <a:pt x="87895" y="71471"/>
                </a:moveTo>
                <a:cubicBezTo>
                  <a:pt x="99806" y="71471"/>
                  <a:pt x="109191" y="69124"/>
                  <a:pt x="116050" y="64251"/>
                </a:cubicBezTo>
                <a:cubicBezTo>
                  <a:pt x="122908" y="59378"/>
                  <a:pt x="126157" y="52701"/>
                  <a:pt x="126157" y="44038"/>
                </a:cubicBezTo>
                <a:cubicBezTo>
                  <a:pt x="126157" y="35374"/>
                  <a:pt x="122908" y="28697"/>
                  <a:pt x="116050" y="23643"/>
                </a:cubicBezTo>
                <a:cubicBezTo>
                  <a:pt x="109191" y="18770"/>
                  <a:pt x="99806" y="16243"/>
                  <a:pt x="87895" y="16243"/>
                </a:cubicBezTo>
                <a:cubicBezTo>
                  <a:pt x="75983" y="16243"/>
                  <a:pt x="66778" y="18770"/>
                  <a:pt x="59920" y="23643"/>
                </a:cubicBezTo>
                <a:cubicBezTo>
                  <a:pt x="53062" y="28697"/>
                  <a:pt x="49632" y="35374"/>
                  <a:pt x="49632" y="44038"/>
                </a:cubicBezTo>
                <a:cubicBezTo>
                  <a:pt x="49632" y="52701"/>
                  <a:pt x="53062" y="59378"/>
                  <a:pt x="59920" y="64251"/>
                </a:cubicBezTo>
                <a:cubicBezTo>
                  <a:pt x="66778" y="69124"/>
                  <a:pt x="75983" y="71471"/>
                  <a:pt x="87895" y="714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DE710-BF63-45F8-9013-8B120D8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1790201"/>
            <a:ext cx="137166" cy="16243"/>
          </a:xfrm>
          <a:custGeom xmlns:a="http://schemas.openxmlformats.org/drawingml/2006/main">
            <a:pathLst>
              <a:path w="137166" h="16243">
                <a:moveTo>
                  <a:pt x="38443" y="16243"/>
                </a:moveTo>
                <a:lnTo>
                  <a:pt x="38443" y="0"/>
                </a:lnTo>
                <a:lnTo>
                  <a:pt x="137166" y="0"/>
                </a:lnTo>
                <a:lnTo>
                  <a:pt x="137166" y="16243"/>
                </a:lnTo>
                <a:lnTo>
                  <a:pt x="38443" y="16243"/>
                </a:lnTo>
                <a:close/>
                <a:moveTo>
                  <a:pt x="0" y="16243"/>
                </a:moveTo>
                <a:lnTo>
                  <a:pt x="0" y="0"/>
                </a:lnTo>
                <a:lnTo>
                  <a:pt x="20575" y="0"/>
                </a:lnTo>
                <a:lnTo>
                  <a:pt x="20575" y="16243"/>
                </a:lnTo>
                <a:lnTo>
                  <a:pt x="0" y="16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E8007-8685-40CE-BBC8-F60CCF33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4" y="1671805"/>
            <a:ext cx="98723" cy="96016"/>
          </a:xfrm>
          <a:custGeom xmlns:a="http://schemas.openxmlformats.org/drawingml/2006/main">
            <a:pathLst>
              <a:path w="98723" h="96016">
                <a:moveTo>
                  <a:pt x="0" y="96016"/>
                </a:moveTo>
                <a:lnTo>
                  <a:pt x="0" y="78870"/>
                </a:lnTo>
                <a:lnTo>
                  <a:pt x="82841" y="48008"/>
                </a:lnTo>
                <a:lnTo>
                  <a:pt x="0" y="17146"/>
                </a:lnTo>
                <a:lnTo>
                  <a:pt x="0" y="0"/>
                </a:lnTo>
                <a:lnTo>
                  <a:pt x="98723" y="36999"/>
                </a:lnTo>
                <a:lnTo>
                  <a:pt x="98723" y="59017"/>
                </a:lnTo>
                <a:lnTo>
                  <a:pt x="0" y="96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4D317-56C0-48C8-8E4C-715B92B4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564960"/>
            <a:ext cx="103416" cy="91504"/>
          </a:xfrm>
          <a:custGeom xmlns:a="http://schemas.openxmlformats.org/drawingml/2006/main">
            <a:pathLst>
              <a:path w="103416" h="91504">
                <a:moveTo>
                  <a:pt x="47647" y="0"/>
                </a:moveTo>
                <a:lnTo>
                  <a:pt x="55588" y="0"/>
                </a:lnTo>
                <a:lnTo>
                  <a:pt x="55588" y="74539"/>
                </a:lnTo>
                <a:cubicBezTo>
                  <a:pt x="66778" y="73817"/>
                  <a:pt x="75441" y="70568"/>
                  <a:pt x="81217" y="64432"/>
                </a:cubicBezTo>
                <a:cubicBezTo>
                  <a:pt x="86992" y="58476"/>
                  <a:pt x="89880" y="50174"/>
                  <a:pt x="89880" y="39345"/>
                </a:cubicBezTo>
                <a:cubicBezTo>
                  <a:pt x="89880" y="33209"/>
                  <a:pt x="89158" y="27072"/>
                  <a:pt x="87714" y="21297"/>
                </a:cubicBezTo>
                <a:cubicBezTo>
                  <a:pt x="86270" y="15521"/>
                  <a:pt x="83924" y="9566"/>
                  <a:pt x="80675" y="3790"/>
                </a:cubicBezTo>
                <a:lnTo>
                  <a:pt x="96016" y="3790"/>
                </a:lnTo>
                <a:cubicBezTo>
                  <a:pt x="98543" y="9566"/>
                  <a:pt x="100528" y="15521"/>
                  <a:pt x="101611" y="21658"/>
                </a:cubicBezTo>
                <a:cubicBezTo>
                  <a:pt x="102694" y="27794"/>
                  <a:pt x="103416" y="34111"/>
                  <a:pt x="103416" y="40247"/>
                </a:cubicBezTo>
                <a:cubicBezTo>
                  <a:pt x="103416" y="56130"/>
                  <a:pt x="98904" y="68583"/>
                  <a:pt x="89880" y="77788"/>
                </a:cubicBezTo>
                <a:cubicBezTo>
                  <a:pt x="80856" y="86992"/>
                  <a:pt x="68403" y="91504"/>
                  <a:pt x="52701" y="91504"/>
                </a:cubicBezTo>
                <a:cubicBezTo>
                  <a:pt x="36638" y="91504"/>
                  <a:pt x="23824" y="87173"/>
                  <a:pt x="14258" y="78509"/>
                </a:cubicBezTo>
                <a:cubicBezTo>
                  <a:pt x="4873" y="69846"/>
                  <a:pt x="0" y="57935"/>
                  <a:pt x="0" y="43135"/>
                </a:cubicBezTo>
                <a:cubicBezTo>
                  <a:pt x="0" y="29779"/>
                  <a:pt x="4332" y="19312"/>
                  <a:pt x="12814" y="11551"/>
                </a:cubicBezTo>
                <a:cubicBezTo>
                  <a:pt x="21477" y="3971"/>
                  <a:pt x="33028" y="0"/>
                  <a:pt x="47647" y="0"/>
                </a:cubicBezTo>
                <a:close/>
                <a:moveTo>
                  <a:pt x="42955" y="16243"/>
                </a:moveTo>
                <a:cubicBezTo>
                  <a:pt x="34111" y="16424"/>
                  <a:pt x="27072" y="18951"/>
                  <a:pt x="21658" y="23643"/>
                </a:cubicBezTo>
                <a:cubicBezTo>
                  <a:pt x="16424" y="28516"/>
                  <a:pt x="13717" y="35013"/>
                  <a:pt x="13717" y="42955"/>
                </a:cubicBezTo>
                <a:cubicBezTo>
                  <a:pt x="13717" y="51979"/>
                  <a:pt x="16424" y="59198"/>
                  <a:pt x="21477" y="64612"/>
                </a:cubicBezTo>
                <a:cubicBezTo>
                  <a:pt x="26531" y="70027"/>
                  <a:pt x="33750" y="73276"/>
                  <a:pt x="42955" y="73997"/>
                </a:cubicBezTo>
                <a:lnTo>
                  <a:pt x="42955" y="16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A6E92-A8CC-48CC-9D79-F28C5609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481216"/>
            <a:ext cx="101070" cy="57754"/>
          </a:xfrm>
          <a:custGeom xmlns:a="http://schemas.openxmlformats.org/drawingml/2006/main">
            <a:pathLst>
              <a:path w="101070" h="57754">
                <a:moveTo>
                  <a:pt x="17507" y="0"/>
                </a:moveTo>
                <a:cubicBezTo>
                  <a:pt x="16424" y="1805"/>
                  <a:pt x="15702" y="3790"/>
                  <a:pt x="15160" y="5956"/>
                </a:cubicBezTo>
                <a:cubicBezTo>
                  <a:pt x="14799" y="8122"/>
                  <a:pt x="14439" y="10468"/>
                  <a:pt x="14439" y="12995"/>
                </a:cubicBezTo>
                <a:cubicBezTo>
                  <a:pt x="14439" y="22199"/>
                  <a:pt x="17507" y="29238"/>
                  <a:pt x="23463" y="34111"/>
                </a:cubicBezTo>
                <a:cubicBezTo>
                  <a:pt x="29418" y="39165"/>
                  <a:pt x="37901" y="41511"/>
                  <a:pt x="49091" y="41511"/>
                </a:cubicBezTo>
                <a:lnTo>
                  <a:pt x="101070" y="41511"/>
                </a:lnTo>
                <a:lnTo>
                  <a:pt x="101070" y="57754"/>
                </a:lnTo>
                <a:lnTo>
                  <a:pt x="2346" y="57754"/>
                </a:lnTo>
                <a:lnTo>
                  <a:pt x="2346" y="41511"/>
                </a:lnTo>
                <a:lnTo>
                  <a:pt x="17687" y="41511"/>
                </a:lnTo>
                <a:cubicBezTo>
                  <a:pt x="11731" y="38262"/>
                  <a:pt x="7219" y="33750"/>
                  <a:pt x="4332" y="28336"/>
                </a:cubicBezTo>
                <a:cubicBezTo>
                  <a:pt x="1444" y="22921"/>
                  <a:pt x="0" y="16243"/>
                  <a:pt x="0" y="8302"/>
                </a:cubicBezTo>
                <a:cubicBezTo>
                  <a:pt x="0" y="7219"/>
                  <a:pt x="180" y="5956"/>
                  <a:pt x="180" y="4512"/>
                </a:cubicBezTo>
                <a:cubicBezTo>
                  <a:pt x="361" y="3249"/>
                  <a:pt x="541" y="1805"/>
                  <a:pt x="902" y="0"/>
                </a:cubicBezTo>
                <a:lnTo>
                  <a:pt x="175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2B9D4-854E-4AF3-ACDD-F5AC7F54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386042"/>
            <a:ext cx="138429" cy="88255"/>
          </a:xfrm>
          <a:custGeom xmlns:a="http://schemas.openxmlformats.org/drawingml/2006/main">
            <a:pathLst>
              <a:path w="138429" h="88255">
                <a:moveTo>
                  <a:pt x="50535" y="16243"/>
                </a:moveTo>
                <a:cubicBezTo>
                  <a:pt x="38984" y="16243"/>
                  <a:pt x="29779" y="18770"/>
                  <a:pt x="23282" y="23463"/>
                </a:cubicBezTo>
                <a:cubicBezTo>
                  <a:pt x="16785" y="28336"/>
                  <a:pt x="13536" y="35194"/>
                  <a:pt x="13536" y="43857"/>
                </a:cubicBezTo>
                <a:cubicBezTo>
                  <a:pt x="13536" y="52520"/>
                  <a:pt x="16785" y="59378"/>
                  <a:pt x="23282" y="64251"/>
                </a:cubicBezTo>
                <a:cubicBezTo>
                  <a:pt x="29779" y="69124"/>
                  <a:pt x="38984" y="71471"/>
                  <a:pt x="50535" y="71471"/>
                </a:cubicBezTo>
                <a:cubicBezTo>
                  <a:pt x="62266" y="71471"/>
                  <a:pt x="71290" y="69124"/>
                  <a:pt x="77788" y="64251"/>
                </a:cubicBezTo>
                <a:cubicBezTo>
                  <a:pt x="84285" y="59378"/>
                  <a:pt x="87534" y="52520"/>
                  <a:pt x="87534" y="43857"/>
                </a:cubicBezTo>
                <a:cubicBezTo>
                  <a:pt x="87534" y="35194"/>
                  <a:pt x="84285" y="28336"/>
                  <a:pt x="77788" y="23463"/>
                </a:cubicBezTo>
                <a:cubicBezTo>
                  <a:pt x="71290" y="18770"/>
                  <a:pt x="62266" y="16243"/>
                  <a:pt x="50535" y="16243"/>
                </a:cubicBezTo>
                <a:close/>
                <a:moveTo>
                  <a:pt x="88797" y="0"/>
                </a:moveTo>
                <a:cubicBezTo>
                  <a:pt x="105401" y="0"/>
                  <a:pt x="117854" y="3790"/>
                  <a:pt x="126157" y="11190"/>
                </a:cubicBezTo>
                <a:cubicBezTo>
                  <a:pt x="134278" y="18770"/>
                  <a:pt x="138429" y="30140"/>
                  <a:pt x="138429" y="45481"/>
                </a:cubicBezTo>
                <a:cubicBezTo>
                  <a:pt x="138429" y="51257"/>
                  <a:pt x="137888" y="56491"/>
                  <a:pt x="137166" y="61544"/>
                </a:cubicBezTo>
                <a:cubicBezTo>
                  <a:pt x="136264" y="66598"/>
                  <a:pt x="135000" y="71651"/>
                  <a:pt x="133195" y="76344"/>
                </a:cubicBezTo>
                <a:lnTo>
                  <a:pt x="117494" y="76344"/>
                </a:lnTo>
                <a:cubicBezTo>
                  <a:pt x="120020" y="71651"/>
                  <a:pt x="121825" y="66959"/>
                  <a:pt x="123088" y="62266"/>
                </a:cubicBezTo>
                <a:cubicBezTo>
                  <a:pt x="124352" y="57574"/>
                  <a:pt x="125074" y="52881"/>
                  <a:pt x="125074" y="48008"/>
                </a:cubicBezTo>
                <a:cubicBezTo>
                  <a:pt x="125074" y="37540"/>
                  <a:pt x="122186" y="29599"/>
                  <a:pt x="116772" y="24185"/>
                </a:cubicBezTo>
                <a:cubicBezTo>
                  <a:pt x="111177" y="18951"/>
                  <a:pt x="102875" y="16243"/>
                  <a:pt x="91685" y="16243"/>
                </a:cubicBezTo>
                <a:lnTo>
                  <a:pt x="83743" y="16243"/>
                </a:lnTo>
                <a:cubicBezTo>
                  <a:pt x="89519" y="19672"/>
                  <a:pt x="93850" y="24004"/>
                  <a:pt x="96738" y="29238"/>
                </a:cubicBezTo>
                <a:cubicBezTo>
                  <a:pt x="99626" y="34472"/>
                  <a:pt x="101070" y="40608"/>
                  <a:pt x="101070" y="47828"/>
                </a:cubicBezTo>
                <a:cubicBezTo>
                  <a:pt x="101070" y="60100"/>
                  <a:pt x="96558" y="69846"/>
                  <a:pt x="87353" y="77246"/>
                </a:cubicBezTo>
                <a:cubicBezTo>
                  <a:pt x="78149" y="84646"/>
                  <a:pt x="65876" y="88255"/>
                  <a:pt x="50535" y="88255"/>
                </a:cubicBezTo>
                <a:cubicBezTo>
                  <a:pt x="35374" y="88255"/>
                  <a:pt x="23102" y="84646"/>
                  <a:pt x="13897" y="77246"/>
                </a:cubicBezTo>
                <a:cubicBezTo>
                  <a:pt x="4693" y="69846"/>
                  <a:pt x="0" y="60100"/>
                  <a:pt x="0" y="47828"/>
                </a:cubicBezTo>
                <a:cubicBezTo>
                  <a:pt x="0" y="40608"/>
                  <a:pt x="1444" y="34472"/>
                  <a:pt x="4332" y="29238"/>
                </a:cubicBezTo>
                <a:cubicBezTo>
                  <a:pt x="7219" y="24004"/>
                  <a:pt x="11551" y="19672"/>
                  <a:pt x="17326" y="16243"/>
                </a:cubicBezTo>
                <a:lnTo>
                  <a:pt x="2346" y="16243"/>
                </a:lnTo>
                <a:lnTo>
                  <a:pt x="2346" y="0"/>
                </a:lnTo>
                <a:lnTo>
                  <a:pt x="887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E0D9F-17A4-48FA-9F7E-AC74F32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268188"/>
            <a:ext cx="103416" cy="91504"/>
          </a:xfrm>
          <a:custGeom xmlns:a="http://schemas.openxmlformats.org/drawingml/2006/main">
            <a:pathLst>
              <a:path w="103416" h="91504">
                <a:moveTo>
                  <a:pt x="47647" y="0"/>
                </a:moveTo>
                <a:lnTo>
                  <a:pt x="55588" y="0"/>
                </a:lnTo>
                <a:lnTo>
                  <a:pt x="55588" y="74539"/>
                </a:lnTo>
                <a:cubicBezTo>
                  <a:pt x="66778" y="73817"/>
                  <a:pt x="75441" y="70568"/>
                  <a:pt x="81217" y="64432"/>
                </a:cubicBezTo>
                <a:cubicBezTo>
                  <a:pt x="86992" y="58476"/>
                  <a:pt x="89880" y="50174"/>
                  <a:pt x="89880" y="39345"/>
                </a:cubicBezTo>
                <a:cubicBezTo>
                  <a:pt x="89880" y="33209"/>
                  <a:pt x="89158" y="27072"/>
                  <a:pt x="87714" y="21297"/>
                </a:cubicBezTo>
                <a:cubicBezTo>
                  <a:pt x="86270" y="15521"/>
                  <a:pt x="83924" y="9566"/>
                  <a:pt x="80675" y="3790"/>
                </a:cubicBezTo>
                <a:lnTo>
                  <a:pt x="96016" y="3790"/>
                </a:lnTo>
                <a:cubicBezTo>
                  <a:pt x="98543" y="9566"/>
                  <a:pt x="100528" y="15521"/>
                  <a:pt x="101611" y="21658"/>
                </a:cubicBezTo>
                <a:cubicBezTo>
                  <a:pt x="102694" y="27794"/>
                  <a:pt x="103416" y="34111"/>
                  <a:pt x="103416" y="40247"/>
                </a:cubicBezTo>
                <a:cubicBezTo>
                  <a:pt x="103416" y="56130"/>
                  <a:pt x="98904" y="68583"/>
                  <a:pt x="89880" y="77788"/>
                </a:cubicBezTo>
                <a:cubicBezTo>
                  <a:pt x="80856" y="86992"/>
                  <a:pt x="68403" y="91504"/>
                  <a:pt x="52701" y="91504"/>
                </a:cubicBezTo>
                <a:cubicBezTo>
                  <a:pt x="36638" y="91504"/>
                  <a:pt x="23824" y="87173"/>
                  <a:pt x="14258" y="78509"/>
                </a:cubicBezTo>
                <a:cubicBezTo>
                  <a:pt x="4873" y="69846"/>
                  <a:pt x="0" y="57935"/>
                  <a:pt x="0" y="43135"/>
                </a:cubicBezTo>
                <a:cubicBezTo>
                  <a:pt x="0" y="29779"/>
                  <a:pt x="4332" y="19312"/>
                  <a:pt x="12814" y="11551"/>
                </a:cubicBezTo>
                <a:cubicBezTo>
                  <a:pt x="21477" y="3971"/>
                  <a:pt x="33028" y="0"/>
                  <a:pt x="47647" y="0"/>
                </a:cubicBezTo>
                <a:close/>
                <a:moveTo>
                  <a:pt x="42955" y="16243"/>
                </a:moveTo>
                <a:cubicBezTo>
                  <a:pt x="34111" y="16424"/>
                  <a:pt x="27072" y="18951"/>
                  <a:pt x="21658" y="23643"/>
                </a:cubicBezTo>
                <a:cubicBezTo>
                  <a:pt x="16424" y="28516"/>
                  <a:pt x="13717" y="35013"/>
                  <a:pt x="13717" y="42955"/>
                </a:cubicBezTo>
                <a:cubicBezTo>
                  <a:pt x="13717" y="51979"/>
                  <a:pt x="16424" y="59198"/>
                  <a:pt x="21477" y="64612"/>
                </a:cubicBezTo>
                <a:cubicBezTo>
                  <a:pt x="26531" y="70027"/>
                  <a:pt x="33750" y="73276"/>
                  <a:pt x="42955" y="73997"/>
                </a:cubicBezTo>
                <a:lnTo>
                  <a:pt x="42955" y="16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68875-CAD4-4D98-83D0-70394AC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159538"/>
            <a:ext cx="101070" cy="82661"/>
          </a:xfrm>
          <a:custGeom xmlns:a="http://schemas.openxmlformats.org/drawingml/2006/main">
            <a:pathLst>
              <a:path w="101070" h="82661">
                <a:moveTo>
                  <a:pt x="41511" y="0"/>
                </a:moveTo>
                <a:lnTo>
                  <a:pt x="101070" y="0"/>
                </a:lnTo>
                <a:lnTo>
                  <a:pt x="101070" y="16243"/>
                </a:lnTo>
                <a:lnTo>
                  <a:pt x="42052" y="16243"/>
                </a:lnTo>
                <a:cubicBezTo>
                  <a:pt x="32667" y="16243"/>
                  <a:pt x="25809" y="18229"/>
                  <a:pt x="21116" y="21838"/>
                </a:cubicBezTo>
                <a:cubicBezTo>
                  <a:pt x="16424" y="25448"/>
                  <a:pt x="14078" y="30862"/>
                  <a:pt x="14078" y="38082"/>
                </a:cubicBezTo>
                <a:cubicBezTo>
                  <a:pt x="14078" y="46925"/>
                  <a:pt x="16965" y="53784"/>
                  <a:pt x="22560" y="58837"/>
                </a:cubicBezTo>
                <a:cubicBezTo>
                  <a:pt x="28155" y="63890"/>
                  <a:pt x="35735" y="66417"/>
                  <a:pt x="45301" y="66417"/>
                </a:cubicBezTo>
                <a:lnTo>
                  <a:pt x="101070" y="66417"/>
                </a:lnTo>
                <a:lnTo>
                  <a:pt x="101070" y="82661"/>
                </a:lnTo>
                <a:lnTo>
                  <a:pt x="2346" y="82661"/>
                </a:lnTo>
                <a:lnTo>
                  <a:pt x="2346" y="66417"/>
                </a:lnTo>
                <a:lnTo>
                  <a:pt x="17687" y="66417"/>
                </a:lnTo>
                <a:cubicBezTo>
                  <a:pt x="11912" y="62627"/>
                  <a:pt x="7400" y="58115"/>
                  <a:pt x="4512" y="52701"/>
                </a:cubicBezTo>
                <a:cubicBezTo>
                  <a:pt x="1624" y="47467"/>
                  <a:pt x="0" y="41330"/>
                  <a:pt x="0" y="34472"/>
                </a:cubicBezTo>
                <a:cubicBezTo>
                  <a:pt x="0" y="23282"/>
                  <a:pt x="3610" y="14619"/>
                  <a:pt x="10648" y="8844"/>
                </a:cubicBezTo>
                <a:cubicBezTo>
                  <a:pt x="17687" y="3068"/>
                  <a:pt x="27975" y="0"/>
                  <a:pt x="4151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1F74B-5CE4-4062-9C41-B1A7751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1056122"/>
            <a:ext cx="103416" cy="78149"/>
          </a:xfrm>
          <a:custGeom xmlns:a="http://schemas.openxmlformats.org/drawingml/2006/main">
            <a:pathLst>
              <a:path w="103416" h="78149">
                <a:moveTo>
                  <a:pt x="6136" y="0"/>
                </a:moveTo>
                <a:lnTo>
                  <a:pt x="21297" y="0"/>
                </a:lnTo>
                <a:cubicBezTo>
                  <a:pt x="18770" y="4693"/>
                  <a:pt x="16965" y="9205"/>
                  <a:pt x="15702" y="13897"/>
                </a:cubicBezTo>
                <a:cubicBezTo>
                  <a:pt x="14439" y="18590"/>
                  <a:pt x="13717" y="23102"/>
                  <a:pt x="13717" y="27794"/>
                </a:cubicBezTo>
                <a:cubicBezTo>
                  <a:pt x="13717" y="38262"/>
                  <a:pt x="17146" y="46564"/>
                  <a:pt x="23824" y="52340"/>
                </a:cubicBezTo>
                <a:cubicBezTo>
                  <a:pt x="30501" y="58115"/>
                  <a:pt x="39886" y="61003"/>
                  <a:pt x="51798" y="61003"/>
                </a:cubicBezTo>
                <a:cubicBezTo>
                  <a:pt x="63890" y="61003"/>
                  <a:pt x="73276" y="58115"/>
                  <a:pt x="79953" y="52340"/>
                </a:cubicBezTo>
                <a:cubicBezTo>
                  <a:pt x="86631" y="46564"/>
                  <a:pt x="89880" y="38262"/>
                  <a:pt x="89880" y="27794"/>
                </a:cubicBezTo>
                <a:cubicBezTo>
                  <a:pt x="89880" y="23102"/>
                  <a:pt x="89338" y="18590"/>
                  <a:pt x="88075" y="13897"/>
                </a:cubicBezTo>
                <a:cubicBezTo>
                  <a:pt x="86812" y="9205"/>
                  <a:pt x="84826" y="4693"/>
                  <a:pt x="82300" y="0"/>
                </a:cubicBezTo>
                <a:lnTo>
                  <a:pt x="97280" y="0"/>
                </a:lnTo>
                <a:cubicBezTo>
                  <a:pt x="99445" y="4693"/>
                  <a:pt x="101070" y="9385"/>
                  <a:pt x="101972" y="14078"/>
                </a:cubicBezTo>
                <a:cubicBezTo>
                  <a:pt x="102875" y="18951"/>
                  <a:pt x="103416" y="24185"/>
                  <a:pt x="103416" y="29599"/>
                </a:cubicBezTo>
                <a:cubicBezTo>
                  <a:pt x="103416" y="44398"/>
                  <a:pt x="98904" y="56310"/>
                  <a:pt x="89519" y="64973"/>
                </a:cubicBezTo>
                <a:cubicBezTo>
                  <a:pt x="80314" y="73817"/>
                  <a:pt x="67681" y="78149"/>
                  <a:pt x="51798" y="78149"/>
                </a:cubicBezTo>
                <a:cubicBezTo>
                  <a:pt x="35735" y="78149"/>
                  <a:pt x="23102" y="73817"/>
                  <a:pt x="13897" y="64973"/>
                </a:cubicBezTo>
                <a:cubicBezTo>
                  <a:pt x="4693" y="56130"/>
                  <a:pt x="0" y="44038"/>
                  <a:pt x="0" y="28516"/>
                </a:cubicBezTo>
                <a:cubicBezTo>
                  <a:pt x="0" y="23463"/>
                  <a:pt x="541" y="18590"/>
                  <a:pt x="1624" y="13897"/>
                </a:cubicBezTo>
                <a:cubicBezTo>
                  <a:pt x="2707" y="9205"/>
                  <a:pt x="4151" y="4512"/>
                  <a:pt x="613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37C3B-C0B5-4D9D-94C6-31A427D7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943501"/>
            <a:ext cx="103416" cy="91504"/>
          </a:xfrm>
          <a:custGeom xmlns:a="http://schemas.openxmlformats.org/drawingml/2006/main">
            <a:pathLst>
              <a:path w="103416" h="91504">
                <a:moveTo>
                  <a:pt x="47647" y="0"/>
                </a:moveTo>
                <a:lnTo>
                  <a:pt x="55588" y="0"/>
                </a:lnTo>
                <a:lnTo>
                  <a:pt x="55588" y="74539"/>
                </a:lnTo>
                <a:cubicBezTo>
                  <a:pt x="66778" y="73817"/>
                  <a:pt x="75441" y="70568"/>
                  <a:pt x="81217" y="64432"/>
                </a:cubicBezTo>
                <a:cubicBezTo>
                  <a:pt x="86992" y="58476"/>
                  <a:pt x="89880" y="50174"/>
                  <a:pt x="89880" y="39345"/>
                </a:cubicBezTo>
                <a:cubicBezTo>
                  <a:pt x="89880" y="33209"/>
                  <a:pt x="89158" y="27072"/>
                  <a:pt x="87714" y="21297"/>
                </a:cubicBezTo>
                <a:cubicBezTo>
                  <a:pt x="86270" y="15521"/>
                  <a:pt x="83924" y="9566"/>
                  <a:pt x="80675" y="3790"/>
                </a:cubicBezTo>
                <a:lnTo>
                  <a:pt x="96016" y="3790"/>
                </a:lnTo>
                <a:cubicBezTo>
                  <a:pt x="98543" y="9566"/>
                  <a:pt x="100528" y="15521"/>
                  <a:pt x="101611" y="21658"/>
                </a:cubicBezTo>
                <a:cubicBezTo>
                  <a:pt x="102694" y="27794"/>
                  <a:pt x="103416" y="34111"/>
                  <a:pt x="103416" y="40247"/>
                </a:cubicBezTo>
                <a:cubicBezTo>
                  <a:pt x="103416" y="56130"/>
                  <a:pt x="98904" y="68583"/>
                  <a:pt x="89880" y="77788"/>
                </a:cubicBezTo>
                <a:cubicBezTo>
                  <a:pt x="80856" y="86992"/>
                  <a:pt x="68403" y="91504"/>
                  <a:pt x="52701" y="91504"/>
                </a:cubicBezTo>
                <a:cubicBezTo>
                  <a:pt x="36638" y="91504"/>
                  <a:pt x="23824" y="87173"/>
                  <a:pt x="14258" y="78509"/>
                </a:cubicBezTo>
                <a:cubicBezTo>
                  <a:pt x="4873" y="69846"/>
                  <a:pt x="0" y="57935"/>
                  <a:pt x="0" y="43135"/>
                </a:cubicBezTo>
                <a:cubicBezTo>
                  <a:pt x="0" y="29779"/>
                  <a:pt x="4332" y="19312"/>
                  <a:pt x="12814" y="11551"/>
                </a:cubicBezTo>
                <a:cubicBezTo>
                  <a:pt x="21477" y="3971"/>
                  <a:pt x="33028" y="0"/>
                  <a:pt x="47647" y="0"/>
                </a:cubicBezTo>
                <a:close/>
                <a:moveTo>
                  <a:pt x="42955" y="16243"/>
                </a:moveTo>
                <a:cubicBezTo>
                  <a:pt x="34111" y="16424"/>
                  <a:pt x="27072" y="18951"/>
                  <a:pt x="21658" y="23643"/>
                </a:cubicBezTo>
                <a:cubicBezTo>
                  <a:pt x="16424" y="28516"/>
                  <a:pt x="13717" y="35013"/>
                  <a:pt x="13717" y="42955"/>
                </a:cubicBezTo>
                <a:cubicBezTo>
                  <a:pt x="13717" y="51979"/>
                  <a:pt x="16424" y="59198"/>
                  <a:pt x="21477" y="64612"/>
                </a:cubicBezTo>
                <a:cubicBezTo>
                  <a:pt x="26531" y="70027"/>
                  <a:pt x="33750" y="73276"/>
                  <a:pt x="42955" y="73997"/>
                </a:cubicBezTo>
                <a:lnTo>
                  <a:pt x="42955" y="16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0F75C-558E-4A41-A14C-D7BCD09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823661"/>
            <a:ext cx="160809" cy="37360"/>
          </a:xfrm>
          <a:custGeom xmlns:a="http://schemas.openxmlformats.org/drawingml/2006/main">
            <a:pathLst>
              <a:path w="160809" h="37360">
                <a:moveTo>
                  <a:pt x="0" y="37360"/>
                </a:moveTo>
                <a:lnTo>
                  <a:pt x="0" y="0"/>
                </a:lnTo>
                <a:lnTo>
                  <a:pt x="12634" y="0"/>
                </a:lnTo>
                <a:lnTo>
                  <a:pt x="12634" y="21116"/>
                </a:lnTo>
                <a:lnTo>
                  <a:pt x="148175" y="21116"/>
                </a:lnTo>
                <a:lnTo>
                  <a:pt x="148175" y="0"/>
                </a:lnTo>
                <a:lnTo>
                  <a:pt x="160809" y="0"/>
                </a:lnTo>
                <a:lnTo>
                  <a:pt x="160809" y="37360"/>
                </a:lnTo>
                <a:lnTo>
                  <a:pt x="0" y="373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6ECD7-7E13-4C4B-827F-AF830702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701475"/>
            <a:ext cx="139512" cy="88255"/>
          </a:xfrm>
          <a:custGeom xmlns:a="http://schemas.openxmlformats.org/drawingml/2006/main">
            <a:pathLst>
              <a:path w="139512" h="88255">
                <a:moveTo>
                  <a:pt x="87895" y="16785"/>
                </a:moveTo>
                <a:cubicBezTo>
                  <a:pt x="75983" y="16785"/>
                  <a:pt x="66778" y="19312"/>
                  <a:pt x="59920" y="24185"/>
                </a:cubicBezTo>
                <a:cubicBezTo>
                  <a:pt x="53062" y="29238"/>
                  <a:pt x="49632" y="35916"/>
                  <a:pt x="49632" y="44398"/>
                </a:cubicBezTo>
                <a:cubicBezTo>
                  <a:pt x="49632" y="53062"/>
                  <a:pt x="53062" y="59739"/>
                  <a:pt x="59920" y="64612"/>
                </a:cubicBezTo>
                <a:cubicBezTo>
                  <a:pt x="66778" y="69666"/>
                  <a:pt x="75983" y="72012"/>
                  <a:pt x="87895" y="72012"/>
                </a:cubicBezTo>
                <a:cubicBezTo>
                  <a:pt x="99806" y="72012"/>
                  <a:pt x="109191" y="69666"/>
                  <a:pt x="116050" y="64612"/>
                </a:cubicBezTo>
                <a:cubicBezTo>
                  <a:pt x="122908" y="59739"/>
                  <a:pt x="126157" y="53062"/>
                  <a:pt x="126157" y="44398"/>
                </a:cubicBezTo>
                <a:cubicBezTo>
                  <a:pt x="126157" y="35916"/>
                  <a:pt x="122908" y="29238"/>
                  <a:pt x="116050" y="24185"/>
                </a:cubicBezTo>
                <a:cubicBezTo>
                  <a:pt x="109191" y="19312"/>
                  <a:pt x="99806" y="16785"/>
                  <a:pt x="87895" y="16785"/>
                </a:cubicBezTo>
                <a:close/>
                <a:moveTo>
                  <a:pt x="53423" y="72012"/>
                </a:moveTo>
                <a:cubicBezTo>
                  <a:pt x="47647" y="68763"/>
                  <a:pt x="43316" y="64432"/>
                  <a:pt x="40428" y="59198"/>
                </a:cubicBezTo>
                <a:cubicBezTo>
                  <a:pt x="37540" y="53964"/>
                  <a:pt x="36096" y="47647"/>
                  <a:pt x="36096" y="40428"/>
                </a:cubicBezTo>
                <a:cubicBezTo>
                  <a:pt x="36096" y="28516"/>
                  <a:pt x="40969" y="18770"/>
                  <a:pt x="50354" y="11190"/>
                </a:cubicBezTo>
                <a:cubicBezTo>
                  <a:pt x="59920" y="3790"/>
                  <a:pt x="72373" y="0"/>
                  <a:pt x="87895" y="0"/>
                </a:cubicBezTo>
                <a:cubicBezTo>
                  <a:pt x="103416" y="0"/>
                  <a:pt x="116050" y="3790"/>
                  <a:pt x="125435" y="11190"/>
                </a:cubicBezTo>
                <a:cubicBezTo>
                  <a:pt x="134820" y="18770"/>
                  <a:pt x="139512" y="28516"/>
                  <a:pt x="139512" y="40428"/>
                </a:cubicBezTo>
                <a:cubicBezTo>
                  <a:pt x="139512" y="47647"/>
                  <a:pt x="138068" y="53964"/>
                  <a:pt x="135361" y="59198"/>
                </a:cubicBezTo>
                <a:cubicBezTo>
                  <a:pt x="132654" y="64432"/>
                  <a:pt x="128322" y="68763"/>
                  <a:pt x="122367" y="72012"/>
                </a:cubicBezTo>
                <a:lnTo>
                  <a:pt x="137166" y="72012"/>
                </a:lnTo>
                <a:lnTo>
                  <a:pt x="137166" y="88255"/>
                </a:lnTo>
                <a:lnTo>
                  <a:pt x="0" y="88255"/>
                </a:lnTo>
                <a:lnTo>
                  <a:pt x="0" y="72012"/>
                </a:lnTo>
                <a:lnTo>
                  <a:pt x="53423" y="72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37DB2-F608-4DA1-98BD-6EA60680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" y="586870"/>
            <a:ext cx="138429" cy="88255"/>
          </a:xfrm>
          <a:custGeom xmlns:a="http://schemas.openxmlformats.org/drawingml/2006/main">
            <a:pathLst>
              <a:path w="138429" h="88255">
                <a:moveTo>
                  <a:pt x="86270" y="72012"/>
                </a:moveTo>
                <a:lnTo>
                  <a:pt x="138429" y="72012"/>
                </a:lnTo>
                <a:lnTo>
                  <a:pt x="138429" y="88255"/>
                </a:lnTo>
                <a:lnTo>
                  <a:pt x="2346" y="88255"/>
                </a:lnTo>
                <a:lnTo>
                  <a:pt x="2346" y="72012"/>
                </a:lnTo>
                <a:lnTo>
                  <a:pt x="17326" y="72012"/>
                </a:lnTo>
                <a:cubicBezTo>
                  <a:pt x="11551" y="68763"/>
                  <a:pt x="7219" y="64432"/>
                  <a:pt x="4332" y="59198"/>
                </a:cubicBezTo>
                <a:cubicBezTo>
                  <a:pt x="1444" y="53964"/>
                  <a:pt x="0" y="47647"/>
                  <a:pt x="0" y="40428"/>
                </a:cubicBezTo>
                <a:cubicBezTo>
                  <a:pt x="0" y="28516"/>
                  <a:pt x="4873" y="18770"/>
                  <a:pt x="14258" y="11190"/>
                </a:cubicBezTo>
                <a:cubicBezTo>
                  <a:pt x="23824" y="3790"/>
                  <a:pt x="36277" y="0"/>
                  <a:pt x="51798" y="0"/>
                </a:cubicBezTo>
                <a:cubicBezTo>
                  <a:pt x="67320" y="0"/>
                  <a:pt x="79953" y="3790"/>
                  <a:pt x="89338" y="11190"/>
                </a:cubicBezTo>
                <a:cubicBezTo>
                  <a:pt x="98723" y="18770"/>
                  <a:pt x="103416" y="28516"/>
                  <a:pt x="103416" y="40428"/>
                </a:cubicBezTo>
                <a:cubicBezTo>
                  <a:pt x="103416" y="47647"/>
                  <a:pt x="101972" y="53964"/>
                  <a:pt x="99265" y="59198"/>
                </a:cubicBezTo>
                <a:cubicBezTo>
                  <a:pt x="96558" y="64432"/>
                  <a:pt x="92226" y="68763"/>
                  <a:pt x="86270" y="72012"/>
                </a:cubicBezTo>
                <a:close/>
                <a:moveTo>
                  <a:pt x="51798" y="16785"/>
                </a:moveTo>
                <a:cubicBezTo>
                  <a:pt x="39886" y="16785"/>
                  <a:pt x="30682" y="19312"/>
                  <a:pt x="23824" y="24185"/>
                </a:cubicBezTo>
                <a:cubicBezTo>
                  <a:pt x="16965" y="29238"/>
                  <a:pt x="13536" y="35916"/>
                  <a:pt x="13536" y="44398"/>
                </a:cubicBezTo>
                <a:cubicBezTo>
                  <a:pt x="13536" y="53062"/>
                  <a:pt x="16965" y="59739"/>
                  <a:pt x="23824" y="64612"/>
                </a:cubicBezTo>
                <a:cubicBezTo>
                  <a:pt x="30682" y="69666"/>
                  <a:pt x="39886" y="72012"/>
                  <a:pt x="51798" y="72012"/>
                </a:cubicBezTo>
                <a:cubicBezTo>
                  <a:pt x="63710" y="72012"/>
                  <a:pt x="73095" y="69666"/>
                  <a:pt x="79953" y="64612"/>
                </a:cubicBezTo>
                <a:cubicBezTo>
                  <a:pt x="86812" y="59739"/>
                  <a:pt x="90060" y="53062"/>
                  <a:pt x="90060" y="44398"/>
                </a:cubicBezTo>
                <a:cubicBezTo>
                  <a:pt x="90060" y="35916"/>
                  <a:pt x="86812" y="29238"/>
                  <a:pt x="79953" y="24185"/>
                </a:cubicBezTo>
                <a:cubicBezTo>
                  <a:pt x="73095" y="19312"/>
                  <a:pt x="63710" y="16785"/>
                  <a:pt x="51798" y="16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A650C-15B8-4A13-8D33-D35FB17B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472264"/>
            <a:ext cx="139512" cy="88255"/>
          </a:xfrm>
          <a:custGeom xmlns:a="http://schemas.openxmlformats.org/drawingml/2006/main">
            <a:pathLst>
              <a:path w="139512" h="88255">
                <a:moveTo>
                  <a:pt x="87895" y="16785"/>
                </a:moveTo>
                <a:cubicBezTo>
                  <a:pt x="75983" y="16785"/>
                  <a:pt x="66778" y="19312"/>
                  <a:pt x="59920" y="24185"/>
                </a:cubicBezTo>
                <a:cubicBezTo>
                  <a:pt x="53062" y="29238"/>
                  <a:pt x="49632" y="35916"/>
                  <a:pt x="49632" y="44398"/>
                </a:cubicBezTo>
                <a:cubicBezTo>
                  <a:pt x="49632" y="53062"/>
                  <a:pt x="53062" y="59739"/>
                  <a:pt x="59920" y="64612"/>
                </a:cubicBezTo>
                <a:cubicBezTo>
                  <a:pt x="66778" y="69666"/>
                  <a:pt x="75983" y="72012"/>
                  <a:pt x="87895" y="72012"/>
                </a:cubicBezTo>
                <a:cubicBezTo>
                  <a:pt x="99806" y="72012"/>
                  <a:pt x="109191" y="69666"/>
                  <a:pt x="116050" y="64612"/>
                </a:cubicBezTo>
                <a:cubicBezTo>
                  <a:pt x="122908" y="59739"/>
                  <a:pt x="126157" y="53062"/>
                  <a:pt x="126157" y="44398"/>
                </a:cubicBezTo>
                <a:cubicBezTo>
                  <a:pt x="126157" y="35916"/>
                  <a:pt x="122908" y="29238"/>
                  <a:pt x="116050" y="24185"/>
                </a:cubicBezTo>
                <a:cubicBezTo>
                  <a:pt x="109191" y="19312"/>
                  <a:pt x="99806" y="16785"/>
                  <a:pt x="87895" y="16785"/>
                </a:cubicBezTo>
                <a:close/>
                <a:moveTo>
                  <a:pt x="53423" y="72012"/>
                </a:moveTo>
                <a:cubicBezTo>
                  <a:pt x="47647" y="68763"/>
                  <a:pt x="43316" y="64432"/>
                  <a:pt x="40428" y="59198"/>
                </a:cubicBezTo>
                <a:cubicBezTo>
                  <a:pt x="37540" y="53964"/>
                  <a:pt x="36096" y="47647"/>
                  <a:pt x="36096" y="40428"/>
                </a:cubicBezTo>
                <a:cubicBezTo>
                  <a:pt x="36096" y="28516"/>
                  <a:pt x="40969" y="18770"/>
                  <a:pt x="50354" y="11190"/>
                </a:cubicBezTo>
                <a:cubicBezTo>
                  <a:pt x="59920" y="3790"/>
                  <a:pt x="72373" y="0"/>
                  <a:pt x="87895" y="0"/>
                </a:cubicBezTo>
                <a:cubicBezTo>
                  <a:pt x="103416" y="0"/>
                  <a:pt x="116050" y="3790"/>
                  <a:pt x="125435" y="11190"/>
                </a:cubicBezTo>
                <a:cubicBezTo>
                  <a:pt x="134820" y="18770"/>
                  <a:pt x="139512" y="28516"/>
                  <a:pt x="139512" y="40428"/>
                </a:cubicBezTo>
                <a:cubicBezTo>
                  <a:pt x="139512" y="47647"/>
                  <a:pt x="138068" y="53964"/>
                  <a:pt x="135361" y="59198"/>
                </a:cubicBezTo>
                <a:cubicBezTo>
                  <a:pt x="132654" y="64432"/>
                  <a:pt x="128322" y="68763"/>
                  <a:pt x="122367" y="72012"/>
                </a:cubicBezTo>
                <a:lnTo>
                  <a:pt x="137166" y="72012"/>
                </a:lnTo>
                <a:lnTo>
                  <a:pt x="137166" y="88255"/>
                </a:lnTo>
                <a:lnTo>
                  <a:pt x="0" y="88255"/>
                </a:lnTo>
                <a:lnTo>
                  <a:pt x="0" y="72012"/>
                </a:lnTo>
                <a:lnTo>
                  <a:pt x="53423" y="72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E290A-D031-42FA-88CE-2058079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" y="407471"/>
            <a:ext cx="160809" cy="37360"/>
          </a:xfrm>
          <a:custGeom xmlns:a="http://schemas.openxmlformats.org/drawingml/2006/main">
            <a:pathLst>
              <a:path w="160809" h="37360">
                <a:moveTo>
                  <a:pt x="0" y="0"/>
                </a:moveTo>
                <a:lnTo>
                  <a:pt x="160809" y="0"/>
                </a:lnTo>
                <a:lnTo>
                  <a:pt x="160809" y="37360"/>
                </a:lnTo>
                <a:lnTo>
                  <a:pt x="148175" y="37360"/>
                </a:lnTo>
                <a:lnTo>
                  <a:pt x="148175" y="16243"/>
                </a:lnTo>
                <a:lnTo>
                  <a:pt x="12634" y="16243"/>
                </a:lnTo>
                <a:lnTo>
                  <a:pt x="12634" y="37360"/>
                </a:lnTo>
                <a:lnTo>
                  <a:pt x="0" y="373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6A1A7-C28A-4F08-8A5A-D401D1F6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0" y="774464"/>
            <a:ext cx="56449" cy="1174199"/>
          </a:xfrm>
          <a:custGeom xmlns:a="http://schemas.openxmlformats.org/drawingml/2006/main">
            <a:pathLst>
              <a:path w="56449" h="1174199" fill="none">
                <a:moveTo>
                  <a:pt x="0" y="1174199"/>
                </a:moveTo>
                <a:lnTo>
                  <a:pt x="0" y="0"/>
                </a:lnTo>
                <a:lnTo>
                  <a:pt x="56449" y="0"/>
                </a:lnTo>
                <a:lnTo>
                  <a:pt x="56449" y="117419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4F525-973D-4EA1-AA83-6BF5B2E2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16" y="1456374"/>
            <a:ext cx="56449" cy="492290"/>
          </a:xfrm>
          <a:custGeom xmlns:a="http://schemas.openxmlformats.org/drawingml/2006/main">
            <a:pathLst>
              <a:path w="56449" h="492290" fill="none">
                <a:moveTo>
                  <a:pt x="0" y="492290"/>
                </a:moveTo>
                <a:lnTo>
                  <a:pt x="0" y="0"/>
                </a:lnTo>
                <a:lnTo>
                  <a:pt x="56449" y="0"/>
                </a:lnTo>
                <a:lnTo>
                  <a:pt x="56449" y="49229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374DA-F575-402B-BED2-F3FF895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4" y="1446459"/>
            <a:ext cx="56449" cy="502204"/>
          </a:xfrm>
          <a:custGeom xmlns:a="http://schemas.openxmlformats.org/drawingml/2006/main">
            <a:pathLst>
              <a:path w="56449" h="502204" fill="none">
                <a:moveTo>
                  <a:pt x="0" y="502204"/>
                </a:moveTo>
                <a:lnTo>
                  <a:pt x="0" y="0"/>
                </a:lnTo>
                <a:lnTo>
                  <a:pt x="56449" y="0"/>
                </a:lnTo>
                <a:lnTo>
                  <a:pt x="56449" y="50220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01C07-521B-41FA-A6CD-37ECCB07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41" y="1268121"/>
            <a:ext cx="112898" cy="188253"/>
          </a:xfrm>
          <a:custGeom xmlns:a="http://schemas.openxmlformats.org/drawingml/2006/main">
            <a:pathLst>
              <a:path w="112898" h="188253" fill="none">
                <a:moveTo>
                  <a:pt x="0" y="188253"/>
                </a:moveTo>
                <a:lnTo>
                  <a:pt x="0" y="0"/>
                </a:lnTo>
                <a:lnTo>
                  <a:pt x="112898" y="0"/>
                </a:lnTo>
                <a:lnTo>
                  <a:pt x="112898" y="17833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67753-C908-4088-A416-98F9E2E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68" y="895460"/>
            <a:ext cx="141122" cy="1053204"/>
          </a:xfrm>
          <a:custGeom xmlns:a="http://schemas.openxmlformats.org/drawingml/2006/main">
            <a:pathLst>
              <a:path w="141122" h="1053204" fill="none">
                <a:moveTo>
                  <a:pt x="0" y="1053204"/>
                </a:moveTo>
                <a:lnTo>
                  <a:pt x="0" y="0"/>
                </a:lnTo>
                <a:lnTo>
                  <a:pt x="141122" y="0"/>
                </a:lnTo>
                <a:lnTo>
                  <a:pt x="141122" y="37266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8C5ED-0C40-4026-96F1-22279C3B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12" y="947190"/>
            <a:ext cx="56449" cy="1001474"/>
          </a:xfrm>
          <a:custGeom xmlns:a="http://schemas.openxmlformats.org/drawingml/2006/main">
            <a:pathLst>
              <a:path w="56449" h="1001474" fill="none">
                <a:moveTo>
                  <a:pt x="0" y="1001474"/>
                </a:moveTo>
                <a:lnTo>
                  <a:pt x="0" y="0"/>
                </a:lnTo>
                <a:lnTo>
                  <a:pt x="56449" y="0"/>
                </a:lnTo>
                <a:lnTo>
                  <a:pt x="56449" y="100147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2587A-CA49-4957-837B-53FE5FB4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0" y="1144720"/>
            <a:ext cx="56449" cy="803944"/>
          </a:xfrm>
          <a:custGeom xmlns:a="http://schemas.openxmlformats.org/drawingml/2006/main">
            <a:pathLst>
              <a:path w="56449" h="803944" fill="none">
                <a:moveTo>
                  <a:pt x="0" y="803944"/>
                </a:moveTo>
                <a:lnTo>
                  <a:pt x="0" y="0"/>
                </a:lnTo>
                <a:lnTo>
                  <a:pt x="56449" y="0"/>
                </a:lnTo>
                <a:lnTo>
                  <a:pt x="56449" y="80394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08BD7-4896-4650-94EC-AE1F2011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07" y="1485661"/>
            <a:ext cx="56449" cy="463003"/>
          </a:xfrm>
          <a:custGeom xmlns:a="http://schemas.openxmlformats.org/drawingml/2006/main">
            <a:pathLst>
              <a:path w="56449" h="463003" fill="none">
                <a:moveTo>
                  <a:pt x="0" y="463003"/>
                </a:moveTo>
                <a:lnTo>
                  <a:pt x="0" y="0"/>
                </a:lnTo>
                <a:lnTo>
                  <a:pt x="56449" y="0"/>
                </a:lnTo>
                <a:lnTo>
                  <a:pt x="56449" y="46300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40F41-5590-416D-96C2-8D3688A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905" y="1417776"/>
            <a:ext cx="56449" cy="530888"/>
          </a:xfrm>
          <a:custGeom xmlns:a="http://schemas.openxmlformats.org/drawingml/2006/main">
            <a:pathLst>
              <a:path w="56449" h="530888" fill="none">
                <a:moveTo>
                  <a:pt x="0" y="530888"/>
                </a:moveTo>
                <a:lnTo>
                  <a:pt x="0" y="0"/>
                </a:lnTo>
                <a:lnTo>
                  <a:pt x="56449" y="0"/>
                </a:lnTo>
                <a:lnTo>
                  <a:pt x="56449" y="53088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1B7B4-483C-4571-94E9-6B9848E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130" y="1328293"/>
            <a:ext cx="84673" cy="620371"/>
          </a:xfrm>
          <a:custGeom xmlns:a="http://schemas.openxmlformats.org/drawingml/2006/main">
            <a:pathLst>
              <a:path w="84673" h="620371" fill="none">
                <a:moveTo>
                  <a:pt x="0" y="89483"/>
                </a:moveTo>
                <a:lnTo>
                  <a:pt x="0" y="0"/>
                </a:lnTo>
                <a:lnTo>
                  <a:pt x="84673" y="0"/>
                </a:lnTo>
                <a:lnTo>
                  <a:pt x="84673" y="62037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DD5677D-8F6E-4ACD-BF11-88BF704C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76" y="1939176"/>
            <a:ext cx="74497" cy="9488"/>
          </a:xfrm>
          <a:custGeom xmlns:a="http://schemas.openxmlformats.org/drawingml/2006/main">
            <a:pathLst>
              <a:path w="74497" h="9488">
                <a:moveTo>
                  <a:pt x="74497" y="9488"/>
                </a:moveTo>
                <a:lnTo>
                  <a:pt x="57024" y="9488"/>
                </a:lnTo>
                <a:lnTo>
                  <a:pt x="17473" y="9488"/>
                </a:lnTo>
                <a:lnTo>
                  <a:pt x="0" y="9488"/>
                </a:lnTo>
                <a:lnTo>
                  <a:pt x="0" y="9024"/>
                </a:lnTo>
                <a:lnTo>
                  <a:pt x="19" y="8434"/>
                </a:lnTo>
                <a:lnTo>
                  <a:pt x="77" y="7846"/>
                </a:lnTo>
                <a:lnTo>
                  <a:pt x="173" y="7264"/>
                </a:lnTo>
                <a:lnTo>
                  <a:pt x="307" y="6688"/>
                </a:lnTo>
                <a:lnTo>
                  <a:pt x="479" y="6123"/>
                </a:lnTo>
                <a:lnTo>
                  <a:pt x="687" y="5571"/>
                </a:lnTo>
                <a:lnTo>
                  <a:pt x="931" y="5033"/>
                </a:lnTo>
                <a:lnTo>
                  <a:pt x="1209" y="4512"/>
                </a:lnTo>
                <a:lnTo>
                  <a:pt x="1521" y="4011"/>
                </a:lnTo>
                <a:lnTo>
                  <a:pt x="1865" y="3531"/>
                </a:lnTo>
                <a:lnTo>
                  <a:pt x="2239" y="3074"/>
                </a:lnTo>
                <a:lnTo>
                  <a:pt x="2643" y="2643"/>
                </a:lnTo>
                <a:lnTo>
                  <a:pt x="3074" y="2239"/>
                </a:lnTo>
                <a:lnTo>
                  <a:pt x="3531" y="1865"/>
                </a:lnTo>
                <a:lnTo>
                  <a:pt x="4011" y="1521"/>
                </a:lnTo>
                <a:lnTo>
                  <a:pt x="4512" y="1209"/>
                </a:lnTo>
                <a:lnTo>
                  <a:pt x="5033" y="931"/>
                </a:lnTo>
                <a:lnTo>
                  <a:pt x="5571" y="687"/>
                </a:lnTo>
                <a:lnTo>
                  <a:pt x="6123" y="479"/>
                </a:lnTo>
                <a:lnTo>
                  <a:pt x="6688" y="307"/>
                </a:lnTo>
                <a:lnTo>
                  <a:pt x="7264" y="173"/>
                </a:lnTo>
                <a:lnTo>
                  <a:pt x="7846" y="77"/>
                </a:lnTo>
                <a:lnTo>
                  <a:pt x="8434" y="19"/>
                </a:lnTo>
                <a:lnTo>
                  <a:pt x="9024" y="0"/>
                </a:lnTo>
                <a:lnTo>
                  <a:pt x="65473" y="0"/>
                </a:lnTo>
                <a:lnTo>
                  <a:pt x="66063" y="19"/>
                </a:lnTo>
                <a:lnTo>
                  <a:pt x="66651" y="77"/>
                </a:lnTo>
                <a:lnTo>
                  <a:pt x="67234" y="173"/>
                </a:lnTo>
                <a:lnTo>
                  <a:pt x="67809" y="307"/>
                </a:lnTo>
                <a:lnTo>
                  <a:pt x="68374" y="479"/>
                </a:lnTo>
                <a:lnTo>
                  <a:pt x="68926" y="687"/>
                </a:lnTo>
                <a:lnTo>
                  <a:pt x="69464" y="931"/>
                </a:lnTo>
                <a:lnTo>
                  <a:pt x="69985" y="1209"/>
                </a:lnTo>
                <a:lnTo>
                  <a:pt x="70487" y="1521"/>
                </a:lnTo>
                <a:lnTo>
                  <a:pt x="70967" y="1865"/>
                </a:lnTo>
                <a:lnTo>
                  <a:pt x="71423" y="2239"/>
                </a:lnTo>
                <a:lnTo>
                  <a:pt x="71854" y="2643"/>
                </a:lnTo>
                <a:lnTo>
                  <a:pt x="72258" y="3074"/>
                </a:lnTo>
                <a:lnTo>
                  <a:pt x="72632" y="3531"/>
                </a:lnTo>
                <a:lnTo>
                  <a:pt x="72976" y="4011"/>
                </a:lnTo>
                <a:lnTo>
                  <a:pt x="73288" y="4512"/>
                </a:lnTo>
                <a:lnTo>
                  <a:pt x="73567" y="5033"/>
                </a:lnTo>
                <a:lnTo>
                  <a:pt x="73810" y="5571"/>
                </a:lnTo>
                <a:lnTo>
                  <a:pt x="74018" y="6123"/>
                </a:lnTo>
                <a:lnTo>
                  <a:pt x="74190" y="6688"/>
                </a:lnTo>
                <a:lnTo>
                  <a:pt x="74324" y="7264"/>
                </a:lnTo>
                <a:lnTo>
                  <a:pt x="74420" y="7846"/>
                </a:lnTo>
                <a:lnTo>
                  <a:pt x="74478" y="8434"/>
                </a:lnTo>
                <a:lnTo>
                  <a:pt x="74497" y="9024"/>
                </a:lnTo>
                <a:lnTo>
                  <a:pt x="74497" y="9488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F3306C3-517D-4580-94F2-06E6287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98" y="1939639"/>
            <a:ext cx="56449" cy="9024"/>
          </a:xfrm>
          <a:custGeom xmlns:a="http://schemas.openxmlformats.org/drawingml/2006/main">
            <a:pathLst>
              <a:path w="56449" h="9024">
                <a:moveTo>
                  <a:pt x="56449" y="0"/>
                </a:moveTo>
                <a:lnTo>
                  <a:pt x="56449" y="9024"/>
                </a:lnTo>
                <a:lnTo>
                  <a:pt x="0" y="9024"/>
                </a:lnTo>
                <a:lnTo>
                  <a:pt x="0" y="0"/>
                </a:lnTo>
                <a:lnTo>
                  <a:pt x="5644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4194F-B9A9-4D5D-B279-1F798FB9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496" y="1759344"/>
            <a:ext cx="56449" cy="189320"/>
          </a:xfrm>
          <a:custGeom xmlns:a="http://schemas.openxmlformats.org/drawingml/2006/main">
            <a:pathLst>
              <a:path w="56449" h="189320" fill="none">
                <a:moveTo>
                  <a:pt x="0" y="189320"/>
                </a:moveTo>
                <a:lnTo>
                  <a:pt x="0" y="0"/>
                </a:lnTo>
                <a:lnTo>
                  <a:pt x="56449" y="0"/>
                </a:lnTo>
                <a:lnTo>
                  <a:pt x="56449" y="18932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DA10A-B3EB-4ACA-B547-77277190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823" y="1573794"/>
            <a:ext cx="112898" cy="374870"/>
          </a:xfrm>
          <a:custGeom xmlns:a="http://schemas.openxmlformats.org/drawingml/2006/main">
            <a:pathLst>
              <a:path w="112898" h="374870" fill="none">
                <a:moveTo>
                  <a:pt x="0" y="374870"/>
                </a:moveTo>
                <a:lnTo>
                  <a:pt x="0" y="0"/>
                </a:lnTo>
                <a:lnTo>
                  <a:pt x="112898" y="0"/>
                </a:lnTo>
                <a:lnTo>
                  <a:pt x="112898" y="18555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8BC1E-0323-455C-8941-D26F7EC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25" y="1445649"/>
            <a:ext cx="169346" cy="502551"/>
          </a:xfrm>
          <a:custGeom xmlns:a="http://schemas.openxmlformats.org/drawingml/2006/main">
            <a:pathLst>
              <a:path w="169346" h="502551" fill="none">
                <a:moveTo>
                  <a:pt x="0" y="502551"/>
                </a:moveTo>
                <a:lnTo>
                  <a:pt x="0" y="0"/>
                </a:lnTo>
                <a:lnTo>
                  <a:pt x="169346" y="0"/>
                </a:lnTo>
                <a:lnTo>
                  <a:pt x="169346" y="12814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65F7F-0DD0-4E54-A440-D7584F41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394" y="1355558"/>
            <a:ext cx="56449" cy="593105"/>
          </a:xfrm>
          <a:custGeom xmlns:a="http://schemas.openxmlformats.org/drawingml/2006/main">
            <a:pathLst>
              <a:path w="56449" h="593105" fill="none">
                <a:moveTo>
                  <a:pt x="0" y="593105"/>
                </a:moveTo>
                <a:lnTo>
                  <a:pt x="0" y="0"/>
                </a:lnTo>
                <a:lnTo>
                  <a:pt x="56449" y="0"/>
                </a:lnTo>
                <a:lnTo>
                  <a:pt x="56449" y="59310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E8C6D-AD33-4355-B6EA-4BCABB5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98" y="1318780"/>
            <a:ext cx="254020" cy="126869"/>
          </a:xfrm>
          <a:custGeom xmlns:a="http://schemas.openxmlformats.org/drawingml/2006/main">
            <a:pathLst>
              <a:path w="254020" h="126869" fill="none">
                <a:moveTo>
                  <a:pt x="0" y="126869"/>
                </a:moveTo>
                <a:lnTo>
                  <a:pt x="0" y="0"/>
                </a:lnTo>
                <a:lnTo>
                  <a:pt x="254020" y="0"/>
                </a:lnTo>
                <a:lnTo>
                  <a:pt x="254020" y="3677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1B384-7B9A-4E6E-9CA8-FD212EED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252" y="1197508"/>
            <a:ext cx="296357" cy="751155"/>
          </a:xfrm>
          <a:custGeom xmlns:a="http://schemas.openxmlformats.org/drawingml/2006/main">
            <a:pathLst>
              <a:path w="296357" h="751155" fill="none">
                <a:moveTo>
                  <a:pt x="0" y="751155"/>
                </a:moveTo>
                <a:lnTo>
                  <a:pt x="0" y="0"/>
                </a:lnTo>
                <a:lnTo>
                  <a:pt x="296357" y="0"/>
                </a:lnTo>
                <a:lnTo>
                  <a:pt x="296357" y="12127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2D63D-F44B-468E-B075-3920E961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466" y="1189840"/>
            <a:ext cx="246964" cy="138453"/>
          </a:xfrm>
          <a:custGeom xmlns:a="http://schemas.openxmlformats.org/drawingml/2006/main">
            <a:pathLst>
              <a:path w="246964" h="138453" fill="none">
                <a:moveTo>
                  <a:pt x="0" y="138453"/>
                </a:moveTo>
                <a:lnTo>
                  <a:pt x="0" y="0"/>
                </a:lnTo>
                <a:lnTo>
                  <a:pt x="246964" y="0"/>
                </a:lnTo>
                <a:lnTo>
                  <a:pt x="246964" y="766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1950B-060E-452C-B271-57C87E76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40" y="1772992"/>
            <a:ext cx="56449" cy="175672"/>
          </a:xfrm>
          <a:custGeom xmlns:a="http://schemas.openxmlformats.org/drawingml/2006/main">
            <a:pathLst>
              <a:path w="56449" h="175672" fill="none">
                <a:moveTo>
                  <a:pt x="0" y="175672"/>
                </a:moveTo>
                <a:lnTo>
                  <a:pt x="0" y="0"/>
                </a:lnTo>
                <a:lnTo>
                  <a:pt x="56449" y="0"/>
                </a:lnTo>
                <a:lnTo>
                  <a:pt x="56449" y="17567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47533-3087-4BFF-B67B-C7968C9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292" y="1430106"/>
            <a:ext cx="84673" cy="518558"/>
          </a:xfrm>
          <a:custGeom xmlns:a="http://schemas.openxmlformats.org/drawingml/2006/main">
            <a:pathLst>
              <a:path w="84673" h="518558" fill="none">
                <a:moveTo>
                  <a:pt x="0" y="518558"/>
                </a:moveTo>
                <a:lnTo>
                  <a:pt x="0" y="0"/>
                </a:lnTo>
                <a:lnTo>
                  <a:pt x="84673" y="0"/>
                </a:lnTo>
                <a:lnTo>
                  <a:pt x="84673" y="34288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F62E5-94E6-4931-8ED1-64D7AA8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28" y="1317252"/>
            <a:ext cx="127010" cy="631412"/>
          </a:xfrm>
          <a:custGeom xmlns:a="http://schemas.openxmlformats.org/drawingml/2006/main">
            <a:pathLst>
              <a:path w="127010" h="631412" fill="none">
                <a:moveTo>
                  <a:pt x="0" y="112854"/>
                </a:moveTo>
                <a:lnTo>
                  <a:pt x="0" y="0"/>
                </a:lnTo>
                <a:lnTo>
                  <a:pt x="127010" y="0"/>
                </a:lnTo>
                <a:lnTo>
                  <a:pt x="127010" y="63141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E51BA-4916-43B6-8D65-009CE323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133" y="1223976"/>
            <a:ext cx="119954" cy="724688"/>
          </a:xfrm>
          <a:custGeom xmlns:a="http://schemas.openxmlformats.org/drawingml/2006/main">
            <a:pathLst>
              <a:path w="119954" h="724688" fill="none">
                <a:moveTo>
                  <a:pt x="0" y="93276"/>
                </a:moveTo>
                <a:lnTo>
                  <a:pt x="0" y="0"/>
                </a:lnTo>
                <a:lnTo>
                  <a:pt x="119954" y="0"/>
                </a:lnTo>
                <a:lnTo>
                  <a:pt x="119954" y="72468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0E31E-AC5E-4A58-9506-4A4F4896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536" y="1426494"/>
            <a:ext cx="56449" cy="522169"/>
          </a:xfrm>
          <a:custGeom xmlns:a="http://schemas.openxmlformats.org/drawingml/2006/main">
            <a:pathLst>
              <a:path w="56449" h="522169" fill="none">
                <a:moveTo>
                  <a:pt x="0" y="522169"/>
                </a:moveTo>
                <a:lnTo>
                  <a:pt x="0" y="0"/>
                </a:lnTo>
                <a:lnTo>
                  <a:pt x="56449" y="0"/>
                </a:lnTo>
                <a:lnTo>
                  <a:pt x="56449" y="52216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72B85-390D-4507-977B-B3888476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434" y="1489214"/>
            <a:ext cx="56449" cy="459450"/>
          </a:xfrm>
          <a:custGeom xmlns:a="http://schemas.openxmlformats.org/drawingml/2006/main">
            <a:pathLst>
              <a:path w="56449" h="459450" fill="none">
                <a:moveTo>
                  <a:pt x="0" y="459450"/>
                </a:moveTo>
                <a:lnTo>
                  <a:pt x="0" y="0"/>
                </a:lnTo>
                <a:lnTo>
                  <a:pt x="56449" y="0"/>
                </a:lnTo>
                <a:lnTo>
                  <a:pt x="56449" y="45945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CEDE8-413C-4EDE-A93D-A3383B9F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331" y="1491008"/>
            <a:ext cx="56449" cy="457655"/>
          </a:xfrm>
          <a:custGeom xmlns:a="http://schemas.openxmlformats.org/drawingml/2006/main">
            <a:pathLst>
              <a:path w="56449" h="457655" fill="none">
                <a:moveTo>
                  <a:pt x="0" y="457655"/>
                </a:moveTo>
                <a:lnTo>
                  <a:pt x="0" y="0"/>
                </a:lnTo>
                <a:lnTo>
                  <a:pt x="56449" y="0"/>
                </a:lnTo>
                <a:lnTo>
                  <a:pt x="56449" y="45765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49D7D-8D69-4096-816A-ABAACBB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29" y="1564870"/>
            <a:ext cx="56449" cy="383794"/>
          </a:xfrm>
          <a:custGeom xmlns:a="http://schemas.openxmlformats.org/drawingml/2006/main">
            <a:pathLst>
              <a:path w="56449" h="383794" fill="none">
                <a:moveTo>
                  <a:pt x="0" y="383794"/>
                </a:moveTo>
                <a:lnTo>
                  <a:pt x="0" y="0"/>
                </a:lnTo>
                <a:lnTo>
                  <a:pt x="56449" y="0"/>
                </a:lnTo>
                <a:lnTo>
                  <a:pt x="56449" y="38379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AEF1E-D2E5-4D39-9934-1E2FCB7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556" y="1455633"/>
            <a:ext cx="112898" cy="109236"/>
          </a:xfrm>
          <a:custGeom xmlns:a="http://schemas.openxmlformats.org/drawingml/2006/main">
            <a:pathLst>
              <a:path w="112898" h="109236" fill="none">
                <a:moveTo>
                  <a:pt x="0" y="35375"/>
                </a:moveTo>
                <a:lnTo>
                  <a:pt x="0" y="0"/>
                </a:lnTo>
                <a:lnTo>
                  <a:pt x="112898" y="0"/>
                </a:lnTo>
                <a:lnTo>
                  <a:pt x="112898" y="10923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3A0D9-223C-45A3-84A8-C2224DC4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658" y="1360720"/>
            <a:ext cx="169346" cy="128494"/>
          </a:xfrm>
          <a:custGeom xmlns:a="http://schemas.openxmlformats.org/drawingml/2006/main">
            <a:pathLst>
              <a:path w="169346" h="128494" fill="none">
                <a:moveTo>
                  <a:pt x="0" y="128494"/>
                </a:moveTo>
                <a:lnTo>
                  <a:pt x="0" y="0"/>
                </a:lnTo>
                <a:lnTo>
                  <a:pt x="169346" y="0"/>
                </a:lnTo>
                <a:lnTo>
                  <a:pt x="169346" y="9491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415A8-FDD4-451D-8BF0-0433450D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760" y="1360720"/>
            <a:ext cx="197571" cy="65774"/>
          </a:xfrm>
          <a:custGeom xmlns:a="http://schemas.openxmlformats.org/drawingml/2006/main">
            <a:pathLst>
              <a:path w="197571" h="65774" fill="none">
                <a:moveTo>
                  <a:pt x="0" y="65774"/>
                </a:moveTo>
                <a:lnTo>
                  <a:pt x="0" y="9034"/>
                </a:lnTo>
                <a:lnTo>
                  <a:pt x="197571" y="9034"/>
                </a:lnTo>
                <a:lnTo>
                  <a:pt x="1975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B1954-F0E3-41B2-9B98-51161CB3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127" y="1358026"/>
            <a:ext cx="56449" cy="590637"/>
          </a:xfrm>
          <a:custGeom xmlns:a="http://schemas.openxmlformats.org/drawingml/2006/main">
            <a:pathLst>
              <a:path w="56449" h="590637" fill="none">
                <a:moveTo>
                  <a:pt x="0" y="590637"/>
                </a:moveTo>
                <a:lnTo>
                  <a:pt x="0" y="0"/>
                </a:lnTo>
                <a:lnTo>
                  <a:pt x="56449" y="0"/>
                </a:lnTo>
                <a:lnTo>
                  <a:pt x="56449" y="59063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3112B-588A-4B23-9AB5-E93FF48D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46" y="1266113"/>
            <a:ext cx="352805" cy="103642"/>
          </a:xfrm>
          <a:custGeom xmlns:a="http://schemas.openxmlformats.org/drawingml/2006/main">
            <a:pathLst>
              <a:path w="352805" h="103642" fill="none">
                <a:moveTo>
                  <a:pt x="0" y="103642"/>
                </a:moveTo>
                <a:lnTo>
                  <a:pt x="0" y="0"/>
                </a:lnTo>
                <a:lnTo>
                  <a:pt x="352805" y="0"/>
                </a:lnTo>
                <a:lnTo>
                  <a:pt x="352805" y="9191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4780D-D192-4C61-B20F-A9F59EBD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110" y="1208586"/>
            <a:ext cx="419838" cy="57527"/>
          </a:xfrm>
          <a:custGeom xmlns:a="http://schemas.openxmlformats.org/drawingml/2006/main">
            <a:pathLst>
              <a:path w="419838" h="57527" fill="none">
                <a:moveTo>
                  <a:pt x="0" y="15390"/>
                </a:moveTo>
                <a:lnTo>
                  <a:pt x="0" y="0"/>
                </a:lnTo>
                <a:lnTo>
                  <a:pt x="419838" y="0"/>
                </a:lnTo>
                <a:lnTo>
                  <a:pt x="419838" y="5752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2AF54-39BC-442C-B07A-8A884A6D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48" y="1183300"/>
            <a:ext cx="859081" cy="25286"/>
          </a:xfrm>
          <a:custGeom xmlns:a="http://schemas.openxmlformats.org/drawingml/2006/main">
            <a:pathLst>
              <a:path w="859081" h="25286" fill="none">
                <a:moveTo>
                  <a:pt x="0" y="6539"/>
                </a:moveTo>
                <a:lnTo>
                  <a:pt x="0" y="0"/>
                </a:lnTo>
                <a:lnTo>
                  <a:pt x="859081" y="0"/>
                </a:lnTo>
                <a:lnTo>
                  <a:pt x="859081" y="2528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5162C-15BA-49D1-A86D-DB05D6B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025" y="1314708"/>
            <a:ext cx="56449" cy="633955"/>
          </a:xfrm>
          <a:custGeom xmlns:a="http://schemas.openxmlformats.org/drawingml/2006/main">
            <a:pathLst>
              <a:path w="56449" h="633955" fill="none">
                <a:moveTo>
                  <a:pt x="0" y="633955"/>
                </a:moveTo>
                <a:lnTo>
                  <a:pt x="0" y="0"/>
                </a:lnTo>
                <a:lnTo>
                  <a:pt x="56449" y="0"/>
                </a:lnTo>
                <a:lnTo>
                  <a:pt x="56449" y="63395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EA871-2C84-4609-8334-274F254B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489" y="1171471"/>
            <a:ext cx="928760" cy="143238"/>
          </a:xfrm>
          <a:custGeom xmlns:a="http://schemas.openxmlformats.org/drawingml/2006/main">
            <a:pathLst>
              <a:path w="928760" h="143238" fill="none">
                <a:moveTo>
                  <a:pt x="0" y="11829"/>
                </a:moveTo>
                <a:lnTo>
                  <a:pt x="0" y="0"/>
                </a:lnTo>
                <a:lnTo>
                  <a:pt x="928760" y="0"/>
                </a:lnTo>
                <a:lnTo>
                  <a:pt x="928760" y="14323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5D1E2-478A-4E34-9461-9D97A4F7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820" y="1925683"/>
            <a:ext cx="56449" cy="22981"/>
          </a:xfrm>
          <a:custGeom xmlns:a="http://schemas.openxmlformats.org/drawingml/2006/main">
            <a:pathLst>
              <a:path w="56449" h="22981" fill="none">
                <a:moveTo>
                  <a:pt x="0" y="22981"/>
                </a:moveTo>
                <a:lnTo>
                  <a:pt x="0" y="0"/>
                </a:lnTo>
                <a:lnTo>
                  <a:pt x="56449" y="0"/>
                </a:lnTo>
                <a:lnTo>
                  <a:pt x="56449" y="2298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3E488-1985-4CAB-A58A-72EE96F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044" y="1868079"/>
            <a:ext cx="84673" cy="80585"/>
          </a:xfrm>
          <a:custGeom xmlns:a="http://schemas.openxmlformats.org/drawingml/2006/main">
            <a:pathLst>
              <a:path w="84673" h="80585" fill="none">
                <a:moveTo>
                  <a:pt x="0" y="57604"/>
                </a:moveTo>
                <a:lnTo>
                  <a:pt x="0" y="0"/>
                </a:lnTo>
                <a:lnTo>
                  <a:pt x="84673" y="0"/>
                </a:lnTo>
                <a:lnTo>
                  <a:pt x="84673" y="8058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7DF9B-6E6A-4ECF-8249-EEDE5FE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381" y="1805302"/>
            <a:ext cx="98786" cy="143361"/>
          </a:xfrm>
          <a:custGeom xmlns:a="http://schemas.openxmlformats.org/drawingml/2006/main">
            <a:pathLst>
              <a:path w="98786" h="143361" fill="none">
                <a:moveTo>
                  <a:pt x="0" y="62776"/>
                </a:moveTo>
                <a:lnTo>
                  <a:pt x="0" y="0"/>
                </a:lnTo>
                <a:lnTo>
                  <a:pt x="98786" y="0"/>
                </a:lnTo>
                <a:lnTo>
                  <a:pt x="98786" y="14336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6C233-30A4-44E1-B34A-AD5B7A50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13" y="1612117"/>
            <a:ext cx="56449" cy="336547"/>
          </a:xfrm>
          <a:custGeom xmlns:a="http://schemas.openxmlformats.org/drawingml/2006/main">
            <a:pathLst>
              <a:path w="56449" h="336547" fill="none">
                <a:moveTo>
                  <a:pt x="0" y="336547"/>
                </a:moveTo>
                <a:lnTo>
                  <a:pt x="0" y="0"/>
                </a:lnTo>
                <a:lnTo>
                  <a:pt x="56449" y="0"/>
                </a:lnTo>
                <a:lnTo>
                  <a:pt x="56449" y="33654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06F46-DAEE-424E-A311-731210BD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064" y="1612117"/>
            <a:ext cx="84673" cy="336547"/>
          </a:xfrm>
          <a:custGeom xmlns:a="http://schemas.openxmlformats.org/drawingml/2006/main">
            <a:pathLst>
              <a:path w="84673" h="336547" fill="none">
                <a:moveTo>
                  <a:pt x="0" y="336547"/>
                </a:moveTo>
                <a:lnTo>
                  <a:pt x="0" y="33929"/>
                </a:lnTo>
                <a:lnTo>
                  <a:pt x="84673" y="33929"/>
                </a:lnTo>
                <a:lnTo>
                  <a:pt x="84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B5657-98CD-4BFC-BFD6-E286BD1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616" y="1569211"/>
            <a:ext cx="98785" cy="379453"/>
          </a:xfrm>
          <a:custGeom xmlns:a="http://schemas.openxmlformats.org/drawingml/2006/main">
            <a:pathLst>
              <a:path w="98785" h="379453" fill="none">
                <a:moveTo>
                  <a:pt x="0" y="379453"/>
                </a:moveTo>
                <a:lnTo>
                  <a:pt x="0" y="0"/>
                </a:lnTo>
                <a:lnTo>
                  <a:pt x="98785" y="0"/>
                </a:lnTo>
                <a:lnTo>
                  <a:pt x="98785" y="7683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5F6DF-5446-49FB-9430-FE414CE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008" y="1487630"/>
            <a:ext cx="176403" cy="461034"/>
          </a:xfrm>
          <a:custGeom xmlns:a="http://schemas.openxmlformats.org/drawingml/2006/main">
            <a:pathLst>
              <a:path w="176403" h="461034" fill="none">
                <a:moveTo>
                  <a:pt x="0" y="81581"/>
                </a:moveTo>
                <a:lnTo>
                  <a:pt x="0" y="0"/>
                </a:lnTo>
                <a:lnTo>
                  <a:pt x="176403" y="0"/>
                </a:lnTo>
                <a:lnTo>
                  <a:pt x="176403" y="46103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C61BF-02C2-4C02-AD4A-1DCCCE99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774" y="1461758"/>
            <a:ext cx="243435" cy="343544"/>
          </a:xfrm>
          <a:custGeom xmlns:a="http://schemas.openxmlformats.org/drawingml/2006/main">
            <a:pathLst>
              <a:path w="243435" h="343544" fill="none">
                <a:moveTo>
                  <a:pt x="0" y="343544"/>
                </a:moveTo>
                <a:lnTo>
                  <a:pt x="0" y="0"/>
                </a:lnTo>
                <a:lnTo>
                  <a:pt x="243435" y="0"/>
                </a:lnTo>
                <a:lnTo>
                  <a:pt x="243435" y="2587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EBD8D-6CB4-4191-BF3B-4BBDDB70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492" y="1419876"/>
            <a:ext cx="266368" cy="528788"/>
          </a:xfrm>
          <a:custGeom xmlns:a="http://schemas.openxmlformats.org/drawingml/2006/main">
            <a:pathLst>
              <a:path w="266368" h="528788" fill="none">
                <a:moveTo>
                  <a:pt x="0" y="41883"/>
                </a:moveTo>
                <a:lnTo>
                  <a:pt x="0" y="0"/>
                </a:lnTo>
                <a:lnTo>
                  <a:pt x="266368" y="0"/>
                </a:lnTo>
                <a:lnTo>
                  <a:pt x="266368" y="52878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C84DE-76E1-4824-8950-7FD901C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676" y="1346137"/>
            <a:ext cx="189633" cy="602527"/>
          </a:xfrm>
          <a:custGeom xmlns:a="http://schemas.openxmlformats.org/drawingml/2006/main">
            <a:pathLst>
              <a:path w="189633" h="602527" fill="none">
                <a:moveTo>
                  <a:pt x="0" y="73739"/>
                </a:moveTo>
                <a:lnTo>
                  <a:pt x="0" y="0"/>
                </a:lnTo>
                <a:lnTo>
                  <a:pt x="189633" y="0"/>
                </a:lnTo>
                <a:lnTo>
                  <a:pt x="189633" y="60252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889C3-CE77-4CF6-98F4-6DB9CD8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71" y="1334057"/>
            <a:ext cx="526121" cy="614606"/>
          </a:xfrm>
          <a:custGeom xmlns:a="http://schemas.openxmlformats.org/drawingml/2006/main">
            <a:pathLst>
              <a:path w="526121" h="614606" fill="none">
                <a:moveTo>
                  <a:pt x="0" y="614606"/>
                </a:moveTo>
                <a:lnTo>
                  <a:pt x="0" y="0"/>
                </a:lnTo>
                <a:lnTo>
                  <a:pt x="526121" y="0"/>
                </a:lnTo>
                <a:lnTo>
                  <a:pt x="526121" y="1208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8BE12-5C8A-462E-93D4-1CAF655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432" y="1263771"/>
            <a:ext cx="414326" cy="684893"/>
          </a:xfrm>
          <a:custGeom xmlns:a="http://schemas.openxmlformats.org/drawingml/2006/main">
            <a:pathLst>
              <a:path w="414326" h="684893" fill="none">
                <a:moveTo>
                  <a:pt x="0" y="70286"/>
                </a:moveTo>
                <a:lnTo>
                  <a:pt x="0" y="0"/>
                </a:lnTo>
                <a:lnTo>
                  <a:pt x="414326" y="0"/>
                </a:lnTo>
                <a:lnTo>
                  <a:pt x="414326" y="68489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DB597-F88E-4B1D-BBF3-8B8ACAE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922" y="1217485"/>
            <a:ext cx="526672" cy="731179"/>
          </a:xfrm>
          <a:custGeom xmlns:a="http://schemas.openxmlformats.org/drawingml/2006/main">
            <a:pathLst>
              <a:path w="526672" h="731179" fill="none">
                <a:moveTo>
                  <a:pt x="0" y="731179"/>
                </a:moveTo>
                <a:lnTo>
                  <a:pt x="0" y="0"/>
                </a:lnTo>
                <a:lnTo>
                  <a:pt x="526672" y="0"/>
                </a:lnTo>
                <a:lnTo>
                  <a:pt x="526672" y="4628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B7E6C-5D01-46BE-BCFF-8F1B4AAD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259" y="1205508"/>
            <a:ext cx="526948" cy="743155"/>
          </a:xfrm>
          <a:custGeom xmlns:a="http://schemas.openxmlformats.org/drawingml/2006/main">
            <a:pathLst>
              <a:path w="526948" h="743155" fill="none">
                <a:moveTo>
                  <a:pt x="0" y="11977"/>
                </a:moveTo>
                <a:lnTo>
                  <a:pt x="0" y="0"/>
                </a:lnTo>
                <a:lnTo>
                  <a:pt x="526948" y="0"/>
                </a:lnTo>
                <a:lnTo>
                  <a:pt x="526948" y="74315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2E784-9238-4762-8466-7A9D95C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869" y="1168493"/>
            <a:ext cx="1075863" cy="37015"/>
          </a:xfrm>
          <a:custGeom xmlns:a="http://schemas.openxmlformats.org/drawingml/2006/main">
            <a:pathLst>
              <a:path w="1075863" h="37015" fill="none">
                <a:moveTo>
                  <a:pt x="0" y="2978"/>
                </a:moveTo>
                <a:lnTo>
                  <a:pt x="0" y="0"/>
                </a:lnTo>
                <a:lnTo>
                  <a:pt x="1075863" y="0"/>
                </a:lnTo>
                <a:lnTo>
                  <a:pt x="1075863" y="3701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03CB8-3249-4400-86BB-3328D835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4" y="1937028"/>
            <a:ext cx="56449" cy="11636"/>
          </a:xfrm>
          <a:custGeom xmlns:a="http://schemas.openxmlformats.org/drawingml/2006/main">
            <a:pathLst>
              <a:path w="56449" h="11636" fill="none">
                <a:moveTo>
                  <a:pt x="0" y="11636"/>
                </a:moveTo>
                <a:lnTo>
                  <a:pt x="0" y="0"/>
                </a:lnTo>
                <a:lnTo>
                  <a:pt x="56449" y="0"/>
                </a:lnTo>
                <a:lnTo>
                  <a:pt x="56449" y="1163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C4912-F37D-40AB-B724-F2A4AAB7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655" y="1336969"/>
            <a:ext cx="84674" cy="611695"/>
          </a:xfrm>
          <a:custGeom xmlns:a="http://schemas.openxmlformats.org/drawingml/2006/main">
            <a:pathLst>
              <a:path w="84674" h="611695" fill="none">
                <a:moveTo>
                  <a:pt x="0" y="611695"/>
                </a:moveTo>
                <a:lnTo>
                  <a:pt x="0" y="0"/>
                </a:lnTo>
                <a:lnTo>
                  <a:pt x="84674" y="0"/>
                </a:lnTo>
                <a:lnTo>
                  <a:pt x="84674" y="60005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07EF9-B120-4BAB-AD73-A12BB9CB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801" y="1148519"/>
            <a:ext cx="900191" cy="188450"/>
          </a:xfrm>
          <a:custGeom xmlns:a="http://schemas.openxmlformats.org/drawingml/2006/main">
            <a:pathLst>
              <a:path w="900191" h="188450" fill="none">
                <a:moveTo>
                  <a:pt x="0" y="19975"/>
                </a:moveTo>
                <a:lnTo>
                  <a:pt x="0" y="0"/>
                </a:lnTo>
                <a:lnTo>
                  <a:pt x="900191" y="0"/>
                </a:lnTo>
                <a:lnTo>
                  <a:pt x="900191" y="18845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7546D-538A-4CA6-9B90-938F58B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232" y="1107503"/>
            <a:ext cx="2160664" cy="378157"/>
          </a:xfrm>
          <a:custGeom xmlns:a="http://schemas.openxmlformats.org/drawingml/2006/main">
            <a:pathLst>
              <a:path w="2160664" h="378157" fill="none">
                <a:moveTo>
                  <a:pt x="0" y="378157"/>
                </a:moveTo>
                <a:lnTo>
                  <a:pt x="0" y="0"/>
                </a:lnTo>
                <a:lnTo>
                  <a:pt x="2160664" y="0"/>
                </a:lnTo>
                <a:lnTo>
                  <a:pt x="2160664" y="4101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8E78E-45BF-4FA5-AEAE-6E992D7C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51" y="1364081"/>
            <a:ext cx="56449" cy="584582"/>
          </a:xfrm>
          <a:custGeom xmlns:a="http://schemas.openxmlformats.org/drawingml/2006/main">
            <a:pathLst>
              <a:path w="56449" h="584582" fill="none">
                <a:moveTo>
                  <a:pt x="0" y="584582"/>
                </a:moveTo>
                <a:lnTo>
                  <a:pt x="0" y="0"/>
                </a:lnTo>
                <a:lnTo>
                  <a:pt x="56449" y="0"/>
                </a:lnTo>
                <a:lnTo>
                  <a:pt x="56449" y="58458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F87FC-38F7-423A-B9D5-88DD791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002" y="1290580"/>
            <a:ext cx="84673" cy="658084"/>
          </a:xfrm>
          <a:custGeom xmlns:a="http://schemas.openxmlformats.org/drawingml/2006/main">
            <a:pathLst>
              <a:path w="84673" h="658084" fill="none">
                <a:moveTo>
                  <a:pt x="0" y="658084"/>
                </a:moveTo>
                <a:lnTo>
                  <a:pt x="0" y="0"/>
                </a:lnTo>
                <a:lnTo>
                  <a:pt x="84673" y="0"/>
                </a:lnTo>
                <a:lnTo>
                  <a:pt x="84673" y="7350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587A7-77BE-46FA-9177-7EC56EFB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797" y="1257834"/>
            <a:ext cx="56449" cy="690830"/>
          </a:xfrm>
          <a:custGeom xmlns:a="http://schemas.openxmlformats.org/drawingml/2006/main">
            <a:pathLst>
              <a:path w="56449" h="690830" fill="none">
                <a:moveTo>
                  <a:pt x="0" y="690830"/>
                </a:moveTo>
                <a:lnTo>
                  <a:pt x="0" y="0"/>
                </a:lnTo>
                <a:lnTo>
                  <a:pt x="56449" y="0"/>
                </a:lnTo>
                <a:lnTo>
                  <a:pt x="56449" y="69083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D23CC-B7B2-44A1-9B55-9ABE3F2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22" y="1190877"/>
            <a:ext cx="84674" cy="757786"/>
          </a:xfrm>
          <a:custGeom xmlns:a="http://schemas.openxmlformats.org/drawingml/2006/main">
            <a:pathLst>
              <a:path w="84674" h="757786" fill="none">
                <a:moveTo>
                  <a:pt x="0" y="66957"/>
                </a:moveTo>
                <a:lnTo>
                  <a:pt x="0" y="0"/>
                </a:lnTo>
                <a:lnTo>
                  <a:pt x="84674" y="0"/>
                </a:lnTo>
                <a:lnTo>
                  <a:pt x="84674" y="75778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65652-4F53-4E2F-8FD4-8FB38AD8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348" y="1139765"/>
            <a:ext cx="127010" cy="808898"/>
          </a:xfrm>
          <a:custGeom xmlns:a="http://schemas.openxmlformats.org/drawingml/2006/main">
            <a:pathLst>
              <a:path w="127010" h="808898" fill="none">
                <a:moveTo>
                  <a:pt x="0" y="808898"/>
                </a:moveTo>
                <a:lnTo>
                  <a:pt x="0" y="0"/>
                </a:lnTo>
                <a:lnTo>
                  <a:pt x="127010" y="0"/>
                </a:lnTo>
                <a:lnTo>
                  <a:pt x="127010" y="5111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0CD7D-A674-4D79-8668-1588672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54" y="1109100"/>
            <a:ext cx="162290" cy="839564"/>
          </a:xfrm>
          <a:custGeom xmlns:a="http://schemas.openxmlformats.org/drawingml/2006/main">
            <a:pathLst>
              <a:path w="162290" h="839564" fill="none">
                <a:moveTo>
                  <a:pt x="0" y="30665"/>
                </a:moveTo>
                <a:lnTo>
                  <a:pt x="0" y="0"/>
                </a:lnTo>
                <a:lnTo>
                  <a:pt x="162290" y="0"/>
                </a:lnTo>
                <a:lnTo>
                  <a:pt x="162290" y="83956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DA2A2-2527-43C0-B188-825C00B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38" y="1100404"/>
            <a:ext cx="271660" cy="190175"/>
          </a:xfrm>
          <a:custGeom xmlns:a="http://schemas.openxmlformats.org/drawingml/2006/main">
            <a:pathLst>
              <a:path w="271660" h="190175" fill="none">
                <a:moveTo>
                  <a:pt x="0" y="190175"/>
                </a:moveTo>
                <a:lnTo>
                  <a:pt x="0" y="0"/>
                </a:lnTo>
                <a:lnTo>
                  <a:pt x="271660" y="0"/>
                </a:lnTo>
                <a:lnTo>
                  <a:pt x="271660" y="869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7A0C4-0562-4904-9D16-F1B8626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564" y="1085498"/>
            <a:ext cx="1835605" cy="22005"/>
          </a:xfrm>
          <a:custGeom xmlns:a="http://schemas.openxmlformats.org/drawingml/2006/main">
            <a:pathLst>
              <a:path w="1835605" h="22005" fill="none">
                <a:moveTo>
                  <a:pt x="0" y="22005"/>
                </a:moveTo>
                <a:lnTo>
                  <a:pt x="0" y="0"/>
                </a:lnTo>
                <a:lnTo>
                  <a:pt x="1835605" y="0"/>
                </a:lnTo>
                <a:lnTo>
                  <a:pt x="1835605" y="1490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93C07-EB4F-4E67-A46A-80B08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1049652"/>
            <a:ext cx="2111032" cy="95068"/>
          </a:xfrm>
          <a:custGeom xmlns:a="http://schemas.openxmlformats.org/drawingml/2006/main">
            <a:pathLst>
              <a:path w="2111032" h="95068" fill="none">
                <a:moveTo>
                  <a:pt x="0" y="95068"/>
                </a:moveTo>
                <a:lnTo>
                  <a:pt x="0" y="0"/>
                </a:lnTo>
                <a:lnTo>
                  <a:pt x="2111032" y="0"/>
                </a:lnTo>
                <a:lnTo>
                  <a:pt x="2111032" y="3584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81E86-49BA-4279-9352-702721D4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939" y="1214320"/>
            <a:ext cx="56449" cy="734344"/>
          </a:xfrm>
          <a:custGeom xmlns:a="http://schemas.openxmlformats.org/drawingml/2006/main">
            <a:pathLst>
              <a:path w="56449" h="734344" fill="none">
                <a:moveTo>
                  <a:pt x="0" y="734344"/>
                </a:moveTo>
                <a:lnTo>
                  <a:pt x="0" y="0"/>
                </a:lnTo>
                <a:lnTo>
                  <a:pt x="56449" y="0"/>
                </a:lnTo>
                <a:lnTo>
                  <a:pt x="56449" y="73434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27592-BD84-4ECA-B96E-2C1EE28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491" y="1177120"/>
            <a:ext cx="84673" cy="771543"/>
          </a:xfrm>
          <a:custGeom xmlns:a="http://schemas.openxmlformats.org/drawingml/2006/main">
            <a:pathLst>
              <a:path w="84673" h="771543" fill="none">
                <a:moveTo>
                  <a:pt x="0" y="771543"/>
                </a:moveTo>
                <a:lnTo>
                  <a:pt x="0" y="0"/>
                </a:lnTo>
                <a:lnTo>
                  <a:pt x="84673" y="0"/>
                </a:lnTo>
                <a:lnTo>
                  <a:pt x="84673" y="3719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A8D0B-46A4-48D4-888C-9E8B3F16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042" y="1128024"/>
            <a:ext cx="98785" cy="820640"/>
          </a:xfrm>
          <a:custGeom xmlns:a="http://schemas.openxmlformats.org/drawingml/2006/main">
            <a:pathLst>
              <a:path w="98785" h="820640" fill="none">
                <a:moveTo>
                  <a:pt x="0" y="820640"/>
                </a:moveTo>
                <a:lnTo>
                  <a:pt x="0" y="0"/>
                </a:lnTo>
                <a:lnTo>
                  <a:pt x="98785" y="0"/>
                </a:lnTo>
                <a:lnTo>
                  <a:pt x="98785" y="4909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0DCD7-FF90-495C-8E24-7FD25C0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837" y="1356339"/>
            <a:ext cx="56449" cy="592324"/>
          </a:xfrm>
          <a:custGeom xmlns:a="http://schemas.openxmlformats.org/drawingml/2006/main">
            <a:pathLst>
              <a:path w="56449" h="592324" fill="none">
                <a:moveTo>
                  <a:pt x="0" y="592324"/>
                </a:moveTo>
                <a:lnTo>
                  <a:pt x="0" y="0"/>
                </a:lnTo>
                <a:lnTo>
                  <a:pt x="56449" y="0"/>
                </a:lnTo>
                <a:lnTo>
                  <a:pt x="56449" y="59232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CA005-FDBF-42B7-81E3-276631ED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434" y="1128024"/>
            <a:ext cx="204627" cy="228315"/>
          </a:xfrm>
          <a:custGeom xmlns:a="http://schemas.openxmlformats.org/drawingml/2006/main">
            <a:pathLst>
              <a:path w="204627" h="228315" fill="none">
                <a:moveTo>
                  <a:pt x="0" y="0"/>
                </a:moveTo>
                <a:lnTo>
                  <a:pt x="0" y="3551"/>
                </a:lnTo>
                <a:lnTo>
                  <a:pt x="204627" y="3551"/>
                </a:lnTo>
                <a:lnTo>
                  <a:pt x="204627" y="22831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7CF9E-B2E1-4F78-B71D-DD0C1BD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593" y="1081487"/>
            <a:ext cx="208155" cy="867176"/>
          </a:xfrm>
          <a:custGeom xmlns:a="http://schemas.openxmlformats.org/drawingml/2006/main">
            <a:pathLst>
              <a:path w="208155" h="867176" fill="none">
                <a:moveTo>
                  <a:pt x="0" y="867176"/>
                </a:moveTo>
                <a:lnTo>
                  <a:pt x="0" y="0"/>
                </a:lnTo>
                <a:lnTo>
                  <a:pt x="208155" y="0"/>
                </a:lnTo>
                <a:lnTo>
                  <a:pt x="208155" y="5008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6CFBA-1D67-4C3F-A195-D0CD15F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184" y="1512246"/>
            <a:ext cx="56449" cy="436418"/>
          </a:xfrm>
          <a:custGeom xmlns:a="http://schemas.openxmlformats.org/drawingml/2006/main">
            <a:pathLst>
              <a:path w="56449" h="436418" fill="none">
                <a:moveTo>
                  <a:pt x="0" y="436418"/>
                </a:moveTo>
                <a:lnTo>
                  <a:pt x="0" y="0"/>
                </a:lnTo>
                <a:lnTo>
                  <a:pt x="56449" y="0"/>
                </a:lnTo>
                <a:lnTo>
                  <a:pt x="56449" y="43641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B6E61-0AA9-48CE-A82C-6B18BE55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735" y="1376334"/>
            <a:ext cx="84674" cy="572329"/>
          </a:xfrm>
          <a:custGeom xmlns:a="http://schemas.openxmlformats.org/drawingml/2006/main">
            <a:pathLst>
              <a:path w="84674" h="572329" fill="none">
                <a:moveTo>
                  <a:pt x="0" y="572329"/>
                </a:moveTo>
                <a:lnTo>
                  <a:pt x="0" y="0"/>
                </a:lnTo>
                <a:lnTo>
                  <a:pt x="84674" y="0"/>
                </a:lnTo>
                <a:lnTo>
                  <a:pt x="84674" y="13591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BAAAA-35B1-4D85-B4D3-12FA3FE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670" y="1038127"/>
            <a:ext cx="333401" cy="338207"/>
          </a:xfrm>
          <a:custGeom xmlns:a="http://schemas.openxmlformats.org/drawingml/2006/main">
            <a:pathLst>
              <a:path w="333401" h="338207" fill="none">
                <a:moveTo>
                  <a:pt x="0" y="43360"/>
                </a:moveTo>
                <a:lnTo>
                  <a:pt x="0" y="0"/>
                </a:lnTo>
                <a:lnTo>
                  <a:pt x="333401" y="0"/>
                </a:lnTo>
                <a:lnTo>
                  <a:pt x="333401" y="338207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24FF7-78A9-4FB8-93BB-4FA37DA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371" y="1031055"/>
            <a:ext cx="293710" cy="917608"/>
          </a:xfrm>
          <a:custGeom xmlns:a="http://schemas.openxmlformats.org/drawingml/2006/main">
            <a:pathLst>
              <a:path w="293710" h="917608" fill="none">
                <a:moveTo>
                  <a:pt x="0" y="7072"/>
                </a:moveTo>
                <a:lnTo>
                  <a:pt x="0" y="0"/>
                </a:lnTo>
                <a:lnTo>
                  <a:pt x="293710" y="0"/>
                </a:lnTo>
                <a:lnTo>
                  <a:pt x="293710" y="91760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7B0C6-8667-44B4-8742-4E80E1B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850" y="1017117"/>
            <a:ext cx="2664376" cy="32535"/>
          </a:xfrm>
          <a:custGeom xmlns:a="http://schemas.openxmlformats.org/drawingml/2006/main">
            <a:pathLst>
              <a:path w="2664376" h="32535" fill="none">
                <a:moveTo>
                  <a:pt x="0" y="32535"/>
                </a:moveTo>
                <a:lnTo>
                  <a:pt x="0" y="0"/>
                </a:lnTo>
                <a:lnTo>
                  <a:pt x="2664376" y="0"/>
                </a:lnTo>
                <a:lnTo>
                  <a:pt x="2664376" y="1393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0CF70-2492-4C8F-923C-B6749DC0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038" y="986609"/>
            <a:ext cx="1535492" cy="962055"/>
          </a:xfrm>
          <a:custGeom xmlns:a="http://schemas.openxmlformats.org/drawingml/2006/main">
            <a:pathLst>
              <a:path w="1535492" h="962055" fill="none">
                <a:moveTo>
                  <a:pt x="0" y="30508"/>
                </a:moveTo>
                <a:lnTo>
                  <a:pt x="0" y="0"/>
                </a:lnTo>
                <a:lnTo>
                  <a:pt x="1535492" y="0"/>
                </a:lnTo>
                <a:lnTo>
                  <a:pt x="1535492" y="962055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CF7BD-F520-4A3D-BA38-C9C4C5C8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36" y="926521"/>
            <a:ext cx="3268348" cy="60088"/>
          </a:xfrm>
          <a:custGeom xmlns:a="http://schemas.openxmlformats.org/drawingml/2006/main">
            <a:pathLst>
              <a:path w="3268348" h="60088" fill="none">
                <a:moveTo>
                  <a:pt x="0" y="20669"/>
                </a:moveTo>
                <a:lnTo>
                  <a:pt x="0" y="0"/>
                </a:lnTo>
                <a:lnTo>
                  <a:pt x="3268348" y="0"/>
                </a:lnTo>
                <a:lnTo>
                  <a:pt x="3268348" y="6008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4577D-928E-4D56-A1D7-7D77DA47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28" y="1795294"/>
            <a:ext cx="56449" cy="153370"/>
          </a:xfrm>
          <a:custGeom xmlns:a="http://schemas.openxmlformats.org/drawingml/2006/main">
            <a:pathLst>
              <a:path w="56449" h="153370" fill="none">
                <a:moveTo>
                  <a:pt x="0" y="153370"/>
                </a:moveTo>
                <a:lnTo>
                  <a:pt x="0" y="0"/>
                </a:lnTo>
                <a:lnTo>
                  <a:pt x="56449" y="0"/>
                </a:lnTo>
                <a:lnTo>
                  <a:pt x="56449" y="15337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A036B-10C0-4E06-B69D-FB7C2D1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9" y="1517932"/>
            <a:ext cx="84673" cy="430732"/>
          </a:xfrm>
          <a:custGeom xmlns:a="http://schemas.openxmlformats.org/drawingml/2006/main">
            <a:pathLst>
              <a:path w="84673" h="430732" fill="none">
                <a:moveTo>
                  <a:pt x="0" y="430732"/>
                </a:moveTo>
                <a:lnTo>
                  <a:pt x="0" y="0"/>
                </a:lnTo>
                <a:lnTo>
                  <a:pt x="84673" y="0"/>
                </a:lnTo>
                <a:lnTo>
                  <a:pt x="84673" y="27736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CE7DA-99CF-435B-BA3F-ED2E551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316" y="1158735"/>
            <a:ext cx="127010" cy="789929"/>
          </a:xfrm>
          <a:custGeom xmlns:a="http://schemas.openxmlformats.org/drawingml/2006/main">
            <a:pathLst>
              <a:path w="127010" h="789929" fill="none">
                <a:moveTo>
                  <a:pt x="0" y="359197"/>
                </a:moveTo>
                <a:lnTo>
                  <a:pt x="0" y="0"/>
                </a:lnTo>
                <a:lnTo>
                  <a:pt x="127010" y="0"/>
                </a:lnTo>
                <a:lnTo>
                  <a:pt x="127010" y="78992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BC213-3687-42E2-8276-BAAE18B8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5" y="1129756"/>
            <a:ext cx="56449" cy="818908"/>
          </a:xfrm>
          <a:custGeom xmlns:a="http://schemas.openxmlformats.org/drawingml/2006/main">
            <a:pathLst>
              <a:path w="56449" h="818908" fill="none">
                <a:moveTo>
                  <a:pt x="0" y="818908"/>
                </a:moveTo>
                <a:lnTo>
                  <a:pt x="0" y="0"/>
                </a:lnTo>
                <a:lnTo>
                  <a:pt x="56449" y="0"/>
                </a:lnTo>
                <a:lnTo>
                  <a:pt x="56449" y="81890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6BD14-71A7-4F58-AE76-634FA3D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72" y="1460197"/>
            <a:ext cx="56449" cy="488466"/>
          </a:xfrm>
          <a:custGeom xmlns:a="http://schemas.openxmlformats.org/drawingml/2006/main">
            <a:pathLst>
              <a:path w="56449" h="488466" fill="none">
                <a:moveTo>
                  <a:pt x="0" y="488466"/>
                </a:moveTo>
                <a:lnTo>
                  <a:pt x="0" y="0"/>
                </a:lnTo>
                <a:lnTo>
                  <a:pt x="56449" y="0"/>
                </a:lnTo>
                <a:lnTo>
                  <a:pt x="56449" y="48846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A7B16-75C6-437D-BCF1-CE03BD2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897" y="1158117"/>
            <a:ext cx="84673" cy="790546"/>
          </a:xfrm>
          <a:custGeom xmlns:a="http://schemas.openxmlformats.org/drawingml/2006/main">
            <a:pathLst>
              <a:path w="84673" h="790546" fill="none">
                <a:moveTo>
                  <a:pt x="0" y="302080"/>
                </a:moveTo>
                <a:lnTo>
                  <a:pt x="0" y="0"/>
                </a:lnTo>
                <a:lnTo>
                  <a:pt x="84673" y="0"/>
                </a:lnTo>
                <a:lnTo>
                  <a:pt x="84673" y="79054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533F2-7484-459C-8D06-C31AD2D5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999" y="1104398"/>
            <a:ext cx="155234" cy="53719"/>
          </a:xfrm>
          <a:custGeom xmlns:a="http://schemas.openxmlformats.org/drawingml/2006/main">
            <a:pathLst>
              <a:path w="155234" h="53719" fill="none">
                <a:moveTo>
                  <a:pt x="0" y="25358"/>
                </a:moveTo>
                <a:lnTo>
                  <a:pt x="0" y="0"/>
                </a:lnTo>
                <a:lnTo>
                  <a:pt x="155234" y="0"/>
                </a:lnTo>
                <a:lnTo>
                  <a:pt x="155234" y="5371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BBCD7-3EDA-4B75-9B83-2463EB15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821" y="999898"/>
            <a:ext cx="225796" cy="158837"/>
          </a:xfrm>
          <a:custGeom xmlns:a="http://schemas.openxmlformats.org/drawingml/2006/main">
            <a:pathLst>
              <a:path w="225796" h="158837" fill="none">
                <a:moveTo>
                  <a:pt x="0" y="158837"/>
                </a:moveTo>
                <a:lnTo>
                  <a:pt x="0" y="0"/>
                </a:lnTo>
                <a:lnTo>
                  <a:pt x="225796" y="0"/>
                </a:lnTo>
                <a:lnTo>
                  <a:pt x="225796" y="10450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47E87-631B-4648-812D-76C4424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610" y="864956"/>
            <a:ext cx="2677108" cy="134942"/>
          </a:xfrm>
          <a:custGeom xmlns:a="http://schemas.openxmlformats.org/drawingml/2006/main">
            <a:pathLst>
              <a:path w="2677108" h="134942" fill="none">
                <a:moveTo>
                  <a:pt x="0" y="61565"/>
                </a:moveTo>
                <a:lnTo>
                  <a:pt x="0" y="0"/>
                </a:lnTo>
                <a:lnTo>
                  <a:pt x="2677108" y="0"/>
                </a:lnTo>
                <a:lnTo>
                  <a:pt x="2677108" y="134942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C9068-0949-4262-9230-DAED17B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019" y="1410643"/>
            <a:ext cx="56449" cy="538020"/>
          </a:xfrm>
          <a:custGeom xmlns:a="http://schemas.openxmlformats.org/drawingml/2006/main">
            <a:pathLst>
              <a:path w="56449" h="538020" fill="none">
                <a:moveTo>
                  <a:pt x="0" y="538020"/>
                </a:moveTo>
                <a:lnTo>
                  <a:pt x="0" y="0"/>
                </a:lnTo>
                <a:lnTo>
                  <a:pt x="56449" y="0"/>
                </a:lnTo>
                <a:lnTo>
                  <a:pt x="56449" y="53802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AE758-4324-4C67-95EA-9F4143F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814" y="1464565"/>
            <a:ext cx="56449" cy="484098"/>
          </a:xfrm>
          <a:custGeom xmlns:a="http://schemas.openxmlformats.org/drawingml/2006/main">
            <a:pathLst>
              <a:path w="56449" h="484098" fill="none">
                <a:moveTo>
                  <a:pt x="0" y="484098"/>
                </a:moveTo>
                <a:lnTo>
                  <a:pt x="0" y="0"/>
                </a:lnTo>
                <a:lnTo>
                  <a:pt x="56449" y="0"/>
                </a:lnTo>
                <a:lnTo>
                  <a:pt x="56449" y="48409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A90AC-9959-4E9B-AF3F-B6FEFCE0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65" y="1423802"/>
            <a:ext cx="84673" cy="524861"/>
          </a:xfrm>
          <a:custGeom xmlns:a="http://schemas.openxmlformats.org/drawingml/2006/main">
            <a:pathLst>
              <a:path w="84673" h="524861" fill="none">
                <a:moveTo>
                  <a:pt x="0" y="524861"/>
                </a:moveTo>
                <a:lnTo>
                  <a:pt x="0" y="0"/>
                </a:lnTo>
                <a:lnTo>
                  <a:pt x="84673" y="0"/>
                </a:lnTo>
                <a:lnTo>
                  <a:pt x="84673" y="4076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D9027-8F04-4CDA-806E-A3A9AB01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702" y="1327889"/>
            <a:ext cx="127010" cy="620774"/>
          </a:xfrm>
          <a:custGeom xmlns:a="http://schemas.openxmlformats.org/drawingml/2006/main">
            <a:pathLst>
              <a:path w="127010" h="620774" fill="none">
                <a:moveTo>
                  <a:pt x="0" y="95913"/>
                </a:moveTo>
                <a:lnTo>
                  <a:pt x="0" y="0"/>
                </a:lnTo>
                <a:lnTo>
                  <a:pt x="127010" y="0"/>
                </a:lnTo>
                <a:lnTo>
                  <a:pt x="127010" y="620774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33488-A465-428E-A8CF-685F76DB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917" y="1262481"/>
            <a:ext cx="162290" cy="686183"/>
          </a:xfrm>
          <a:custGeom xmlns:a="http://schemas.openxmlformats.org/drawingml/2006/main">
            <a:pathLst>
              <a:path w="162290" h="686183" fill="none">
                <a:moveTo>
                  <a:pt x="0" y="686183"/>
                </a:moveTo>
                <a:lnTo>
                  <a:pt x="0" y="0"/>
                </a:lnTo>
                <a:lnTo>
                  <a:pt x="162290" y="0"/>
                </a:lnTo>
                <a:lnTo>
                  <a:pt x="162290" y="6540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344EA-E143-4C6E-9E0D-AA6C1608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243" y="1174672"/>
            <a:ext cx="165819" cy="235971"/>
          </a:xfrm>
          <a:custGeom xmlns:a="http://schemas.openxmlformats.org/drawingml/2006/main">
            <a:pathLst>
              <a:path w="165819" h="235971" fill="none">
                <a:moveTo>
                  <a:pt x="0" y="235971"/>
                </a:moveTo>
                <a:lnTo>
                  <a:pt x="0" y="0"/>
                </a:lnTo>
                <a:lnTo>
                  <a:pt x="165819" y="0"/>
                </a:lnTo>
                <a:lnTo>
                  <a:pt x="165819" y="87809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B98E5-C182-49F5-9F94-66FACD7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153" y="1168001"/>
            <a:ext cx="284008" cy="780663"/>
          </a:xfrm>
          <a:custGeom xmlns:a="http://schemas.openxmlformats.org/drawingml/2006/main">
            <a:pathLst>
              <a:path w="284008" h="780663" fill="none">
                <a:moveTo>
                  <a:pt x="0" y="6672"/>
                </a:moveTo>
                <a:lnTo>
                  <a:pt x="0" y="0"/>
                </a:lnTo>
                <a:lnTo>
                  <a:pt x="284008" y="0"/>
                </a:lnTo>
                <a:lnTo>
                  <a:pt x="284008" y="780663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0834C-64A1-4BED-A297-DEB7E08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4" y="853680"/>
            <a:ext cx="1880992" cy="314321"/>
          </a:xfrm>
          <a:custGeom xmlns:a="http://schemas.openxmlformats.org/drawingml/2006/main">
            <a:pathLst>
              <a:path w="1880992" h="314321" fill="none">
                <a:moveTo>
                  <a:pt x="0" y="11276"/>
                </a:moveTo>
                <a:lnTo>
                  <a:pt x="0" y="0"/>
                </a:lnTo>
                <a:lnTo>
                  <a:pt x="1880992" y="0"/>
                </a:lnTo>
                <a:lnTo>
                  <a:pt x="1880992" y="314321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0B18B-BF10-49C6-8885-BDA8E3EB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10" y="1216494"/>
            <a:ext cx="56449" cy="732170"/>
          </a:xfrm>
          <a:custGeom xmlns:a="http://schemas.openxmlformats.org/drawingml/2006/main">
            <a:pathLst>
              <a:path w="56449" h="732170" fill="none">
                <a:moveTo>
                  <a:pt x="0" y="732170"/>
                </a:moveTo>
                <a:lnTo>
                  <a:pt x="0" y="0"/>
                </a:lnTo>
                <a:lnTo>
                  <a:pt x="56449" y="0"/>
                </a:lnTo>
                <a:lnTo>
                  <a:pt x="56449" y="732170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836BD-C6AF-4563-A1D4-99747867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60" y="825086"/>
            <a:ext cx="1167174" cy="391408"/>
          </a:xfrm>
          <a:custGeom xmlns:a="http://schemas.openxmlformats.org/drawingml/2006/main">
            <a:pathLst>
              <a:path w="1167174" h="391408" fill="none">
                <a:moveTo>
                  <a:pt x="0" y="28594"/>
                </a:moveTo>
                <a:lnTo>
                  <a:pt x="0" y="0"/>
                </a:lnTo>
                <a:lnTo>
                  <a:pt x="1167174" y="0"/>
                </a:lnTo>
                <a:lnTo>
                  <a:pt x="1167174" y="39140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730EB-D856-4E66-8568-E544AF6E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29" y="760988"/>
            <a:ext cx="4736719" cy="134472"/>
          </a:xfrm>
          <a:custGeom xmlns:a="http://schemas.openxmlformats.org/drawingml/2006/main">
            <a:pathLst>
              <a:path w="4736719" h="134472" fill="none">
                <a:moveTo>
                  <a:pt x="0" y="134472"/>
                </a:moveTo>
                <a:lnTo>
                  <a:pt x="0" y="0"/>
                </a:lnTo>
                <a:lnTo>
                  <a:pt x="4736719" y="0"/>
                </a:lnTo>
                <a:lnTo>
                  <a:pt x="4736719" y="64098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E7AD7-342B-47EE-AFA9-77B87B4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8" y="756077"/>
            <a:ext cx="3036619" cy="1192586"/>
          </a:xfrm>
          <a:custGeom xmlns:a="http://schemas.openxmlformats.org/drawingml/2006/main">
            <a:pathLst>
              <a:path w="3036619" h="1192586" fill="none">
                <a:moveTo>
                  <a:pt x="0" y="4911"/>
                </a:moveTo>
                <a:lnTo>
                  <a:pt x="0" y="0"/>
                </a:lnTo>
                <a:lnTo>
                  <a:pt x="3036619" y="0"/>
                </a:lnTo>
                <a:lnTo>
                  <a:pt x="3036619" y="1192586"/>
                </a:lnTo>
              </a:path>
            </a:pathLst>
          </a:custGeom>
          <a:noFill xmlns:a="http://schemas.openxmlformats.org/drawingml/2006/main"/>
          <a:ln xmlns:a="http://schemas.openxmlformats.org/drawingml/2006/main" w="18048" cap="flat">
            <a:solidFill>
              <a:srgbClr val="808080"/>
            </a:solidFill>
            <a:round/>
          </a:ln>
        </p:spPr>
      </p:sp>
      <p:sp>
        <p:nvSpPr>
          <p:cNvPr id="288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4AD0D2B-B555-449F-97E4-8790AF7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70" y="657513"/>
            <a:ext cx="4059952" cy="116952"/>
          </a:xfrm>
          <a:custGeom xmlns:a="http://schemas.openxmlformats.org/drawingml/2006/main">
            <a:pathLst>
              <a:path w="4059952" h="116952">
                <a:moveTo>
                  <a:pt x="4041904" y="17205"/>
                </a:moveTo>
                <a:lnTo>
                  <a:pt x="18048" y="17205"/>
                </a:lnTo>
                <a:lnTo>
                  <a:pt x="18048" y="116952"/>
                </a:lnTo>
                <a:lnTo>
                  <a:pt x="0" y="116952"/>
                </a:lnTo>
                <a:lnTo>
                  <a:pt x="0" y="8181"/>
                </a:lnTo>
                <a:lnTo>
                  <a:pt x="19" y="7590"/>
                </a:lnTo>
                <a:lnTo>
                  <a:pt x="77" y="7003"/>
                </a:lnTo>
                <a:lnTo>
                  <a:pt x="173" y="6420"/>
                </a:lnTo>
                <a:lnTo>
                  <a:pt x="307" y="5845"/>
                </a:lnTo>
                <a:lnTo>
                  <a:pt x="479" y="5280"/>
                </a:lnTo>
                <a:lnTo>
                  <a:pt x="687" y="4727"/>
                </a:lnTo>
                <a:lnTo>
                  <a:pt x="931" y="4189"/>
                </a:lnTo>
                <a:lnTo>
                  <a:pt x="1209" y="3669"/>
                </a:lnTo>
                <a:lnTo>
                  <a:pt x="1521" y="3167"/>
                </a:lnTo>
                <a:lnTo>
                  <a:pt x="1865" y="2687"/>
                </a:lnTo>
                <a:lnTo>
                  <a:pt x="2239" y="2231"/>
                </a:lnTo>
                <a:lnTo>
                  <a:pt x="2643" y="1800"/>
                </a:lnTo>
                <a:lnTo>
                  <a:pt x="3074" y="1396"/>
                </a:lnTo>
                <a:lnTo>
                  <a:pt x="3531" y="1021"/>
                </a:lnTo>
                <a:lnTo>
                  <a:pt x="4011" y="677"/>
                </a:lnTo>
                <a:lnTo>
                  <a:pt x="4512" y="366"/>
                </a:lnTo>
                <a:lnTo>
                  <a:pt x="5033" y="87"/>
                </a:lnTo>
                <a:lnTo>
                  <a:pt x="5225" y="0"/>
                </a:lnTo>
                <a:lnTo>
                  <a:pt x="4054727" y="0"/>
                </a:lnTo>
                <a:lnTo>
                  <a:pt x="4054919" y="87"/>
                </a:lnTo>
                <a:lnTo>
                  <a:pt x="4055440" y="366"/>
                </a:lnTo>
                <a:lnTo>
                  <a:pt x="4055941" y="677"/>
                </a:lnTo>
                <a:lnTo>
                  <a:pt x="4056421" y="1021"/>
                </a:lnTo>
                <a:lnTo>
                  <a:pt x="4056878" y="1396"/>
                </a:lnTo>
                <a:lnTo>
                  <a:pt x="4057309" y="1800"/>
                </a:lnTo>
                <a:lnTo>
                  <a:pt x="4057712" y="2231"/>
                </a:lnTo>
                <a:lnTo>
                  <a:pt x="4058087" y="2687"/>
                </a:lnTo>
                <a:lnTo>
                  <a:pt x="4058431" y="3167"/>
                </a:lnTo>
                <a:lnTo>
                  <a:pt x="4058743" y="3669"/>
                </a:lnTo>
                <a:lnTo>
                  <a:pt x="4059021" y="4189"/>
                </a:lnTo>
                <a:lnTo>
                  <a:pt x="4059265" y="4727"/>
                </a:lnTo>
                <a:lnTo>
                  <a:pt x="4059473" y="5280"/>
                </a:lnTo>
                <a:lnTo>
                  <a:pt x="4059644" y="5845"/>
                </a:lnTo>
                <a:lnTo>
                  <a:pt x="4059778" y="6420"/>
                </a:lnTo>
                <a:lnTo>
                  <a:pt x="4059875" y="7003"/>
                </a:lnTo>
                <a:lnTo>
                  <a:pt x="4059932" y="7590"/>
                </a:lnTo>
                <a:lnTo>
                  <a:pt x="4059952" y="8181"/>
                </a:lnTo>
                <a:lnTo>
                  <a:pt x="4059952" y="98565"/>
                </a:lnTo>
                <a:lnTo>
                  <a:pt x="4041904" y="98565"/>
                </a:lnTo>
                <a:lnTo>
                  <a:pt x="4041904" y="1720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00C75-027A-41C9-A2F7-85D707A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45" y="657513"/>
            <a:ext cx="10" cy="1291151"/>
          </a:xfrm>
          <a:custGeom xmlns:a="http://schemas.openxmlformats.org/drawingml/2006/main">
            <a:pathLst>
              <a:path w="1" h="1291151" fill="none">
                <a:moveTo>
                  <a:pt x="0" y="12911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2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CD6EA-FBED-4888-9F9C-1F157F5D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32" y="657513"/>
            <a:ext cx="10" cy="1291151"/>
          </a:xfrm>
          <a:custGeom xmlns:a="http://schemas.openxmlformats.org/drawingml/2006/main">
            <a:pathLst>
              <a:path w="1" h="1291151" fill="none">
                <a:moveTo>
                  <a:pt x="0" y="12911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2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1F5E7-7CAA-4D2C-BA57-59D7AE2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45" y="1948664"/>
            <a:ext cx="5644886" cy="10"/>
          </a:xfrm>
          <a:custGeom xmlns:a="http://schemas.openxmlformats.org/drawingml/2006/main">
            <a:pathLst>
              <a:path w="5644886" h="1" fill="none">
                <a:moveTo>
                  <a:pt x="0" y="0"/>
                </a:moveTo>
                <a:lnTo>
                  <a:pt x="56448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2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A6D12-DE55-48B0-9B79-1971D33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45" y="657513"/>
            <a:ext cx="5644886" cy="10"/>
          </a:xfrm>
          <a:custGeom xmlns:a="http://schemas.openxmlformats.org/drawingml/2006/main">
            <a:pathLst>
              <a:path w="5644886" h="1" fill="none">
                <a:moveTo>
                  <a:pt x="0" y="0"/>
                </a:moveTo>
                <a:lnTo>
                  <a:pt x="56448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2044208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2026-09-05T18:19:46.1680000Z</dcterms:created>
  <dcterms:modified xsi:type="dcterms:W3CDTF">2026-09-05T18:19:46.1680000Z</dcterms:modified>
</coreProperties>
</file>